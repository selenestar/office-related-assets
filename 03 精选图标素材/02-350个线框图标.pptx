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98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7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45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50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276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224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34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57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74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AFD8ED-CD09-47F4-901C-FB9E0C7AA5F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95C6B5-65C9-41C9-A07D-43C5B3F0A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34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15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1" y="5765800"/>
            <a:ext cx="14770313" cy="1092200"/>
            <a:chOff x="1" y="5765800"/>
            <a:chExt cx="14770313" cy="1092200"/>
          </a:xfrm>
        </p:grpSpPr>
        <p:sp>
          <p:nvSpPr>
            <p:cNvPr id="8" name="矩形 7"/>
            <p:cNvSpPr/>
            <p:nvPr userDrawn="1"/>
          </p:nvSpPr>
          <p:spPr>
            <a:xfrm>
              <a:off x="1" y="5765800"/>
              <a:ext cx="12192000" cy="1092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 userDrawn="1"/>
          </p:nvGrpSpPr>
          <p:grpSpPr>
            <a:xfrm>
              <a:off x="299806" y="5924896"/>
              <a:ext cx="14470508" cy="811226"/>
              <a:chOff x="308598" y="6311623"/>
              <a:chExt cx="14470508" cy="811226"/>
            </a:xfrm>
          </p:grpSpPr>
          <p:sp>
            <p:nvSpPr>
              <p:cNvPr id="10" name="副标题 2"/>
              <p:cNvSpPr txBox="1">
                <a:spLocks/>
              </p:cNvSpPr>
              <p:nvPr userDrawn="1"/>
            </p:nvSpPr>
            <p:spPr>
              <a:xfrm>
                <a:off x="308598" y="6311623"/>
                <a:ext cx="11840993" cy="391993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bg1">
                        <a:lumMod val="7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                                      ——</a:t>
                </a:r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获得更多图标素材来源：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http://www.webalys.com/nova</a:t>
                </a:r>
                <a:endParaRPr lang="zh-CN" altLang="en-US" sz="2400" b="0" i="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 userDrawn="1"/>
            </p:nvSpPr>
            <p:spPr>
              <a:xfrm>
                <a:off x="2230208" y="6661184"/>
                <a:ext cx="125488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本素材作者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Vincent Le </a:t>
                </a:r>
                <a:r>
                  <a:rPr lang="en-US" altLang="zh-CN" sz="2400" b="0" i="0" dirty="0" err="1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Moign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@</a:t>
                </a:r>
                <a:r>
                  <a:rPr lang="en-US" altLang="zh-CN" sz="2400" b="0" i="0" dirty="0" err="1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webalys</a:t>
                </a:r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，超链接由秋叶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PPT</a:t>
                </a:r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整理提供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665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131434"/>
            <a:ext cx="7200000" cy="4145454"/>
            <a:chOff x="3214688" y="1770063"/>
            <a:chExt cx="5762626" cy="3317875"/>
          </a:xfrm>
        </p:grpSpPr>
        <p:grpSp>
          <p:nvGrpSpPr>
            <p:cNvPr id="176" name="组合 175"/>
            <p:cNvGrpSpPr/>
            <p:nvPr/>
          </p:nvGrpSpPr>
          <p:grpSpPr>
            <a:xfrm>
              <a:off x="4478338" y="3606801"/>
              <a:ext cx="214313" cy="252413"/>
              <a:chOff x="4478338" y="3606801"/>
              <a:chExt cx="214313" cy="252413"/>
            </a:xfrm>
          </p:grpSpPr>
          <p:sp>
            <p:nvSpPr>
              <p:cNvPr id="9" name="Freeform 5"/>
              <p:cNvSpPr>
                <a:spLocks noEditPoints="1"/>
              </p:cNvSpPr>
              <p:nvPr/>
            </p:nvSpPr>
            <p:spPr bwMode="auto">
              <a:xfrm>
                <a:off x="4478338" y="3606801"/>
                <a:ext cx="214313" cy="252413"/>
              </a:xfrm>
              <a:custGeom>
                <a:avLst/>
                <a:gdLst>
                  <a:gd name="T0" fmla="*/ 44 w 68"/>
                  <a:gd name="T1" fmla="*/ 80 h 80"/>
                  <a:gd name="T2" fmla="*/ 4 w 68"/>
                  <a:gd name="T3" fmla="*/ 80 h 80"/>
                  <a:gd name="T4" fmla="*/ 0 w 68"/>
                  <a:gd name="T5" fmla="*/ 76 h 80"/>
                  <a:gd name="T6" fmla="*/ 0 w 68"/>
                  <a:gd name="T7" fmla="*/ 32 h 80"/>
                  <a:gd name="T8" fmla="*/ 32 w 68"/>
                  <a:gd name="T9" fmla="*/ 0 h 80"/>
                  <a:gd name="T10" fmla="*/ 66 w 68"/>
                  <a:gd name="T11" fmla="*/ 36 h 80"/>
                  <a:gd name="T12" fmla="*/ 68 w 68"/>
                  <a:gd name="T13" fmla="*/ 43 h 80"/>
                  <a:gd name="T14" fmla="*/ 67 w 68"/>
                  <a:gd name="T15" fmla="*/ 46 h 80"/>
                  <a:gd name="T16" fmla="*/ 64 w 68"/>
                  <a:gd name="T17" fmla="*/ 48 h 80"/>
                  <a:gd name="T18" fmla="*/ 60 w 68"/>
                  <a:gd name="T19" fmla="*/ 48 h 80"/>
                  <a:gd name="T20" fmla="*/ 60 w 68"/>
                  <a:gd name="T21" fmla="*/ 60 h 80"/>
                  <a:gd name="T22" fmla="*/ 52 w 68"/>
                  <a:gd name="T23" fmla="*/ 68 h 80"/>
                  <a:gd name="T24" fmla="*/ 48 w 68"/>
                  <a:gd name="T25" fmla="*/ 68 h 80"/>
                  <a:gd name="T26" fmla="*/ 48 w 68"/>
                  <a:gd name="T27" fmla="*/ 76 h 80"/>
                  <a:gd name="T28" fmla="*/ 44 w 68"/>
                  <a:gd name="T29" fmla="*/ 80 h 80"/>
                  <a:gd name="T30" fmla="*/ 8 w 68"/>
                  <a:gd name="T31" fmla="*/ 72 h 80"/>
                  <a:gd name="T32" fmla="*/ 40 w 68"/>
                  <a:gd name="T33" fmla="*/ 72 h 80"/>
                  <a:gd name="T34" fmla="*/ 40 w 68"/>
                  <a:gd name="T35" fmla="*/ 64 h 80"/>
                  <a:gd name="T36" fmla="*/ 44 w 68"/>
                  <a:gd name="T37" fmla="*/ 60 h 80"/>
                  <a:gd name="T38" fmla="*/ 52 w 68"/>
                  <a:gd name="T39" fmla="*/ 60 h 80"/>
                  <a:gd name="T40" fmla="*/ 52 w 68"/>
                  <a:gd name="T41" fmla="*/ 44 h 80"/>
                  <a:gd name="T42" fmla="*/ 56 w 68"/>
                  <a:gd name="T43" fmla="*/ 40 h 80"/>
                  <a:gd name="T44" fmla="*/ 59 w 68"/>
                  <a:gd name="T45" fmla="*/ 40 h 80"/>
                  <a:gd name="T46" fmla="*/ 58 w 68"/>
                  <a:gd name="T47" fmla="*/ 38 h 80"/>
                  <a:gd name="T48" fmla="*/ 32 w 68"/>
                  <a:gd name="T49" fmla="*/ 8 h 80"/>
                  <a:gd name="T50" fmla="*/ 8 w 68"/>
                  <a:gd name="T51" fmla="*/ 32 h 80"/>
                  <a:gd name="T52" fmla="*/ 8 w 68"/>
                  <a:gd name="T53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" h="80">
                    <a:moveTo>
                      <a:pt x="44" y="80"/>
                    </a:moveTo>
                    <a:cubicBezTo>
                      <a:pt x="4" y="80"/>
                      <a:pt x="4" y="80"/>
                      <a:pt x="4" y="80"/>
                    </a:cubicBezTo>
                    <a:cubicBezTo>
                      <a:pt x="2" y="80"/>
                      <a:pt x="0" y="78"/>
                      <a:pt x="0" y="7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58" y="0"/>
                      <a:pt x="62" y="18"/>
                      <a:pt x="66" y="36"/>
                    </a:cubicBezTo>
                    <a:cubicBezTo>
                      <a:pt x="67" y="38"/>
                      <a:pt x="67" y="41"/>
                      <a:pt x="68" y="43"/>
                    </a:cubicBezTo>
                    <a:cubicBezTo>
                      <a:pt x="68" y="44"/>
                      <a:pt x="68" y="45"/>
                      <a:pt x="67" y="46"/>
                    </a:cubicBezTo>
                    <a:cubicBezTo>
                      <a:pt x="66" y="47"/>
                      <a:pt x="65" y="48"/>
                      <a:pt x="64" y="4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60"/>
                      <a:pt x="60" y="60"/>
                      <a:pt x="60" y="60"/>
                    </a:cubicBezTo>
                    <a:cubicBezTo>
                      <a:pt x="60" y="64"/>
                      <a:pt x="56" y="68"/>
                      <a:pt x="52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76"/>
                      <a:pt x="48" y="76"/>
                      <a:pt x="48" y="76"/>
                    </a:cubicBezTo>
                    <a:cubicBezTo>
                      <a:pt x="48" y="78"/>
                      <a:pt x="46" y="80"/>
                      <a:pt x="44" y="80"/>
                    </a:cubicBezTo>
                    <a:close/>
                    <a:moveTo>
                      <a:pt x="8" y="72"/>
                    </a:moveTo>
                    <a:cubicBezTo>
                      <a:pt x="40" y="72"/>
                      <a:pt x="40" y="72"/>
                      <a:pt x="40" y="7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40" y="62"/>
                      <a:pt x="42" y="60"/>
                      <a:pt x="44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2" y="42"/>
                      <a:pt x="54" y="40"/>
                      <a:pt x="56" y="40"/>
                    </a:cubicBezTo>
                    <a:cubicBezTo>
                      <a:pt x="59" y="40"/>
                      <a:pt x="59" y="40"/>
                      <a:pt x="59" y="40"/>
                    </a:cubicBezTo>
                    <a:cubicBezTo>
                      <a:pt x="59" y="39"/>
                      <a:pt x="59" y="39"/>
                      <a:pt x="58" y="38"/>
                    </a:cubicBezTo>
                    <a:cubicBezTo>
                      <a:pt x="54" y="18"/>
                      <a:pt x="51" y="8"/>
                      <a:pt x="32" y="8"/>
                    </a:cubicBezTo>
                    <a:cubicBezTo>
                      <a:pt x="19" y="8"/>
                      <a:pt x="8" y="19"/>
                      <a:pt x="8" y="3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auto">
              <a:xfrm>
                <a:off x="4529138" y="3657601"/>
                <a:ext cx="101600" cy="100013"/>
              </a:xfrm>
              <a:custGeom>
                <a:avLst/>
                <a:gdLst>
                  <a:gd name="T0" fmla="*/ 16 w 32"/>
                  <a:gd name="T1" fmla="*/ 32 h 32"/>
                  <a:gd name="T2" fmla="*/ 32 w 32"/>
                  <a:gd name="T3" fmla="*/ 12 h 32"/>
                  <a:gd name="T4" fmla="*/ 16 w 32"/>
                  <a:gd name="T5" fmla="*/ 11 h 32"/>
                  <a:gd name="T6" fmla="*/ 0 w 32"/>
                  <a:gd name="T7" fmla="*/ 12 h 32"/>
                  <a:gd name="T8" fmla="*/ 16 w 32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16" y="32"/>
                      <a:pt x="32" y="20"/>
                      <a:pt x="32" y="12"/>
                    </a:cubicBezTo>
                    <a:cubicBezTo>
                      <a:pt x="32" y="4"/>
                      <a:pt x="20" y="0"/>
                      <a:pt x="16" y="11"/>
                    </a:cubicBezTo>
                    <a:cubicBezTo>
                      <a:pt x="12" y="0"/>
                      <a:pt x="0" y="4"/>
                      <a:pt x="0" y="12"/>
                    </a:cubicBezTo>
                    <a:cubicBezTo>
                      <a:pt x="0" y="20"/>
                      <a:pt x="16" y="32"/>
                      <a:pt x="16" y="3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8093076" y="3011488"/>
              <a:ext cx="252413" cy="227013"/>
              <a:chOff x="8093076" y="3011488"/>
              <a:chExt cx="252413" cy="227013"/>
            </a:xfrm>
          </p:grpSpPr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8131176" y="3151188"/>
                <a:ext cx="74613" cy="36513"/>
              </a:xfrm>
              <a:custGeom>
                <a:avLst/>
                <a:gdLst>
                  <a:gd name="T0" fmla="*/ 0 w 24"/>
                  <a:gd name="T1" fmla="*/ 12 h 12"/>
                  <a:gd name="T2" fmla="*/ 12 w 24"/>
                  <a:gd name="T3" fmla="*/ 0 h 12"/>
                  <a:gd name="T4" fmla="*/ 12 w 24"/>
                  <a:gd name="T5" fmla="*/ 0 h 12"/>
                  <a:gd name="T6" fmla="*/ 24 w 24"/>
                  <a:gd name="T7" fmla="*/ 12 h 12"/>
                  <a:gd name="T8" fmla="*/ 0 w 24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2">
                    <a:moveTo>
                      <a:pt x="0" y="12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Oval 8"/>
              <p:cNvSpPr>
                <a:spLocks noChangeArrowheads="1"/>
              </p:cNvSpPr>
              <p:nvPr/>
            </p:nvSpPr>
            <p:spPr bwMode="auto">
              <a:xfrm>
                <a:off x="8143876" y="3087688"/>
                <a:ext cx="49213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8231188" y="3113088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8231188" y="3163888"/>
                <a:ext cx="76200" cy="23813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1"/>
              <p:cNvSpPr>
                <a:spLocks noEditPoints="1"/>
              </p:cNvSpPr>
              <p:nvPr/>
            </p:nvSpPr>
            <p:spPr bwMode="auto">
              <a:xfrm>
                <a:off x="8093076" y="3011488"/>
                <a:ext cx="252413" cy="227013"/>
              </a:xfrm>
              <a:custGeom>
                <a:avLst/>
                <a:gdLst>
                  <a:gd name="T0" fmla="*/ 72 w 80"/>
                  <a:gd name="T1" fmla="*/ 8 h 72"/>
                  <a:gd name="T2" fmla="*/ 51 w 80"/>
                  <a:gd name="T3" fmla="*/ 8 h 72"/>
                  <a:gd name="T4" fmla="*/ 40 w 80"/>
                  <a:gd name="T5" fmla="*/ 0 h 72"/>
                  <a:gd name="T6" fmla="*/ 29 w 80"/>
                  <a:gd name="T7" fmla="*/ 8 h 72"/>
                  <a:gd name="T8" fmla="*/ 8 w 80"/>
                  <a:gd name="T9" fmla="*/ 8 h 72"/>
                  <a:gd name="T10" fmla="*/ 0 w 80"/>
                  <a:gd name="T11" fmla="*/ 16 h 72"/>
                  <a:gd name="T12" fmla="*/ 0 w 80"/>
                  <a:gd name="T13" fmla="*/ 64 h 72"/>
                  <a:gd name="T14" fmla="*/ 8 w 80"/>
                  <a:gd name="T15" fmla="*/ 72 h 72"/>
                  <a:gd name="T16" fmla="*/ 72 w 80"/>
                  <a:gd name="T17" fmla="*/ 72 h 72"/>
                  <a:gd name="T18" fmla="*/ 80 w 80"/>
                  <a:gd name="T19" fmla="*/ 64 h 72"/>
                  <a:gd name="T20" fmla="*/ 80 w 80"/>
                  <a:gd name="T21" fmla="*/ 16 h 72"/>
                  <a:gd name="T22" fmla="*/ 72 w 80"/>
                  <a:gd name="T23" fmla="*/ 8 h 72"/>
                  <a:gd name="T24" fmla="*/ 40 w 80"/>
                  <a:gd name="T25" fmla="*/ 8 h 72"/>
                  <a:gd name="T26" fmla="*/ 44 w 80"/>
                  <a:gd name="T27" fmla="*/ 12 h 72"/>
                  <a:gd name="T28" fmla="*/ 40 w 80"/>
                  <a:gd name="T29" fmla="*/ 16 h 72"/>
                  <a:gd name="T30" fmla="*/ 36 w 80"/>
                  <a:gd name="T31" fmla="*/ 12 h 72"/>
                  <a:gd name="T32" fmla="*/ 40 w 80"/>
                  <a:gd name="T33" fmla="*/ 8 h 72"/>
                  <a:gd name="T34" fmla="*/ 8 w 80"/>
                  <a:gd name="T35" fmla="*/ 64 h 72"/>
                  <a:gd name="T36" fmla="*/ 8 w 80"/>
                  <a:gd name="T37" fmla="*/ 16 h 72"/>
                  <a:gd name="T38" fmla="*/ 29 w 80"/>
                  <a:gd name="T39" fmla="*/ 16 h 72"/>
                  <a:gd name="T40" fmla="*/ 40 w 80"/>
                  <a:gd name="T41" fmla="*/ 24 h 72"/>
                  <a:gd name="T42" fmla="*/ 51 w 80"/>
                  <a:gd name="T43" fmla="*/ 16 h 72"/>
                  <a:gd name="T44" fmla="*/ 72 w 80"/>
                  <a:gd name="T45" fmla="*/ 16 h 72"/>
                  <a:gd name="T46" fmla="*/ 72 w 80"/>
                  <a:gd name="T47" fmla="*/ 64 h 72"/>
                  <a:gd name="T48" fmla="*/ 8 w 80"/>
                  <a:gd name="T49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0" h="72">
                    <a:moveTo>
                      <a:pt x="72" y="8"/>
                    </a:moveTo>
                    <a:cubicBezTo>
                      <a:pt x="51" y="8"/>
                      <a:pt x="51" y="8"/>
                      <a:pt x="51" y="8"/>
                    </a:cubicBezTo>
                    <a:cubicBezTo>
                      <a:pt x="50" y="3"/>
                      <a:pt x="45" y="0"/>
                      <a:pt x="40" y="0"/>
                    </a:cubicBezTo>
                    <a:cubicBezTo>
                      <a:pt x="35" y="0"/>
                      <a:pt x="30" y="3"/>
                      <a:pt x="2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" y="8"/>
                      <a:pt x="0" y="12"/>
                      <a:pt x="0" y="1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72" y="72"/>
                      <a:pt x="72" y="72"/>
                      <a:pt x="72" y="72"/>
                    </a:cubicBezTo>
                    <a:cubicBezTo>
                      <a:pt x="76" y="72"/>
                      <a:pt x="80" y="68"/>
                      <a:pt x="80" y="64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12"/>
                      <a:pt x="76" y="8"/>
                      <a:pt x="72" y="8"/>
                    </a:cubicBezTo>
                    <a:close/>
                    <a:moveTo>
                      <a:pt x="40" y="8"/>
                    </a:moveTo>
                    <a:cubicBezTo>
                      <a:pt x="42" y="8"/>
                      <a:pt x="44" y="10"/>
                      <a:pt x="44" y="12"/>
                    </a:cubicBezTo>
                    <a:cubicBezTo>
                      <a:pt x="44" y="14"/>
                      <a:pt x="42" y="16"/>
                      <a:pt x="40" y="16"/>
                    </a:cubicBezTo>
                    <a:cubicBezTo>
                      <a:pt x="38" y="16"/>
                      <a:pt x="36" y="14"/>
                      <a:pt x="36" y="12"/>
                    </a:cubicBezTo>
                    <a:cubicBezTo>
                      <a:pt x="36" y="10"/>
                      <a:pt x="38" y="8"/>
                      <a:pt x="40" y="8"/>
                    </a:cubicBezTo>
                    <a:close/>
                    <a:moveTo>
                      <a:pt x="8" y="64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30" y="21"/>
                      <a:pt x="35" y="24"/>
                      <a:pt x="40" y="24"/>
                    </a:cubicBezTo>
                    <a:cubicBezTo>
                      <a:pt x="45" y="24"/>
                      <a:pt x="50" y="21"/>
                      <a:pt x="51" y="16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64"/>
                      <a:pt x="72" y="64"/>
                      <a:pt x="72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3910013" y="3606801"/>
              <a:ext cx="125413" cy="252413"/>
              <a:chOff x="3910013" y="3606801"/>
              <a:chExt cx="125413" cy="252413"/>
            </a:xfrm>
          </p:grpSpPr>
          <p:sp>
            <p:nvSpPr>
              <p:cNvPr id="16" name="Freeform 12"/>
              <p:cNvSpPr>
                <a:spLocks noEditPoints="1"/>
              </p:cNvSpPr>
              <p:nvPr/>
            </p:nvSpPr>
            <p:spPr bwMode="auto">
              <a:xfrm>
                <a:off x="3935413" y="3606801"/>
                <a:ext cx="76200" cy="76200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  <a:gd name="T10" fmla="*/ 12 w 24"/>
                  <a:gd name="T11" fmla="*/ 8 h 24"/>
                  <a:gd name="T12" fmla="*/ 8 w 24"/>
                  <a:gd name="T13" fmla="*/ 12 h 24"/>
                  <a:gd name="T14" fmla="*/ 12 w 24"/>
                  <a:gd name="T15" fmla="*/ 16 h 24"/>
                  <a:gd name="T16" fmla="*/ 16 w 24"/>
                  <a:gd name="T17" fmla="*/ 12 h 24"/>
                  <a:gd name="T18" fmla="*/ 12 w 24"/>
                  <a:gd name="T1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ubicBezTo>
                      <a:pt x="24" y="19"/>
                      <a:pt x="19" y="24"/>
                      <a:pt x="12" y="24"/>
                    </a:cubicBezTo>
                    <a:close/>
                    <a:moveTo>
                      <a:pt x="12" y="8"/>
                    </a:moveTo>
                    <a:cubicBezTo>
                      <a:pt x="10" y="8"/>
                      <a:pt x="8" y="10"/>
                      <a:pt x="8" y="12"/>
                    </a:cubicBezTo>
                    <a:cubicBezTo>
                      <a:pt x="8" y="14"/>
                      <a:pt x="10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10"/>
                      <a:pt x="14" y="8"/>
                      <a:pt x="12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3"/>
              <p:cNvSpPr>
                <a:spLocks noEditPoints="1"/>
              </p:cNvSpPr>
              <p:nvPr/>
            </p:nvSpPr>
            <p:spPr bwMode="auto">
              <a:xfrm>
                <a:off x="3910013" y="3683001"/>
                <a:ext cx="125413" cy="176213"/>
              </a:xfrm>
              <a:custGeom>
                <a:avLst/>
                <a:gdLst>
                  <a:gd name="T0" fmla="*/ 28 w 40"/>
                  <a:gd name="T1" fmla="*/ 56 h 56"/>
                  <a:gd name="T2" fmla="*/ 12 w 40"/>
                  <a:gd name="T3" fmla="*/ 56 h 56"/>
                  <a:gd name="T4" fmla="*/ 8 w 40"/>
                  <a:gd name="T5" fmla="*/ 52 h 56"/>
                  <a:gd name="T6" fmla="*/ 8 w 40"/>
                  <a:gd name="T7" fmla="*/ 36 h 56"/>
                  <a:gd name="T8" fmla="*/ 4 w 40"/>
                  <a:gd name="T9" fmla="*/ 36 h 56"/>
                  <a:gd name="T10" fmla="*/ 0 w 40"/>
                  <a:gd name="T11" fmla="*/ 32 h 56"/>
                  <a:gd name="T12" fmla="*/ 0 w 40"/>
                  <a:gd name="T13" fmla="*/ 20 h 56"/>
                  <a:gd name="T14" fmla="*/ 20 w 40"/>
                  <a:gd name="T15" fmla="*/ 0 h 56"/>
                  <a:gd name="T16" fmla="*/ 40 w 40"/>
                  <a:gd name="T17" fmla="*/ 20 h 56"/>
                  <a:gd name="T18" fmla="*/ 40 w 40"/>
                  <a:gd name="T19" fmla="*/ 32 h 56"/>
                  <a:gd name="T20" fmla="*/ 36 w 40"/>
                  <a:gd name="T21" fmla="*/ 36 h 56"/>
                  <a:gd name="T22" fmla="*/ 32 w 40"/>
                  <a:gd name="T23" fmla="*/ 36 h 56"/>
                  <a:gd name="T24" fmla="*/ 32 w 40"/>
                  <a:gd name="T25" fmla="*/ 52 h 56"/>
                  <a:gd name="T26" fmla="*/ 28 w 40"/>
                  <a:gd name="T27" fmla="*/ 56 h 56"/>
                  <a:gd name="T28" fmla="*/ 16 w 40"/>
                  <a:gd name="T29" fmla="*/ 48 h 56"/>
                  <a:gd name="T30" fmla="*/ 24 w 40"/>
                  <a:gd name="T31" fmla="*/ 48 h 56"/>
                  <a:gd name="T32" fmla="*/ 24 w 40"/>
                  <a:gd name="T33" fmla="*/ 32 h 56"/>
                  <a:gd name="T34" fmla="*/ 28 w 40"/>
                  <a:gd name="T35" fmla="*/ 28 h 56"/>
                  <a:gd name="T36" fmla="*/ 32 w 40"/>
                  <a:gd name="T37" fmla="*/ 28 h 56"/>
                  <a:gd name="T38" fmla="*/ 32 w 40"/>
                  <a:gd name="T39" fmla="*/ 20 h 56"/>
                  <a:gd name="T40" fmla="*/ 20 w 40"/>
                  <a:gd name="T41" fmla="*/ 8 h 56"/>
                  <a:gd name="T42" fmla="*/ 8 w 40"/>
                  <a:gd name="T43" fmla="*/ 20 h 56"/>
                  <a:gd name="T44" fmla="*/ 8 w 40"/>
                  <a:gd name="T45" fmla="*/ 28 h 56"/>
                  <a:gd name="T46" fmla="*/ 12 w 40"/>
                  <a:gd name="T47" fmla="*/ 28 h 56"/>
                  <a:gd name="T48" fmla="*/ 16 w 40"/>
                  <a:gd name="T49" fmla="*/ 32 h 56"/>
                  <a:gd name="T50" fmla="*/ 16 w 40"/>
                  <a:gd name="T51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6">
                    <a:moveTo>
                      <a:pt x="28" y="56"/>
                    </a:moveTo>
                    <a:cubicBezTo>
                      <a:pt x="12" y="56"/>
                      <a:pt x="12" y="56"/>
                      <a:pt x="12" y="56"/>
                    </a:cubicBezTo>
                    <a:cubicBezTo>
                      <a:pt x="10" y="56"/>
                      <a:pt x="8" y="54"/>
                      <a:pt x="8" y="5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2" y="36"/>
                      <a:pt x="0" y="34"/>
                      <a:pt x="0" y="3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38" y="36"/>
                      <a:pt x="36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54"/>
                      <a:pt x="30" y="56"/>
                      <a:pt x="28" y="56"/>
                    </a:cubicBezTo>
                    <a:close/>
                    <a:moveTo>
                      <a:pt x="16" y="48"/>
                    </a:moveTo>
                    <a:cubicBezTo>
                      <a:pt x="24" y="48"/>
                      <a:pt x="24" y="48"/>
                      <a:pt x="24" y="48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30"/>
                      <a:pt x="26" y="28"/>
                      <a:pt x="28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13"/>
                      <a:pt x="27" y="8"/>
                      <a:pt x="20" y="8"/>
                    </a:cubicBezTo>
                    <a:cubicBezTo>
                      <a:pt x="13" y="8"/>
                      <a:pt x="8" y="13"/>
                      <a:pt x="8" y="20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4" y="28"/>
                      <a:pt x="16" y="30"/>
                      <a:pt x="16" y="32"/>
                    </a:cubicBezTo>
                    <a:lnTo>
                      <a:pt x="16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3" name="组合 172"/>
            <p:cNvGrpSpPr/>
            <p:nvPr/>
          </p:nvGrpSpPr>
          <p:grpSpPr>
            <a:xfrm>
              <a:off x="8674101" y="2998788"/>
              <a:ext cx="303213" cy="277813"/>
              <a:chOff x="8674101" y="2998788"/>
              <a:chExt cx="303213" cy="277813"/>
            </a:xfrm>
          </p:grpSpPr>
          <p:sp>
            <p:nvSpPr>
              <p:cNvPr id="18" name="Freeform 14"/>
              <p:cNvSpPr>
                <a:spLocks/>
              </p:cNvSpPr>
              <p:nvPr/>
            </p:nvSpPr>
            <p:spPr bwMode="auto">
              <a:xfrm>
                <a:off x="8801101" y="2998788"/>
                <a:ext cx="176213" cy="177800"/>
              </a:xfrm>
              <a:custGeom>
                <a:avLst/>
                <a:gdLst>
                  <a:gd name="T0" fmla="*/ 20 w 56"/>
                  <a:gd name="T1" fmla="*/ 56 h 56"/>
                  <a:gd name="T2" fmla="*/ 18 w 56"/>
                  <a:gd name="T3" fmla="*/ 56 h 56"/>
                  <a:gd name="T4" fmla="*/ 16 w 56"/>
                  <a:gd name="T5" fmla="*/ 52 h 56"/>
                  <a:gd name="T6" fmla="*/ 16 w 56"/>
                  <a:gd name="T7" fmla="*/ 44 h 56"/>
                  <a:gd name="T8" fmla="*/ 12 w 56"/>
                  <a:gd name="T9" fmla="*/ 44 h 56"/>
                  <a:gd name="T10" fmla="*/ 12 w 56"/>
                  <a:gd name="T11" fmla="*/ 36 h 56"/>
                  <a:gd name="T12" fmla="*/ 20 w 56"/>
                  <a:gd name="T13" fmla="*/ 36 h 56"/>
                  <a:gd name="T14" fmla="*/ 24 w 56"/>
                  <a:gd name="T15" fmla="*/ 40 h 56"/>
                  <a:gd name="T16" fmla="*/ 24 w 56"/>
                  <a:gd name="T17" fmla="*/ 44 h 56"/>
                  <a:gd name="T18" fmla="*/ 34 w 56"/>
                  <a:gd name="T19" fmla="*/ 37 h 56"/>
                  <a:gd name="T20" fmla="*/ 36 w 56"/>
                  <a:gd name="T21" fmla="*/ 36 h 56"/>
                  <a:gd name="T22" fmla="*/ 48 w 56"/>
                  <a:gd name="T23" fmla="*/ 36 h 56"/>
                  <a:gd name="T24" fmla="*/ 48 w 56"/>
                  <a:gd name="T25" fmla="*/ 8 h 56"/>
                  <a:gd name="T26" fmla="*/ 8 w 56"/>
                  <a:gd name="T27" fmla="*/ 8 h 56"/>
                  <a:gd name="T28" fmla="*/ 8 w 56"/>
                  <a:gd name="T29" fmla="*/ 20 h 56"/>
                  <a:gd name="T30" fmla="*/ 0 w 56"/>
                  <a:gd name="T31" fmla="*/ 20 h 56"/>
                  <a:gd name="T32" fmla="*/ 0 w 56"/>
                  <a:gd name="T33" fmla="*/ 8 h 56"/>
                  <a:gd name="T34" fmla="*/ 8 w 56"/>
                  <a:gd name="T35" fmla="*/ 0 h 56"/>
                  <a:gd name="T36" fmla="*/ 48 w 56"/>
                  <a:gd name="T37" fmla="*/ 0 h 56"/>
                  <a:gd name="T38" fmla="*/ 56 w 56"/>
                  <a:gd name="T39" fmla="*/ 8 h 56"/>
                  <a:gd name="T40" fmla="*/ 56 w 56"/>
                  <a:gd name="T41" fmla="*/ 36 h 56"/>
                  <a:gd name="T42" fmla="*/ 48 w 56"/>
                  <a:gd name="T43" fmla="*/ 44 h 56"/>
                  <a:gd name="T44" fmla="*/ 37 w 56"/>
                  <a:gd name="T45" fmla="*/ 44 h 56"/>
                  <a:gd name="T46" fmla="*/ 22 w 56"/>
                  <a:gd name="T47" fmla="*/ 55 h 56"/>
                  <a:gd name="T48" fmla="*/ 20 w 56"/>
                  <a:gd name="T4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6" h="56">
                    <a:moveTo>
                      <a:pt x="20" y="56"/>
                    </a:moveTo>
                    <a:cubicBezTo>
                      <a:pt x="19" y="56"/>
                      <a:pt x="19" y="56"/>
                      <a:pt x="18" y="56"/>
                    </a:cubicBezTo>
                    <a:cubicBezTo>
                      <a:pt x="17" y="55"/>
                      <a:pt x="16" y="54"/>
                      <a:pt x="16" y="52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2" y="36"/>
                      <a:pt x="24" y="38"/>
                      <a:pt x="24" y="40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36"/>
                      <a:pt x="35" y="36"/>
                      <a:pt x="36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52" y="0"/>
                      <a:pt x="56" y="4"/>
                      <a:pt x="56" y="8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40"/>
                      <a:pt x="52" y="44"/>
                      <a:pt x="48" y="44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2" y="56"/>
                      <a:pt x="21" y="56"/>
                      <a:pt x="20" y="5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5"/>
              <p:cNvSpPr>
                <a:spLocks noEditPoints="1"/>
              </p:cNvSpPr>
              <p:nvPr/>
            </p:nvSpPr>
            <p:spPr bwMode="auto">
              <a:xfrm>
                <a:off x="8724901" y="3074988"/>
                <a:ext cx="101600" cy="101600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6"/>
              <p:cNvSpPr>
                <a:spLocks noEditPoints="1"/>
              </p:cNvSpPr>
              <p:nvPr/>
            </p:nvSpPr>
            <p:spPr bwMode="auto">
              <a:xfrm>
                <a:off x="8674101" y="3187701"/>
                <a:ext cx="201613" cy="88900"/>
              </a:xfrm>
              <a:custGeom>
                <a:avLst/>
                <a:gdLst>
                  <a:gd name="T0" fmla="*/ 64 w 64"/>
                  <a:gd name="T1" fmla="*/ 28 h 28"/>
                  <a:gd name="T2" fmla="*/ 0 w 64"/>
                  <a:gd name="T3" fmla="*/ 28 h 28"/>
                  <a:gd name="T4" fmla="*/ 0 w 64"/>
                  <a:gd name="T5" fmla="*/ 24 h 28"/>
                  <a:gd name="T6" fmla="*/ 32 w 64"/>
                  <a:gd name="T7" fmla="*/ 0 h 28"/>
                  <a:gd name="T8" fmla="*/ 64 w 64"/>
                  <a:gd name="T9" fmla="*/ 24 h 28"/>
                  <a:gd name="T10" fmla="*/ 64 w 64"/>
                  <a:gd name="T11" fmla="*/ 28 h 28"/>
                  <a:gd name="T12" fmla="*/ 9 w 64"/>
                  <a:gd name="T13" fmla="*/ 20 h 28"/>
                  <a:gd name="T14" fmla="*/ 55 w 64"/>
                  <a:gd name="T15" fmla="*/ 20 h 28"/>
                  <a:gd name="T16" fmla="*/ 32 w 64"/>
                  <a:gd name="T17" fmla="*/ 8 h 28"/>
                  <a:gd name="T18" fmla="*/ 9 w 64"/>
                  <a:gd name="T1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8">
                    <a:moveTo>
                      <a:pt x="64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3" y="0"/>
                      <a:pt x="32" y="0"/>
                    </a:cubicBezTo>
                    <a:cubicBezTo>
                      <a:pt x="51" y="0"/>
                      <a:pt x="64" y="10"/>
                      <a:pt x="64" y="24"/>
                    </a:cubicBezTo>
                    <a:lnTo>
                      <a:pt x="64" y="28"/>
                    </a:lnTo>
                    <a:close/>
                    <a:moveTo>
                      <a:pt x="9" y="20"/>
                    </a:moveTo>
                    <a:cubicBezTo>
                      <a:pt x="55" y="20"/>
                      <a:pt x="55" y="20"/>
                      <a:pt x="55" y="20"/>
                    </a:cubicBezTo>
                    <a:cubicBezTo>
                      <a:pt x="53" y="13"/>
                      <a:pt x="44" y="8"/>
                      <a:pt x="32" y="8"/>
                    </a:cubicBezTo>
                    <a:cubicBezTo>
                      <a:pt x="20" y="8"/>
                      <a:pt x="11" y="13"/>
                      <a:pt x="9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" name="Freeform 17"/>
            <p:cNvSpPr>
              <a:spLocks noEditPoints="1"/>
            </p:cNvSpPr>
            <p:nvPr/>
          </p:nvSpPr>
          <p:spPr bwMode="auto">
            <a:xfrm>
              <a:off x="5059363" y="3606801"/>
              <a:ext cx="250825" cy="249238"/>
            </a:xfrm>
            <a:custGeom>
              <a:avLst/>
              <a:gdLst>
                <a:gd name="T0" fmla="*/ 79 w 79"/>
                <a:gd name="T1" fmla="*/ 73 h 79"/>
                <a:gd name="T2" fmla="*/ 57 w 79"/>
                <a:gd name="T3" fmla="*/ 52 h 79"/>
                <a:gd name="T4" fmla="*/ 64 w 79"/>
                <a:gd name="T5" fmla="*/ 32 h 79"/>
                <a:gd name="T6" fmla="*/ 55 w 79"/>
                <a:gd name="T7" fmla="*/ 9 h 79"/>
                <a:gd name="T8" fmla="*/ 32 w 79"/>
                <a:gd name="T9" fmla="*/ 0 h 79"/>
                <a:gd name="T10" fmla="*/ 9 w 79"/>
                <a:gd name="T11" fmla="*/ 9 h 79"/>
                <a:gd name="T12" fmla="*/ 0 w 79"/>
                <a:gd name="T13" fmla="*/ 32 h 79"/>
                <a:gd name="T14" fmla="*/ 9 w 79"/>
                <a:gd name="T15" fmla="*/ 55 h 79"/>
                <a:gd name="T16" fmla="*/ 32 w 79"/>
                <a:gd name="T17" fmla="*/ 64 h 79"/>
                <a:gd name="T18" fmla="*/ 51 w 79"/>
                <a:gd name="T19" fmla="*/ 57 h 79"/>
                <a:gd name="T20" fmla="*/ 73 w 79"/>
                <a:gd name="T21" fmla="*/ 79 h 79"/>
                <a:gd name="T22" fmla="*/ 79 w 79"/>
                <a:gd name="T23" fmla="*/ 73 h 79"/>
                <a:gd name="T24" fmla="*/ 15 w 79"/>
                <a:gd name="T25" fmla="*/ 49 h 79"/>
                <a:gd name="T26" fmla="*/ 8 w 79"/>
                <a:gd name="T27" fmla="*/ 32 h 79"/>
                <a:gd name="T28" fmla="*/ 15 w 79"/>
                <a:gd name="T29" fmla="*/ 15 h 79"/>
                <a:gd name="T30" fmla="*/ 32 w 79"/>
                <a:gd name="T31" fmla="*/ 8 h 79"/>
                <a:gd name="T32" fmla="*/ 49 w 79"/>
                <a:gd name="T33" fmla="*/ 15 h 79"/>
                <a:gd name="T34" fmla="*/ 56 w 79"/>
                <a:gd name="T35" fmla="*/ 32 h 79"/>
                <a:gd name="T36" fmla="*/ 49 w 79"/>
                <a:gd name="T37" fmla="*/ 49 h 79"/>
                <a:gd name="T38" fmla="*/ 32 w 79"/>
                <a:gd name="T39" fmla="*/ 56 h 79"/>
                <a:gd name="T40" fmla="*/ 15 w 79"/>
                <a:gd name="T41" fmla="*/ 4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9" h="79">
                  <a:moveTo>
                    <a:pt x="79" y="73"/>
                  </a:moveTo>
                  <a:cubicBezTo>
                    <a:pt x="57" y="52"/>
                    <a:pt x="57" y="52"/>
                    <a:pt x="57" y="52"/>
                  </a:cubicBezTo>
                  <a:cubicBezTo>
                    <a:pt x="62" y="46"/>
                    <a:pt x="64" y="39"/>
                    <a:pt x="64" y="32"/>
                  </a:cubicBezTo>
                  <a:cubicBezTo>
                    <a:pt x="64" y="23"/>
                    <a:pt x="61" y="15"/>
                    <a:pt x="55" y="9"/>
                  </a:cubicBezTo>
                  <a:cubicBezTo>
                    <a:pt x="49" y="3"/>
                    <a:pt x="41" y="0"/>
                    <a:pt x="32" y="0"/>
                  </a:cubicBezTo>
                  <a:cubicBezTo>
                    <a:pt x="23" y="0"/>
                    <a:pt x="15" y="3"/>
                    <a:pt x="9" y="9"/>
                  </a:cubicBezTo>
                  <a:cubicBezTo>
                    <a:pt x="3" y="15"/>
                    <a:pt x="0" y="23"/>
                    <a:pt x="0" y="32"/>
                  </a:cubicBezTo>
                  <a:cubicBezTo>
                    <a:pt x="0" y="41"/>
                    <a:pt x="3" y="49"/>
                    <a:pt x="9" y="55"/>
                  </a:cubicBezTo>
                  <a:cubicBezTo>
                    <a:pt x="15" y="61"/>
                    <a:pt x="23" y="64"/>
                    <a:pt x="32" y="64"/>
                  </a:cubicBezTo>
                  <a:cubicBezTo>
                    <a:pt x="39" y="64"/>
                    <a:pt x="46" y="62"/>
                    <a:pt x="51" y="57"/>
                  </a:cubicBezTo>
                  <a:cubicBezTo>
                    <a:pt x="73" y="79"/>
                    <a:pt x="73" y="79"/>
                    <a:pt x="73" y="79"/>
                  </a:cubicBezTo>
                  <a:lnTo>
                    <a:pt x="79" y="73"/>
                  </a:lnTo>
                  <a:close/>
                  <a:moveTo>
                    <a:pt x="15" y="49"/>
                  </a:moveTo>
                  <a:cubicBezTo>
                    <a:pt x="10" y="44"/>
                    <a:pt x="8" y="38"/>
                    <a:pt x="8" y="32"/>
                  </a:cubicBezTo>
                  <a:cubicBezTo>
                    <a:pt x="8" y="26"/>
                    <a:pt x="10" y="20"/>
                    <a:pt x="15" y="15"/>
                  </a:cubicBezTo>
                  <a:cubicBezTo>
                    <a:pt x="20" y="10"/>
                    <a:pt x="26" y="8"/>
                    <a:pt x="32" y="8"/>
                  </a:cubicBezTo>
                  <a:cubicBezTo>
                    <a:pt x="38" y="8"/>
                    <a:pt x="44" y="10"/>
                    <a:pt x="49" y="15"/>
                  </a:cubicBezTo>
                  <a:cubicBezTo>
                    <a:pt x="54" y="20"/>
                    <a:pt x="56" y="26"/>
                    <a:pt x="56" y="32"/>
                  </a:cubicBezTo>
                  <a:cubicBezTo>
                    <a:pt x="56" y="38"/>
                    <a:pt x="54" y="44"/>
                    <a:pt x="49" y="49"/>
                  </a:cubicBezTo>
                  <a:cubicBezTo>
                    <a:pt x="44" y="54"/>
                    <a:pt x="38" y="56"/>
                    <a:pt x="32" y="56"/>
                  </a:cubicBezTo>
                  <a:cubicBezTo>
                    <a:pt x="26" y="56"/>
                    <a:pt x="20" y="54"/>
                    <a:pt x="15" y="4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77" name="组合 176"/>
            <p:cNvGrpSpPr/>
            <p:nvPr/>
          </p:nvGrpSpPr>
          <p:grpSpPr>
            <a:xfrm>
              <a:off x="5122863" y="3657601"/>
              <a:ext cx="76200" cy="100013"/>
              <a:chOff x="5122863" y="3657601"/>
              <a:chExt cx="76200" cy="100013"/>
            </a:xfrm>
          </p:grpSpPr>
          <p:sp>
            <p:nvSpPr>
              <p:cNvPr id="22" name="Freeform 18"/>
              <p:cNvSpPr>
                <a:spLocks/>
              </p:cNvSpPr>
              <p:nvPr/>
            </p:nvSpPr>
            <p:spPr bwMode="auto">
              <a:xfrm>
                <a:off x="5122863" y="3721101"/>
                <a:ext cx="76200" cy="36513"/>
              </a:xfrm>
              <a:custGeom>
                <a:avLst/>
                <a:gdLst>
                  <a:gd name="T0" fmla="*/ 0 w 24"/>
                  <a:gd name="T1" fmla="*/ 12 h 12"/>
                  <a:gd name="T2" fmla="*/ 12 w 24"/>
                  <a:gd name="T3" fmla="*/ 0 h 12"/>
                  <a:gd name="T4" fmla="*/ 12 w 24"/>
                  <a:gd name="T5" fmla="*/ 0 h 12"/>
                  <a:gd name="T6" fmla="*/ 24 w 24"/>
                  <a:gd name="T7" fmla="*/ 12 h 12"/>
                  <a:gd name="T8" fmla="*/ 0 w 24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2">
                    <a:moveTo>
                      <a:pt x="0" y="12"/>
                    </a:moveTo>
                    <a:cubicBezTo>
                      <a:pt x="0" y="5"/>
                      <a:pt x="4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Oval 19"/>
              <p:cNvSpPr>
                <a:spLocks noChangeArrowheads="1"/>
              </p:cNvSpPr>
              <p:nvPr/>
            </p:nvSpPr>
            <p:spPr bwMode="auto">
              <a:xfrm>
                <a:off x="5135563" y="3657601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3303588" y="3619501"/>
              <a:ext cx="125413" cy="239713"/>
              <a:chOff x="3303588" y="3619501"/>
              <a:chExt cx="125413" cy="239713"/>
            </a:xfrm>
          </p:grpSpPr>
          <p:sp>
            <p:nvSpPr>
              <p:cNvPr id="24" name="Freeform 20"/>
              <p:cNvSpPr>
                <a:spLocks noEditPoints="1"/>
              </p:cNvSpPr>
              <p:nvPr/>
            </p:nvSpPr>
            <p:spPr bwMode="auto">
              <a:xfrm>
                <a:off x="3328988" y="3619501"/>
                <a:ext cx="74613" cy="76200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  <a:gd name="T10" fmla="*/ 12 w 24"/>
                  <a:gd name="T11" fmla="*/ 8 h 24"/>
                  <a:gd name="T12" fmla="*/ 8 w 24"/>
                  <a:gd name="T13" fmla="*/ 12 h 24"/>
                  <a:gd name="T14" fmla="*/ 12 w 24"/>
                  <a:gd name="T15" fmla="*/ 16 h 24"/>
                  <a:gd name="T16" fmla="*/ 16 w 24"/>
                  <a:gd name="T17" fmla="*/ 12 h 24"/>
                  <a:gd name="T18" fmla="*/ 12 w 24"/>
                  <a:gd name="T1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ubicBezTo>
                      <a:pt x="24" y="19"/>
                      <a:pt x="19" y="24"/>
                      <a:pt x="12" y="24"/>
                    </a:cubicBezTo>
                    <a:close/>
                    <a:moveTo>
                      <a:pt x="12" y="8"/>
                    </a:moveTo>
                    <a:cubicBezTo>
                      <a:pt x="10" y="8"/>
                      <a:pt x="8" y="10"/>
                      <a:pt x="8" y="12"/>
                    </a:cubicBezTo>
                    <a:cubicBezTo>
                      <a:pt x="8" y="14"/>
                      <a:pt x="10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10"/>
                      <a:pt x="14" y="8"/>
                      <a:pt x="12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1"/>
              <p:cNvSpPr>
                <a:spLocks noEditPoints="1"/>
              </p:cNvSpPr>
              <p:nvPr/>
            </p:nvSpPr>
            <p:spPr bwMode="auto">
              <a:xfrm>
                <a:off x="3303588" y="3695701"/>
                <a:ext cx="125413" cy="163513"/>
              </a:xfrm>
              <a:custGeom>
                <a:avLst/>
                <a:gdLst>
                  <a:gd name="T0" fmla="*/ 24 w 40"/>
                  <a:gd name="T1" fmla="*/ 52 h 52"/>
                  <a:gd name="T2" fmla="*/ 16 w 40"/>
                  <a:gd name="T3" fmla="*/ 52 h 52"/>
                  <a:gd name="T4" fmla="*/ 12 w 40"/>
                  <a:gd name="T5" fmla="*/ 49 h 52"/>
                  <a:gd name="T6" fmla="*/ 9 w 40"/>
                  <a:gd name="T7" fmla="*/ 40 h 52"/>
                  <a:gd name="T8" fmla="*/ 4 w 40"/>
                  <a:gd name="T9" fmla="*/ 40 h 52"/>
                  <a:gd name="T10" fmla="*/ 1 w 40"/>
                  <a:gd name="T11" fmla="*/ 38 h 52"/>
                  <a:gd name="T12" fmla="*/ 0 w 40"/>
                  <a:gd name="T13" fmla="*/ 35 h 52"/>
                  <a:gd name="T14" fmla="*/ 6 w 40"/>
                  <a:gd name="T15" fmla="*/ 11 h 52"/>
                  <a:gd name="T16" fmla="*/ 20 w 40"/>
                  <a:gd name="T17" fmla="*/ 0 h 52"/>
                  <a:gd name="T18" fmla="*/ 34 w 40"/>
                  <a:gd name="T19" fmla="*/ 11 h 52"/>
                  <a:gd name="T20" fmla="*/ 40 w 40"/>
                  <a:gd name="T21" fmla="*/ 35 h 52"/>
                  <a:gd name="T22" fmla="*/ 39 w 40"/>
                  <a:gd name="T23" fmla="*/ 38 h 52"/>
                  <a:gd name="T24" fmla="*/ 36 w 40"/>
                  <a:gd name="T25" fmla="*/ 40 h 52"/>
                  <a:gd name="T26" fmla="*/ 31 w 40"/>
                  <a:gd name="T27" fmla="*/ 40 h 52"/>
                  <a:gd name="T28" fmla="*/ 28 w 40"/>
                  <a:gd name="T29" fmla="*/ 49 h 52"/>
                  <a:gd name="T30" fmla="*/ 24 w 40"/>
                  <a:gd name="T31" fmla="*/ 52 h 52"/>
                  <a:gd name="T32" fmla="*/ 19 w 40"/>
                  <a:gd name="T33" fmla="*/ 44 h 52"/>
                  <a:gd name="T34" fmla="*/ 21 w 40"/>
                  <a:gd name="T35" fmla="*/ 44 h 52"/>
                  <a:gd name="T36" fmla="*/ 28 w 40"/>
                  <a:gd name="T37" fmla="*/ 32 h 52"/>
                  <a:gd name="T38" fmla="*/ 29 w 40"/>
                  <a:gd name="T39" fmla="*/ 32 h 52"/>
                  <a:gd name="T40" fmla="*/ 31 w 40"/>
                  <a:gd name="T41" fmla="*/ 32 h 52"/>
                  <a:gd name="T42" fmla="*/ 30 w 40"/>
                  <a:gd name="T43" fmla="*/ 28 h 52"/>
                  <a:gd name="T44" fmla="*/ 27 w 40"/>
                  <a:gd name="T45" fmla="*/ 17 h 52"/>
                  <a:gd name="T46" fmla="*/ 26 w 40"/>
                  <a:gd name="T47" fmla="*/ 13 h 52"/>
                  <a:gd name="T48" fmla="*/ 20 w 40"/>
                  <a:gd name="T49" fmla="*/ 8 h 52"/>
                  <a:gd name="T50" fmla="*/ 14 w 40"/>
                  <a:gd name="T51" fmla="*/ 13 h 52"/>
                  <a:gd name="T52" fmla="*/ 13 w 40"/>
                  <a:gd name="T53" fmla="*/ 17 h 52"/>
                  <a:gd name="T54" fmla="*/ 10 w 40"/>
                  <a:gd name="T55" fmla="*/ 28 h 52"/>
                  <a:gd name="T56" fmla="*/ 9 w 40"/>
                  <a:gd name="T57" fmla="*/ 32 h 52"/>
                  <a:gd name="T58" fmla="*/ 11 w 40"/>
                  <a:gd name="T59" fmla="*/ 32 h 52"/>
                  <a:gd name="T60" fmla="*/ 12 w 40"/>
                  <a:gd name="T61" fmla="*/ 32 h 52"/>
                  <a:gd name="T62" fmla="*/ 19 w 40"/>
                  <a:gd name="T63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0" h="52">
                    <a:moveTo>
                      <a:pt x="24" y="52"/>
                    </a:moveTo>
                    <a:cubicBezTo>
                      <a:pt x="16" y="52"/>
                      <a:pt x="16" y="52"/>
                      <a:pt x="16" y="52"/>
                    </a:cubicBezTo>
                    <a:cubicBezTo>
                      <a:pt x="14" y="52"/>
                      <a:pt x="13" y="51"/>
                      <a:pt x="12" y="49"/>
                    </a:cubicBezTo>
                    <a:cubicBezTo>
                      <a:pt x="11" y="46"/>
                      <a:pt x="10" y="42"/>
                      <a:pt x="9" y="40"/>
                    </a:cubicBezTo>
                    <a:cubicBezTo>
                      <a:pt x="7" y="40"/>
                      <a:pt x="4" y="40"/>
                      <a:pt x="4" y="40"/>
                    </a:cubicBezTo>
                    <a:cubicBezTo>
                      <a:pt x="3" y="40"/>
                      <a:pt x="2" y="39"/>
                      <a:pt x="1" y="38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5"/>
                      <a:pt x="13" y="0"/>
                      <a:pt x="20" y="0"/>
                    </a:cubicBezTo>
                    <a:cubicBezTo>
                      <a:pt x="27" y="0"/>
                      <a:pt x="33" y="5"/>
                      <a:pt x="34" y="11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0" y="36"/>
                      <a:pt x="40" y="37"/>
                      <a:pt x="39" y="38"/>
                    </a:cubicBezTo>
                    <a:cubicBezTo>
                      <a:pt x="38" y="39"/>
                      <a:pt x="37" y="40"/>
                      <a:pt x="36" y="40"/>
                    </a:cubicBezTo>
                    <a:cubicBezTo>
                      <a:pt x="36" y="40"/>
                      <a:pt x="33" y="40"/>
                      <a:pt x="31" y="40"/>
                    </a:cubicBezTo>
                    <a:cubicBezTo>
                      <a:pt x="30" y="42"/>
                      <a:pt x="29" y="46"/>
                      <a:pt x="28" y="49"/>
                    </a:cubicBezTo>
                    <a:cubicBezTo>
                      <a:pt x="27" y="51"/>
                      <a:pt x="26" y="52"/>
                      <a:pt x="24" y="52"/>
                    </a:cubicBezTo>
                    <a:close/>
                    <a:moveTo>
                      <a:pt x="19" y="44"/>
                    </a:moveTo>
                    <a:cubicBezTo>
                      <a:pt x="21" y="44"/>
                      <a:pt x="21" y="44"/>
                      <a:pt x="21" y="44"/>
                    </a:cubicBezTo>
                    <a:cubicBezTo>
                      <a:pt x="25" y="32"/>
                      <a:pt x="25" y="32"/>
                      <a:pt x="28" y="32"/>
                    </a:cubicBezTo>
                    <a:cubicBezTo>
                      <a:pt x="28" y="32"/>
                      <a:pt x="28" y="32"/>
                      <a:pt x="29" y="32"/>
                    </a:cubicBezTo>
                    <a:cubicBezTo>
                      <a:pt x="29" y="32"/>
                      <a:pt x="30" y="32"/>
                      <a:pt x="31" y="32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8" y="21"/>
                      <a:pt x="28" y="21"/>
                      <a:pt x="27" y="1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0"/>
                      <a:pt x="23" y="8"/>
                      <a:pt x="20" y="8"/>
                    </a:cubicBezTo>
                    <a:cubicBezTo>
                      <a:pt x="17" y="8"/>
                      <a:pt x="15" y="10"/>
                      <a:pt x="14" y="13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2" y="21"/>
                      <a:pt x="12" y="21"/>
                      <a:pt x="10" y="28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5" y="32"/>
                      <a:pt x="15" y="32"/>
                      <a:pt x="19" y="4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033963" y="2986088"/>
              <a:ext cx="303213" cy="277813"/>
              <a:chOff x="5033963" y="2986088"/>
              <a:chExt cx="303213" cy="277813"/>
            </a:xfrm>
          </p:grpSpPr>
          <p:sp>
            <p:nvSpPr>
              <p:cNvPr id="26" name="Freeform 22"/>
              <p:cNvSpPr>
                <a:spLocks/>
              </p:cNvSpPr>
              <p:nvPr/>
            </p:nvSpPr>
            <p:spPr bwMode="auto">
              <a:xfrm>
                <a:off x="5132388" y="3074988"/>
                <a:ext cx="107950" cy="38100"/>
              </a:xfrm>
              <a:custGeom>
                <a:avLst/>
                <a:gdLst>
                  <a:gd name="T0" fmla="*/ 17 w 34"/>
                  <a:gd name="T1" fmla="*/ 12 h 12"/>
                  <a:gd name="T2" fmla="*/ 34 w 34"/>
                  <a:gd name="T3" fmla="*/ 2 h 12"/>
                  <a:gd name="T4" fmla="*/ 29 w 34"/>
                  <a:gd name="T5" fmla="*/ 0 h 12"/>
                  <a:gd name="T6" fmla="*/ 5 w 34"/>
                  <a:gd name="T7" fmla="*/ 0 h 12"/>
                  <a:gd name="T8" fmla="*/ 0 w 34"/>
                  <a:gd name="T9" fmla="*/ 2 h 12"/>
                  <a:gd name="T10" fmla="*/ 17 w 34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12">
                    <a:moveTo>
                      <a:pt x="17" y="12"/>
                    </a:moveTo>
                    <a:cubicBezTo>
                      <a:pt x="34" y="2"/>
                      <a:pt x="34" y="2"/>
                      <a:pt x="34" y="2"/>
                    </a:cubicBezTo>
                    <a:cubicBezTo>
                      <a:pt x="33" y="1"/>
                      <a:pt x="31" y="0"/>
                      <a:pt x="29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1" y="1"/>
                      <a:pt x="0" y="2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3"/>
              <p:cNvSpPr>
                <a:spLocks/>
              </p:cNvSpPr>
              <p:nvPr/>
            </p:nvSpPr>
            <p:spPr bwMode="auto">
              <a:xfrm>
                <a:off x="5122863" y="3100388"/>
                <a:ext cx="127000" cy="76200"/>
              </a:xfrm>
              <a:custGeom>
                <a:avLst/>
                <a:gdLst>
                  <a:gd name="T0" fmla="*/ 22 w 40"/>
                  <a:gd name="T1" fmla="*/ 11 h 24"/>
                  <a:gd name="T2" fmla="*/ 20 w 40"/>
                  <a:gd name="T3" fmla="*/ 11 h 24"/>
                  <a:gd name="T4" fmla="*/ 18 w 40"/>
                  <a:gd name="T5" fmla="*/ 11 h 24"/>
                  <a:gd name="T6" fmla="*/ 0 w 40"/>
                  <a:gd name="T7" fmla="*/ 0 h 24"/>
                  <a:gd name="T8" fmla="*/ 0 w 40"/>
                  <a:gd name="T9" fmla="*/ 0 h 24"/>
                  <a:gd name="T10" fmla="*/ 0 w 40"/>
                  <a:gd name="T11" fmla="*/ 16 h 24"/>
                  <a:gd name="T12" fmla="*/ 8 w 40"/>
                  <a:gd name="T13" fmla="*/ 24 h 24"/>
                  <a:gd name="T14" fmla="*/ 32 w 40"/>
                  <a:gd name="T15" fmla="*/ 24 h 24"/>
                  <a:gd name="T16" fmla="*/ 40 w 40"/>
                  <a:gd name="T17" fmla="*/ 16 h 24"/>
                  <a:gd name="T18" fmla="*/ 40 w 40"/>
                  <a:gd name="T19" fmla="*/ 0 h 24"/>
                  <a:gd name="T20" fmla="*/ 40 w 40"/>
                  <a:gd name="T21" fmla="*/ 0 h 24"/>
                  <a:gd name="T22" fmla="*/ 22 w 40"/>
                  <a:gd name="T23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" h="24">
                    <a:moveTo>
                      <a:pt x="22" y="11"/>
                    </a:moveTo>
                    <a:cubicBezTo>
                      <a:pt x="21" y="11"/>
                      <a:pt x="21" y="11"/>
                      <a:pt x="20" y="11"/>
                    </a:cubicBezTo>
                    <a:cubicBezTo>
                      <a:pt x="19" y="11"/>
                      <a:pt x="19" y="11"/>
                      <a:pt x="18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6" y="24"/>
                      <a:pt x="40" y="20"/>
                      <a:pt x="40" y="1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22" y="11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24"/>
              <p:cNvSpPr>
                <a:spLocks/>
              </p:cNvSpPr>
              <p:nvPr/>
            </p:nvSpPr>
            <p:spPr bwMode="auto">
              <a:xfrm>
                <a:off x="5033963" y="3125788"/>
                <a:ext cx="287338" cy="138113"/>
              </a:xfrm>
              <a:custGeom>
                <a:avLst/>
                <a:gdLst>
                  <a:gd name="T0" fmla="*/ 83 w 91"/>
                  <a:gd name="T1" fmla="*/ 8 h 44"/>
                  <a:gd name="T2" fmla="*/ 48 w 91"/>
                  <a:gd name="T3" fmla="*/ 36 h 44"/>
                  <a:gd name="T4" fmla="*/ 14 w 91"/>
                  <a:gd name="T5" fmla="*/ 10 h 44"/>
                  <a:gd name="T6" fmla="*/ 24 w 91"/>
                  <a:gd name="T7" fmla="*/ 0 h 44"/>
                  <a:gd name="T8" fmla="*/ 0 w 91"/>
                  <a:gd name="T9" fmla="*/ 0 h 44"/>
                  <a:gd name="T10" fmla="*/ 0 w 91"/>
                  <a:gd name="T11" fmla="*/ 24 h 44"/>
                  <a:gd name="T12" fmla="*/ 7 w 91"/>
                  <a:gd name="T13" fmla="*/ 17 h 44"/>
                  <a:gd name="T14" fmla="*/ 48 w 91"/>
                  <a:gd name="T15" fmla="*/ 44 h 44"/>
                  <a:gd name="T16" fmla="*/ 91 w 91"/>
                  <a:gd name="T17" fmla="*/ 8 h 44"/>
                  <a:gd name="T18" fmla="*/ 83 w 91"/>
                  <a:gd name="T19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44">
                    <a:moveTo>
                      <a:pt x="83" y="8"/>
                    </a:moveTo>
                    <a:cubicBezTo>
                      <a:pt x="79" y="24"/>
                      <a:pt x="65" y="36"/>
                      <a:pt x="48" y="36"/>
                    </a:cubicBezTo>
                    <a:cubicBezTo>
                      <a:pt x="32" y="36"/>
                      <a:pt x="18" y="25"/>
                      <a:pt x="14" y="1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4" y="33"/>
                      <a:pt x="30" y="44"/>
                      <a:pt x="48" y="44"/>
                    </a:cubicBezTo>
                    <a:cubicBezTo>
                      <a:pt x="70" y="44"/>
                      <a:pt x="87" y="28"/>
                      <a:pt x="91" y="8"/>
                    </a:cubicBezTo>
                    <a:lnTo>
                      <a:pt x="83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25"/>
              <p:cNvSpPr>
                <a:spLocks/>
              </p:cNvSpPr>
              <p:nvPr/>
            </p:nvSpPr>
            <p:spPr bwMode="auto">
              <a:xfrm>
                <a:off x="5049838" y="2986088"/>
                <a:ext cx="287338" cy="139700"/>
              </a:xfrm>
              <a:custGeom>
                <a:avLst/>
                <a:gdLst>
                  <a:gd name="T0" fmla="*/ 84 w 91"/>
                  <a:gd name="T1" fmla="*/ 27 h 44"/>
                  <a:gd name="T2" fmla="*/ 43 w 91"/>
                  <a:gd name="T3" fmla="*/ 0 h 44"/>
                  <a:gd name="T4" fmla="*/ 0 w 91"/>
                  <a:gd name="T5" fmla="*/ 36 h 44"/>
                  <a:gd name="T6" fmla="*/ 8 w 91"/>
                  <a:gd name="T7" fmla="*/ 36 h 44"/>
                  <a:gd name="T8" fmla="*/ 43 w 91"/>
                  <a:gd name="T9" fmla="*/ 8 h 44"/>
                  <a:gd name="T10" fmla="*/ 77 w 91"/>
                  <a:gd name="T11" fmla="*/ 34 h 44"/>
                  <a:gd name="T12" fmla="*/ 67 w 91"/>
                  <a:gd name="T13" fmla="*/ 44 h 44"/>
                  <a:gd name="T14" fmla="*/ 91 w 91"/>
                  <a:gd name="T15" fmla="*/ 44 h 44"/>
                  <a:gd name="T16" fmla="*/ 91 w 91"/>
                  <a:gd name="T17" fmla="*/ 20 h 44"/>
                  <a:gd name="T18" fmla="*/ 84 w 91"/>
                  <a:gd name="T19" fmla="*/ 2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44">
                    <a:moveTo>
                      <a:pt x="84" y="27"/>
                    </a:moveTo>
                    <a:cubicBezTo>
                      <a:pt x="77" y="11"/>
                      <a:pt x="61" y="0"/>
                      <a:pt x="43" y="0"/>
                    </a:cubicBezTo>
                    <a:cubicBezTo>
                      <a:pt x="21" y="0"/>
                      <a:pt x="4" y="1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2" y="20"/>
                      <a:pt x="26" y="8"/>
                      <a:pt x="43" y="8"/>
                    </a:cubicBezTo>
                    <a:cubicBezTo>
                      <a:pt x="59" y="8"/>
                      <a:pt x="73" y="19"/>
                      <a:pt x="77" y="3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1" y="20"/>
                      <a:pt x="91" y="20"/>
                      <a:pt x="91" y="20"/>
                    </a:cubicBezTo>
                    <a:lnTo>
                      <a:pt x="84" y="27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" name="Freeform 26"/>
            <p:cNvSpPr>
              <a:spLocks noEditPoints="1"/>
            </p:cNvSpPr>
            <p:nvPr/>
          </p:nvSpPr>
          <p:spPr bwMode="auto">
            <a:xfrm>
              <a:off x="8699501" y="2390776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63 w 80"/>
                <a:gd name="T7" fmla="*/ 73 h 80"/>
                <a:gd name="T8" fmla="*/ 58 w 80"/>
                <a:gd name="T9" fmla="*/ 66 h 80"/>
                <a:gd name="T10" fmla="*/ 40 w 80"/>
                <a:gd name="T11" fmla="*/ 72 h 80"/>
                <a:gd name="T12" fmla="*/ 8 w 80"/>
                <a:gd name="T13" fmla="*/ 40 h 80"/>
                <a:gd name="T14" fmla="*/ 40 w 80"/>
                <a:gd name="T15" fmla="*/ 8 h 80"/>
                <a:gd name="T16" fmla="*/ 72 w 80"/>
                <a:gd name="T17" fmla="*/ 40 h 80"/>
                <a:gd name="T18" fmla="*/ 72 w 80"/>
                <a:gd name="T19" fmla="*/ 43 h 80"/>
                <a:gd name="T20" fmla="*/ 66 w 80"/>
                <a:gd name="T21" fmla="*/ 52 h 80"/>
                <a:gd name="T22" fmla="*/ 66 w 80"/>
                <a:gd name="T23" fmla="*/ 52 h 80"/>
                <a:gd name="T24" fmla="*/ 65 w 80"/>
                <a:gd name="T25" fmla="*/ 52 h 80"/>
                <a:gd name="T26" fmla="*/ 64 w 80"/>
                <a:gd name="T27" fmla="*/ 52 h 80"/>
                <a:gd name="T28" fmla="*/ 58 w 80"/>
                <a:gd name="T29" fmla="*/ 47 h 80"/>
                <a:gd name="T30" fmla="*/ 58 w 80"/>
                <a:gd name="T31" fmla="*/ 40 h 80"/>
                <a:gd name="T32" fmla="*/ 40 w 80"/>
                <a:gd name="T33" fmla="*/ 22 h 80"/>
                <a:gd name="T34" fmla="*/ 22 w 80"/>
                <a:gd name="T35" fmla="*/ 40 h 80"/>
                <a:gd name="T36" fmla="*/ 40 w 80"/>
                <a:gd name="T37" fmla="*/ 58 h 80"/>
                <a:gd name="T38" fmla="*/ 53 w 80"/>
                <a:gd name="T39" fmla="*/ 53 h 80"/>
                <a:gd name="T40" fmla="*/ 64 w 80"/>
                <a:gd name="T41" fmla="*/ 60 h 80"/>
                <a:gd name="T42" fmla="*/ 64 w 80"/>
                <a:gd name="T43" fmla="*/ 60 h 80"/>
                <a:gd name="T44" fmla="*/ 65 w 80"/>
                <a:gd name="T45" fmla="*/ 60 h 80"/>
                <a:gd name="T46" fmla="*/ 66 w 80"/>
                <a:gd name="T47" fmla="*/ 60 h 80"/>
                <a:gd name="T48" fmla="*/ 80 w 80"/>
                <a:gd name="T49" fmla="*/ 43 h 80"/>
                <a:gd name="T50" fmla="*/ 80 w 80"/>
                <a:gd name="T51" fmla="*/ 40 h 80"/>
                <a:gd name="T52" fmla="*/ 40 w 80"/>
                <a:gd name="T53" fmla="*/ 0 h 80"/>
                <a:gd name="T54" fmla="*/ 40 w 80"/>
                <a:gd name="T55" fmla="*/ 50 h 80"/>
                <a:gd name="T56" fmla="*/ 30 w 80"/>
                <a:gd name="T57" fmla="*/ 40 h 80"/>
                <a:gd name="T58" fmla="*/ 40 w 80"/>
                <a:gd name="T59" fmla="*/ 30 h 80"/>
                <a:gd name="T60" fmla="*/ 50 w 80"/>
                <a:gd name="T61" fmla="*/ 40 h 80"/>
                <a:gd name="T62" fmla="*/ 40 w 80"/>
                <a:gd name="T63" fmla="*/ 5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48" y="80"/>
                    <a:pt x="56" y="78"/>
                    <a:pt x="63" y="73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53" y="70"/>
                    <a:pt x="47" y="72"/>
                    <a:pt x="40" y="72"/>
                  </a:cubicBezTo>
                  <a:cubicBezTo>
                    <a:pt x="22" y="72"/>
                    <a:pt x="8" y="58"/>
                    <a:pt x="8" y="40"/>
                  </a:cubicBezTo>
                  <a:cubicBezTo>
                    <a:pt x="8" y="22"/>
                    <a:pt x="22" y="8"/>
                    <a:pt x="40" y="8"/>
                  </a:cubicBezTo>
                  <a:cubicBezTo>
                    <a:pt x="58" y="8"/>
                    <a:pt x="72" y="22"/>
                    <a:pt x="72" y="40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49"/>
                    <a:pt x="70" y="52"/>
                    <a:pt x="66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2" y="52"/>
                    <a:pt x="58" y="49"/>
                    <a:pt x="58" y="47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58" y="30"/>
                    <a:pt x="50" y="22"/>
                    <a:pt x="40" y="22"/>
                  </a:cubicBezTo>
                  <a:cubicBezTo>
                    <a:pt x="30" y="22"/>
                    <a:pt x="22" y="30"/>
                    <a:pt x="22" y="40"/>
                  </a:cubicBezTo>
                  <a:cubicBezTo>
                    <a:pt x="22" y="50"/>
                    <a:pt x="30" y="58"/>
                    <a:pt x="40" y="58"/>
                  </a:cubicBezTo>
                  <a:cubicBezTo>
                    <a:pt x="45" y="58"/>
                    <a:pt x="49" y="56"/>
                    <a:pt x="53" y="53"/>
                  </a:cubicBezTo>
                  <a:cubicBezTo>
                    <a:pt x="55" y="57"/>
                    <a:pt x="60" y="60"/>
                    <a:pt x="64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60"/>
                    <a:pt x="65" y="60"/>
                    <a:pt x="65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74" y="60"/>
                    <a:pt x="80" y="53"/>
                    <a:pt x="80" y="43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50"/>
                  </a:moveTo>
                  <a:cubicBezTo>
                    <a:pt x="34" y="50"/>
                    <a:pt x="30" y="46"/>
                    <a:pt x="30" y="40"/>
                  </a:cubicBezTo>
                  <a:cubicBezTo>
                    <a:pt x="30" y="34"/>
                    <a:pt x="34" y="30"/>
                    <a:pt x="40" y="30"/>
                  </a:cubicBezTo>
                  <a:cubicBezTo>
                    <a:pt x="46" y="30"/>
                    <a:pt x="50" y="34"/>
                    <a:pt x="50" y="40"/>
                  </a:cubicBezTo>
                  <a:cubicBezTo>
                    <a:pt x="50" y="46"/>
                    <a:pt x="46" y="50"/>
                    <a:pt x="40" y="5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3214688" y="3036888"/>
              <a:ext cx="303213" cy="188913"/>
              <a:chOff x="3214688" y="3036888"/>
              <a:chExt cx="303213" cy="188913"/>
            </a:xfrm>
          </p:grpSpPr>
          <p:sp>
            <p:nvSpPr>
              <p:cNvPr id="31" name="Freeform 27"/>
              <p:cNvSpPr>
                <a:spLocks noEditPoints="1"/>
              </p:cNvSpPr>
              <p:nvPr/>
            </p:nvSpPr>
            <p:spPr bwMode="auto">
              <a:xfrm>
                <a:off x="3214688" y="3036888"/>
                <a:ext cx="303213" cy="188913"/>
              </a:xfrm>
              <a:custGeom>
                <a:avLst/>
                <a:gdLst>
                  <a:gd name="T0" fmla="*/ 88 w 96"/>
                  <a:gd name="T1" fmla="*/ 60 h 60"/>
                  <a:gd name="T2" fmla="*/ 8 w 96"/>
                  <a:gd name="T3" fmla="*/ 60 h 60"/>
                  <a:gd name="T4" fmla="*/ 0 w 96"/>
                  <a:gd name="T5" fmla="*/ 52 h 60"/>
                  <a:gd name="T6" fmla="*/ 0 w 96"/>
                  <a:gd name="T7" fmla="*/ 8 h 60"/>
                  <a:gd name="T8" fmla="*/ 8 w 96"/>
                  <a:gd name="T9" fmla="*/ 0 h 60"/>
                  <a:gd name="T10" fmla="*/ 88 w 96"/>
                  <a:gd name="T11" fmla="*/ 0 h 60"/>
                  <a:gd name="T12" fmla="*/ 96 w 96"/>
                  <a:gd name="T13" fmla="*/ 8 h 60"/>
                  <a:gd name="T14" fmla="*/ 96 w 96"/>
                  <a:gd name="T15" fmla="*/ 52 h 60"/>
                  <a:gd name="T16" fmla="*/ 88 w 96"/>
                  <a:gd name="T17" fmla="*/ 60 h 60"/>
                  <a:gd name="T18" fmla="*/ 8 w 96"/>
                  <a:gd name="T19" fmla="*/ 8 h 60"/>
                  <a:gd name="T20" fmla="*/ 8 w 96"/>
                  <a:gd name="T21" fmla="*/ 52 h 60"/>
                  <a:gd name="T22" fmla="*/ 88 w 96"/>
                  <a:gd name="T23" fmla="*/ 52 h 60"/>
                  <a:gd name="T24" fmla="*/ 88 w 96"/>
                  <a:gd name="T25" fmla="*/ 8 h 60"/>
                  <a:gd name="T26" fmla="*/ 8 w 96"/>
                  <a:gd name="T27" fmla="*/ 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0">
                    <a:moveTo>
                      <a:pt x="88" y="60"/>
                    </a:moveTo>
                    <a:cubicBezTo>
                      <a:pt x="8" y="60"/>
                      <a:pt x="8" y="60"/>
                      <a:pt x="8" y="60"/>
                    </a:cubicBezTo>
                    <a:cubicBezTo>
                      <a:pt x="4" y="60"/>
                      <a:pt x="0" y="56"/>
                      <a:pt x="0" y="5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92" y="0"/>
                      <a:pt x="96" y="4"/>
                      <a:pt x="96" y="8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6"/>
                      <a:pt x="92" y="60"/>
                      <a:pt x="88" y="60"/>
                    </a:cubicBezTo>
                    <a:close/>
                    <a:moveTo>
                      <a:pt x="8" y="8"/>
                    </a:moveTo>
                    <a:cubicBezTo>
                      <a:pt x="8" y="52"/>
                      <a:pt x="8" y="52"/>
                      <a:pt x="8" y="52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88" y="8"/>
                      <a:pt x="88" y="8"/>
                      <a:pt x="88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3265488" y="3113088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3265488" y="3151188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3416301" y="3074988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6880226" y="2998788"/>
              <a:ext cx="252413" cy="252413"/>
              <a:chOff x="6880226" y="2998788"/>
              <a:chExt cx="252413" cy="252413"/>
            </a:xfrm>
          </p:grpSpPr>
          <p:sp>
            <p:nvSpPr>
              <p:cNvPr id="35" name="Freeform 31"/>
              <p:cNvSpPr>
                <a:spLocks noEditPoints="1"/>
              </p:cNvSpPr>
              <p:nvPr/>
            </p:nvSpPr>
            <p:spPr bwMode="auto">
              <a:xfrm>
                <a:off x="6880226" y="3100388"/>
                <a:ext cx="252413" cy="150813"/>
              </a:xfrm>
              <a:custGeom>
                <a:avLst/>
                <a:gdLst>
                  <a:gd name="T0" fmla="*/ 72 w 80"/>
                  <a:gd name="T1" fmla="*/ 48 h 48"/>
                  <a:gd name="T2" fmla="*/ 8 w 80"/>
                  <a:gd name="T3" fmla="*/ 48 h 48"/>
                  <a:gd name="T4" fmla="*/ 0 w 80"/>
                  <a:gd name="T5" fmla="*/ 40 h 48"/>
                  <a:gd name="T6" fmla="*/ 0 w 80"/>
                  <a:gd name="T7" fmla="*/ 4 h 48"/>
                  <a:gd name="T8" fmla="*/ 2 w 80"/>
                  <a:gd name="T9" fmla="*/ 0 h 48"/>
                  <a:gd name="T10" fmla="*/ 7 w 80"/>
                  <a:gd name="T11" fmla="*/ 1 h 48"/>
                  <a:gd name="T12" fmla="*/ 29 w 80"/>
                  <a:gd name="T13" fmla="*/ 20 h 48"/>
                  <a:gd name="T14" fmla="*/ 51 w 80"/>
                  <a:gd name="T15" fmla="*/ 20 h 48"/>
                  <a:gd name="T16" fmla="*/ 73 w 80"/>
                  <a:gd name="T17" fmla="*/ 1 h 48"/>
                  <a:gd name="T18" fmla="*/ 78 w 80"/>
                  <a:gd name="T19" fmla="*/ 0 h 48"/>
                  <a:gd name="T20" fmla="*/ 80 w 80"/>
                  <a:gd name="T21" fmla="*/ 4 h 48"/>
                  <a:gd name="T22" fmla="*/ 80 w 80"/>
                  <a:gd name="T23" fmla="*/ 40 h 48"/>
                  <a:gd name="T24" fmla="*/ 72 w 80"/>
                  <a:gd name="T25" fmla="*/ 48 h 48"/>
                  <a:gd name="T26" fmla="*/ 8 w 80"/>
                  <a:gd name="T27" fmla="*/ 13 h 48"/>
                  <a:gd name="T28" fmla="*/ 8 w 80"/>
                  <a:gd name="T29" fmla="*/ 40 h 48"/>
                  <a:gd name="T30" fmla="*/ 72 w 80"/>
                  <a:gd name="T31" fmla="*/ 40 h 48"/>
                  <a:gd name="T32" fmla="*/ 72 w 80"/>
                  <a:gd name="T33" fmla="*/ 13 h 48"/>
                  <a:gd name="T34" fmla="*/ 55 w 80"/>
                  <a:gd name="T35" fmla="*/ 27 h 48"/>
                  <a:gd name="T36" fmla="*/ 52 w 80"/>
                  <a:gd name="T37" fmla="*/ 28 h 48"/>
                  <a:gd name="T38" fmla="*/ 28 w 80"/>
                  <a:gd name="T39" fmla="*/ 28 h 48"/>
                  <a:gd name="T40" fmla="*/ 25 w 80"/>
                  <a:gd name="T41" fmla="*/ 27 h 48"/>
                  <a:gd name="T42" fmla="*/ 8 w 80"/>
                  <a:gd name="T43" fmla="*/ 1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48">
                    <a:moveTo>
                      <a:pt x="72" y="48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4" y="48"/>
                      <a:pt x="0" y="44"/>
                      <a:pt x="0" y="4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4" y="0"/>
                      <a:pt x="5" y="0"/>
                      <a:pt x="7" y="1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73" y="1"/>
                      <a:pt x="73" y="1"/>
                      <a:pt x="73" y="1"/>
                    </a:cubicBezTo>
                    <a:cubicBezTo>
                      <a:pt x="75" y="0"/>
                      <a:pt x="76" y="0"/>
                      <a:pt x="78" y="0"/>
                    </a:cubicBezTo>
                    <a:cubicBezTo>
                      <a:pt x="79" y="1"/>
                      <a:pt x="80" y="2"/>
                      <a:pt x="80" y="4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44"/>
                      <a:pt x="76" y="48"/>
                      <a:pt x="72" y="48"/>
                    </a:cubicBezTo>
                    <a:close/>
                    <a:moveTo>
                      <a:pt x="8" y="13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4" y="28"/>
                      <a:pt x="53" y="28"/>
                      <a:pt x="52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7" y="28"/>
                      <a:pt x="26" y="28"/>
                      <a:pt x="25" y="27"/>
                    </a:cubicBezTo>
                    <a:lnTo>
                      <a:pt x="8" y="13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32"/>
              <p:cNvSpPr>
                <a:spLocks/>
              </p:cNvSpPr>
              <p:nvPr/>
            </p:nvSpPr>
            <p:spPr bwMode="auto">
              <a:xfrm>
                <a:off x="6905626" y="2998788"/>
                <a:ext cx="201613" cy="88900"/>
              </a:xfrm>
              <a:custGeom>
                <a:avLst/>
                <a:gdLst>
                  <a:gd name="T0" fmla="*/ 127 w 127"/>
                  <a:gd name="T1" fmla="*/ 56 h 56"/>
                  <a:gd name="T2" fmla="*/ 111 w 127"/>
                  <a:gd name="T3" fmla="*/ 56 h 56"/>
                  <a:gd name="T4" fmla="*/ 111 w 127"/>
                  <a:gd name="T5" fmla="*/ 16 h 56"/>
                  <a:gd name="T6" fmla="*/ 15 w 127"/>
                  <a:gd name="T7" fmla="*/ 16 h 56"/>
                  <a:gd name="T8" fmla="*/ 15 w 127"/>
                  <a:gd name="T9" fmla="*/ 56 h 56"/>
                  <a:gd name="T10" fmla="*/ 0 w 127"/>
                  <a:gd name="T11" fmla="*/ 56 h 56"/>
                  <a:gd name="T12" fmla="*/ 0 w 127"/>
                  <a:gd name="T13" fmla="*/ 0 h 56"/>
                  <a:gd name="T14" fmla="*/ 127 w 127"/>
                  <a:gd name="T15" fmla="*/ 0 h 56"/>
                  <a:gd name="T16" fmla="*/ 127 w 127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7" h="56">
                    <a:moveTo>
                      <a:pt x="127" y="56"/>
                    </a:moveTo>
                    <a:lnTo>
                      <a:pt x="111" y="56"/>
                    </a:lnTo>
                    <a:lnTo>
                      <a:pt x="111" y="16"/>
                    </a:lnTo>
                    <a:lnTo>
                      <a:pt x="15" y="16"/>
                    </a:lnTo>
                    <a:lnTo>
                      <a:pt x="15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27" y="0"/>
                    </a:lnTo>
                    <a:lnTo>
                      <a:pt x="127" y="5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3"/>
              <p:cNvSpPr>
                <a:spLocks/>
              </p:cNvSpPr>
              <p:nvPr/>
            </p:nvSpPr>
            <p:spPr bwMode="auto">
              <a:xfrm>
                <a:off x="6954838" y="3036888"/>
                <a:ext cx="101600" cy="101600"/>
              </a:xfrm>
              <a:custGeom>
                <a:avLst/>
                <a:gdLst>
                  <a:gd name="T0" fmla="*/ 16 w 32"/>
                  <a:gd name="T1" fmla="*/ 32 h 32"/>
                  <a:gd name="T2" fmla="*/ 32 w 32"/>
                  <a:gd name="T3" fmla="*/ 12 h 32"/>
                  <a:gd name="T4" fmla="*/ 16 w 32"/>
                  <a:gd name="T5" fmla="*/ 11 h 32"/>
                  <a:gd name="T6" fmla="*/ 0 w 32"/>
                  <a:gd name="T7" fmla="*/ 12 h 32"/>
                  <a:gd name="T8" fmla="*/ 16 w 32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16" y="32"/>
                      <a:pt x="32" y="20"/>
                      <a:pt x="32" y="12"/>
                    </a:cubicBezTo>
                    <a:cubicBezTo>
                      <a:pt x="32" y="4"/>
                      <a:pt x="20" y="0"/>
                      <a:pt x="16" y="11"/>
                    </a:cubicBezTo>
                    <a:cubicBezTo>
                      <a:pt x="12" y="0"/>
                      <a:pt x="0" y="4"/>
                      <a:pt x="0" y="12"/>
                    </a:cubicBezTo>
                    <a:cubicBezTo>
                      <a:pt x="0" y="20"/>
                      <a:pt x="16" y="32"/>
                      <a:pt x="16" y="3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665788" y="2979738"/>
              <a:ext cx="254000" cy="296863"/>
              <a:chOff x="5665788" y="2979738"/>
              <a:chExt cx="254000" cy="296863"/>
            </a:xfrm>
          </p:grpSpPr>
          <p:sp>
            <p:nvSpPr>
              <p:cNvPr id="38" name="Freeform 34"/>
              <p:cNvSpPr>
                <a:spLocks noEditPoints="1"/>
              </p:cNvSpPr>
              <p:nvPr/>
            </p:nvSpPr>
            <p:spPr bwMode="auto">
              <a:xfrm>
                <a:off x="5665788" y="3113088"/>
                <a:ext cx="254000" cy="163513"/>
              </a:xfrm>
              <a:custGeom>
                <a:avLst/>
                <a:gdLst>
                  <a:gd name="T0" fmla="*/ 72 w 80"/>
                  <a:gd name="T1" fmla="*/ 0 h 52"/>
                  <a:gd name="T2" fmla="*/ 8 w 80"/>
                  <a:gd name="T3" fmla="*/ 0 h 52"/>
                  <a:gd name="T4" fmla="*/ 0 w 80"/>
                  <a:gd name="T5" fmla="*/ 8 h 52"/>
                  <a:gd name="T6" fmla="*/ 0 w 80"/>
                  <a:gd name="T7" fmla="*/ 44 h 52"/>
                  <a:gd name="T8" fmla="*/ 8 w 80"/>
                  <a:gd name="T9" fmla="*/ 52 h 52"/>
                  <a:gd name="T10" fmla="*/ 72 w 80"/>
                  <a:gd name="T11" fmla="*/ 52 h 52"/>
                  <a:gd name="T12" fmla="*/ 80 w 80"/>
                  <a:gd name="T13" fmla="*/ 44 h 52"/>
                  <a:gd name="T14" fmla="*/ 80 w 80"/>
                  <a:gd name="T15" fmla="*/ 8 h 52"/>
                  <a:gd name="T16" fmla="*/ 72 w 80"/>
                  <a:gd name="T17" fmla="*/ 0 h 52"/>
                  <a:gd name="T18" fmla="*/ 64 w 80"/>
                  <a:gd name="T19" fmla="*/ 8 h 52"/>
                  <a:gd name="T20" fmla="*/ 40 w 80"/>
                  <a:gd name="T21" fmla="*/ 23 h 52"/>
                  <a:gd name="T22" fmla="*/ 16 w 80"/>
                  <a:gd name="T23" fmla="*/ 8 h 52"/>
                  <a:gd name="T24" fmla="*/ 64 w 80"/>
                  <a:gd name="T25" fmla="*/ 8 h 52"/>
                  <a:gd name="T26" fmla="*/ 8 w 80"/>
                  <a:gd name="T27" fmla="*/ 44 h 52"/>
                  <a:gd name="T28" fmla="*/ 8 w 80"/>
                  <a:gd name="T29" fmla="*/ 13 h 52"/>
                  <a:gd name="T30" fmla="*/ 38 w 80"/>
                  <a:gd name="T31" fmla="*/ 31 h 52"/>
                  <a:gd name="T32" fmla="*/ 40 w 80"/>
                  <a:gd name="T33" fmla="*/ 32 h 52"/>
                  <a:gd name="T34" fmla="*/ 42 w 80"/>
                  <a:gd name="T35" fmla="*/ 31 h 52"/>
                  <a:gd name="T36" fmla="*/ 72 w 80"/>
                  <a:gd name="T37" fmla="*/ 13 h 52"/>
                  <a:gd name="T38" fmla="*/ 72 w 80"/>
                  <a:gd name="T39" fmla="*/ 44 h 52"/>
                  <a:gd name="T40" fmla="*/ 8 w 80"/>
                  <a:gd name="T41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52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6" y="52"/>
                      <a:pt x="80" y="48"/>
                      <a:pt x="80" y="44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64" y="8"/>
                    </a:moveTo>
                    <a:cubicBezTo>
                      <a:pt x="40" y="23"/>
                      <a:pt x="40" y="23"/>
                      <a:pt x="40" y="23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64" y="8"/>
                    </a:lnTo>
                    <a:close/>
                    <a:moveTo>
                      <a:pt x="8" y="44"/>
                    </a:moveTo>
                    <a:cubicBezTo>
                      <a:pt x="8" y="13"/>
                      <a:pt x="8" y="13"/>
                      <a:pt x="8" y="13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9" y="32"/>
                      <a:pt x="39" y="32"/>
                      <a:pt x="40" y="32"/>
                    </a:cubicBezTo>
                    <a:cubicBezTo>
                      <a:pt x="41" y="32"/>
                      <a:pt x="41" y="32"/>
                      <a:pt x="42" y="31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44"/>
                      <a:pt x="72" y="44"/>
                      <a:pt x="72" y="44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5"/>
              <p:cNvSpPr>
                <a:spLocks/>
              </p:cNvSpPr>
              <p:nvPr/>
            </p:nvSpPr>
            <p:spPr bwMode="auto">
              <a:xfrm>
                <a:off x="5732463" y="2979738"/>
                <a:ext cx="120650" cy="107950"/>
              </a:xfrm>
              <a:custGeom>
                <a:avLst/>
                <a:gdLst>
                  <a:gd name="T0" fmla="*/ 30 w 76"/>
                  <a:gd name="T1" fmla="*/ 32 h 68"/>
                  <a:gd name="T2" fmla="*/ 30 w 76"/>
                  <a:gd name="T3" fmla="*/ 68 h 68"/>
                  <a:gd name="T4" fmla="*/ 46 w 76"/>
                  <a:gd name="T5" fmla="*/ 68 h 68"/>
                  <a:gd name="T6" fmla="*/ 46 w 76"/>
                  <a:gd name="T7" fmla="*/ 32 h 68"/>
                  <a:gd name="T8" fmla="*/ 64 w 76"/>
                  <a:gd name="T9" fmla="*/ 50 h 68"/>
                  <a:gd name="T10" fmla="*/ 76 w 76"/>
                  <a:gd name="T11" fmla="*/ 38 h 68"/>
                  <a:gd name="T12" fmla="*/ 38 w 76"/>
                  <a:gd name="T13" fmla="*/ 0 h 68"/>
                  <a:gd name="T14" fmla="*/ 0 w 76"/>
                  <a:gd name="T15" fmla="*/ 38 h 68"/>
                  <a:gd name="T16" fmla="*/ 12 w 76"/>
                  <a:gd name="T17" fmla="*/ 50 h 68"/>
                  <a:gd name="T18" fmla="*/ 30 w 76"/>
                  <a:gd name="T19" fmla="*/ 3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68">
                    <a:moveTo>
                      <a:pt x="30" y="32"/>
                    </a:moveTo>
                    <a:lnTo>
                      <a:pt x="30" y="68"/>
                    </a:lnTo>
                    <a:lnTo>
                      <a:pt x="46" y="68"/>
                    </a:lnTo>
                    <a:lnTo>
                      <a:pt x="46" y="32"/>
                    </a:lnTo>
                    <a:lnTo>
                      <a:pt x="64" y="50"/>
                    </a:lnTo>
                    <a:lnTo>
                      <a:pt x="76" y="38"/>
                    </a:lnTo>
                    <a:lnTo>
                      <a:pt x="38" y="0"/>
                    </a:lnTo>
                    <a:lnTo>
                      <a:pt x="0" y="38"/>
                    </a:lnTo>
                    <a:lnTo>
                      <a:pt x="12" y="50"/>
                    </a:lnTo>
                    <a:lnTo>
                      <a:pt x="3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6272213" y="2986088"/>
              <a:ext cx="254000" cy="290513"/>
              <a:chOff x="6272213" y="2986088"/>
              <a:chExt cx="254000" cy="290513"/>
            </a:xfrm>
          </p:grpSpPr>
          <p:sp>
            <p:nvSpPr>
              <p:cNvPr id="40" name="Freeform 36"/>
              <p:cNvSpPr>
                <a:spLocks noEditPoints="1"/>
              </p:cNvSpPr>
              <p:nvPr/>
            </p:nvSpPr>
            <p:spPr bwMode="auto">
              <a:xfrm>
                <a:off x="6272213" y="3113088"/>
                <a:ext cx="254000" cy="163513"/>
              </a:xfrm>
              <a:custGeom>
                <a:avLst/>
                <a:gdLst>
                  <a:gd name="T0" fmla="*/ 72 w 80"/>
                  <a:gd name="T1" fmla="*/ 0 h 52"/>
                  <a:gd name="T2" fmla="*/ 8 w 80"/>
                  <a:gd name="T3" fmla="*/ 0 h 52"/>
                  <a:gd name="T4" fmla="*/ 0 w 80"/>
                  <a:gd name="T5" fmla="*/ 8 h 52"/>
                  <a:gd name="T6" fmla="*/ 0 w 80"/>
                  <a:gd name="T7" fmla="*/ 44 h 52"/>
                  <a:gd name="T8" fmla="*/ 8 w 80"/>
                  <a:gd name="T9" fmla="*/ 52 h 52"/>
                  <a:gd name="T10" fmla="*/ 72 w 80"/>
                  <a:gd name="T11" fmla="*/ 52 h 52"/>
                  <a:gd name="T12" fmla="*/ 80 w 80"/>
                  <a:gd name="T13" fmla="*/ 44 h 52"/>
                  <a:gd name="T14" fmla="*/ 80 w 80"/>
                  <a:gd name="T15" fmla="*/ 8 h 52"/>
                  <a:gd name="T16" fmla="*/ 72 w 80"/>
                  <a:gd name="T17" fmla="*/ 0 h 52"/>
                  <a:gd name="T18" fmla="*/ 64 w 80"/>
                  <a:gd name="T19" fmla="*/ 8 h 52"/>
                  <a:gd name="T20" fmla="*/ 40 w 80"/>
                  <a:gd name="T21" fmla="*/ 23 h 52"/>
                  <a:gd name="T22" fmla="*/ 16 w 80"/>
                  <a:gd name="T23" fmla="*/ 8 h 52"/>
                  <a:gd name="T24" fmla="*/ 64 w 80"/>
                  <a:gd name="T25" fmla="*/ 8 h 52"/>
                  <a:gd name="T26" fmla="*/ 8 w 80"/>
                  <a:gd name="T27" fmla="*/ 44 h 52"/>
                  <a:gd name="T28" fmla="*/ 8 w 80"/>
                  <a:gd name="T29" fmla="*/ 13 h 52"/>
                  <a:gd name="T30" fmla="*/ 38 w 80"/>
                  <a:gd name="T31" fmla="*/ 31 h 52"/>
                  <a:gd name="T32" fmla="*/ 40 w 80"/>
                  <a:gd name="T33" fmla="*/ 32 h 52"/>
                  <a:gd name="T34" fmla="*/ 42 w 80"/>
                  <a:gd name="T35" fmla="*/ 31 h 52"/>
                  <a:gd name="T36" fmla="*/ 72 w 80"/>
                  <a:gd name="T37" fmla="*/ 13 h 52"/>
                  <a:gd name="T38" fmla="*/ 72 w 80"/>
                  <a:gd name="T39" fmla="*/ 44 h 52"/>
                  <a:gd name="T40" fmla="*/ 8 w 80"/>
                  <a:gd name="T41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52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6" y="52"/>
                      <a:pt x="80" y="48"/>
                      <a:pt x="80" y="44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64" y="8"/>
                    </a:moveTo>
                    <a:cubicBezTo>
                      <a:pt x="40" y="23"/>
                      <a:pt x="40" y="23"/>
                      <a:pt x="40" y="23"/>
                    </a:cubicBezTo>
                    <a:cubicBezTo>
                      <a:pt x="16" y="8"/>
                      <a:pt x="16" y="8"/>
                      <a:pt x="16" y="8"/>
                    </a:cubicBezTo>
                    <a:lnTo>
                      <a:pt x="64" y="8"/>
                    </a:lnTo>
                    <a:close/>
                    <a:moveTo>
                      <a:pt x="8" y="44"/>
                    </a:moveTo>
                    <a:cubicBezTo>
                      <a:pt x="8" y="13"/>
                      <a:pt x="8" y="13"/>
                      <a:pt x="8" y="13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9" y="32"/>
                      <a:pt x="39" y="32"/>
                      <a:pt x="40" y="32"/>
                    </a:cubicBezTo>
                    <a:cubicBezTo>
                      <a:pt x="41" y="32"/>
                      <a:pt x="41" y="32"/>
                      <a:pt x="42" y="31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44"/>
                      <a:pt x="72" y="44"/>
                      <a:pt x="72" y="44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37"/>
              <p:cNvSpPr>
                <a:spLocks/>
              </p:cNvSpPr>
              <p:nvPr/>
            </p:nvSpPr>
            <p:spPr bwMode="auto">
              <a:xfrm>
                <a:off x="6338888" y="2986088"/>
                <a:ext cx="120650" cy="107950"/>
              </a:xfrm>
              <a:custGeom>
                <a:avLst/>
                <a:gdLst>
                  <a:gd name="T0" fmla="*/ 76 w 76"/>
                  <a:gd name="T1" fmla="*/ 30 h 68"/>
                  <a:gd name="T2" fmla="*/ 64 w 76"/>
                  <a:gd name="T3" fmla="*/ 18 h 68"/>
                  <a:gd name="T4" fmla="*/ 46 w 76"/>
                  <a:gd name="T5" fmla="*/ 36 h 68"/>
                  <a:gd name="T6" fmla="*/ 46 w 76"/>
                  <a:gd name="T7" fmla="*/ 0 h 68"/>
                  <a:gd name="T8" fmla="*/ 30 w 76"/>
                  <a:gd name="T9" fmla="*/ 0 h 68"/>
                  <a:gd name="T10" fmla="*/ 30 w 76"/>
                  <a:gd name="T11" fmla="*/ 36 h 68"/>
                  <a:gd name="T12" fmla="*/ 12 w 76"/>
                  <a:gd name="T13" fmla="*/ 18 h 68"/>
                  <a:gd name="T14" fmla="*/ 0 w 76"/>
                  <a:gd name="T15" fmla="*/ 30 h 68"/>
                  <a:gd name="T16" fmla="*/ 38 w 76"/>
                  <a:gd name="T17" fmla="*/ 68 h 68"/>
                  <a:gd name="T18" fmla="*/ 76 w 76"/>
                  <a:gd name="T19" fmla="*/ 3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68">
                    <a:moveTo>
                      <a:pt x="76" y="30"/>
                    </a:moveTo>
                    <a:lnTo>
                      <a:pt x="64" y="18"/>
                    </a:lnTo>
                    <a:lnTo>
                      <a:pt x="46" y="36"/>
                    </a:lnTo>
                    <a:lnTo>
                      <a:pt x="46" y="0"/>
                    </a:lnTo>
                    <a:lnTo>
                      <a:pt x="30" y="0"/>
                    </a:lnTo>
                    <a:lnTo>
                      <a:pt x="30" y="36"/>
                    </a:lnTo>
                    <a:lnTo>
                      <a:pt x="12" y="18"/>
                    </a:lnTo>
                    <a:lnTo>
                      <a:pt x="0" y="30"/>
                    </a:lnTo>
                    <a:lnTo>
                      <a:pt x="38" y="68"/>
                    </a:lnTo>
                    <a:lnTo>
                      <a:pt x="76" y="3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2" name="Freeform 38"/>
            <p:cNvSpPr>
              <a:spLocks noEditPoints="1"/>
            </p:cNvSpPr>
            <p:nvPr/>
          </p:nvSpPr>
          <p:spPr bwMode="auto">
            <a:xfrm>
              <a:off x="8077201" y="2403476"/>
              <a:ext cx="280988" cy="228600"/>
            </a:xfrm>
            <a:custGeom>
              <a:avLst/>
              <a:gdLst>
                <a:gd name="T0" fmla="*/ 87 w 89"/>
                <a:gd name="T1" fmla="*/ 32 h 72"/>
                <a:gd name="T2" fmla="*/ 40 w 89"/>
                <a:gd name="T3" fmla="*/ 12 h 72"/>
                <a:gd name="T4" fmla="*/ 9 w 89"/>
                <a:gd name="T5" fmla="*/ 0 h 72"/>
                <a:gd name="T6" fmla="*/ 3 w 89"/>
                <a:gd name="T7" fmla="*/ 2 h 72"/>
                <a:gd name="T8" fmla="*/ 2 w 89"/>
                <a:gd name="T9" fmla="*/ 11 h 72"/>
                <a:gd name="T10" fmla="*/ 17 w 89"/>
                <a:gd name="T11" fmla="*/ 36 h 72"/>
                <a:gd name="T12" fmla="*/ 2 w 89"/>
                <a:gd name="T13" fmla="*/ 60 h 72"/>
                <a:gd name="T14" fmla="*/ 3 w 89"/>
                <a:gd name="T15" fmla="*/ 70 h 72"/>
                <a:gd name="T16" fmla="*/ 9 w 89"/>
                <a:gd name="T17" fmla="*/ 72 h 72"/>
                <a:gd name="T18" fmla="*/ 9 w 89"/>
                <a:gd name="T19" fmla="*/ 72 h 72"/>
                <a:gd name="T20" fmla="*/ 40 w 89"/>
                <a:gd name="T21" fmla="*/ 60 h 72"/>
                <a:gd name="T22" fmla="*/ 87 w 89"/>
                <a:gd name="T23" fmla="*/ 40 h 72"/>
                <a:gd name="T24" fmla="*/ 89 w 89"/>
                <a:gd name="T25" fmla="*/ 36 h 72"/>
                <a:gd name="T26" fmla="*/ 87 w 89"/>
                <a:gd name="T27" fmla="*/ 32 h 72"/>
                <a:gd name="T28" fmla="*/ 9 w 89"/>
                <a:gd name="T29" fmla="*/ 8 h 72"/>
                <a:gd name="T30" fmla="*/ 37 w 89"/>
                <a:gd name="T31" fmla="*/ 19 h 72"/>
                <a:gd name="T32" fmla="*/ 66 w 89"/>
                <a:gd name="T33" fmla="*/ 32 h 72"/>
                <a:gd name="T34" fmla="*/ 24 w 89"/>
                <a:gd name="T35" fmla="*/ 32 h 72"/>
                <a:gd name="T36" fmla="*/ 24 w 89"/>
                <a:gd name="T37" fmla="*/ 32 h 72"/>
                <a:gd name="T38" fmla="*/ 9 w 89"/>
                <a:gd name="T39" fmla="*/ 8 h 72"/>
                <a:gd name="T40" fmla="*/ 36 w 89"/>
                <a:gd name="T41" fmla="*/ 53 h 72"/>
                <a:gd name="T42" fmla="*/ 9 w 89"/>
                <a:gd name="T43" fmla="*/ 64 h 72"/>
                <a:gd name="T44" fmla="*/ 24 w 89"/>
                <a:gd name="T45" fmla="*/ 40 h 72"/>
                <a:gd name="T46" fmla="*/ 66 w 89"/>
                <a:gd name="T47" fmla="*/ 40 h 72"/>
                <a:gd name="T48" fmla="*/ 36 w 89"/>
                <a:gd name="T49" fmla="*/ 5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9" h="72">
                  <a:moveTo>
                    <a:pt x="87" y="32"/>
                  </a:moveTo>
                  <a:cubicBezTo>
                    <a:pt x="66" y="23"/>
                    <a:pt x="51" y="17"/>
                    <a:pt x="40" y="12"/>
                  </a:cubicBezTo>
                  <a:cubicBezTo>
                    <a:pt x="18" y="2"/>
                    <a:pt x="13" y="0"/>
                    <a:pt x="9" y="0"/>
                  </a:cubicBezTo>
                  <a:cubicBezTo>
                    <a:pt x="5" y="0"/>
                    <a:pt x="3" y="2"/>
                    <a:pt x="3" y="2"/>
                  </a:cubicBezTo>
                  <a:cubicBezTo>
                    <a:pt x="1" y="5"/>
                    <a:pt x="0" y="9"/>
                    <a:pt x="2" y="11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0" y="63"/>
                    <a:pt x="1" y="67"/>
                    <a:pt x="3" y="70"/>
                  </a:cubicBezTo>
                  <a:cubicBezTo>
                    <a:pt x="3" y="70"/>
                    <a:pt x="5" y="72"/>
                    <a:pt x="9" y="72"/>
                  </a:cubicBezTo>
                  <a:cubicBezTo>
                    <a:pt x="9" y="72"/>
                    <a:pt x="9" y="72"/>
                    <a:pt x="9" y="72"/>
                  </a:cubicBezTo>
                  <a:cubicBezTo>
                    <a:pt x="13" y="72"/>
                    <a:pt x="18" y="70"/>
                    <a:pt x="40" y="60"/>
                  </a:cubicBezTo>
                  <a:cubicBezTo>
                    <a:pt x="51" y="55"/>
                    <a:pt x="66" y="49"/>
                    <a:pt x="87" y="40"/>
                  </a:cubicBezTo>
                  <a:cubicBezTo>
                    <a:pt x="88" y="39"/>
                    <a:pt x="89" y="38"/>
                    <a:pt x="89" y="36"/>
                  </a:cubicBezTo>
                  <a:cubicBezTo>
                    <a:pt x="89" y="34"/>
                    <a:pt x="88" y="33"/>
                    <a:pt x="87" y="32"/>
                  </a:cubicBezTo>
                  <a:close/>
                  <a:moveTo>
                    <a:pt x="9" y="8"/>
                  </a:moveTo>
                  <a:cubicBezTo>
                    <a:pt x="13" y="8"/>
                    <a:pt x="21" y="12"/>
                    <a:pt x="37" y="19"/>
                  </a:cubicBezTo>
                  <a:cubicBezTo>
                    <a:pt x="44" y="22"/>
                    <a:pt x="54" y="27"/>
                    <a:pt x="66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lnTo>
                    <a:pt x="9" y="8"/>
                  </a:lnTo>
                  <a:close/>
                  <a:moveTo>
                    <a:pt x="36" y="53"/>
                  </a:moveTo>
                  <a:cubicBezTo>
                    <a:pt x="21" y="60"/>
                    <a:pt x="12" y="64"/>
                    <a:pt x="9" y="64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54" y="45"/>
                    <a:pt x="44" y="50"/>
                    <a:pt x="36" y="53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3846513" y="2986088"/>
              <a:ext cx="252413" cy="265113"/>
              <a:chOff x="3846513" y="2986088"/>
              <a:chExt cx="252413" cy="265113"/>
            </a:xfrm>
          </p:grpSpPr>
          <p:sp>
            <p:nvSpPr>
              <p:cNvPr id="43" name="Freeform 39"/>
              <p:cNvSpPr>
                <a:spLocks/>
              </p:cNvSpPr>
              <p:nvPr/>
            </p:nvSpPr>
            <p:spPr bwMode="auto">
              <a:xfrm>
                <a:off x="3913188" y="2986088"/>
                <a:ext cx="119063" cy="158750"/>
              </a:xfrm>
              <a:custGeom>
                <a:avLst/>
                <a:gdLst>
                  <a:gd name="T0" fmla="*/ 75 w 75"/>
                  <a:gd name="T1" fmla="*/ 62 h 100"/>
                  <a:gd name="T2" fmla="*/ 64 w 75"/>
                  <a:gd name="T3" fmla="*/ 50 h 100"/>
                  <a:gd name="T4" fmla="*/ 46 w 75"/>
                  <a:gd name="T5" fmla="*/ 68 h 100"/>
                  <a:gd name="T6" fmla="*/ 46 w 75"/>
                  <a:gd name="T7" fmla="*/ 0 h 100"/>
                  <a:gd name="T8" fmla="*/ 30 w 75"/>
                  <a:gd name="T9" fmla="*/ 0 h 100"/>
                  <a:gd name="T10" fmla="*/ 30 w 75"/>
                  <a:gd name="T11" fmla="*/ 68 h 100"/>
                  <a:gd name="T12" fmla="*/ 12 w 75"/>
                  <a:gd name="T13" fmla="*/ 50 h 100"/>
                  <a:gd name="T14" fmla="*/ 0 w 75"/>
                  <a:gd name="T15" fmla="*/ 62 h 100"/>
                  <a:gd name="T16" fmla="*/ 38 w 75"/>
                  <a:gd name="T17" fmla="*/ 100 h 100"/>
                  <a:gd name="T18" fmla="*/ 75 w 75"/>
                  <a:gd name="T19" fmla="*/ 6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5" h="100">
                    <a:moveTo>
                      <a:pt x="75" y="62"/>
                    </a:moveTo>
                    <a:lnTo>
                      <a:pt x="64" y="50"/>
                    </a:lnTo>
                    <a:lnTo>
                      <a:pt x="46" y="68"/>
                    </a:lnTo>
                    <a:lnTo>
                      <a:pt x="46" y="0"/>
                    </a:lnTo>
                    <a:lnTo>
                      <a:pt x="30" y="0"/>
                    </a:lnTo>
                    <a:lnTo>
                      <a:pt x="30" y="68"/>
                    </a:lnTo>
                    <a:lnTo>
                      <a:pt x="12" y="5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5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40"/>
              <p:cNvSpPr>
                <a:spLocks noEditPoints="1"/>
              </p:cNvSpPr>
              <p:nvPr/>
            </p:nvSpPr>
            <p:spPr bwMode="auto">
              <a:xfrm>
                <a:off x="3846513" y="3151188"/>
                <a:ext cx="252413" cy="100013"/>
              </a:xfrm>
              <a:custGeom>
                <a:avLst/>
                <a:gdLst>
                  <a:gd name="T0" fmla="*/ 108 w 159"/>
                  <a:gd name="T1" fmla="*/ 0 h 63"/>
                  <a:gd name="T2" fmla="*/ 92 w 159"/>
                  <a:gd name="T3" fmla="*/ 16 h 63"/>
                  <a:gd name="T4" fmla="*/ 68 w 159"/>
                  <a:gd name="T5" fmla="*/ 16 h 63"/>
                  <a:gd name="T6" fmla="*/ 52 w 159"/>
                  <a:gd name="T7" fmla="*/ 0 h 63"/>
                  <a:gd name="T8" fmla="*/ 0 w 159"/>
                  <a:gd name="T9" fmla="*/ 0 h 63"/>
                  <a:gd name="T10" fmla="*/ 0 w 159"/>
                  <a:gd name="T11" fmla="*/ 63 h 63"/>
                  <a:gd name="T12" fmla="*/ 159 w 159"/>
                  <a:gd name="T13" fmla="*/ 63 h 63"/>
                  <a:gd name="T14" fmla="*/ 159 w 159"/>
                  <a:gd name="T15" fmla="*/ 0 h 63"/>
                  <a:gd name="T16" fmla="*/ 108 w 159"/>
                  <a:gd name="T17" fmla="*/ 0 h 63"/>
                  <a:gd name="T18" fmla="*/ 143 w 159"/>
                  <a:gd name="T19" fmla="*/ 47 h 63"/>
                  <a:gd name="T20" fmla="*/ 16 w 159"/>
                  <a:gd name="T21" fmla="*/ 47 h 63"/>
                  <a:gd name="T22" fmla="*/ 16 w 159"/>
                  <a:gd name="T23" fmla="*/ 16 h 63"/>
                  <a:gd name="T24" fmla="*/ 44 w 159"/>
                  <a:gd name="T25" fmla="*/ 16 h 63"/>
                  <a:gd name="T26" fmla="*/ 60 w 159"/>
                  <a:gd name="T27" fmla="*/ 31 h 63"/>
                  <a:gd name="T28" fmla="*/ 100 w 159"/>
                  <a:gd name="T29" fmla="*/ 31 h 63"/>
                  <a:gd name="T30" fmla="*/ 115 w 159"/>
                  <a:gd name="T31" fmla="*/ 16 h 63"/>
                  <a:gd name="T32" fmla="*/ 143 w 159"/>
                  <a:gd name="T33" fmla="*/ 16 h 63"/>
                  <a:gd name="T34" fmla="*/ 143 w 159"/>
                  <a:gd name="T35" fmla="*/ 4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9" h="63">
                    <a:moveTo>
                      <a:pt x="108" y="0"/>
                    </a:moveTo>
                    <a:lnTo>
                      <a:pt x="92" y="16"/>
                    </a:lnTo>
                    <a:lnTo>
                      <a:pt x="68" y="16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0" y="63"/>
                    </a:lnTo>
                    <a:lnTo>
                      <a:pt x="159" y="63"/>
                    </a:lnTo>
                    <a:lnTo>
                      <a:pt x="159" y="0"/>
                    </a:lnTo>
                    <a:lnTo>
                      <a:pt x="108" y="0"/>
                    </a:lnTo>
                    <a:close/>
                    <a:moveTo>
                      <a:pt x="143" y="47"/>
                    </a:moveTo>
                    <a:lnTo>
                      <a:pt x="16" y="47"/>
                    </a:lnTo>
                    <a:lnTo>
                      <a:pt x="16" y="16"/>
                    </a:lnTo>
                    <a:lnTo>
                      <a:pt x="44" y="16"/>
                    </a:lnTo>
                    <a:lnTo>
                      <a:pt x="60" y="31"/>
                    </a:lnTo>
                    <a:lnTo>
                      <a:pt x="100" y="31"/>
                    </a:lnTo>
                    <a:lnTo>
                      <a:pt x="115" y="16"/>
                    </a:lnTo>
                    <a:lnTo>
                      <a:pt x="143" y="16"/>
                    </a:lnTo>
                    <a:lnTo>
                      <a:pt x="143" y="47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4452938" y="2979738"/>
              <a:ext cx="252413" cy="271463"/>
              <a:chOff x="4452938" y="2979738"/>
              <a:chExt cx="252413" cy="271463"/>
            </a:xfrm>
          </p:grpSpPr>
          <p:sp>
            <p:nvSpPr>
              <p:cNvPr id="45" name="Freeform 41"/>
              <p:cNvSpPr>
                <a:spLocks/>
              </p:cNvSpPr>
              <p:nvPr/>
            </p:nvSpPr>
            <p:spPr bwMode="auto">
              <a:xfrm>
                <a:off x="4519613" y="2979738"/>
                <a:ext cx="120650" cy="158750"/>
              </a:xfrm>
              <a:custGeom>
                <a:avLst/>
                <a:gdLst>
                  <a:gd name="T0" fmla="*/ 30 w 76"/>
                  <a:gd name="T1" fmla="*/ 32 h 100"/>
                  <a:gd name="T2" fmla="*/ 30 w 76"/>
                  <a:gd name="T3" fmla="*/ 100 h 100"/>
                  <a:gd name="T4" fmla="*/ 46 w 76"/>
                  <a:gd name="T5" fmla="*/ 100 h 100"/>
                  <a:gd name="T6" fmla="*/ 46 w 76"/>
                  <a:gd name="T7" fmla="*/ 32 h 100"/>
                  <a:gd name="T8" fmla="*/ 64 w 76"/>
                  <a:gd name="T9" fmla="*/ 50 h 100"/>
                  <a:gd name="T10" fmla="*/ 76 w 76"/>
                  <a:gd name="T11" fmla="*/ 38 h 100"/>
                  <a:gd name="T12" fmla="*/ 38 w 76"/>
                  <a:gd name="T13" fmla="*/ 0 h 100"/>
                  <a:gd name="T14" fmla="*/ 0 w 76"/>
                  <a:gd name="T15" fmla="*/ 38 h 100"/>
                  <a:gd name="T16" fmla="*/ 12 w 76"/>
                  <a:gd name="T17" fmla="*/ 50 h 100"/>
                  <a:gd name="T18" fmla="*/ 30 w 76"/>
                  <a:gd name="T19" fmla="*/ 3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100">
                    <a:moveTo>
                      <a:pt x="30" y="32"/>
                    </a:moveTo>
                    <a:lnTo>
                      <a:pt x="30" y="100"/>
                    </a:lnTo>
                    <a:lnTo>
                      <a:pt x="46" y="100"/>
                    </a:lnTo>
                    <a:lnTo>
                      <a:pt x="46" y="32"/>
                    </a:lnTo>
                    <a:lnTo>
                      <a:pt x="64" y="50"/>
                    </a:lnTo>
                    <a:lnTo>
                      <a:pt x="76" y="38"/>
                    </a:lnTo>
                    <a:lnTo>
                      <a:pt x="38" y="0"/>
                    </a:lnTo>
                    <a:lnTo>
                      <a:pt x="0" y="38"/>
                    </a:lnTo>
                    <a:lnTo>
                      <a:pt x="12" y="50"/>
                    </a:lnTo>
                    <a:lnTo>
                      <a:pt x="3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42"/>
              <p:cNvSpPr>
                <a:spLocks noEditPoints="1"/>
              </p:cNvSpPr>
              <p:nvPr/>
            </p:nvSpPr>
            <p:spPr bwMode="auto">
              <a:xfrm>
                <a:off x="4452938" y="3151188"/>
                <a:ext cx="252413" cy="100013"/>
              </a:xfrm>
              <a:custGeom>
                <a:avLst/>
                <a:gdLst>
                  <a:gd name="T0" fmla="*/ 108 w 159"/>
                  <a:gd name="T1" fmla="*/ 0 h 63"/>
                  <a:gd name="T2" fmla="*/ 92 w 159"/>
                  <a:gd name="T3" fmla="*/ 16 h 63"/>
                  <a:gd name="T4" fmla="*/ 68 w 159"/>
                  <a:gd name="T5" fmla="*/ 16 h 63"/>
                  <a:gd name="T6" fmla="*/ 52 w 159"/>
                  <a:gd name="T7" fmla="*/ 0 h 63"/>
                  <a:gd name="T8" fmla="*/ 0 w 159"/>
                  <a:gd name="T9" fmla="*/ 0 h 63"/>
                  <a:gd name="T10" fmla="*/ 0 w 159"/>
                  <a:gd name="T11" fmla="*/ 63 h 63"/>
                  <a:gd name="T12" fmla="*/ 159 w 159"/>
                  <a:gd name="T13" fmla="*/ 63 h 63"/>
                  <a:gd name="T14" fmla="*/ 159 w 159"/>
                  <a:gd name="T15" fmla="*/ 0 h 63"/>
                  <a:gd name="T16" fmla="*/ 108 w 159"/>
                  <a:gd name="T17" fmla="*/ 0 h 63"/>
                  <a:gd name="T18" fmla="*/ 143 w 159"/>
                  <a:gd name="T19" fmla="*/ 47 h 63"/>
                  <a:gd name="T20" fmla="*/ 16 w 159"/>
                  <a:gd name="T21" fmla="*/ 47 h 63"/>
                  <a:gd name="T22" fmla="*/ 16 w 159"/>
                  <a:gd name="T23" fmla="*/ 16 h 63"/>
                  <a:gd name="T24" fmla="*/ 44 w 159"/>
                  <a:gd name="T25" fmla="*/ 16 h 63"/>
                  <a:gd name="T26" fmla="*/ 60 w 159"/>
                  <a:gd name="T27" fmla="*/ 31 h 63"/>
                  <a:gd name="T28" fmla="*/ 100 w 159"/>
                  <a:gd name="T29" fmla="*/ 31 h 63"/>
                  <a:gd name="T30" fmla="*/ 116 w 159"/>
                  <a:gd name="T31" fmla="*/ 16 h 63"/>
                  <a:gd name="T32" fmla="*/ 143 w 159"/>
                  <a:gd name="T33" fmla="*/ 16 h 63"/>
                  <a:gd name="T34" fmla="*/ 143 w 159"/>
                  <a:gd name="T35" fmla="*/ 4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9" h="63">
                    <a:moveTo>
                      <a:pt x="108" y="0"/>
                    </a:moveTo>
                    <a:lnTo>
                      <a:pt x="92" y="16"/>
                    </a:lnTo>
                    <a:lnTo>
                      <a:pt x="68" y="16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0" y="63"/>
                    </a:lnTo>
                    <a:lnTo>
                      <a:pt x="159" y="63"/>
                    </a:lnTo>
                    <a:lnTo>
                      <a:pt x="159" y="0"/>
                    </a:lnTo>
                    <a:lnTo>
                      <a:pt x="108" y="0"/>
                    </a:lnTo>
                    <a:close/>
                    <a:moveTo>
                      <a:pt x="143" y="47"/>
                    </a:moveTo>
                    <a:lnTo>
                      <a:pt x="16" y="47"/>
                    </a:lnTo>
                    <a:lnTo>
                      <a:pt x="16" y="16"/>
                    </a:lnTo>
                    <a:lnTo>
                      <a:pt x="44" y="16"/>
                    </a:lnTo>
                    <a:lnTo>
                      <a:pt x="60" y="31"/>
                    </a:lnTo>
                    <a:lnTo>
                      <a:pt x="100" y="31"/>
                    </a:lnTo>
                    <a:lnTo>
                      <a:pt x="116" y="16"/>
                    </a:lnTo>
                    <a:lnTo>
                      <a:pt x="143" y="16"/>
                    </a:lnTo>
                    <a:lnTo>
                      <a:pt x="143" y="47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7461251" y="2973388"/>
              <a:ext cx="303212" cy="303213"/>
              <a:chOff x="7461251" y="2973388"/>
              <a:chExt cx="303212" cy="303213"/>
            </a:xfrm>
          </p:grpSpPr>
          <p:sp>
            <p:nvSpPr>
              <p:cNvPr id="47" name="Freeform 43"/>
              <p:cNvSpPr>
                <a:spLocks/>
              </p:cNvSpPr>
              <p:nvPr/>
            </p:nvSpPr>
            <p:spPr bwMode="auto">
              <a:xfrm>
                <a:off x="7461251" y="3125788"/>
                <a:ext cx="201613" cy="150813"/>
              </a:xfrm>
              <a:custGeom>
                <a:avLst/>
                <a:gdLst>
                  <a:gd name="T0" fmla="*/ 56 w 64"/>
                  <a:gd name="T1" fmla="*/ 16 h 48"/>
                  <a:gd name="T2" fmla="*/ 56 w 64"/>
                  <a:gd name="T3" fmla="*/ 40 h 48"/>
                  <a:gd name="T4" fmla="*/ 8 w 64"/>
                  <a:gd name="T5" fmla="*/ 40 h 48"/>
                  <a:gd name="T6" fmla="*/ 8 w 64"/>
                  <a:gd name="T7" fmla="*/ 12 h 48"/>
                  <a:gd name="T8" fmla="*/ 30 w 64"/>
                  <a:gd name="T9" fmla="*/ 27 h 48"/>
                  <a:gd name="T10" fmla="*/ 32 w 64"/>
                  <a:gd name="T11" fmla="*/ 28 h 48"/>
                  <a:gd name="T12" fmla="*/ 34 w 64"/>
                  <a:gd name="T13" fmla="*/ 27 h 48"/>
                  <a:gd name="T14" fmla="*/ 48 w 64"/>
                  <a:gd name="T15" fmla="*/ 17 h 48"/>
                  <a:gd name="T16" fmla="*/ 48 w 64"/>
                  <a:gd name="T17" fmla="*/ 8 h 48"/>
                  <a:gd name="T18" fmla="*/ 48 w 64"/>
                  <a:gd name="T19" fmla="*/ 8 h 48"/>
                  <a:gd name="T20" fmla="*/ 32 w 64"/>
                  <a:gd name="T21" fmla="*/ 19 h 48"/>
                  <a:gd name="T22" fmla="*/ 16 w 64"/>
                  <a:gd name="T23" fmla="*/ 8 h 48"/>
                  <a:gd name="T24" fmla="*/ 32 w 64"/>
                  <a:gd name="T25" fmla="*/ 8 h 48"/>
                  <a:gd name="T26" fmla="*/ 32 w 64"/>
                  <a:gd name="T27" fmla="*/ 0 h 48"/>
                  <a:gd name="T28" fmla="*/ 8 w 64"/>
                  <a:gd name="T29" fmla="*/ 0 h 48"/>
                  <a:gd name="T30" fmla="*/ 0 w 64"/>
                  <a:gd name="T31" fmla="*/ 8 h 48"/>
                  <a:gd name="T32" fmla="*/ 0 w 64"/>
                  <a:gd name="T33" fmla="*/ 40 h 48"/>
                  <a:gd name="T34" fmla="*/ 8 w 64"/>
                  <a:gd name="T35" fmla="*/ 48 h 48"/>
                  <a:gd name="T36" fmla="*/ 56 w 64"/>
                  <a:gd name="T37" fmla="*/ 48 h 48"/>
                  <a:gd name="T38" fmla="*/ 64 w 64"/>
                  <a:gd name="T39" fmla="*/ 40 h 48"/>
                  <a:gd name="T40" fmla="*/ 64 w 64"/>
                  <a:gd name="T41" fmla="*/ 16 h 48"/>
                  <a:gd name="T42" fmla="*/ 56 w 64"/>
                  <a:gd name="T43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" h="48">
                    <a:moveTo>
                      <a:pt x="56" y="16"/>
                    </a:moveTo>
                    <a:cubicBezTo>
                      <a:pt x="56" y="40"/>
                      <a:pt x="56" y="40"/>
                      <a:pt x="56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8"/>
                      <a:pt x="31" y="28"/>
                      <a:pt x="32" y="28"/>
                    </a:cubicBezTo>
                    <a:cubicBezTo>
                      <a:pt x="33" y="28"/>
                      <a:pt x="34" y="28"/>
                      <a:pt x="34" y="27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0" y="48"/>
                      <a:pt x="64" y="44"/>
                      <a:pt x="64" y="40"/>
                    </a:cubicBezTo>
                    <a:cubicBezTo>
                      <a:pt x="64" y="16"/>
                      <a:pt x="64" y="16"/>
                      <a:pt x="64" y="16"/>
                    </a:cubicBezTo>
                    <a:lnTo>
                      <a:pt x="56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44"/>
              <p:cNvSpPr>
                <a:spLocks noEditPoints="1"/>
              </p:cNvSpPr>
              <p:nvPr/>
            </p:nvSpPr>
            <p:spPr bwMode="auto">
              <a:xfrm>
                <a:off x="7586663" y="2973388"/>
                <a:ext cx="177800" cy="177800"/>
              </a:xfrm>
              <a:custGeom>
                <a:avLst/>
                <a:gdLst>
                  <a:gd name="T0" fmla="*/ 28 w 56"/>
                  <a:gd name="T1" fmla="*/ 56 h 56"/>
                  <a:gd name="T2" fmla="*/ 0 w 56"/>
                  <a:gd name="T3" fmla="*/ 28 h 56"/>
                  <a:gd name="T4" fmla="*/ 28 w 56"/>
                  <a:gd name="T5" fmla="*/ 0 h 56"/>
                  <a:gd name="T6" fmla="*/ 56 w 56"/>
                  <a:gd name="T7" fmla="*/ 28 h 56"/>
                  <a:gd name="T8" fmla="*/ 28 w 56"/>
                  <a:gd name="T9" fmla="*/ 56 h 56"/>
                  <a:gd name="T10" fmla="*/ 28 w 56"/>
                  <a:gd name="T11" fmla="*/ 8 h 56"/>
                  <a:gd name="T12" fmla="*/ 8 w 56"/>
                  <a:gd name="T13" fmla="*/ 28 h 56"/>
                  <a:gd name="T14" fmla="*/ 28 w 56"/>
                  <a:gd name="T15" fmla="*/ 48 h 56"/>
                  <a:gd name="T16" fmla="*/ 48 w 56"/>
                  <a:gd name="T17" fmla="*/ 28 h 56"/>
                  <a:gd name="T18" fmla="*/ 28 w 56"/>
                  <a:gd name="T1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56"/>
                    </a:moveTo>
                    <a:cubicBezTo>
                      <a:pt x="13" y="56"/>
                      <a:pt x="0" y="43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43"/>
                      <a:pt x="43" y="56"/>
                      <a:pt x="28" y="56"/>
                    </a:cubicBezTo>
                    <a:close/>
                    <a:moveTo>
                      <a:pt x="28" y="8"/>
                    </a:moveTo>
                    <a:cubicBezTo>
                      <a:pt x="17" y="8"/>
                      <a:pt x="8" y="17"/>
                      <a:pt x="8" y="28"/>
                    </a:cubicBezTo>
                    <a:cubicBezTo>
                      <a:pt x="8" y="39"/>
                      <a:pt x="17" y="48"/>
                      <a:pt x="28" y="48"/>
                    </a:cubicBezTo>
                    <a:cubicBezTo>
                      <a:pt x="39" y="48"/>
                      <a:pt x="48" y="39"/>
                      <a:pt x="48" y="28"/>
                    </a:cubicBezTo>
                    <a:cubicBezTo>
                      <a:pt x="48" y="17"/>
                      <a:pt x="39" y="8"/>
                      <a:pt x="28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45"/>
              <p:cNvSpPr>
                <a:spLocks/>
              </p:cNvSpPr>
              <p:nvPr/>
            </p:nvSpPr>
            <p:spPr bwMode="auto">
              <a:xfrm>
                <a:off x="7662863" y="3011488"/>
                <a:ext cx="50800" cy="63500"/>
              </a:xfrm>
              <a:custGeom>
                <a:avLst/>
                <a:gdLst>
                  <a:gd name="T0" fmla="*/ 32 w 32"/>
                  <a:gd name="T1" fmla="*/ 40 h 40"/>
                  <a:gd name="T2" fmla="*/ 0 w 32"/>
                  <a:gd name="T3" fmla="*/ 40 h 40"/>
                  <a:gd name="T4" fmla="*/ 0 w 32"/>
                  <a:gd name="T5" fmla="*/ 0 h 40"/>
                  <a:gd name="T6" fmla="*/ 16 w 32"/>
                  <a:gd name="T7" fmla="*/ 0 h 40"/>
                  <a:gd name="T8" fmla="*/ 16 w 32"/>
                  <a:gd name="T9" fmla="*/ 24 h 40"/>
                  <a:gd name="T10" fmla="*/ 32 w 32"/>
                  <a:gd name="T11" fmla="*/ 24 h 40"/>
                  <a:gd name="T12" fmla="*/ 32 w 32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0">
                    <a:moveTo>
                      <a:pt x="32" y="40"/>
                    </a:moveTo>
                    <a:lnTo>
                      <a:pt x="0" y="40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16" y="24"/>
                    </a:lnTo>
                    <a:lnTo>
                      <a:pt x="32" y="24"/>
                    </a:lnTo>
                    <a:lnTo>
                      <a:pt x="32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0" name="Freeform 46"/>
            <p:cNvSpPr>
              <a:spLocks noEditPoints="1"/>
            </p:cNvSpPr>
            <p:nvPr/>
          </p:nvSpPr>
          <p:spPr bwMode="auto">
            <a:xfrm>
              <a:off x="4452938" y="1782763"/>
              <a:ext cx="239713" cy="266700"/>
            </a:xfrm>
            <a:custGeom>
              <a:avLst/>
              <a:gdLst>
                <a:gd name="T0" fmla="*/ 75 w 76"/>
                <a:gd name="T1" fmla="*/ 1 h 84"/>
                <a:gd name="T2" fmla="*/ 71 w 76"/>
                <a:gd name="T3" fmla="*/ 0 h 84"/>
                <a:gd name="T4" fmla="*/ 38 w 76"/>
                <a:gd name="T5" fmla="*/ 12 h 84"/>
                <a:gd name="T6" fmla="*/ 36 w 76"/>
                <a:gd name="T7" fmla="*/ 16 h 84"/>
                <a:gd name="T8" fmla="*/ 36 w 76"/>
                <a:gd name="T9" fmla="*/ 22 h 84"/>
                <a:gd name="T10" fmla="*/ 33 w 76"/>
                <a:gd name="T11" fmla="*/ 19 h 84"/>
                <a:gd name="T12" fmla="*/ 28 w 76"/>
                <a:gd name="T13" fmla="*/ 19 h 84"/>
                <a:gd name="T14" fmla="*/ 22 w 76"/>
                <a:gd name="T15" fmla="*/ 24 h 84"/>
                <a:gd name="T16" fmla="*/ 13 w 76"/>
                <a:gd name="T17" fmla="*/ 59 h 84"/>
                <a:gd name="T18" fmla="*/ 0 w 76"/>
                <a:gd name="T19" fmla="*/ 72 h 84"/>
                <a:gd name="T20" fmla="*/ 0 w 76"/>
                <a:gd name="T21" fmla="*/ 84 h 84"/>
                <a:gd name="T22" fmla="*/ 19 w 76"/>
                <a:gd name="T23" fmla="*/ 65 h 84"/>
                <a:gd name="T24" fmla="*/ 28 w 76"/>
                <a:gd name="T25" fmla="*/ 67 h 84"/>
                <a:gd name="T26" fmla="*/ 52 w 76"/>
                <a:gd name="T27" fmla="*/ 54 h 84"/>
                <a:gd name="T28" fmla="*/ 76 w 76"/>
                <a:gd name="T29" fmla="*/ 5 h 84"/>
                <a:gd name="T30" fmla="*/ 75 w 76"/>
                <a:gd name="T31" fmla="*/ 1 h 84"/>
                <a:gd name="T32" fmla="*/ 47 w 76"/>
                <a:gd name="T33" fmla="*/ 48 h 84"/>
                <a:gd name="T34" fmla="*/ 28 w 76"/>
                <a:gd name="T35" fmla="*/ 59 h 84"/>
                <a:gd name="T36" fmla="*/ 20 w 76"/>
                <a:gd name="T37" fmla="*/ 56 h 84"/>
                <a:gd name="T38" fmla="*/ 28 w 76"/>
                <a:gd name="T39" fmla="*/ 29 h 84"/>
                <a:gd name="T40" fmla="*/ 30 w 76"/>
                <a:gd name="T41" fmla="*/ 27 h 84"/>
                <a:gd name="T42" fmla="*/ 37 w 76"/>
                <a:gd name="T43" fmla="*/ 35 h 84"/>
                <a:gd name="T44" fmla="*/ 42 w 76"/>
                <a:gd name="T45" fmla="*/ 36 h 84"/>
                <a:gd name="T46" fmla="*/ 44 w 76"/>
                <a:gd name="T47" fmla="*/ 32 h 84"/>
                <a:gd name="T48" fmla="*/ 44 w 76"/>
                <a:gd name="T49" fmla="*/ 18 h 84"/>
                <a:gd name="T50" fmla="*/ 66 w 76"/>
                <a:gd name="T51" fmla="*/ 10 h 84"/>
                <a:gd name="T52" fmla="*/ 47 w 76"/>
                <a:gd name="T53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84">
                  <a:moveTo>
                    <a:pt x="75" y="1"/>
                  </a:moveTo>
                  <a:cubicBezTo>
                    <a:pt x="74" y="0"/>
                    <a:pt x="72" y="0"/>
                    <a:pt x="71" y="0"/>
                  </a:cubicBezTo>
                  <a:cubicBezTo>
                    <a:pt x="70" y="0"/>
                    <a:pt x="54" y="4"/>
                    <a:pt x="38" y="12"/>
                  </a:cubicBezTo>
                  <a:cubicBezTo>
                    <a:pt x="37" y="13"/>
                    <a:pt x="36" y="14"/>
                    <a:pt x="36" y="16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2" y="18"/>
                    <a:pt x="29" y="17"/>
                    <a:pt x="28" y="19"/>
                  </a:cubicBezTo>
                  <a:cubicBezTo>
                    <a:pt x="25" y="20"/>
                    <a:pt x="23" y="22"/>
                    <a:pt x="22" y="24"/>
                  </a:cubicBezTo>
                  <a:cubicBezTo>
                    <a:pt x="7" y="39"/>
                    <a:pt x="7" y="52"/>
                    <a:pt x="13" y="59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2" y="66"/>
                    <a:pt x="25" y="67"/>
                    <a:pt x="28" y="67"/>
                  </a:cubicBezTo>
                  <a:cubicBezTo>
                    <a:pt x="33" y="67"/>
                    <a:pt x="42" y="65"/>
                    <a:pt x="52" y="54"/>
                  </a:cubicBezTo>
                  <a:cubicBezTo>
                    <a:pt x="68" y="39"/>
                    <a:pt x="76" y="6"/>
                    <a:pt x="76" y="5"/>
                  </a:cubicBezTo>
                  <a:cubicBezTo>
                    <a:pt x="76" y="4"/>
                    <a:pt x="76" y="2"/>
                    <a:pt x="75" y="1"/>
                  </a:cubicBezTo>
                  <a:close/>
                  <a:moveTo>
                    <a:pt x="47" y="48"/>
                  </a:moveTo>
                  <a:cubicBezTo>
                    <a:pt x="38" y="57"/>
                    <a:pt x="32" y="59"/>
                    <a:pt x="28" y="59"/>
                  </a:cubicBezTo>
                  <a:cubicBezTo>
                    <a:pt x="25" y="59"/>
                    <a:pt x="22" y="58"/>
                    <a:pt x="20" y="56"/>
                  </a:cubicBezTo>
                  <a:cubicBezTo>
                    <a:pt x="16" y="52"/>
                    <a:pt x="15" y="42"/>
                    <a:pt x="28" y="29"/>
                  </a:cubicBezTo>
                  <a:cubicBezTo>
                    <a:pt x="28" y="29"/>
                    <a:pt x="29" y="28"/>
                    <a:pt x="30" y="2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6"/>
                    <a:pt x="40" y="36"/>
                    <a:pt x="42" y="36"/>
                  </a:cubicBezTo>
                  <a:cubicBezTo>
                    <a:pt x="43" y="35"/>
                    <a:pt x="44" y="34"/>
                    <a:pt x="44" y="32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52" y="14"/>
                    <a:pt x="61" y="11"/>
                    <a:pt x="66" y="10"/>
                  </a:cubicBezTo>
                  <a:cubicBezTo>
                    <a:pt x="63" y="20"/>
                    <a:pt x="57" y="38"/>
                    <a:pt x="47" y="48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4" name="组合 153"/>
            <p:cNvGrpSpPr/>
            <p:nvPr/>
          </p:nvGrpSpPr>
          <p:grpSpPr>
            <a:xfrm>
              <a:off x="3859213" y="1795463"/>
              <a:ext cx="227013" cy="241300"/>
              <a:chOff x="3859213" y="1795463"/>
              <a:chExt cx="227013" cy="241300"/>
            </a:xfrm>
          </p:grpSpPr>
          <p:sp>
            <p:nvSpPr>
              <p:cNvPr id="51" name="Freeform 47"/>
              <p:cNvSpPr>
                <a:spLocks noEditPoints="1"/>
              </p:cNvSpPr>
              <p:nvPr/>
            </p:nvSpPr>
            <p:spPr bwMode="auto">
              <a:xfrm>
                <a:off x="3884613" y="1858963"/>
                <a:ext cx="176213" cy="177800"/>
              </a:xfrm>
              <a:custGeom>
                <a:avLst/>
                <a:gdLst>
                  <a:gd name="T0" fmla="*/ 0 w 56"/>
                  <a:gd name="T1" fmla="*/ 48 h 56"/>
                  <a:gd name="T2" fmla="*/ 8 w 56"/>
                  <a:gd name="T3" fmla="*/ 56 h 56"/>
                  <a:gd name="T4" fmla="*/ 48 w 56"/>
                  <a:gd name="T5" fmla="*/ 56 h 56"/>
                  <a:gd name="T6" fmla="*/ 56 w 56"/>
                  <a:gd name="T7" fmla="*/ 48 h 56"/>
                  <a:gd name="T8" fmla="*/ 56 w 56"/>
                  <a:gd name="T9" fmla="*/ 0 h 56"/>
                  <a:gd name="T10" fmla="*/ 0 w 56"/>
                  <a:gd name="T11" fmla="*/ 0 h 56"/>
                  <a:gd name="T12" fmla="*/ 0 w 56"/>
                  <a:gd name="T13" fmla="*/ 48 h 56"/>
                  <a:gd name="T14" fmla="*/ 8 w 56"/>
                  <a:gd name="T15" fmla="*/ 8 h 56"/>
                  <a:gd name="T16" fmla="*/ 48 w 56"/>
                  <a:gd name="T17" fmla="*/ 8 h 56"/>
                  <a:gd name="T18" fmla="*/ 48 w 56"/>
                  <a:gd name="T19" fmla="*/ 48 h 56"/>
                  <a:gd name="T20" fmla="*/ 8 w 56"/>
                  <a:gd name="T21" fmla="*/ 48 h 56"/>
                  <a:gd name="T22" fmla="*/ 8 w 56"/>
                  <a:gd name="T23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" h="56">
                    <a:moveTo>
                      <a:pt x="0" y="48"/>
                    </a:moveTo>
                    <a:cubicBezTo>
                      <a:pt x="0" y="52"/>
                      <a:pt x="4" y="56"/>
                      <a:pt x="8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6" y="52"/>
                      <a:pt x="56" y="48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8"/>
                    </a:lnTo>
                    <a:close/>
                    <a:moveTo>
                      <a:pt x="8" y="8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8" y="48"/>
                      <a:pt x="8" y="48"/>
                      <a:pt x="8" y="4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48"/>
              <p:cNvSpPr>
                <a:spLocks/>
              </p:cNvSpPr>
              <p:nvPr/>
            </p:nvSpPr>
            <p:spPr bwMode="auto">
              <a:xfrm>
                <a:off x="3859213" y="1795463"/>
                <a:ext cx="227013" cy="50800"/>
              </a:xfrm>
              <a:custGeom>
                <a:avLst/>
                <a:gdLst>
                  <a:gd name="T0" fmla="*/ 96 w 143"/>
                  <a:gd name="T1" fmla="*/ 16 h 32"/>
                  <a:gd name="T2" fmla="*/ 96 w 143"/>
                  <a:gd name="T3" fmla="*/ 0 h 32"/>
                  <a:gd name="T4" fmla="*/ 48 w 143"/>
                  <a:gd name="T5" fmla="*/ 0 h 32"/>
                  <a:gd name="T6" fmla="*/ 48 w 143"/>
                  <a:gd name="T7" fmla="*/ 16 h 32"/>
                  <a:gd name="T8" fmla="*/ 0 w 143"/>
                  <a:gd name="T9" fmla="*/ 16 h 32"/>
                  <a:gd name="T10" fmla="*/ 0 w 143"/>
                  <a:gd name="T11" fmla="*/ 32 h 32"/>
                  <a:gd name="T12" fmla="*/ 143 w 143"/>
                  <a:gd name="T13" fmla="*/ 32 h 32"/>
                  <a:gd name="T14" fmla="*/ 143 w 143"/>
                  <a:gd name="T15" fmla="*/ 16 h 32"/>
                  <a:gd name="T16" fmla="*/ 96 w 143"/>
                  <a:gd name="T17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3" h="32">
                    <a:moveTo>
                      <a:pt x="96" y="16"/>
                    </a:moveTo>
                    <a:lnTo>
                      <a:pt x="96" y="0"/>
                    </a:lnTo>
                    <a:lnTo>
                      <a:pt x="48" y="0"/>
                    </a:lnTo>
                    <a:lnTo>
                      <a:pt x="48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43" y="32"/>
                    </a:lnTo>
                    <a:lnTo>
                      <a:pt x="143" y="16"/>
                    </a:lnTo>
                    <a:lnTo>
                      <a:pt x="96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Rectangle 49"/>
              <p:cNvSpPr>
                <a:spLocks noChangeArrowheads="1"/>
              </p:cNvSpPr>
              <p:nvPr/>
            </p:nvSpPr>
            <p:spPr bwMode="auto">
              <a:xfrm>
                <a:off x="3935413" y="1909763"/>
                <a:ext cx="25400" cy="762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Rectangle 50"/>
              <p:cNvSpPr>
                <a:spLocks noChangeArrowheads="1"/>
              </p:cNvSpPr>
              <p:nvPr/>
            </p:nvSpPr>
            <p:spPr bwMode="auto">
              <a:xfrm>
                <a:off x="3986213" y="1909763"/>
                <a:ext cx="25400" cy="762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" name="Freeform 51"/>
            <p:cNvSpPr>
              <a:spLocks noEditPoints="1"/>
            </p:cNvSpPr>
            <p:nvPr/>
          </p:nvSpPr>
          <p:spPr bwMode="auto">
            <a:xfrm>
              <a:off x="5046663" y="1770063"/>
              <a:ext cx="277813" cy="260350"/>
            </a:xfrm>
            <a:custGeom>
              <a:avLst/>
              <a:gdLst>
                <a:gd name="T0" fmla="*/ 72 w 88"/>
                <a:gd name="T1" fmla="*/ 50 h 82"/>
                <a:gd name="T2" fmla="*/ 58 w 88"/>
                <a:gd name="T3" fmla="*/ 59 h 82"/>
                <a:gd name="T4" fmla="*/ 49 w 88"/>
                <a:gd name="T5" fmla="*/ 46 h 82"/>
                <a:gd name="T6" fmla="*/ 75 w 88"/>
                <a:gd name="T7" fmla="*/ 4 h 82"/>
                <a:gd name="T8" fmla="*/ 69 w 88"/>
                <a:gd name="T9" fmla="*/ 0 h 82"/>
                <a:gd name="T10" fmla="*/ 44 w 88"/>
                <a:gd name="T11" fmla="*/ 38 h 82"/>
                <a:gd name="T12" fmla="*/ 19 w 88"/>
                <a:gd name="T13" fmla="*/ 0 h 82"/>
                <a:gd name="T14" fmla="*/ 13 w 88"/>
                <a:gd name="T15" fmla="*/ 4 h 82"/>
                <a:gd name="T16" fmla="*/ 39 w 88"/>
                <a:gd name="T17" fmla="*/ 46 h 82"/>
                <a:gd name="T18" fmla="*/ 30 w 88"/>
                <a:gd name="T19" fmla="*/ 59 h 82"/>
                <a:gd name="T20" fmla="*/ 16 w 88"/>
                <a:gd name="T21" fmla="*/ 50 h 82"/>
                <a:gd name="T22" fmla="*/ 0 w 88"/>
                <a:gd name="T23" fmla="*/ 66 h 82"/>
                <a:gd name="T24" fmla="*/ 16 w 88"/>
                <a:gd name="T25" fmla="*/ 82 h 82"/>
                <a:gd name="T26" fmla="*/ 44 w 88"/>
                <a:gd name="T27" fmla="*/ 55 h 82"/>
                <a:gd name="T28" fmla="*/ 72 w 88"/>
                <a:gd name="T29" fmla="*/ 82 h 82"/>
                <a:gd name="T30" fmla="*/ 88 w 88"/>
                <a:gd name="T31" fmla="*/ 66 h 82"/>
                <a:gd name="T32" fmla="*/ 72 w 88"/>
                <a:gd name="T33" fmla="*/ 50 h 82"/>
                <a:gd name="T34" fmla="*/ 22 w 88"/>
                <a:gd name="T35" fmla="*/ 72 h 82"/>
                <a:gd name="T36" fmla="*/ 16 w 88"/>
                <a:gd name="T37" fmla="*/ 74 h 82"/>
                <a:gd name="T38" fmla="*/ 8 w 88"/>
                <a:gd name="T39" fmla="*/ 66 h 82"/>
                <a:gd name="T40" fmla="*/ 16 w 88"/>
                <a:gd name="T41" fmla="*/ 58 h 82"/>
                <a:gd name="T42" fmla="*/ 24 w 88"/>
                <a:gd name="T43" fmla="*/ 66 h 82"/>
                <a:gd name="T44" fmla="*/ 22 w 88"/>
                <a:gd name="T45" fmla="*/ 72 h 82"/>
                <a:gd name="T46" fmla="*/ 72 w 88"/>
                <a:gd name="T47" fmla="*/ 74 h 82"/>
                <a:gd name="T48" fmla="*/ 66 w 88"/>
                <a:gd name="T49" fmla="*/ 72 h 82"/>
                <a:gd name="T50" fmla="*/ 64 w 88"/>
                <a:gd name="T51" fmla="*/ 66 h 82"/>
                <a:gd name="T52" fmla="*/ 72 w 88"/>
                <a:gd name="T53" fmla="*/ 58 h 82"/>
                <a:gd name="T54" fmla="*/ 80 w 88"/>
                <a:gd name="T55" fmla="*/ 66 h 82"/>
                <a:gd name="T56" fmla="*/ 72 w 88"/>
                <a:gd name="T57" fmla="*/ 74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8" h="82">
                  <a:moveTo>
                    <a:pt x="72" y="50"/>
                  </a:moveTo>
                  <a:cubicBezTo>
                    <a:pt x="66" y="50"/>
                    <a:pt x="60" y="54"/>
                    <a:pt x="58" y="59"/>
                  </a:cubicBezTo>
                  <a:cubicBezTo>
                    <a:pt x="49" y="46"/>
                    <a:pt x="49" y="46"/>
                    <a:pt x="49" y="46"/>
                  </a:cubicBezTo>
                  <a:cubicBezTo>
                    <a:pt x="56" y="36"/>
                    <a:pt x="64" y="22"/>
                    <a:pt x="75" y="4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4" y="22"/>
                    <a:pt x="32" y="36"/>
                    <a:pt x="39" y="46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28" y="54"/>
                    <a:pt x="22" y="50"/>
                    <a:pt x="16" y="50"/>
                  </a:cubicBezTo>
                  <a:cubicBezTo>
                    <a:pt x="7" y="50"/>
                    <a:pt x="0" y="57"/>
                    <a:pt x="0" y="66"/>
                  </a:cubicBezTo>
                  <a:cubicBezTo>
                    <a:pt x="0" y="75"/>
                    <a:pt x="7" y="82"/>
                    <a:pt x="16" y="82"/>
                  </a:cubicBezTo>
                  <a:cubicBezTo>
                    <a:pt x="25" y="82"/>
                    <a:pt x="28" y="79"/>
                    <a:pt x="44" y="55"/>
                  </a:cubicBezTo>
                  <a:cubicBezTo>
                    <a:pt x="59" y="79"/>
                    <a:pt x="63" y="82"/>
                    <a:pt x="72" y="82"/>
                  </a:cubicBezTo>
                  <a:cubicBezTo>
                    <a:pt x="81" y="82"/>
                    <a:pt x="88" y="75"/>
                    <a:pt x="88" y="66"/>
                  </a:cubicBezTo>
                  <a:cubicBezTo>
                    <a:pt x="88" y="57"/>
                    <a:pt x="81" y="50"/>
                    <a:pt x="72" y="50"/>
                  </a:cubicBezTo>
                  <a:close/>
                  <a:moveTo>
                    <a:pt x="22" y="72"/>
                  </a:moveTo>
                  <a:cubicBezTo>
                    <a:pt x="20" y="73"/>
                    <a:pt x="18" y="74"/>
                    <a:pt x="16" y="74"/>
                  </a:cubicBezTo>
                  <a:cubicBezTo>
                    <a:pt x="12" y="74"/>
                    <a:pt x="8" y="71"/>
                    <a:pt x="8" y="66"/>
                  </a:cubicBezTo>
                  <a:cubicBezTo>
                    <a:pt x="8" y="62"/>
                    <a:pt x="12" y="58"/>
                    <a:pt x="16" y="58"/>
                  </a:cubicBezTo>
                  <a:cubicBezTo>
                    <a:pt x="20" y="58"/>
                    <a:pt x="24" y="62"/>
                    <a:pt x="24" y="66"/>
                  </a:cubicBezTo>
                  <a:cubicBezTo>
                    <a:pt x="24" y="68"/>
                    <a:pt x="23" y="70"/>
                    <a:pt x="22" y="72"/>
                  </a:cubicBezTo>
                  <a:close/>
                  <a:moveTo>
                    <a:pt x="72" y="74"/>
                  </a:moveTo>
                  <a:cubicBezTo>
                    <a:pt x="70" y="74"/>
                    <a:pt x="68" y="73"/>
                    <a:pt x="66" y="72"/>
                  </a:cubicBezTo>
                  <a:cubicBezTo>
                    <a:pt x="65" y="70"/>
                    <a:pt x="64" y="68"/>
                    <a:pt x="64" y="66"/>
                  </a:cubicBezTo>
                  <a:cubicBezTo>
                    <a:pt x="64" y="62"/>
                    <a:pt x="68" y="58"/>
                    <a:pt x="72" y="58"/>
                  </a:cubicBezTo>
                  <a:cubicBezTo>
                    <a:pt x="76" y="58"/>
                    <a:pt x="80" y="62"/>
                    <a:pt x="80" y="66"/>
                  </a:cubicBezTo>
                  <a:cubicBezTo>
                    <a:pt x="80" y="71"/>
                    <a:pt x="76" y="74"/>
                    <a:pt x="72" y="7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2"/>
            <p:cNvSpPr>
              <a:spLocks noEditPoints="1"/>
            </p:cNvSpPr>
            <p:nvPr/>
          </p:nvSpPr>
          <p:spPr bwMode="auto">
            <a:xfrm>
              <a:off x="3227388" y="1782763"/>
              <a:ext cx="277813" cy="279400"/>
            </a:xfrm>
            <a:custGeom>
              <a:avLst/>
              <a:gdLst>
                <a:gd name="T0" fmla="*/ 79 w 88"/>
                <a:gd name="T1" fmla="*/ 76 h 88"/>
                <a:gd name="T2" fmla="*/ 78 w 88"/>
                <a:gd name="T3" fmla="*/ 76 h 88"/>
                <a:gd name="T4" fmla="*/ 77 w 88"/>
                <a:gd name="T5" fmla="*/ 76 h 88"/>
                <a:gd name="T6" fmla="*/ 74 w 88"/>
                <a:gd name="T7" fmla="*/ 76 h 88"/>
                <a:gd name="T8" fmla="*/ 56 w 88"/>
                <a:gd name="T9" fmla="*/ 60 h 88"/>
                <a:gd name="T10" fmla="*/ 72 w 88"/>
                <a:gd name="T11" fmla="*/ 60 h 88"/>
                <a:gd name="T12" fmla="*/ 72 w 88"/>
                <a:gd name="T13" fmla="*/ 52 h 88"/>
                <a:gd name="T14" fmla="*/ 56 w 88"/>
                <a:gd name="T15" fmla="*/ 52 h 88"/>
                <a:gd name="T16" fmla="*/ 56 w 88"/>
                <a:gd name="T17" fmla="*/ 44 h 88"/>
                <a:gd name="T18" fmla="*/ 69 w 88"/>
                <a:gd name="T19" fmla="*/ 44 h 88"/>
                <a:gd name="T20" fmla="*/ 88 w 88"/>
                <a:gd name="T21" fmla="*/ 27 h 88"/>
                <a:gd name="T22" fmla="*/ 69 w 88"/>
                <a:gd name="T23" fmla="*/ 8 h 88"/>
                <a:gd name="T24" fmla="*/ 60 w 88"/>
                <a:gd name="T25" fmla="*/ 10 h 88"/>
                <a:gd name="T26" fmla="*/ 44 w 88"/>
                <a:gd name="T27" fmla="*/ 0 h 88"/>
                <a:gd name="T28" fmla="*/ 28 w 88"/>
                <a:gd name="T29" fmla="*/ 10 h 88"/>
                <a:gd name="T30" fmla="*/ 19 w 88"/>
                <a:gd name="T31" fmla="*/ 8 h 88"/>
                <a:gd name="T32" fmla="*/ 0 w 88"/>
                <a:gd name="T33" fmla="*/ 27 h 88"/>
                <a:gd name="T34" fmla="*/ 19 w 88"/>
                <a:gd name="T35" fmla="*/ 44 h 88"/>
                <a:gd name="T36" fmla="*/ 32 w 88"/>
                <a:gd name="T37" fmla="*/ 44 h 88"/>
                <a:gd name="T38" fmla="*/ 32 w 88"/>
                <a:gd name="T39" fmla="*/ 52 h 88"/>
                <a:gd name="T40" fmla="*/ 16 w 88"/>
                <a:gd name="T41" fmla="*/ 52 h 88"/>
                <a:gd name="T42" fmla="*/ 16 w 88"/>
                <a:gd name="T43" fmla="*/ 60 h 88"/>
                <a:gd name="T44" fmla="*/ 32 w 88"/>
                <a:gd name="T45" fmla="*/ 60 h 88"/>
                <a:gd name="T46" fmla="*/ 14 w 88"/>
                <a:gd name="T47" fmla="*/ 76 h 88"/>
                <a:gd name="T48" fmla="*/ 11 w 88"/>
                <a:gd name="T49" fmla="*/ 76 h 88"/>
                <a:gd name="T50" fmla="*/ 10 w 88"/>
                <a:gd name="T51" fmla="*/ 76 h 88"/>
                <a:gd name="T52" fmla="*/ 9 w 88"/>
                <a:gd name="T53" fmla="*/ 76 h 88"/>
                <a:gd name="T54" fmla="*/ 4 w 88"/>
                <a:gd name="T55" fmla="*/ 83 h 88"/>
                <a:gd name="T56" fmla="*/ 10 w 88"/>
                <a:gd name="T57" fmla="*/ 88 h 88"/>
                <a:gd name="T58" fmla="*/ 78 w 88"/>
                <a:gd name="T59" fmla="*/ 88 h 88"/>
                <a:gd name="T60" fmla="*/ 84 w 88"/>
                <a:gd name="T61" fmla="*/ 82 h 88"/>
                <a:gd name="T62" fmla="*/ 79 w 88"/>
                <a:gd name="T63" fmla="*/ 76 h 88"/>
                <a:gd name="T64" fmla="*/ 36 w 88"/>
                <a:gd name="T65" fmla="*/ 36 h 88"/>
                <a:gd name="T66" fmla="*/ 19 w 88"/>
                <a:gd name="T67" fmla="*/ 36 h 88"/>
                <a:gd name="T68" fmla="*/ 8 w 88"/>
                <a:gd name="T69" fmla="*/ 27 h 88"/>
                <a:gd name="T70" fmla="*/ 19 w 88"/>
                <a:gd name="T71" fmla="*/ 16 h 88"/>
                <a:gd name="T72" fmla="*/ 27 w 88"/>
                <a:gd name="T73" fmla="*/ 19 h 88"/>
                <a:gd name="T74" fmla="*/ 31 w 88"/>
                <a:gd name="T75" fmla="*/ 20 h 88"/>
                <a:gd name="T76" fmla="*/ 34 w 88"/>
                <a:gd name="T77" fmla="*/ 17 h 88"/>
                <a:gd name="T78" fmla="*/ 44 w 88"/>
                <a:gd name="T79" fmla="*/ 8 h 88"/>
                <a:gd name="T80" fmla="*/ 54 w 88"/>
                <a:gd name="T81" fmla="*/ 17 h 88"/>
                <a:gd name="T82" fmla="*/ 57 w 88"/>
                <a:gd name="T83" fmla="*/ 20 h 88"/>
                <a:gd name="T84" fmla="*/ 61 w 88"/>
                <a:gd name="T85" fmla="*/ 19 h 88"/>
                <a:gd name="T86" fmla="*/ 69 w 88"/>
                <a:gd name="T87" fmla="*/ 16 h 88"/>
                <a:gd name="T88" fmla="*/ 80 w 88"/>
                <a:gd name="T89" fmla="*/ 27 h 88"/>
                <a:gd name="T90" fmla="*/ 69 w 88"/>
                <a:gd name="T91" fmla="*/ 36 h 88"/>
                <a:gd name="T92" fmla="*/ 52 w 88"/>
                <a:gd name="T93" fmla="*/ 36 h 88"/>
                <a:gd name="T94" fmla="*/ 48 w 88"/>
                <a:gd name="T95" fmla="*/ 40 h 88"/>
                <a:gd name="T96" fmla="*/ 48 w 88"/>
                <a:gd name="T97" fmla="*/ 52 h 88"/>
                <a:gd name="T98" fmla="*/ 40 w 88"/>
                <a:gd name="T99" fmla="*/ 52 h 88"/>
                <a:gd name="T100" fmla="*/ 40 w 88"/>
                <a:gd name="T101" fmla="*/ 40 h 88"/>
                <a:gd name="T102" fmla="*/ 36 w 88"/>
                <a:gd name="T103" fmla="*/ 36 h 88"/>
                <a:gd name="T104" fmla="*/ 29 w 88"/>
                <a:gd name="T105" fmla="*/ 80 h 88"/>
                <a:gd name="T106" fmla="*/ 40 w 88"/>
                <a:gd name="T107" fmla="*/ 60 h 88"/>
                <a:gd name="T108" fmla="*/ 48 w 88"/>
                <a:gd name="T109" fmla="*/ 60 h 88"/>
                <a:gd name="T110" fmla="*/ 58 w 88"/>
                <a:gd name="T111" fmla="*/ 79 h 88"/>
                <a:gd name="T112" fmla="*/ 59 w 88"/>
                <a:gd name="T113" fmla="*/ 80 h 88"/>
                <a:gd name="T114" fmla="*/ 29 w 88"/>
                <a:gd name="T115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8" h="88">
                  <a:moveTo>
                    <a:pt x="79" y="76"/>
                  </a:moveTo>
                  <a:cubicBezTo>
                    <a:pt x="78" y="76"/>
                    <a:pt x="78" y="76"/>
                    <a:pt x="78" y="76"/>
                  </a:cubicBezTo>
                  <a:cubicBezTo>
                    <a:pt x="78" y="76"/>
                    <a:pt x="78" y="76"/>
                    <a:pt x="77" y="76"/>
                  </a:cubicBezTo>
                  <a:cubicBezTo>
                    <a:pt x="76" y="76"/>
                    <a:pt x="75" y="76"/>
                    <a:pt x="74" y="76"/>
                  </a:cubicBezTo>
                  <a:cubicBezTo>
                    <a:pt x="63" y="76"/>
                    <a:pt x="57" y="71"/>
                    <a:pt x="56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80" y="44"/>
                    <a:pt x="88" y="36"/>
                    <a:pt x="88" y="27"/>
                  </a:cubicBezTo>
                  <a:cubicBezTo>
                    <a:pt x="88" y="16"/>
                    <a:pt x="80" y="8"/>
                    <a:pt x="69" y="8"/>
                  </a:cubicBezTo>
                  <a:cubicBezTo>
                    <a:pt x="66" y="8"/>
                    <a:pt x="63" y="9"/>
                    <a:pt x="60" y="10"/>
                  </a:cubicBezTo>
                  <a:cubicBezTo>
                    <a:pt x="57" y="4"/>
                    <a:pt x="51" y="0"/>
                    <a:pt x="44" y="0"/>
                  </a:cubicBezTo>
                  <a:cubicBezTo>
                    <a:pt x="37" y="0"/>
                    <a:pt x="31" y="4"/>
                    <a:pt x="28" y="10"/>
                  </a:cubicBezTo>
                  <a:cubicBezTo>
                    <a:pt x="25" y="9"/>
                    <a:pt x="22" y="8"/>
                    <a:pt x="19" y="8"/>
                  </a:cubicBezTo>
                  <a:cubicBezTo>
                    <a:pt x="8" y="8"/>
                    <a:pt x="0" y="16"/>
                    <a:pt x="0" y="27"/>
                  </a:cubicBezTo>
                  <a:cubicBezTo>
                    <a:pt x="0" y="36"/>
                    <a:pt x="8" y="44"/>
                    <a:pt x="19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1" y="71"/>
                    <a:pt x="25" y="76"/>
                    <a:pt x="14" y="76"/>
                  </a:cubicBezTo>
                  <a:cubicBezTo>
                    <a:pt x="13" y="76"/>
                    <a:pt x="12" y="76"/>
                    <a:pt x="11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6" y="77"/>
                    <a:pt x="4" y="79"/>
                    <a:pt x="4" y="83"/>
                  </a:cubicBezTo>
                  <a:cubicBezTo>
                    <a:pt x="4" y="86"/>
                    <a:pt x="7" y="88"/>
                    <a:pt x="10" y="88"/>
                  </a:cubicBezTo>
                  <a:cubicBezTo>
                    <a:pt x="78" y="88"/>
                    <a:pt x="78" y="88"/>
                    <a:pt x="78" y="88"/>
                  </a:cubicBezTo>
                  <a:cubicBezTo>
                    <a:pt x="81" y="88"/>
                    <a:pt x="84" y="86"/>
                    <a:pt x="84" y="82"/>
                  </a:cubicBezTo>
                  <a:cubicBezTo>
                    <a:pt x="84" y="79"/>
                    <a:pt x="82" y="77"/>
                    <a:pt x="79" y="76"/>
                  </a:cubicBezTo>
                  <a:close/>
                  <a:moveTo>
                    <a:pt x="36" y="36"/>
                  </a:moveTo>
                  <a:cubicBezTo>
                    <a:pt x="19" y="36"/>
                    <a:pt x="19" y="36"/>
                    <a:pt x="19" y="36"/>
                  </a:cubicBezTo>
                  <a:cubicBezTo>
                    <a:pt x="13" y="36"/>
                    <a:pt x="8" y="33"/>
                    <a:pt x="8" y="27"/>
                  </a:cubicBezTo>
                  <a:cubicBezTo>
                    <a:pt x="8" y="21"/>
                    <a:pt x="13" y="16"/>
                    <a:pt x="19" y="16"/>
                  </a:cubicBezTo>
                  <a:cubicBezTo>
                    <a:pt x="22" y="16"/>
                    <a:pt x="25" y="17"/>
                    <a:pt x="27" y="19"/>
                  </a:cubicBezTo>
                  <a:cubicBezTo>
                    <a:pt x="28" y="20"/>
                    <a:pt x="29" y="21"/>
                    <a:pt x="31" y="20"/>
                  </a:cubicBezTo>
                  <a:cubicBezTo>
                    <a:pt x="32" y="20"/>
                    <a:pt x="33" y="19"/>
                    <a:pt x="34" y="17"/>
                  </a:cubicBezTo>
                  <a:cubicBezTo>
                    <a:pt x="34" y="12"/>
                    <a:pt x="39" y="8"/>
                    <a:pt x="44" y="8"/>
                  </a:cubicBezTo>
                  <a:cubicBezTo>
                    <a:pt x="49" y="8"/>
                    <a:pt x="54" y="12"/>
                    <a:pt x="54" y="17"/>
                  </a:cubicBezTo>
                  <a:cubicBezTo>
                    <a:pt x="55" y="19"/>
                    <a:pt x="56" y="20"/>
                    <a:pt x="57" y="20"/>
                  </a:cubicBezTo>
                  <a:cubicBezTo>
                    <a:pt x="59" y="21"/>
                    <a:pt x="60" y="20"/>
                    <a:pt x="61" y="19"/>
                  </a:cubicBezTo>
                  <a:cubicBezTo>
                    <a:pt x="63" y="17"/>
                    <a:pt x="66" y="16"/>
                    <a:pt x="69" y="16"/>
                  </a:cubicBezTo>
                  <a:cubicBezTo>
                    <a:pt x="75" y="16"/>
                    <a:pt x="80" y="21"/>
                    <a:pt x="80" y="27"/>
                  </a:cubicBezTo>
                  <a:cubicBezTo>
                    <a:pt x="80" y="33"/>
                    <a:pt x="75" y="36"/>
                    <a:pt x="6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0" y="36"/>
                    <a:pt x="48" y="38"/>
                    <a:pt x="48" y="40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0" y="38"/>
                    <a:pt x="38" y="36"/>
                    <a:pt x="36" y="36"/>
                  </a:cubicBezTo>
                  <a:close/>
                  <a:moveTo>
                    <a:pt x="29" y="80"/>
                  </a:moveTo>
                  <a:cubicBezTo>
                    <a:pt x="35" y="76"/>
                    <a:pt x="39" y="69"/>
                    <a:pt x="40" y="60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9" y="69"/>
                    <a:pt x="52" y="75"/>
                    <a:pt x="58" y="79"/>
                  </a:cubicBezTo>
                  <a:cubicBezTo>
                    <a:pt x="58" y="80"/>
                    <a:pt x="58" y="80"/>
                    <a:pt x="59" y="80"/>
                  </a:cubicBezTo>
                  <a:lnTo>
                    <a:pt x="29" y="8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3"/>
            <p:cNvSpPr>
              <a:spLocks noEditPoints="1"/>
            </p:cNvSpPr>
            <p:nvPr/>
          </p:nvSpPr>
          <p:spPr bwMode="auto">
            <a:xfrm>
              <a:off x="6297613" y="1782763"/>
              <a:ext cx="203200" cy="254000"/>
            </a:xfrm>
            <a:custGeom>
              <a:avLst/>
              <a:gdLst>
                <a:gd name="T0" fmla="*/ 28 w 64"/>
                <a:gd name="T1" fmla="*/ 80 h 80"/>
                <a:gd name="T2" fmla="*/ 27 w 64"/>
                <a:gd name="T3" fmla="*/ 80 h 80"/>
                <a:gd name="T4" fmla="*/ 24 w 64"/>
                <a:gd name="T5" fmla="*/ 76 h 80"/>
                <a:gd name="T6" fmla="*/ 24 w 64"/>
                <a:gd name="T7" fmla="*/ 48 h 80"/>
                <a:gd name="T8" fmla="*/ 4 w 64"/>
                <a:gd name="T9" fmla="*/ 48 h 80"/>
                <a:gd name="T10" fmla="*/ 0 w 64"/>
                <a:gd name="T11" fmla="*/ 46 h 80"/>
                <a:gd name="T12" fmla="*/ 1 w 64"/>
                <a:gd name="T13" fmla="*/ 41 h 80"/>
                <a:gd name="T14" fmla="*/ 33 w 64"/>
                <a:gd name="T15" fmla="*/ 1 h 80"/>
                <a:gd name="T16" fmla="*/ 37 w 64"/>
                <a:gd name="T17" fmla="*/ 0 h 80"/>
                <a:gd name="T18" fmla="*/ 40 w 64"/>
                <a:gd name="T19" fmla="*/ 4 h 80"/>
                <a:gd name="T20" fmla="*/ 40 w 64"/>
                <a:gd name="T21" fmla="*/ 32 h 80"/>
                <a:gd name="T22" fmla="*/ 60 w 64"/>
                <a:gd name="T23" fmla="*/ 32 h 80"/>
                <a:gd name="T24" fmla="*/ 64 w 64"/>
                <a:gd name="T25" fmla="*/ 34 h 80"/>
                <a:gd name="T26" fmla="*/ 63 w 64"/>
                <a:gd name="T27" fmla="*/ 38 h 80"/>
                <a:gd name="T28" fmla="*/ 31 w 64"/>
                <a:gd name="T29" fmla="*/ 78 h 80"/>
                <a:gd name="T30" fmla="*/ 28 w 64"/>
                <a:gd name="T31" fmla="*/ 80 h 80"/>
                <a:gd name="T32" fmla="*/ 12 w 64"/>
                <a:gd name="T33" fmla="*/ 40 h 80"/>
                <a:gd name="T34" fmla="*/ 28 w 64"/>
                <a:gd name="T35" fmla="*/ 40 h 80"/>
                <a:gd name="T36" fmla="*/ 32 w 64"/>
                <a:gd name="T37" fmla="*/ 44 h 80"/>
                <a:gd name="T38" fmla="*/ 32 w 64"/>
                <a:gd name="T39" fmla="*/ 65 h 80"/>
                <a:gd name="T40" fmla="*/ 52 w 64"/>
                <a:gd name="T41" fmla="*/ 40 h 80"/>
                <a:gd name="T42" fmla="*/ 36 w 64"/>
                <a:gd name="T43" fmla="*/ 40 h 80"/>
                <a:gd name="T44" fmla="*/ 32 w 64"/>
                <a:gd name="T45" fmla="*/ 36 h 80"/>
                <a:gd name="T46" fmla="*/ 32 w 64"/>
                <a:gd name="T47" fmla="*/ 15 h 80"/>
                <a:gd name="T48" fmla="*/ 12 w 64"/>
                <a:gd name="T4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" h="80">
                  <a:moveTo>
                    <a:pt x="28" y="80"/>
                  </a:moveTo>
                  <a:cubicBezTo>
                    <a:pt x="28" y="80"/>
                    <a:pt x="27" y="80"/>
                    <a:pt x="27" y="80"/>
                  </a:cubicBezTo>
                  <a:cubicBezTo>
                    <a:pt x="25" y="79"/>
                    <a:pt x="24" y="78"/>
                    <a:pt x="24" y="76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1" y="47"/>
                    <a:pt x="0" y="46"/>
                  </a:cubicBezTo>
                  <a:cubicBezTo>
                    <a:pt x="0" y="44"/>
                    <a:pt x="0" y="43"/>
                    <a:pt x="1" y="4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4" y="0"/>
                    <a:pt x="36" y="0"/>
                    <a:pt x="37" y="0"/>
                  </a:cubicBezTo>
                  <a:cubicBezTo>
                    <a:pt x="39" y="1"/>
                    <a:pt x="40" y="2"/>
                    <a:pt x="40" y="4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2" y="32"/>
                    <a:pt x="63" y="33"/>
                    <a:pt x="64" y="34"/>
                  </a:cubicBezTo>
                  <a:cubicBezTo>
                    <a:pt x="64" y="36"/>
                    <a:pt x="64" y="37"/>
                    <a:pt x="63" y="3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0" y="79"/>
                    <a:pt x="29" y="80"/>
                    <a:pt x="28" y="80"/>
                  </a:cubicBezTo>
                  <a:close/>
                  <a:moveTo>
                    <a:pt x="12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30" y="40"/>
                    <a:pt x="32" y="42"/>
                    <a:pt x="32" y="44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4" y="40"/>
                    <a:pt x="32" y="38"/>
                    <a:pt x="32" y="36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12" y="4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5" name="组合 154"/>
            <p:cNvGrpSpPr/>
            <p:nvPr/>
          </p:nvGrpSpPr>
          <p:grpSpPr>
            <a:xfrm>
              <a:off x="6896101" y="1782763"/>
              <a:ext cx="220663" cy="254000"/>
              <a:chOff x="6896101" y="1782763"/>
              <a:chExt cx="220663" cy="254000"/>
            </a:xfrm>
          </p:grpSpPr>
          <p:sp>
            <p:nvSpPr>
              <p:cNvPr id="58" name="Freeform 54"/>
              <p:cNvSpPr>
                <a:spLocks/>
              </p:cNvSpPr>
              <p:nvPr/>
            </p:nvSpPr>
            <p:spPr bwMode="auto">
              <a:xfrm>
                <a:off x="7034213" y="1884363"/>
                <a:ext cx="73025" cy="47625"/>
              </a:xfrm>
              <a:custGeom>
                <a:avLst/>
                <a:gdLst>
                  <a:gd name="T0" fmla="*/ 8 w 23"/>
                  <a:gd name="T1" fmla="*/ 8 h 15"/>
                  <a:gd name="T2" fmla="*/ 11 w 23"/>
                  <a:gd name="T3" fmla="*/ 8 h 15"/>
                  <a:gd name="T4" fmla="*/ 9 w 23"/>
                  <a:gd name="T5" fmla="*/ 10 h 15"/>
                  <a:gd name="T6" fmla="*/ 15 w 23"/>
                  <a:gd name="T7" fmla="*/ 15 h 15"/>
                  <a:gd name="T8" fmla="*/ 22 w 23"/>
                  <a:gd name="T9" fmla="*/ 6 h 15"/>
                  <a:gd name="T10" fmla="*/ 23 w 23"/>
                  <a:gd name="T11" fmla="*/ 2 h 15"/>
                  <a:gd name="T12" fmla="*/ 19 w 23"/>
                  <a:gd name="T13" fmla="*/ 0 h 15"/>
                  <a:gd name="T14" fmla="*/ 0 w 23"/>
                  <a:gd name="T15" fmla="*/ 0 h 15"/>
                  <a:gd name="T16" fmla="*/ 8 w 23"/>
                  <a:gd name="T17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5">
                    <a:moveTo>
                      <a:pt x="8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3" y="5"/>
                      <a:pt x="23" y="4"/>
                      <a:pt x="23" y="2"/>
                    </a:cubicBezTo>
                    <a:cubicBezTo>
                      <a:pt x="22" y="1"/>
                      <a:pt x="21" y="0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5"/>
              <p:cNvSpPr>
                <a:spLocks noEditPoints="1"/>
              </p:cNvSpPr>
              <p:nvPr/>
            </p:nvSpPr>
            <p:spPr bwMode="auto">
              <a:xfrm>
                <a:off x="6896101" y="1798638"/>
                <a:ext cx="220663" cy="238125"/>
              </a:xfrm>
              <a:custGeom>
                <a:avLst/>
                <a:gdLst>
                  <a:gd name="T0" fmla="*/ 6 w 70"/>
                  <a:gd name="T1" fmla="*/ 0 h 75"/>
                  <a:gd name="T2" fmla="*/ 0 w 70"/>
                  <a:gd name="T3" fmla="*/ 6 h 75"/>
                  <a:gd name="T4" fmla="*/ 16 w 70"/>
                  <a:gd name="T5" fmla="*/ 22 h 75"/>
                  <a:gd name="T6" fmla="*/ 4 w 70"/>
                  <a:gd name="T7" fmla="*/ 36 h 75"/>
                  <a:gd name="T8" fmla="*/ 3 w 70"/>
                  <a:gd name="T9" fmla="*/ 41 h 75"/>
                  <a:gd name="T10" fmla="*/ 7 w 70"/>
                  <a:gd name="T11" fmla="*/ 43 h 75"/>
                  <a:gd name="T12" fmla="*/ 27 w 70"/>
                  <a:gd name="T13" fmla="*/ 43 h 75"/>
                  <a:gd name="T14" fmla="*/ 27 w 70"/>
                  <a:gd name="T15" fmla="*/ 71 h 75"/>
                  <a:gd name="T16" fmla="*/ 30 w 70"/>
                  <a:gd name="T17" fmla="*/ 75 h 75"/>
                  <a:gd name="T18" fmla="*/ 31 w 70"/>
                  <a:gd name="T19" fmla="*/ 75 h 75"/>
                  <a:gd name="T20" fmla="*/ 34 w 70"/>
                  <a:gd name="T21" fmla="*/ 73 h 75"/>
                  <a:gd name="T22" fmla="*/ 49 w 70"/>
                  <a:gd name="T23" fmla="*/ 55 h 75"/>
                  <a:gd name="T24" fmla="*/ 64 w 70"/>
                  <a:gd name="T25" fmla="*/ 70 h 75"/>
                  <a:gd name="T26" fmla="*/ 70 w 70"/>
                  <a:gd name="T27" fmla="*/ 64 h 75"/>
                  <a:gd name="T28" fmla="*/ 6 w 70"/>
                  <a:gd name="T29" fmla="*/ 0 h 75"/>
                  <a:gd name="T30" fmla="*/ 15 w 70"/>
                  <a:gd name="T31" fmla="*/ 35 h 75"/>
                  <a:gd name="T32" fmla="*/ 22 w 70"/>
                  <a:gd name="T33" fmla="*/ 27 h 75"/>
                  <a:gd name="T34" fmla="*/ 29 w 70"/>
                  <a:gd name="T35" fmla="*/ 35 h 75"/>
                  <a:gd name="T36" fmla="*/ 15 w 70"/>
                  <a:gd name="T37" fmla="*/ 35 h 75"/>
                  <a:gd name="T38" fmla="*/ 35 w 70"/>
                  <a:gd name="T39" fmla="*/ 60 h 75"/>
                  <a:gd name="T40" fmla="*/ 35 w 70"/>
                  <a:gd name="T41" fmla="*/ 41 h 75"/>
                  <a:gd name="T42" fmla="*/ 43 w 70"/>
                  <a:gd name="T43" fmla="*/ 49 h 75"/>
                  <a:gd name="T44" fmla="*/ 35 w 70"/>
                  <a:gd name="T45" fmla="*/ 6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0" h="75">
                    <a:moveTo>
                      <a:pt x="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3" y="38"/>
                      <a:pt x="3" y="39"/>
                      <a:pt x="3" y="41"/>
                    </a:cubicBezTo>
                    <a:cubicBezTo>
                      <a:pt x="4" y="42"/>
                      <a:pt x="6" y="43"/>
                      <a:pt x="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71"/>
                      <a:pt x="27" y="71"/>
                      <a:pt x="27" y="71"/>
                    </a:cubicBezTo>
                    <a:cubicBezTo>
                      <a:pt x="27" y="73"/>
                      <a:pt x="28" y="74"/>
                      <a:pt x="30" y="75"/>
                    </a:cubicBezTo>
                    <a:cubicBezTo>
                      <a:pt x="30" y="75"/>
                      <a:pt x="31" y="75"/>
                      <a:pt x="31" y="75"/>
                    </a:cubicBezTo>
                    <a:cubicBezTo>
                      <a:pt x="32" y="75"/>
                      <a:pt x="33" y="74"/>
                      <a:pt x="34" y="73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lnTo>
                      <a:pt x="6" y="0"/>
                    </a:lnTo>
                    <a:close/>
                    <a:moveTo>
                      <a:pt x="15" y="35"/>
                    </a:moveTo>
                    <a:cubicBezTo>
                      <a:pt x="22" y="27"/>
                      <a:pt x="22" y="27"/>
                      <a:pt x="22" y="27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15" y="35"/>
                    </a:lnTo>
                    <a:close/>
                    <a:moveTo>
                      <a:pt x="35" y="60"/>
                    </a:moveTo>
                    <a:cubicBezTo>
                      <a:pt x="35" y="41"/>
                      <a:pt x="35" y="41"/>
                      <a:pt x="35" y="41"/>
                    </a:cubicBezTo>
                    <a:cubicBezTo>
                      <a:pt x="43" y="49"/>
                      <a:pt x="43" y="49"/>
                      <a:pt x="43" y="49"/>
                    </a:cubicBezTo>
                    <a:lnTo>
                      <a:pt x="35" y="6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56"/>
              <p:cNvSpPr>
                <a:spLocks/>
              </p:cNvSpPr>
              <p:nvPr/>
            </p:nvSpPr>
            <p:spPr bwMode="auto">
              <a:xfrm>
                <a:off x="6977063" y="1782763"/>
                <a:ext cx="53975" cy="98425"/>
              </a:xfrm>
              <a:custGeom>
                <a:avLst/>
                <a:gdLst>
                  <a:gd name="T0" fmla="*/ 6 w 17"/>
                  <a:gd name="T1" fmla="*/ 20 h 31"/>
                  <a:gd name="T2" fmla="*/ 9 w 17"/>
                  <a:gd name="T3" fmla="*/ 15 h 31"/>
                  <a:gd name="T4" fmla="*/ 9 w 17"/>
                  <a:gd name="T5" fmla="*/ 23 h 31"/>
                  <a:gd name="T6" fmla="*/ 17 w 17"/>
                  <a:gd name="T7" fmla="*/ 31 h 31"/>
                  <a:gd name="T8" fmla="*/ 17 w 17"/>
                  <a:gd name="T9" fmla="*/ 4 h 31"/>
                  <a:gd name="T10" fmla="*/ 14 w 17"/>
                  <a:gd name="T11" fmla="*/ 0 h 31"/>
                  <a:gd name="T12" fmla="*/ 10 w 17"/>
                  <a:gd name="T13" fmla="*/ 1 h 31"/>
                  <a:gd name="T14" fmla="*/ 0 w 17"/>
                  <a:gd name="T15" fmla="*/ 14 h 31"/>
                  <a:gd name="T16" fmla="*/ 6 w 17"/>
                  <a:gd name="T17" fmla="*/ 2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31">
                    <a:moveTo>
                      <a:pt x="6" y="20"/>
                    </a:moveTo>
                    <a:cubicBezTo>
                      <a:pt x="9" y="15"/>
                      <a:pt x="9" y="15"/>
                      <a:pt x="9" y="15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2"/>
                      <a:pt x="16" y="1"/>
                      <a:pt x="14" y="0"/>
                    </a:cubicBezTo>
                    <a:cubicBezTo>
                      <a:pt x="13" y="0"/>
                      <a:pt x="11" y="0"/>
                      <a:pt x="10" y="1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2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1" name="Freeform 57"/>
            <p:cNvSpPr>
              <a:spLocks noEditPoints="1"/>
            </p:cNvSpPr>
            <p:nvPr/>
          </p:nvSpPr>
          <p:spPr bwMode="auto">
            <a:xfrm>
              <a:off x="7486651" y="1795463"/>
              <a:ext cx="252413" cy="241300"/>
            </a:xfrm>
            <a:custGeom>
              <a:avLst/>
              <a:gdLst>
                <a:gd name="T0" fmla="*/ 80 w 80"/>
                <a:gd name="T1" fmla="*/ 55 h 76"/>
                <a:gd name="T2" fmla="*/ 65 w 80"/>
                <a:gd name="T3" fmla="*/ 8 h 76"/>
                <a:gd name="T4" fmla="*/ 55 w 80"/>
                <a:gd name="T5" fmla="*/ 0 h 76"/>
                <a:gd name="T6" fmla="*/ 44 w 80"/>
                <a:gd name="T7" fmla="*/ 11 h 76"/>
                <a:gd name="T8" fmla="*/ 44 w 80"/>
                <a:gd name="T9" fmla="*/ 16 h 76"/>
                <a:gd name="T10" fmla="*/ 36 w 80"/>
                <a:gd name="T11" fmla="*/ 16 h 76"/>
                <a:gd name="T12" fmla="*/ 36 w 80"/>
                <a:gd name="T13" fmla="*/ 11 h 76"/>
                <a:gd name="T14" fmla="*/ 25 w 80"/>
                <a:gd name="T15" fmla="*/ 0 h 76"/>
                <a:gd name="T16" fmla="*/ 15 w 80"/>
                <a:gd name="T17" fmla="*/ 8 h 76"/>
                <a:gd name="T18" fmla="*/ 0 w 80"/>
                <a:gd name="T19" fmla="*/ 55 h 76"/>
                <a:gd name="T20" fmla="*/ 0 w 80"/>
                <a:gd name="T21" fmla="*/ 56 h 76"/>
                <a:gd name="T22" fmla="*/ 0 w 80"/>
                <a:gd name="T23" fmla="*/ 58 h 76"/>
                <a:gd name="T24" fmla="*/ 18 w 80"/>
                <a:gd name="T25" fmla="*/ 76 h 76"/>
                <a:gd name="T26" fmla="*/ 36 w 80"/>
                <a:gd name="T27" fmla="*/ 58 h 76"/>
                <a:gd name="T28" fmla="*/ 36 w 80"/>
                <a:gd name="T29" fmla="*/ 40 h 76"/>
                <a:gd name="T30" fmla="*/ 44 w 80"/>
                <a:gd name="T31" fmla="*/ 40 h 76"/>
                <a:gd name="T32" fmla="*/ 44 w 80"/>
                <a:gd name="T33" fmla="*/ 58 h 76"/>
                <a:gd name="T34" fmla="*/ 62 w 80"/>
                <a:gd name="T35" fmla="*/ 76 h 76"/>
                <a:gd name="T36" fmla="*/ 80 w 80"/>
                <a:gd name="T37" fmla="*/ 58 h 76"/>
                <a:gd name="T38" fmla="*/ 80 w 80"/>
                <a:gd name="T39" fmla="*/ 56 h 76"/>
                <a:gd name="T40" fmla="*/ 80 w 80"/>
                <a:gd name="T41" fmla="*/ 55 h 76"/>
                <a:gd name="T42" fmla="*/ 18 w 80"/>
                <a:gd name="T43" fmla="*/ 68 h 76"/>
                <a:gd name="T44" fmla="*/ 8 w 80"/>
                <a:gd name="T45" fmla="*/ 58 h 76"/>
                <a:gd name="T46" fmla="*/ 18 w 80"/>
                <a:gd name="T47" fmla="*/ 48 h 76"/>
                <a:gd name="T48" fmla="*/ 28 w 80"/>
                <a:gd name="T49" fmla="*/ 58 h 76"/>
                <a:gd name="T50" fmla="*/ 18 w 80"/>
                <a:gd name="T51" fmla="*/ 68 h 76"/>
                <a:gd name="T52" fmla="*/ 28 w 80"/>
                <a:gd name="T53" fmla="*/ 43 h 76"/>
                <a:gd name="T54" fmla="*/ 18 w 80"/>
                <a:gd name="T55" fmla="*/ 40 h 76"/>
                <a:gd name="T56" fmla="*/ 13 w 80"/>
                <a:gd name="T57" fmla="*/ 41 h 76"/>
                <a:gd name="T58" fmla="*/ 22 w 80"/>
                <a:gd name="T59" fmla="*/ 10 h 76"/>
                <a:gd name="T60" fmla="*/ 25 w 80"/>
                <a:gd name="T61" fmla="*/ 8 h 76"/>
                <a:gd name="T62" fmla="*/ 28 w 80"/>
                <a:gd name="T63" fmla="*/ 11 h 76"/>
                <a:gd name="T64" fmla="*/ 28 w 80"/>
                <a:gd name="T65" fmla="*/ 16 h 76"/>
                <a:gd name="T66" fmla="*/ 28 w 80"/>
                <a:gd name="T67" fmla="*/ 40 h 76"/>
                <a:gd name="T68" fmla="*/ 28 w 80"/>
                <a:gd name="T69" fmla="*/ 43 h 76"/>
                <a:gd name="T70" fmla="*/ 36 w 80"/>
                <a:gd name="T71" fmla="*/ 32 h 76"/>
                <a:gd name="T72" fmla="*/ 36 w 80"/>
                <a:gd name="T73" fmla="*/ 24 h 76"/>
                <a:gd name="T74" fmla="*/ 44 w 80"/>
                <a:gd name="T75" fmla="*/ 24 h 76"/>
                <a:gd name="T76" fmla="*/ 44 w 80"/>
                <a:gd name="T77" fmla="*/ 32 h 76"/>
                <a:gd name="T78" fmla="*/ 36 w 80"/>
                <a:gd name="T79" fmla="*/ 32 h 76"/>
                <a:gd name="T80" fmla="*/ 52 w 80"/>
                <a:gd name="T81" fmla="*/ 16 h 76"/>
                <a:gd name="T82" fmla="*/ 52 w 80"/>
                <a:gd name="T83" fmla="*/ 11 h 76"/>
                <a:gd name="T84" fmla="*/ 55 w 80"/>
                <a:gd name="T85" fmla="*/ 8 h 76"/>
                <a:gd name="T86" fmla="*/ 58 w 80"/>
                <a:gd name="T87" fmla="*/ 10 h 76"/>
                <a:gd name="T88" fmla="*/ 67 w 80"/>
                <a:gd name="T89" fmla="*/ 41 h 76"/>
                <a:gd name="T90" fmla="*/ 62 w 80"/>
                <a:gd name="T91" fmla="*/ 40 h 76"/>
                <a:gd name="T92" fmla="*/ 52 w 80"/>
                <a:gd name="T93" fmla="*/ 43 h 76"/>
                <a:gd name="T94" fmla="*/ 52 w 80"/>
                <a:gd name="T95" fmla="*/ 40 h 76"/>
                <a:gd name="T96" fmla="*/ 52 w 80"/>
                <a:gd name="T97" fmla="*/ 16 h 76"/>
                <a:gd name="T98" fmla="*/ 62 w 80"/>
                <a:gd name="T99" fmla="*/ 68 h 76"/>
                <a:gd name="T100" fmla="*/ 52 w 80"/>
                <a:gd name="T101" fmla="*/ 58 h 76"/>
                <a:gd name="T102" fmla="*/ 62 w 80"/>
                <a:gd name="T103" fmla="*/ 48 h 76"/>
                <a:gd name="T104" fmla="*/ 72 w 80"/>
                <a:gd name="T105" fmla="*/ 58 h 76"/>
                <a:gd name="T106" fmla="*/ 62 w 80"/>
                <a:gd name="T107" fmla="*/ 6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" h="76">
                  <a:moveTo>
                    <a:pt x="80" y="55"/>
                  </a:moveTo>
                  <a:cubicBezTo>
                    <a:pt x="65" y="8"/>
                    <a:pt x="65" y="8"/>
                    <a:pt x="65" y="8"/>
                  </a:cubicBezTo>
                  <a:cubicBezTo>
                    <a:pt x="64" y="3"/>
                    <a:pt x="60" y="0"/>
                    <a:pt x="55" y="0"/>
                  </a:cubicBezTo>
                  <a:cubicBezTo>
                    <a:pt x="49" y="0"/>
                    <a:pt x="44" y="5"/>
                    <a:pt x="44" y="11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5"/>
                    <a:pt x="31" y="0"/>
                    <a:pt x="25" y="0"/>
                  </a:cubicBezTo>
                  <a:cubicBezTo>
                    <a:pt x="20" y="0"/>
                    <a:pt x="16" y="3"/>
                    <a:pt x="15" y="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0" y="56"/>
                    <a:pt x="0" y="5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8"/>
                    <a:pt x="8" y="76"/>
                    <a:pt x="18" y="76"/>
                  </a:cubicBezTo>
                  <a:cubicBezTo>
                    <a:pt x="28" y="76"/>
                    <a:pt x="36" y="68"/>
                    <a:pt x="36" y="58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68"/>
                    <a:pt x="52" y="76"/>
                    <a:pt x="62" y="76"/>
                  </a:cubicBezTo>
                  <a:cubicBezTo>
                    <a:pt x="72" y="76"/>
                    <a:pt x="80" y="68"/>
                    <a:pt x="80" y="58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6"/>
                    <a:pt x="80" y="55"/>
                    <a:pt x="80" y="55"/>
                  </a:cubicBezTo>
                  <a:close/>
                  <a:moveTo>
                    <a:pt x="18" y="68"/>
                  </a:moveTo>
                  <a:cubicBezTo>
                    <a:pt x="12" y="68"/>
                    <a:pt x="8" y="64"/>
                    <a:pt x="8" y="58"/>
                  </a:cubicBezTo>
                  <a:cubicBezTo>
                    <a:pt x="8" y="52"/>
                    <a:pt x="12" y="48"/>
                    <a:pt x="18" y="48"/>
                  </a:cubicBezTo>
                  <a:cubicBezTo>
                    <a:pt x="24" y="48"/>
                    <a:pt x="28" y="52"/>
                    <a:pt x="28" y="58"/>
                  </a:cubicBezTo>
                  <a:cubicBezTo>
                    <a:pt x="28" y="64"/>
                    <a:pt x="24" y="68"/>
                    <a:pt x="18" y="68"/>
                  </a:cubicBezTo>
                  <a:close/>
                  <a:moveTo>
                    <a:pt x="28" y="43"/>
                  </a:moveTo>
                  <a:cubicBezTo>
                    <a:pt x="25" y="41"/>
                    <a:pt x="22" y="40"/>
                    <a:pt x="18" y="40"/>
                  </a:cubicBezTo>
                  <a:cubicBezTo>
                    <a:pt x="16" y="40"/>
                    <a:pt x="14" y="40"/>
                    <a:pt x="13" y="41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9"/>
                    <a:pt x="24" y="8"/>
                    <a:pt x="25" y="8"/>
                  </a:cubicBezTo>
                  <a:cubicBezTo>
                    <a:pt x="27" y="8"/>
                    <a:pt x="28" y="9"/>
                    <a:pt x="28" y="11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40"/>
                    <a:pt x="28" y="40"/>
                    <a:pt x="28" y="40"/>
                  </a:cubicBezTo>
                  <a:lnTo>
                    <a:pt x="28" y="43"/>
                  </a:lnTo>
                  <a:close/>
                  <a:moveTo>
                    <a:pt x="36" y="32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32"/>
                    <a:pt x="44" y="32"/>
                    <a:pt x="44" y="32"/>
                  </a:cubicBezTo>
                  <a:lnTo>
                    <a:pt x="36" y="32"/>
                  </a:lnTo>
                  <a:close/>
                  <a:moveTo>
                    <a:pt x="52" y="16"/>
                  </a:moveTo>
                  <a:cubicBezTo>
                    <a:pt x="52" y="11"/>
                    <a:pt x="52" y="11"/>
                    <a:pt x="52" y="11"/>
                  </a:cubicBezTo>
                  <a:cubicBezTo>
                    <a:pt x="52" y="9"/>
                    <a:pt x="53" y="8"/>
                    <a:pt x="55" y="8"/>
                  </a:cubicBezTo>
                  <a:cubicBezTo>
                    <a:pt x="56" y="8"/>
                    <a:pt x="57" y="9"/>
                    <a:pt x="58" y="10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6" y="40"/>
                    <a:pt x="64" y="40"/>
                    <a:pt x="62" y="40"/>
                  </a:cubicBezTo>
                  <a:cubicBezTo>
                    <a:pt x="58" y="40"/>
                    <a:pt x="55" y="41"/>
                    <a:pt x="52" y="43"/>
                  </a:cubicBezTo>
                  <a:cubicBezTo>
                    <a:pt x="52" y="40"/>
                    <a:pt x="52" y="40"/>
                    <a:pt x="52" y="40"/>
                  </a:cubicBezTo>
                  <a:lnTo>
                    <a:pt x="52" y="16"/>
                  </a:lnTo>
                  <a:close/>
                  <a:moveTo>
                    <a:pt x="62" y="68"/>
                  </a:moveTo>
                  <a:cubicBezTo>
                    <a:pt x="56" y="68"/>
                    <a:pt x="52" y="64"/>
                    <a:pt x="52" y="58"/>
                  </a:cubicBezTo>
                  <a:cubicBezTo>
                    <a:pt x="52" y="52"/>
                    <a:pt x="56" y="48"/>
                    <a:pt x="62" y="48"/>
                  </a:cubicBezTo>
                  <a:cubicBezTo>
                    <a:pt x="68" y="48"/>
                    <a:pt x="72" y="52"/>
                    <a:pt x="72" y="58"/>
                  </a:cubicBezTo>
                  <a:cubicBezTo>
                    <a:pt x="72" y="64"/>
                    <a:pt x="68" y="68"/>
                    <a:pt x="62" y="68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8"/>
            <p:cNvSpPr>
              <a:spLocks noEditPoints="1"/>
            </p:cNvSpPr>
            <p:nvPr/>
          </p:nvSpPr>
          <p:spPr bwMode="auto">
            <a:xfrm>
              <a:off x="5678488" y="1782763"/>
              <a:ext cx="241300" cy="244475"/>
            </a:xfrm>
            <a:custGeom>
              <a:avLst/>
              <a:gdLst>
                <a:gd name="T0" fmla="*/ 152 w 152"/>
                <a:gd name="T1" fmla="*/ 80 h 154"/>
                <a:gd name="T2" fmla="*/ 72 w 152"/>
                <a:gd name="T3" fmla="*/ 0 h 154"/>
                <a:gd name="T4" fmla="*/ 62 w 152"/>
                <a:gd name="T5" fmla="*/ 12 h 154"/>
                <a:gd name="T6" fmla="*/ 72 w 152"/>
                <a:gd name="T7" fmla="*/ 24 h 154"/>
                <a:gd name="T8" fmla="*/ 72 w 152"/>
                <a:gd name="T9" fmla="*/ 24 h 154"/>
                <a:gd name="T10" fmla="*/ 34 w 152"/>
                <a:gd name="T11" fmla="*/ 64 h 154"/>
                <a:gd name="T12" fmla="*/ 34 w 152"/>
                <a:gd name="T13" fmla="*/ 64 h 154"/>
                <a:gd name="T14" fmla="*/ 22 w 152"/>
                <a:gd name="T15" fmla="*/ 52 h 154"/>
                <a:gd name="T16" fmla="*/ 10 w 152"/>
                <a:gd name="T17" fmla="*/ 64 h 154"/>
                <a:gd name="T18" fmla="*/ 44 w 152"/>
                <a:gd name="T19" fmla="*/ 96 h 154"/>
                <a:gd name="T20" fmla="*/ 0 w 152"/>
                <a:gd name="T21" fmla="*/ 142 h 154"/>
                <a:gd name="T22" fmla="*/ 10 w 152"/>
                <a:gd name="T23" fmla="*/ 154 h 154"/>
                <a:gd name="T24" fmla="*/ 56 w 152"/>
                <a:gd name="T25" fmla="*/ 108 h 154"/>
                <a:gd name="T26" fmla="*/ 90 w 152"/>
                <a:gd name="T27" fmla="*/ 142 h 154"/>
                <a:gd name="T28" fmla="*/ 102 w 152"/>
                <a:gd name="T29" fmla="*/ 130 h 154"/>
                <a:gd name="T30" fmla="*/ 90 w 152"/>
                <a:gd name="T31" fmla="*/ 120 h 154"/>
                <a:gd name="T32" fmla="*/ 90 w 152"/>
                <a:gd name="T33" fmla="*/ 120 h 154"/>
                <a:gd name="T34" fmla="*/ 130 w 152"/>
                <a:gd name="T35" fmla="*/ 80 h 154"/>
                <a:gd name="T36" fmla="*/ 130 w 152"/>
                <a:gd name="T37" fmla="*/ 80 h 154"/>
                <a:gd name="T38" fmla="*/ 140 w 152"/>
                <a:gd name="T39" fmla="*/ 92 h 154"/>
                <a:gd name="T40" fmla="*/ 152 w 152"/>
                <a:gd name="T41" fmla="*/ 80 h 154"/>
                <a:gd name="T42" fmla="*/ 78 w 152"/>
                <a:gd name="T43" fmla="*/ 108 h 154"/>
                <a:gd name="T44" fmla="*/ 78 w 152"/>
                <a:gd name="T45" fmla="*/ 108 h 154"/>
                <a:gd name="T46" fmla="*/ 44 w 152"/>
                <a:gd name="T47" fmla="*/ 74 h 154"/>
                <a:gd name="T48" fmla="*/ 84 w 152"/>
                <a:gd name="T49" fmla="*/ 34 h 154"/>
                <a:gd name="T50" fmla="*/ 118 w 152"/>
                <a:gd name="T51" fmla="*/ 68 h 154"/>
                <a:gd name="T52" fmla="*/ 78 w 152"/>
                <a:gd name="T53" fmla="*/ 10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154">
                  <a:moveTo>
                    <a:pt x="152" y="80"/>
                  </a:moveTo>
                  <a:lnTo>
                    <a:pt x="72" y="0"/>
                  </a:lnTo>
                  <a:lnTo>
                    <a:pt x="62" y="12"/>
                  </a:lnTo>
                  <a:lnTo>
                    <a:pt x="72" y="24"/>
                  </a:lnTo>
                  <a:lnTo>
                    <a:pt x="72" y="24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22" y="52"/>
                  </a:lnTo>
                  <a:lnTo>
                    <a:pt x="10" y="64"/>
                  </a:lnTo>
                  <a:lnTo>
                    <a:pt x="44" y="96"/>
                  </a:lnTo>
                  <a:lnTo>
                    <a:pt x="0" y="142"/>
                  </a:lnTo>
                  <a:lnTo>
                    <a:pt x="10" y="154"/>
                  </a:lnTo>
                  <a:lnTo>
                    <a:pt x="56" y="108"/>
                  </a:lnTo>
                  <a:lnTo>
                    <a:pt x="90" y="142"/>
                  </a:lnTo>
                  <a:lnTo>
                    <a:pt x="102" y="130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130" y="80"/>
                  </a:lnTo>
                  <a:lnTo>
                    <a:pt x="130" y="80"/>
                  </a:lnTo>
                  <a:lnTo>
                    <a:pt x="140" y="92"/>
                  </a:lnTo>
                  <a:lnTo>
                    <a:pt x="152" y="80"/>
                  </a:lnTo>
                  <a:close/>
                  <a:moveTo>
                    <a:pt x="78" y="108"/>
                  </a:moveTo>
                  <a:lnTo>
                    <a:pt x="78" y="108"/>
                  </a:lnTo>
                  <a:lnTo>
                    <a:pt x="44" y="74"/>
                  </a:lnTo>
                  <a:lnTo>
                    <a:pt x="84" y="34"/>
                  </a:lnTo>
                  <a:lnTo>
                    <a:pt x="118" y="68"/>
                  </a:lnTo>
                  <a:lnTo>
                    <a:pt x="78" y="10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59"/>
            <p:cNvSpPr>
              <a:spLocks noEditPoints="1"/>
            </p:cNvSpPr>
            <p:nvPr/>
          </p:nvSpPr>
          <p:spPr bwMode="auto">
            <a:xfrm>
              <a:off x="8093076" y="1782763"/>
              <a:ext cx="252413" cy="254000"/>
            </a:xfrm>
            <a:custGeom>
              <a:avLst/>
              <a:gdLst>
                <a:gd name="T0" fmla="*/ 75 w 80"/>
                <a:gd name="T1" fmla="*/ 5 h 80"/>
                <a:gd name="T2" fmla="*/ 64 w 80"/>
                <a:gd name="T3" fmla="*/ 0 h 80"/>
                <a:gd name="T4" fmla="*/ 53 w 80"/>
                <a:gd name="T5" fmla="*/ 5 h 80"/>
                <a:gd name="T6" fmla="*/ 7 w 80"/>
                <a:gd name="T7" fmla="*/ 50 h 80"/>
                <a:gd name="T8" fmla="*/ 6 w 80"/>
                <a:gd name="T9" fmla="*/ 52 h 80"/>
                <a:gd name="T10" fmla="*/ 0 w 80"/>
                <a:gd name="T11" fmla="*/ 75 h 80"/>
                <a:gd name="T12" fmla="*/ 1 w 80"/>
                <a:gd name="T13" fmla="*/ 79 h 80"/>
                <a:gd name="T14" fmla="*/ 5 w 80"/>
                <a:gd name="T15" fmla="*/ 80 h 80"/>
                <a:gd name="T16" fmla="*/ 28 w 80"/>
                <a:gd name="T17" fmla="*/ 74 h 80"/>
                <a:gd name="T18" fmla="*/ 30 w 80"/>
                <a:gd name="T19" fmla="*/ 73 h 80"/>
                <a:gd name="T20" fmla="*/ 75 w 80"/>
                <a:gd name="T21" fmla="*/ 27 h 80"/>
                <a:gd name="T22" fmla="*/ 80 w 80"/>
                <a:gd name="T23" fmla="*/ 16 h 80"/>
                <a:gd name="T24" fmla="*/ 75 w 80"/>
                <a:gd name="T25" fmla="*/ 5 h 80"/>
                <a:gd name="T26" fmla="*/ 28 w 80"/>
                <a:gd name="T27" fmla="*/ 57 h 80"/>
                <a:gd name="T28" fmla="*/ 58 w 80"/>
                <a:gd name="T29" fmla="*/ 27 h 80"/>
                <a:gd name="T30" fmla="*/ 61 w 80"/>
                <a:gd name="T31" fmla="*/ 30 h 80"/>
                <a:gd name="T32" fmla="*/ 29 w 80"/>
                <a:gd name="T33" fmla="*/ 62 h 80"/>
                <a:gd name="T34" fmla="*/ 28 w 80"/>
                <a:gd name="T35" fmla="*/ 57 h 80"/>
                <a:gd name="T36" fmla="*/ 23 w 80"/>
                <a:gd name="T37" fmla="*/ 52 h 80"/>
                <a:gd name="T38" fmla="*/ 18 w 80"/>
                <a:gd name="T39" fmla="*/ 51 h 80"/>
                <a:gd name="T40" fmla="*/ 50 w 80"/>
                <a:gd name="T41" fmla="*/ 19 h 80"/>
                <a:gd name="T42" fmla="*/ 53 w 80"/>
                <a:gd name="T43" fmla="*/ 22 h 80"/>
                <a:gd name="T44" fmla="*/ 23 w 80"/>
                <a:gd name="T45" fmla="*/ 52 h 80"/>
                <a:gd name="T46" fmla="*/ 13 w 80"/>
                <a:gd name="T47" fmla="*/ 58 h 80"/>
                <a:gd name="T48" fmla="*/ 21 w 80"/>
                <a:gd name="T49" fmla="*/ 59 h 80"/>
                <a:gd name="T50" fmla="*/ 22 w 80"/>
                <a:gd name="T51" fmla="*/ 67 h 80"/>
                <a:gd name="T52" fmla="*/ 9 w 80"/>
                <a:gd name="T53" fmla="*/ 71 h 80"/>
                <a:gd name="T54" fmla="*/ 13 w 80"/>
                <a:gd name="T55" fmla="*/ 58 h 80"/>
                <a:gd name="T56" fmla="*/ 55 w 80"/>
                <a:gd name="T57" fmla="*/ 13 h 80"/>
                <a:gd name="T58" fmla="*/ 58 w 80"/>
                <a:gd name="T59" fmla="*/ 10 h 80"/>
                <a:gd name="T60" fmla="*/ 70 w 80"/>
                <a:gd name="T61" fmla="*/ 10 h 80"/>
                <a:gd name="T62" fmla="*/ 70 w 80"/>
                <a:gd name="T63" fmla="*/ 10 h 80"/>
                <a:gd name="T64" fmla="*/ 70 w 80"/>
                <a:gd name="T65" fmla="*/ 22 h 80"/>
                <a:gd name="T66" fmla="*/ 67 w 80"/>
                <a:gd name="T67" fmla="*/ 25 h 80"/>
                <a:gd name="T68" fmla="*/ 55 w 80"/>
                <a:gd name="T69" fmla="*/ 1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" h="80">
                  <a:moveTo>
                    <a:pt x="75" y="5"/>
                  </a:moveTo>
                  <a:cubicBezTo>
                    <a:pt x="72" y="2"/>
                    <a:pt x="68" y="0"/>
                    <a:pt x="64" y="0"/>
                  </a:cubicBezTo>
                  <a:cubicBezTo>
                    <a:pt x="60" y="0"/>
                    <a:pt x="56" y="2"/>
                    <a:pt x="53" y="5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6" y="51"/>
                    <a:pt x="6" y="52"/>
                    <a:pt x="6" y="52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6"/>
                    <a:pt x="0" y="78"/>
                    <a:pt x="1" y="79"/>
                  </a:cubicBezTo>
                  <a:cubicBezTo>
                    <a:pt x="2" y="80"/>
                    <a:pt x="4" y="80"/>
                    <a:pt x="5" y="80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8" y="74"/>
                    <a:pt x="29" y="74"/>
                    <a:pt x="30" y="73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8" y="24"/>
                    <a:pt x="80" y="20"/>
                    <a:pt x="80" y="16"/>
                  </a:cubicBezTo>
                  <a:cubicBezTo>
                    <a:pt x="80" y="12"/>
                    <a:pt x="78" y="8"/>
                    <a:pt x="75" y="5"/>
                  </a:cubicBezTo>
                  <a:close/>
                  <a:moveTo>
                    <a:pt x="28" y="57"/>
                  </a:moveTo>
                  <a:cubicBezTo>
                    <a:pt x="58" y="27"/>
                    <a:pt x="58" y="27"/>
                    <a:pt x="58" y="27"/>
                  </a:cubicBezTo>
                  <a:cubicBezTo>
                    <a:pt x="61" y="30"/>
                    <a:pt x="61" y="30"/>
                    <a:pt x="61" y="30"/>
                  </a:cubicBezTo>
                  <a:cubicBezTo>
                    <a:pt x="29" y="62"/>
                    <a:pt x="29" y="62"/>
                    <a:pt x="29" y="62"/>
                  </a:cubicBezTo>
                  <a:lnTo>
                    <a:pt x="28" y="57"/>
                  </a:lnTo>
                  <a:close/>
                  <a:moveTo>
                    <a:pt x="23" y="52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53" y="22"/>
                    <a:pt x="53" y="22"/>
                    <a:pt x="53" y="22"/>
                  </a:cubicBezTo>
                  <a:lnTo>
                    <a:pt x="23" y="52"/>
                  </a:lnTo>
                  <a:close/>
                  <a:moveTo>
                    <a:pt x="13" y="58"/>
                  </a:moveTo>
                  <a:cubicBezTo>
                    <a:pt x="21" y="59"/>
                    <a:pt x="21" y="59"/>
                    <a:pt x="21" y="59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9" y="71"/>
                    <a:pt x="9" y="71"/>
                    <a:pt x="9" y="71"/>
                  </a:cubicBezTo>
                  <a:lnTo>
                    <a:pt x="13" y="58"/>
                  </a:lnTo>
                  <a:close/>
                  <a:moveTo>
                    <a:pt x="55" y="13"/>
                  </a:moveTo>
                  <a:cubicBezTo>
                    <a:pt x="58" y="10"/>
                    <a:pt x="58" y="10"/>
                    <a:pt x="58" y="10"/>
                  </a:cubicBezTo>
                  <a:cubicBezTo>
                    <a:pt x="61" y="7"/>
                    <a:pt x="67" y="7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3" y="13"/>
                    <a:pt x="73" y="19"/>
                    <a:pt x="70" y="22"/>
                  </a:cubicBezTo>
                  <a:cubicBezTo>
                    <a:pt x="67" y="25"/>
                    <a:pt x="67" y="25"/>
                    <a:pt x="67" y="25"/>
                  </a:cubicBezTo>
                  <a:lnTo>
                    <a:pt x="55" y="1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0"/>
            <p:cNvSpPr>
              <a:spLocks/>
            </p:cNvSpPr>
            <p:nvPr/>
          </p:nvSpPr>
          <p:spPr bwMode="auto">
            <a:xfrm>
              <a:off x="3255963" y="2406651"/>
              <a:ext cx="220663" cy="222250"/>
            </a:xfrm>
            <a:custGeom>
              <a:avLst/>
              <a:gdLst>
                <a:gd name="T0" fmla="*/ 139 w 139"/>
                <a:gd name="T1" fmla="*/ 12 h 140"/>
                <a:gd name="T2" fmla="*/ 127 w 139"/>
                <a:gd name="T3" fmla="*/ 0 h 140"/>
                <a:gd name="T4" fmla="*/ 70 w 139"/>
                <a:gd name="T5" fmla="*/ 58 h 140"/>
                <a:gd name="T6" fmla="*/ 12 w 139"/>
                <a:gd name="T7" fmla="*/ 0 h 140"/>
                <a:gd name="T8" fmla="*/ 0 w 139"/>
                <a:gd name="T9" fmla="*/ 12 h 140"/>
                <a:gd name="T10" fmla="*/ 58 w 139"/>
                <a:gd name="T11" fmla="*/ 70 h 140"/>
                <a:gd name="T12" fmla="*/ 0 w 139"/>
                <a:gd name="T13" fmla="*/ 128 h 140"/>
                <a:gd name="T14" fmla="*/ 12 w 139"/>
                <a:gd name="T15" fmla="*/ 140 h 140"/>
                <a:gd name="T16" fmla="*/ 70 w 139"/>
                <a:gd name="T17" fmla="*/ 82 h 140"/>
                <a:gd name="T18" fmla="*/ 127 w 139"/>
                <a:gd name="T19" fmla="*/ 140 h 140"/>
                <a:gd name="T20" fmla="*/ 139 w 139"/>
                <a:gd name="T21" fmla="*/ 128 h 140"/>
                <a:gd name="T22" fmla="*/ 82 w 139"/>
                <a:gd name="T23" fmla="*/ 70 h 140"/>
                <a:gd name="T24" fmla="*/ 139 w 139"/>
                <a:gd name="T25" fmla="*/ 12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9" h="140">
                  <a:moveTo>
                    <a:pt x="139" y="12"/>
                  </a:moveTo>
                  <a:lnTo>
                    <a:pt x="127" y="0"/>
                  </a:lnTo>
                  <a:lnTo>
                    <a:pt x="70" y="58"/>
                  </a:lnTo>
                  <a:lnTo>
                    <a:pt x="12" y="0"/>
                  </a:lnTo>
                  <a:lnTo>
                    <a:pt x="0" y="12"/>
                  </a:lnTo>
                  <a:lnTo>
                    <a:pt x="58" y="70"/>
                  </a:lnTo>
                  <a:lnTo>
                    <a:pt x="0" y="128"/>
                  </a:lnTo>
                  <a:lnTo>
                    <a:pt x="12" y="140"/>
                  </a:lnTo>
                  <a:lnTo>
                    <a:pt x="70" y="82"/>
                  </a:lnTo>
                  <a:lnTo>
                    <a:pt x="127" y="140"/>
                  </a:lnTo>
                  <a:lnTo>
                    <a:pt x="139" y="128"/>
                  </a:lnTo>
                  <a:lnTo>
                    <a:pt x="82" y="70"/>
                  </a:lnTo>
                  <a:lnTo>
                    <a:pt x="139" y="1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6" name="组合 155"/>
            <p:cNvGrpSpPr/>
            <p:nvPr/>
          </p:nvGrpSpPr>
          <p:grpSpPr>
            <a:xfrm>
              <a:off x="8699501" y="1811338"/>
              <a:ext cx="252413" cy="225425"/>
              <a:chOff x="8699501" y="1811338"/>
              <a:chExt cx="252413" cy="225425"/>
            </a:xfrm>
          </p:grpSpPr>
          <p:sp>
            <p:nvSpPr>
              <p:cNvPr id="65" name="Freeform 61"/>
              <p:cNvSpPr>
                <a:spLocks/>
              </p:cNvSpPr>
              <p:nvPr/>
            </p:nvSpPr>
            <p:spPr bwMode="auto">
              <a:xfrm>
                <a:off x="8699501" y="1833563"/>
                <a:ext cx="227013" cy="203200"/>
              </a:xfrm>
              <a:custGeom>
                <a:avLst/>
                <a:gdLst>
                  <a:gd name="T0" fmla="*/ 64 w 72"/>
                  <a:gd name="T1" fmla="*/ 64 h 64"/>
                  <a:gd name="T2" fmla="*/ 8 w 72"/>
                  <a:gd name="T3" fmla="*/ 64 h 64"/>
                  <a:gd name="T4" fmla="*/ 0 w 72"/>
                  <a:gd name="T5" fmla="*/ 56 h 64"/>
                  <a:gd name="T6" fmla="*/ 0 w 72"/>
                  <a:gd name="T7" fmla="*/ 8 h 64"/>
                  <a:gd name="T8" fmla="*/ 8 w 72"/>
                  <a:gd name="T9" fmla="*/ 0 h 64"/>
                  <a:gd name="T10" fmla="*/ 48 w 72"/>
                  <a:gd name="T11" fmla="*/ 0 h 64"/>
                  <a:gd name="T12" fmla="*/ 48 w 72"/>
                  <a:gd name="T13" fmla="*/ 8 h 64"/>
                  <a:gd name="T14" fmla="*/ 8 w 72"/>
                  <a:gd name="T15" fmla="*/ 8 h 64"/>
                  <a:gd name="T16" fmla="*/ 8 w 72"/>
                  <a:gd name="T17" fmla="*/ 56 h 64"/>
                  <a:gd name="T18" fmla="*/ 64 w 72"/>
                  <a:gd name="T19" fmla="*/ 56 h 64"/>
                  <a:gd name="T20" fmla="*/ 64 w 72"/>
                  <a:gd name="T21" fmla="*/ 36 h 64"/>
                  <a:gd name="T22" fmla="*/ 72 w 72"/>
                  <a:gd name="T23" fmla="*/ 36 h 64"/>
                  <a:gd name="T24" fmla="*/ 72 w 72"/>
                  <a:gd name="T25" fmla="*/ 56 h 64"/>
                  <a:gd name="T26" fmla="*/ 64 w 72"/>
                  <a:gd name="T27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64">
                    <a:moveTo>
                      <a:pt x="64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4" y="64"/>
                      <a:pt x="0" y="60"/>
                      <a:pt x="0" y="5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72" y="36"/>
                      <a:pt x="72" y="36"/>
                      <a:pt x="72" y="3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2" y="60"/>
                      <a:pt x="68" y="64"/>
                      <a:pt x="64" y="6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62"/>
              <p:cNvSpPr>
                <a:spLocks/>
              </p:cNvSpPr>
              <p:nvPr/>
            </p:nvSpPr>
            <p:spPr bwMode="auto">
              <a:xfrm>
                <a:off x="8750301" y="1811338"/>
                <a:ext cx="201613" cy="171450"/>
              </a:xfrm>
              <a:custGeom>
                <a:avLst/>
                <a:gdLst>
                  <a:gd name="T0" fmla="*/ 40 w 127"/>
                  <a:gd name="T1" fmla="*/ 108 h 108"/>
                  <a:gd name="T2" fmla="*/ 0 w 127"/>
                  <a:gd name="T3" fmla="*/ 70 h 108"/>
                  <a:gd name="T4" fmla="*/ 16 w 127"/>
                  <a:gd name="T5" fmla="*/ 54 h 108"/>
                  <a:gd name="T6" fmla="*/ 40 w 127"/>
                  <a:gd name="T7" fmla="*/ 80 h 108"/>
                  <a:gd name="T8" fmla="*/ 111 w 127"/>
                  <a:gd name="T9" fmla="*/ 0 h 108"/>
                  <a:gd name="T10" fmla="*/ 127 w 127"/>
                  <a:gd name="T11" fmla="*/ 12 h 108"/>
                  <a:gd name="T12" fmla="*/ 40 w 127"/>
                  <a:gd name="T13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08">
                    <a:moveTo>
                      <a:pt x="40" y="108"/>
                    </a:moveTo>
                    <a:lnTo>
                      <a:pt x="0" y="70"/>
                    </a:lnTo>
                    <a:lnTo>
                      <a:pt x="16" y="54"/>
                    </a:lnTo>
                    <a:lnTo>
                      <a:pt x="40" y="80"/>
                    </a:lnTo>
                    <a:lnTo>
                      <a:pt x="111" y="0"/>
                    </a:lnTo>
                    <a:lnTo>
                      <a:pt x="127" y="12"/>
                    </a:lnTo>
                    <a:lnTo>
                      <a:pt x="40" y="10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8" name="组合 157"/>
            <p:cNvGrpSpPr/>
            <p:nvPr/>
          </p:nvGrpSpPr>
          <p:grpSpPr>
            <a:xfrm>
              <a:off x="4427538" y="2428876"/>
              <a:ext cx="303213" cy="177800"/>
              <a:chOff x="4427538" y="2428876"/>
              <a:chExt cx="303213" cy="177800"/>
            </a:xfrm>
          </p:grpSpPr>
          <p:sp>
            <p:nvSpPr>
              <p:cNvPr id="67" name="Freeform 63"/>
              <p:cNvSpPr>
                <a:spLocks noEditPoints="1"/>
              </p:cNvSpPr>
              <p:nvPr/>
            </p:nvSpPr>
            <p:spPr bwMode="auto">
              <a:xfrm>
                <a:off x="4427538" y="2428876"/>
                <a:ext cx="303213" cy="177800"/>
              </a:xfrm>
              <a:custGeom>
                <a:avLst/>
                <a:gdLst>
                  <a:gd name="T0" fmla="*/ 68 w 96"/>
                  <a:gd name="T1" fmla="*/ 56 h 56"/>
                  <a:gd name="T2" fmla="*/ 28 w 96"/>
                  <a:gd name="T3" fmla="*/ 56 h 56"/>
                  <a:gd name="T4" fmla="*/ 0 w 96"/>
                  <a:gd name="T5" fmla="*/ 28 h 56"/>
                  <a:gd name="T6" fmla="*/ 28 w 96"/>
                  <a:gd name="T7" fmla="*/ 0 h 56"/>
                  <a:gd name="T8" fmla="*/ 68 w 96"/>
                  <a:gd name="T9" fmla="*/ 0 h 56"/>
                  <a:gd name="T10" fmla="*/ 96 w 96"/>
                  <a:gd name="T11" fmla="*/ 28 h 56"/>
                  <a:gd name="T12" fmla="*/ 68 w 96"/>
                  <a:gd name="T13" fmla="*/ 56 h 56"/>
                  <a:gd name="T14" fmla="*/ 28 w 96"/>
                  <a:gd name="T15" fmla="*/ 8 h 56"/>
                  <a:gd name="T16" fmla="*/ 8 w 96"/>
                  <a:gd name="T17" fmla="*/ 28 h 56"/>
                  <a:gd name="T18" fmla="*/ 28 w 96"/>
                  <a:gd name="T19" fmla="*/ 48 h 56"/>
                  <a:gd name="T20" fmla="*/ 68 w 96"/>
                  <a:gd name="T21" fmla="*/ 48 h 56"/>
                  <a:gd name="T22" fmla="*/ 88 w 96"/>
                  <a:gd name="T23" fmla="*/ 28 h 56"/>
                  <a:gd name="T24" fmla="*/ 68 w 96"/>
                  <a:gd name="T25" fmla="*/ 8 h 56"/>
                  <a:gd name="T26" fmla="*/ 28 w 96"/>
                  <a:gd name="T27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56">
                    <a:moveTo>
                      <a:pt x="68" y="56"/>
                    </a:moveTo>
                    <a:cubicBezTo>
                      <a:pt x="28" y="56"/>
                      <a:pt x="28" y="56"/>
                      <a:pt x="28" y="56"/>
                    </a:cubicBezTo>
                    <a:cubicBezTo>
                      <a:pt x="13" y="56"/>
                      <a:pt x="0" y="43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83" y="0"/>
                      <a:pt x="96" y="13"/>
                      <a:pt x="96" y="28"/>
                    </a:cubicBezTo>
                    <a:cubicBezTo>
                      <a:pt x="96" y="43"/>
                      <a:pt x="83" y="56"/>
                      <a:pt x="68" y="56"/>
                    </a:cubicBezTo>
                    <a:close/>
                    <a:moveTo>
                      <a:pt x="28" y="8"/>
                    </a:moveTo>
                    <a:cubicBezTo>
                      <a:pt x="17" y="8"/>
                      <a:pt x="8" y="17"/>
                      <a:pt x="8" y="28"/>
                    </a:cubicBezTo>
                    <a:cubicBezTo>
                      <a:pt x="8" y="39"/>
                      <a:pt x="17" y="48"/>
                      <a:pt x="2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9" y="48"/>
                      <a:pt x="88" y="39"/>
                      <a:pt x="88" y="28"/>
                    </a:cubicBezTo>
                    <a:cubicBezTo>
                      <a:pt x="88" y="17"/>
                      <a:pt x="79" y="8"/>
                      <a:pt x="68" y="8"/>
                    </a:cubicBezTo>
                    <a:lnTo>
                      <a:pt x="2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Oval 64"/>
              <p:cNvSpPr>
                <a:spLocks noChangeArrowheads="1"/>
              </p:cNvSpPr>
              <p:nvPr/>
            </p:nvSpPr>
            <p:spPr bwMode="auto">
              <a:xfrm>
                <a:off x="4605338" y="2479676"/>
                <a:ext cx="74613" cy="762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9" name="组合 158"/>
            <p:cNvGrpSpPr/>
            <p:nvPr/>
          </p:nvGrpSpPr>
          <p:grpSpPr>
            <a:xfrm>
              <a:off x="5033963" y="2428876"/>
              <a:ext cx="303213" cy="177800"/>
              <a:chOff x="5033963" y="2428876"/>
              <a:chExt cx="303213" cy="177800"/>
            </a:xfrm>
          </p:grpSpPr>
          <p:sp>
            <p:nvSpPr>
              <p:cNvPr id="69" name="Freeform 65"/>
              <p:cNvSpPr>
                <a:spLocks noEditPoints="1"/>
              </p:cNvSpPr>
              <p:nvPr/>
            </p:nvSpPr>
            <p:spPr bwMode="auto">
              <a:xfrm>
                <a:off x="5033963" y="2428876"/>
                <a:ext cx="303213" cy="177800"/>
              </a:xfrm>
              <a:custGeom>
                <a:avLst/>
                <a:gdLst>
                  <a:gd name="T0" fmla="*/ 68 w 96"/>
                  <a:gd name="T1" fmla="*/ 56 h 56"/>
                  <a:gd name="T2" fmla="*/ 28 w 96"/>
                  <a:gd name="T3" fmla="*/ 56 h 56"/>
                  <a:gd name="T4" fmla="*/ 0 w 96"/>
                  <a:gd name="T5" fmla="*/ 28 h 56"/>
                  <a:gd name="T6" fmla="*/ 28 w 96"/>
                  <a:gd name="T7" fmla="*/ 0 h 56"/>
                  <a:gd name="T8" fmla="*/ 68 w 96"/>
                  <a:gd name="T9" fmla="*/ 0 h 56"/>
                  <a:gd name="T10" fmla="*/ 96 w 96"/>
                  <a:gd name="T11" fmla="*/ 28 h 56"/>
                  <a:gd name="T12" fmla="*/ 68 w 96"/>
                  <a:gd name="T13" fmla="*/ 56 h 56"/>
                  <a:gd name="T14" fmla="*/ 28 w 96"/>
                  <a:gd name="T15" fmla="*/ 8 h 56"/>
                  <a:gd name="T16" fmla="*/ 8 w 96"/>
                  <a:gd name="T17" fmla="*/ 28 h 56"/>
                  <a:gd name="T18" fmla="*/ 28 w 96"/>
                  <a:gd name="T19" fmla="*/ 48 h 56"/>
                  <a:gd name="T20" fmla="*/ 68 w 96"/>
                  <a:gd name="T21" fmla="*/ 48 h 56"/>
                  <a:gd name="T22" fmla="*/ 88 w 96"/>
                  <a:gd name="T23" fmla="*/ 28 h 56"/>
                  <a:gd name="T24" fmla="*/ 68 w 96"/>
                  <a:gd name="T25" fmla="*/ 8 h 56"/>
                  <a:gd name="T26" fmla="*/ 28 w 96"/>
                  <a:gd name="T27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56">
                    <a:moveTo>
                      <a:pt x="68" y="56"/>
                    </a:moveTo>
                    <a:cubicBezTo>
                      <a:pt x="28" y="56"/>
                      <a:pt x="28" y="56"/>
                      <a:pt x="28" y="56"/>
                    </a:cubicBezTo>
                    <a:cubicBezTo>
                      <a:pt x="13" y="56"/>
                      <a:pt x="0" y="43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83" y="0"/>
                      <a:pt x="96" y="13"/>
                      <a:pt x="96" y="28"/>
                    </a:cubicBezTo>
                    <a:cubicBezTo>
                      <a:pt x="96" y="43"/>
                      <a:pt x="83" y="56"/>
                      <a:pt x="68" y="56"/>
                    </a:cubicBezTo>
                    <a:close/>
                    <a:moveTo>
                      <a:pt x="28" y="8"/>
                    </a:moveTo>
                    <a:cubicBezTo>
                      <a:pt x="17" y="8"/>
                      <a:pt x="8" y="17"/>
                      <a:pt x="8" y="28"/>
                    </a:cubicBezTo>
                    <a:cubicBezTo>
                      <a:pt x="8" y="39"/>
                      <a:pt x="17" y="48"/>
                      <a:pt x="2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9" y="48"/>
                      <a:pt x="88" y="39"/>
                      <a:pt x="88" y="28"/>
                    </a:cubicBezTo>
                    <a:cubicBezTo>
                      <a:pt x="88" y="17"/>
                      <a:pt x="79" y="8"/>
                      <a:pt x="68" y="8"/>
                    </a:cubicBezTo>
                    <a:lnTo>
                      <a:pt x="2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Oval 66"/>
              <p:cNvSpPr>
                <a:spLocks noChangeArrowheads="1"/>
              </p:cNvSpPr>
              <p:nvPr/>
            </p:nvSpPr>
            <p:spPr bwMode="auto">
              <a:xfrm>
                <a:off x="5084763" y="2479676"/>
                <a:ext cx="76200" cy="762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5678488" y="2403476"/>
              <a:ext cx="228600" cy="228600"/>
              <a:chOff x="5678488" y="2403476"/>
              <a:chExt cx="228600" cy="228600"/>
            </a:xfrm>
          </p:grpSpPr>
          <p:sp>
            <p:nvSpPr>
              <p:cNvPr id="71" name="Freeform 67"/>
              <p:cNvSpPr>
                <a:spLocks noEditPoints="1"/>
              </p:cNvSpPr>
              <p:nvPr/>
            </p:nvSpPr>
            <p:spPr bwMode="auto">
              <a:xfrm>
                <a:off x="5678488" y="2403476"/>
                <a:ext cx="228600" cy="228600"/>
              </a:xfrm>
              <a:custGeom>
                <a:avLst/>
                <a:gdLst>
                  <a:gd name="T0" fmla="*/ 64 w 72"/>
                  <a:gd name="T1" fmla="*/ 72 h 72"/>
                  <a:gd name="T2" fmla="*/ 8 w 72"/>
                  <a:gd name="T3" fmla="*/ 72 h 72"/>
                  <a:gd name="T4" fmla="*/ 0 w 72"/>
                  <a:gd name="T5" fmla="*/ 64 h 72"/>
                  <a:gd name="T6" fmla="*/ 0 w 72"/>
                  <a:gd name="T7" fmla="*/ 8 h 72"/>
                  <a:gd name="T8" fmla="*/ 8 w 72"/>
                  <a:gd name="T9" fmla="*/ 0 h 72"/>
                  <a:gd name="T10" fmla="*/ 64 w 72"/>
                  <a:gd name="T11" fmla="*/ 0 h 72"/>
                  <a:gd name="T12" fmla="*/ 72 w 72"/>
                  <a:gd name="T13" fmla="*/ 8 h 72"/>
                  <a:gd name="T14" fmla="*/ 72 w 72"/>
                  <a:gd name="T15" fmla="*/ 64 h 72"/>
                  <a:gd name="T16" fmla="*/ 64 w 72"/>
                  <a:gd name="T17" fmla="*/ 72 h 72"/>
                  <a:gd name="T18" fmla="*/ 8 w 72"/>
                  <a:gd name="T19" fmla="*/ 8 h 72"/>
                  <a:gd name="T20" fmla="*/ 8 w 72"/>
                  <a:gd name="T21" fmla="*/ 64 h 72"/>
                  <a:gd name="T22" fmla="*/ 64 w 72"/>
                  <a:gd name="T23" fmla="*/ 64 h 72"/>
                  <a:gd name="T24" fmla="*/ 64 w 72"/>
                  <a:gd name="T25" fmla="*/ 8 h 72"/>
                  <a:gd name="T26" fmla="*/ 8 w 72"/>
                  <a:gd name="T27" fmla="*/ 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72">
                    <a:moveTo>
                      <a:pt x="64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4" y="72"/>
                      <a:pt x="0" y="68"/>
                      <a:pt x="0" y="6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8" y="0"/>
                      <a:pt x="72" y="4"/>
                      <a:pt x="72" y="8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72" y="68"/>
                      <a:pt x="68" y="72"/>
                      <a:pt x="64" y="72"/>
                    </a:cubicBezTo>
                    <a:close/>
                    <a:moveTo>
                      <a:pt x="8" y="8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68"/>
              <p:cNvSpPr>
                <a:spLocks noEditPoints="1"/>
              </p:cNvSpPr>
              <p:nvPr/>
            </p:nvSpPr>
            <p:spPr bwMode="auto">
              <a:xfrm>
                <a:off x="5716588" y="2441576"/>
                <a:ext cx="152400" cy="152400"/>
              </a:xfrm>
              <a:custGeom>
                <a:avLst/>
                <a:gdLst>
                  <a:gd name="T0" fmla="*/ 48 w 48"/>
                  <a:gd name="T1" fmla="*/ 28 h 48"/>
                  <a:gd name="T2" fmla="*/ 48 w 48"/>
                  <a:gd name="T3" fmla="*/ 20 h 48"/>
                  <a:gd name="T4" fmla="*/ 39 w 48"/>
                  <a:gd name="T5" fmla="*/ 20 h 48"/>
                  <a:gd name="T6" fmla="*/ 38 w 48"/>
                  <a:gd name="T7" fmla="*/ 16 h 48"/>
                  <a:gd name="T8" fmla="*/ 44 w 48"/>
                  <a:gd name="T9" fmla="*/ 10 h 48"/>
                  <a:gd name="T10" fmla="*/ 38 w 48"/>
                  <a:gd name="T11" fmla="*/ 4 h 48"/>
                  <a:gd name="T12" fmla="*/ 32 w 48"/>
                  <a:gd name="T13" fmla="*/ 10 h 48"/>
                  <a:gd name="T14" fmla="*/ 28 w 48"/>
                  <a:gd name="T15" fmla="*/ 9 h 48"/>
                  <a:gd name="T16" fmla="*/ 28 w 48"/>
                  <a:gd name="T17" fmla="*/ 0 h 48"/>
                  <a:gd name="T18" fmla="*/ 20 w 48"/>
                  <a:gd name="T19" fmla="*/ 0 h 48"/>
                  <a:gd name="T20" fmla="*/ 20 w 48"/>
                  <a:gd name="T21" fmla="*/ 9 h 48"/>
                  <a:gd name="T22" fmla="*/ 16 w 48"/>
                  <a:gd name="T23" fmla="*/ 10 h 48"/>
                  <a:gd name="T24" fmla="*/ 10 w 48"/>
                  <a:gd name="T25" fmla="*/ 4 h 48"/>
                  <a:gd name="T26" fmla="*/ 4 w 48"/>
                  <a:gd name="T27" fmla="*/ 10 h 48"/>
                  <a:gd name="T28" fmla="*/ 10 w 48"/>
                  <a:gd name="T29" fmla="*/ 16 h 48"/>
                  <a:gd name="T30" fmla="*/ 9 w 48"/>
                  <a:gd name="T31" fmla="*/ 20 h 48"/>
                  <a:gd name="T32" fmla="*/ 0 w 48"/>
                  <a:gd name="T33" fmla="*/ 20 h 48"/>
                  <a:gd name="T34" fmla="*/ 0 w 48"/>
                  <a:gd name="T35" fmla="*/ 28 h 48"/>
                  <a:gd name="T36" fmla="*/ 9 w 48"/>
                  <a:gd name="T37" fmla="*/ 28 h 48"/>
                  <a:gd name="T38" fmla="*/ 10 w 48"/>
                  <a:gd name="T39" fmla="*/ 32 h 48"/>
                  <a:gd name="T40" fmla="*/ 4 w 48"/>
                  <a:gd name="T41" fmla="*/ 38 h 48"/>
                  <a:gd name="T42" fmla="*/ 10 w 48"/>
                  <a:gd name="T43" fmla="*/ 44 h 48"/>
                  <a:gd name="T44" fmla="*/ 16 w 48"/>
                  <a:gd name="T45" fmla="*/ 38 h 48"/>
                  <a:gd name="T46" fmla="*/ 20 w 48"/>
                  <a:gd name="T47" fmla="*/ 39 h 48"/>
                  <a:gd name="T48" fmla="*/ 20 w 48"/>
                  <a:gd name="T49" fmla="*/ 48 h 48"/>
                  <a:gd name="T50" fmla="*/ 28 w 48"/>
                  <a:gd name="T51" fmla="*/ 48 h 48"/>
                  <a:gd name="T52" fmla="*/ 28 w 48"/>
                  <a:gd name="T53" fmla="*/ 39 h 48"/>
                  <a:gd name="T54" fmla="*/ 32 w 48"/>
                  <a:gd name="T55" fmla="*/ 38 h 48"/>
                  <a:gd name="T56" fmla="*/ 38 w 48"/>
                  <a:gd name="T57" fmla="*/ 44 h 48"/>
                  <a:gd name="T58" fmla="*/ 44 w 48"/>
                  <a:gd name="T59" fmla="*/ 38 h 48"/>
                  <a:gd name="T60" fmla="*/ 38 w 48"/>
                  <a:gd name="T61" fmla="*/ 32 h 48"/>
                  <a:gd name="T62" fmla="*/ 39 w 48"/>
                  <a:gd name="T63" fmla="*/ 28 h 48"/>
                  <a:gd name="T64" fmla="*/ 48 w 48"/>
                  <a:gd name="T65" fmla="*/ 28 h 48"/>
                  <a:gd name="T66" fmla="*/ 24 w 48"/>
                  <a:gd name="T67" fmla="*/ 32 h 48"/>
                  <a:gd name="T68" fmla="*/ 16 w 48"/>
                  <a:gd name="T69" fmla="*/ 24 h 48"/>
                  <a:gd name="T70" fmla="*/ 24 w 48"/>
                  <a:gd name="T71" fmla="*/ 16 h 48"/>
                  <a:gd name="T72" fmla="*/ 32 w 48"/>
                  <a:gd name="T73" fmla="*/ 24 h 48"/>
                  <a:gd name="T74" fmla="*/ 24 w 48"/>
                  <a:gd name="T75" fmla="*/ 3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8" h="48">
                    <a:moveTo>
                      <a:pt x="48" y="28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19"/>
                      <a:pt x="38" y="17"/>
                      <a:pt x="38" y="16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1" y="10"/>
                      <a:pt x="29" y="9"/>
                      <a:pt x="28" y="9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9" y="9"/>
                      <a:pt x="17" y="10"/>
                      <a:pt x="16" y="10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0" y="17"/>
                      <a:pt x="9" y="19"/>
                      <a:pt x="9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9"/>
                      <a:pt x="10" y="31"/>
                      <a:pt x="10" y="32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7" y="38"/>
                      <a:pt x="19" y="39"/>
                      <a:pt x="20" y="39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9" y="39"/>
                      <a:pt x="31" y="38"/>
                      <a:pt x="32" y="38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8" y="31"/>
                      <a:pt x="39" y="29"/>
                      <a:pt x="39" y="28"/>
                    </a:cubicBezTo>
                    <a:lnTo>
                      <a:pt x="48" y="28"/>
                    </a:lnTo>
                    <a:close/>
                    <a:moveTo>
                      <a:pt x="24" y="32"/>
                    </a:moveTo>
                    <a:cubicBezTo>
                      <a:pt x="20" y="32"/>
                      <a:pt x="16" y="28"/>
                      <a:pt x="16" y="24"/>
                    </a:cubicBezTo>
                    <a:cubicBezTo>
                      <a:pt x="16" y="20"/>
                      <a:pt x="20" y="16"/>
                      <a:pt x="24" y="16"/>
                    </a:cubicBezTo>
                    <a:cubicBezTo>
                      <a:pt x="28" y="16"/>
                      <a:pt x="32" y="20"/>
                      <a:pt x="32" y="24"/>
                    </a:cubicBezTo>
                    <a:cubicBezTo>
                      <a:pt x="32" y="28"/>
                      <a:pt x="28" y="32"/>
                      <a:pt x="24" y="3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7" name="组合 156"/>
            <p:cNvGrpSpPr/>
            <p:nvPr/>
          </p:nvGrpSpPr>
          <p:grpSpPr>
            <a:xfrm>
              <a:off x="3846513" y="2403476"/>
              <a:ext cx="252413" cy="228600"/>
              <a:chOff x="3846513" y="2403476"/>
              <a:chExt cx="252413" cy="228600"/>
            </a:xfrm>
          </p:grpSpPr>
          <p:sp>
            <p:nvSpPr>
              <p:cNvPr id="73" name="Freeform 69"/>
              <p:cNvSpPr>
                <a:spLocks noEditPoints="1"/>
              </p:cNvSpPr>
              <p:nvPr/>
            </p:nvSpPr>
            <p:spPr bwMode="auto">
              <a:xfrm>
                <a:off x="3846513" y="2403476"/>
                <a:ext cx="252413" cy="76200"/>
              </a:xfrm>
              <a:custGeom>
                <a:avLst/>
                <a:gdLst>
                  <a:gd name="T0" fmla="*/ 68 w 80"/>
                  <a:gd name="T1" fmla="*/ 24 h 24"/>
                  <a:gd name="T2" fmla="*/ 80 w 80"/>
                  <a:gd name="T3" fmla="*/ 12 h 24"/>
                  <a:gd name="T4" fmla="*/ 68 w 80"/>
                  <a:gd name="T5" fmla="*/ 0 h 24"/>
                  <a:gd name="T6" fmla="*/ 57 w 80"/>
                  <a:gd name="T7" fmla="*/ 8 h 24"/>
                  <a:gd name="T8" fmla="*/ 0 w 80"/>
                  <a:gd name="T9" fmla="*/ 8 h 24"/>
                  <a:gd name="T10" fmla="*/ 0 w 80"/>
                  <a:gd name="T11" fmla="*/ 16 h 24"/>
                  <a:gd name="T12" fmla="*/ 57 w 80"/>
                  <a:gd name="T13" fmla="*/ 16 h 24"/>
                  <a:gd name="T14" fmla="*/ 68 w 80"/>
                  <a:gd name="T15" fmla="*/ 24 h 24"/>
                  <a:gd name="T16" fmla="*/ 68 w 80"/>
                  <a:gd name="T17" fmla="*/ 8 h 24"/>
                  <a:gd name="T18" fmla="*/ 72 w 80"/>
                  <a:gd name="T19" fmla="*/ 12 h 24"/>
                  <a:gd name="T20" fmla="*/ 68 w 80"/>
                  <a:gd name="T21" fmla="*/ 16 h 24"/>
                  <a:gd name="T22" fmla="*/ 64 w 80"/>
                  <a:gd name="T23" fmla="*/ 12 h 24"/>
                  <a:gd name="T24" fmla="*/ 68 w 80"/>
                  <a:gd name="T25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" h="24">
                    <a:moveTo>
                      <a:pt x="68" y="24"/>
                    </a:moveTo>
                    <a:cubicBezTo>
                      <a:pt x="75" y="24"/>
                      <a:pt x="80" y="19"/>
                      <a:pt x="80" y="12"/>
                    </a:cubicBezTo>
                    <a:cubicBezTo>
                      <a:pt x="80" y="5"/>
                      <a:pt x="75" y="0"/>
                      <a:pt x="68" y="0"/>
                    </a:cubicBezTo>
                    <a:cubicBezTo>
                      <a:pt x="63" y="0"/>
                      <a:pt x="58" y="3"/>
                      <a:pt x="57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8" y="21"/>
                      <a:pt x="63" y="24"/>
                      <a:pt x="68" y="24"/>
                    </a:cubicBezTo>
                    <a:close/>
                    <a:moveTo>
                      <a:pt x="68" y="8"/>
                    </a:moveTo>
                    <a:cubicBezTo>
                      <a:pt x="70" y="8"/>
                      <a:pt x="72" y="10"/>
                      <a:pt x="72" y="12"/>
                    </a:cubicBezTo>
                    <a:cubicBezTo>
                      <a:pt x="72" y="14"/>
                      <a:pt x="70" y="16"/>
                      <a:pt x="68" y="16"/>
                    </a:cubicBezTo>
                    <a:cubicBezTo>
                      <a:pt x="66" y="16"/>
                      <a:pt x="64" y="14"/>
                      <a:pt x="64" y="12"/>
                    </a:cubicBezTo>
                    <a:cubicBezTo>
                      <a:pt x="64" y="10"/>
                      <a:pt x="66" y="8"/>
                      <a:pt x="68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70"/>
              <p:cNvSpPr>
                <a:spLocks noEditPoints="1"/>
              </p:cNvSpPr>
              <p:nvPr/>
            </p:nvSpPr>
            <p:spPr bwMode="auto">
              <a:xfrm>
                <a:off x="3846513" y="2479676"/>
                <a:ext cx="252413" cy="76200"/>
              </a:xfrm>
              <a:custGeom>
                <a:avLst/>
                <a:gdLst>
                  <a:gd name="T0" fmla="*/ 28 w 80"/>
                  <a:gd name="T1" fmla="*/ 0 h 24"/>
                  <a:gd name="T2" fmla="*/ 17 w 80"/>
                  <a:gd name="T3" fmla="*/ 8 h 24"/>
                  <a:gd name="T4" fmla="*/ 0 w 80"/>
                  <a:gd name="T5" fmla="*/ 8 h 24"/>
                  <a:gd name="T6" fmla="*/ 0 w 80"/>
                  <a:gd name="T7" fmla="*/ 16 h 24"/>
                  <a:gd name="T8" fmla="*/ 17 w 80"/>
                  <a:gd name="T9" fmla="*/ 16 h 24"/>
                  <a:gd name="T10" fmla="*/ 28 w 80"/>
                  <a:gd name="T11" fmla="*/ 24 h 24"/>
                  <a:gd name="T12" fmla="*/ 39 w 80"/>
                  <a:gd name="T13" fmla="*/ 16 h 24"/>
                  <a:gd name="T14" fmla="*/ 80 w 80"/>
                  <a:gd name="T15" fmla="*/ 16 h 24"/>
                  <a:gd name="T16" fmla="*/ 80 w 80"/>
                  <a:gd name="T17" fmla="*/ 8 h 24"/>
                  <a:gd name="T18" fmla="*/ 39 w 80"/>
                  <a:gd name="T19" fmla="*/ 8 h 24"/>
                  <a:gd name="T20" fmla="*/ 28 w 80"/>
                  <a:gd name="T21" fmla="*/ 0 h 24"/>
                  <a:gd name="T22" fmla="*/ 28 w 80"/>
                  <a:gd name="T23" fmla="*/ 16 h 24"/>
                  <a:gd name="T24" fmla="*/ 24 w 80"/>
                  <a:gd name="T25" fmla="*/ 12 h 24"/>
                  <a:gd name="T26" fmla="*/ 28 w 80"/>
                  <a:gd name="T27" fmla="*/ 8 h 24"/>
                  <a:gd name="T28" fmla="*/ 32 w 80"/>
                  <a:gd name="T29" fmla="*/ 12 h 24"/>
                  <a:gd name="T30" fmla="*/ 28 w 80"/>
                  <a:gd name="T31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0" h="24">
                    <a:moveTo>
                      <a:pt x="28" y="0"/>
                    </a:moveTo>
                    <a:cubicBezTo>
                      <a:pt x="23" y="0"/>
                      <a:pt x="18" y="3"/>
                      <a:pt x="17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8" y="21"/>
                      <a:pt x="23" y="24"/>
                      <a:pt x="28" y="24"/>
                    </a:cubicBezTo>
                    <a:cubicBezTo>
                      <a:pt x="33" y="24"/>
                      <a:pt x="38" y="21"/>
                      <a:pt x="39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3"/>
                      <a:pt x="33" y="0"/>
                      <a:pt x="28" y="0"/>
                    </a:cubicBezTo>
                    <a:close/>
                    <a:moveTo>
                      <a:pt x="28" y="16"/>
                    </a:moveTo>
                    <a:cubicBezTo>
                      <a:pt x="26" y="16"/>
                      <a:pt x="24" y="14"/>
                      <a:pt x="24" y="12"/>
                    </a:cubicBezTo>
                    <a:cubicBezTo>
                      <a:pt x="24" y="10"/>
                      <a:pt x="26" y="8"/>
                      <a:pt x="28" y="8"/>
                    </a:cubicBezTo>
                    <a:cubicBezTo>
                      <a:pt x="30" y="8"/>
                      <a:pt x="32" y="10"/>
                      <a:pt x="32" y="12"/>
                    </a:cubicBezTo>
                    <a:cubicBezTo>
                      <a:pt x="32" y="14"/>
                      <a:pt x="30" y="16"/>
                      <a:pt x="28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71"/>
              <p:cNvSpPr>
                <a:spLocks noEditPoints="1"/>
              </p:cNvSpPr>
              <p:nvPr/>
            </p:nvSpPr>
            <p:spPr bwMode="auto">
              <a:xfrm>
                <a:off x="3846513" y="2555876"/>
                <a:ext cx="252413" cy="76200"/>
              </a:xfrm>
              <a:custGeom>
                <a:avLst/>
                <a:gdLst>
                  <a:gd name="T0" fmla="*/ 68 w 80"/>
                  <a:gd name="T1" fmla="*/ 0 h 24"/>
                  <a:gd name="T2" fmla="*/ 57 w 80"/>
                  <a:gd name="T3" fmla="*/ 8 h 24"/>
                  <a:gd name="T4" fmla="*/ 0 w 80"/>
                  <a:gd name="T5" fmla="*/ 8 h 24"/>
                  <a:gd name="T6" fmla="*/ 0 w 80"/>
                  <a:gd name="T7" fmla="*/ 16 h 24"/>
                  <a:gd name="T8" fmla="*/ 57 w 80"/>
                  <a:gd name="T9" fmla="*/ 16 h 24"/>
                  <a:gd name="T10" fmla="*/ 68 w 80"/>
                  <a:gd name="T11" fmla="*/ 24 h 24"/>
                  <a:gd name="T12" fmla="*/ 80 w 80"/>
                  <a:gd name="T13" fmla="*/ 12 h 24"/>
                  <a:gd name="T14" fmla="*/ 68 w 80"/>
                  <a:gd name="T15" fmla="*/ 0 h 24"/>
                  <a:gd name="T16" fmla="*/ 68 w 80"/>
                  <a:gd name="T17" fmla="*/ 16 h 24"/>
                  <a:gd name="T18" fmla="*/ 64 w 80"/>
                  <a:gd name="T19" fmla="*/ 12 h 24"/>
                  <a:gd name="T20" fmla="*/ 68 w 80"/>
                  <a:gd name="T21" fmla="*/ 8 h 24"/>
                  <a:gd name="T22" fmla="*/ 72 w 80"/>
                  <a:gd name="T23" fmla="*/ 12 h 24"/>
                  <a:gd name="T24" fmla="*/ 68 w 80"/>
                  <a:gd name="T25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" h="24">
                    <a:moveTo>
                      <a:pt x="68" y="0"/>
                    </a:moveTo>
                    <a:cubicBezTo>
                      <a:pt x="63" y="0"/>
                      <a:pt x="58" y="3"/>
                      <a:pt x="57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8" y="21"/>
                      <a:pt x="63" y="24"/>
                      <a:pt x="68" y="24"/>
                    </a:cubicBezTo>
                    <a:cubicBezTo>
                      <a:pt x="75" y="24"/>
                      <a:pt x="80" y="19"/>
                      <a:pt x="80" y="12"/>
                    </a:cubicBezTo>
                    <a:cubicBezTo>
                      <a:pt x="80" y="5"/>
                      <a:pt x="75" y="0"/>
                      <a:pt x="68" y="0"/>
                    </a:cubicBezTo>
                    <a:close/>
                    <a:moveTo>
                      <a:pt x="68" y="16"/>
                    </a:moveTo>
                    <a:cubicBezTo>
                      <a:pt x="66" y="16"/>
                      <a:pt x="64" y="14"/>
                      <a:pt x="64" y="12"/>
                    </a:cubicBezTo>
                    <a:cubicBezTo>
                      <a:pt x="64" y="10"/>
                      <a:pt x="66" y="8"/>
                      <a:pt x="68" y="8"/>
                    </a:cubicBezTo>
                    <a:cubicBezTo>
                      <a:pt x="70" y="8"/>
                      <a:pt x="72" y="10"/>
                      <a:pt x="72" y="12"/>
                    </a:cubicBezTo>
                    <a:cubicBezTo>
                      <a:pt x="72" y="14"/>
                      <a:pt x="70" y="16"/>
                      <a:pt x="68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>
              <a:off x="6272213" y="2390776"/>
              <a:ext cx="254000" cy="252413"/>
              <a:chOff x="6272213" y="2390776"/>
              <a:chExt cx="254000" cy="2524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6361113" y="2454276"/>
                <a:ext cx="76200" cy="127000"/>
              </a:xfrm>
              <a:custGeom>
                <a:avLst/>
                <a:gdLst>
                  <a:gd name="T0" fmla="*/ 24 w 24"/>
                  <a:gd name="T1" fmla="*/ 12 h 40"/>
                  <a:gd name="T2" fmla="*/ 12 w 24"/>
                  <a:gd name="T3" fmla="*/ 0 h 40"/>
                  <a:gd name="T4" fmla="*/ 0 w 24"/>
                  <a:gd name="T5" fmla="*/ 12 h 40"/>
                  <a:gd name="T6" fmla="*/ 6 w 24"/>
                  <a:gd name="T7" fmla="*/ 23 h 40"/>
                  <a:gd name="T8" fmla="*/ 4 w 24"/>
                  <a:gd name="T9" fmla="*/ 40 h 40"/>
                  <a:gd name="T10" fmla="*/ 20 w 24"/>
                  <a:gd name="T11" fmla="*/ 40 h 40"/>
                  <a:gd name="T12" fmla="*/ 18 w 24"/>
                  <a:gd name="T13" fmla="*/ 23 h 40"/>
                  <a:gd name="T14" fmla="*/ 24 w 24"/>
                  <a:gd name="T15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40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7"/>
                      <a:pt x="3" y="21"/>
                      <a:pt x="6" y="23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21" y="21"/>
                      <a:pt x="24" y="17"/>
                      <a:pt x="24" y="1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>
                <a:spLocks noEditPoints="1"/>
              </p:cNvSpPr>
              <p:nvPr/>
            </p:nvSpPr>
            <p:spPr bwMode="auto">
              <a:xfrm>
                <a:off x="6272213" y="2390776"/>
                <a:ext cx="254000" cy="252413"/>
              </a:xfrm>
              <a:custGeom>
                <a:avLst/>
                <a:gdLst>
                  <a:gd name="T0" fmla="*/ 40 w 80"/>
                  <a:gd name="T1" fmla="*/ 80 h 80"/>
                  <a:gd name="T2" fmla="*/ 0 w 80"/>
                  <a:gd name="T3" fmla="*/ 40 h 80"/>
                  <a:gd name="T4" fmla="*/ 40 w 80"/>
                  <a:gd name="T5" fmla="*/ 0 h 80"/>
                  <a:gd name="T6" fmla="*/ 80 w 80"/>
                  <a:gd name="T7" fmla="*/ 40 h 80"/>
                  <a:gd name="T8" fmla="*/ 40 w 80"/>
                  <a:gd name="T9" fmla="*/ 80 h 80"/>
                  <a:gd name="T10" fmla="*/ 40 w 80"/>
                  <a:gd name="T11" fmla="*/ 8 h 80"/>
                  <a:gd name="T12" fmla="*/ 8 w 80"/>
                  <a:gd name="T13" fmla="*/ 40 h 80"/>
                  <a:gd name="T14" fmla="*/ 40 w 80"/>
                  <a:gd name="T15" fmla="*/ 72 h 80"/>
                  <a:gd name="T16" fmla="*/ 72 w 80"/>
                  <a:gd name="T17" fmla="*/ 40 h 80"/>
                  <a:gd name="T18" fmla="*/ 40 w 80"/>
                  <a:gd name="T19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80"/>
                    </a:move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0" y="18"/>
                      <a:pt x="80" y="40"/>
                    </a:cubicBezTo>
                    <a:cubicBezTo>
                      <a:pt x="80" y="62"/>
                      <a:pt x="62" y="80"/>
                      <a:pt x="40" y="80"/>
                    </a:cubicBezTo>
                    <a:close/>
                    <a:moveTo>
                      <a:pt x="40" y="8"/>
                    </a:moveTo>
                    <a:cubicBezTo>
                      <a:pt x="22" y="8"/>
                      <a:pt x="8" y="22"/>
                      <a:pt x="8" y="40"/>
                    </a:cubicBezTo>
                    <a:cubicBezTo>
                      <a:pt x="8" y="58"/>
                      <a:pt x="22" y="72"/>
                      <a:pt x="40" y="72"/>
                    </a:cubicBezTo>
                    <a:cubicBezTo>
                      <a:pt x="58" y="72"/>
                      <a:pt x="72" y="58"/>
                      <a:pt x="72" y="40"/>
                    </a:cubicBezTo>
                    <a:cubicBezTo>
                      <a:pt x="72" y="22"/>
                      <a:pt x="58" y="8"/>
                      <a:pt x="40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7473951" y="2378076"/>
              <a:ext cx="277813" cy="265113"/>
              <a:chOff x="7473951" y="2378076"/>
              <a:chExt cx="277813" cy="265113"/>
            </a:xfrm>
          </p:grpSpPr>
          <p:sp>
            <p:nvSpPr>
              <p:cNvPr id="78" name="Freeform 74"/>
              <p:cNvSpPr>
                <a:spLocks/>
              </p:cNvSpPr>
              <p:nvPr/>
            </p:nvSpPr>
            <p:spPr bwMode="auto">
              <a:xfrm>
                <a:off x="7473951" y="2378076"/>
                <a:ext cx="277813" cy="265113"/>
              </a:xfrm>
              <a:custGeom>
                <a:avLst/>
                <a:gdLst>
                  <a:gd name="T0" fmla="*/ 80 w 88"/>
                  <a:gd name="T1" fmla="*/ 8 h 84"/>
                  <a:gd name="T2" fmla="*/ 68 w 88"/>
                  <a:gd name="T3" fmla="*/ 8 h 84"/>
                  <a:gd name="T4" fmla="*/ 68 w 88"/>
                  <a:gd name="T5" fmla="*/ 0 h 84"/>
                  <a:gd name="T6" fmla="*/ 60 w 88"/>
                  <a:gd name="T7" fmla="*/ 0 h 84"/>
                  <a:gd name="T8" fmla="*/ 60 w 88"/>
                  <a:gd name="T9" fmla="*/ 24 h 84"/>
                  <a:gd name="T10" fmla="*/ 68 w 88"/>
                  <a:gd name="T11" fmla="*/ 24 h 84"/>
                  <a:gd name="T12" fmla="*/ 68 w 88"/>
                  <a:gd name="T13" fmla="*/ 16 h 84"/>
                  <a:gd name="T14" fmla="*/ 80 w 88"/>
                  <a:gd name="T15" fmla="*/ 16 h 84"/>
                  <a:gd name="T16" fmla="*/ 80 w 88"/>
                  <a:gd name="T17" fmla="*/ 76 h 84"/>
                  <a:gd name="T18" fmla="*/ 8 w 88"/>
                  <a:gd name="T19" fmla="*/ 76 h 84"/>
                  <a:gd name="T20" fmla="*/ 8 w 88"/>
                  <a:gd name="T21" fmla="*/ 16 h 84"/>
                  <a:gd name="T22" fmla="*/ 16 w 88"/>
                  <a:gd name="T23" fmla="*/ 16 h 84"/>
                  <a:gd name="T24" fmla="*/ 16 w 88"/>
                  <a:gd name="T25" fmla="*/ 8 h 84"/>
                  <a:gd name="T26" fmla="*/ 8 w 88"/>
                  <a:gd name="T27" fmla="*/ 8 h 84"/>
                  <a:gd name="T28" fmla="*/ 0 w 88"/>
                  <a:gd name="T29" fmla="*/ 16 h 84"/>
                  <a:gd name="T30" fmla="*/ 0 w 88"/>
                  <a:gd name="T31" fmla="*/ 76 h 84"/>
                  <a:gd name="T32" fmla="*/ 8 w 88"/>
                  <a:gd name="T33" fmla="*/ 84 h 84"/>
                  <a:gd name="T34" fmla="*/ 80 w 88"/>
                  <a:gd name="T35" fmla="*/ 84 h 84"/>
                  <a:gd name="T36" fmla="*/ 88 w 88"/>
                  <a:gd name="T37" fmla="*/ 76 h 84"/>
                  <a:gd name="T38" fmla="*/ 88 w 88"/>
                  <a:gd name="T39" fmla="*/ 16 h 84"/>
                  <a:gd name="T40" fmla="*/ 80 w 88"/>
                  <a:gd name="T41" fmla="*/ 8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8" h="84">
                    <a:moveTo>
                      <a:pt x="80" y="8"/>
                    </a:moveTo>
                    <a:cubicBezTo>
                      <a:pt x="68" y="8"/>
                      <a:pt x="68" y="8"/>
                      <a:pt x="68" y="8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76"/>
                      <a:pt x="80" y="76"/>
                      <a:pt x="80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" y="8"/>
                      <a:pt x="0" y="12"/>
                      <a:pt x="0" y="1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80"/>
                      <a:pt x="4" y="84"/>
                      <a:pt x="8" y="84"/>
                    </a:cubicBezTo>
                    <a:cubicBezTo>
                      <a:pt x="80" y="84"/>
                      <a:pt x="80" y="84"/>
                      <a:pt x="80" y="84"/>
                    </a:cubicBezTo>
                    <a:cubicBezTo>
                      <a:pt x="84" y="84"/>
                      <a:pt x="88" y="80"/>
                      <a:pt x="88" y="76"/>
                    </a:cubicBezTo>
                    <a:cubicBezTo>
                      <a:pt x="88" y="16"/>
                      <a:pt x="88" y="16"/>
                      <a:pt x="88" y="16"/>
                    </a:cubicBezTo>
                    <a:cubicBezTo>
                      <a:pt x="88" y="12"/>
                      <a:pt x="84" y="8"/>
                      <a:pt x="80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75"/>
              <p:cNvSpPr>
                <a:spLocks/>
              </p:cNvSpPr>
              <p:nvPr/>
            </p:nvSpPr>
            <p:spPr bwMode="auto">
              <a:xfrm>
                <a:off x="7537451" y="2378076"/>
                <a:ext cx="112713" cy="76200"/>
              </a:xfrm>
              <a:custGeom>
                <a:avLst/>
                <a:gdLst>
                  <a:gd name="T0" fmla="*/ 15 w 71"/>
                  <a:gd name="T1" fmla="*/ 32 h 48"/>
                  <a:gd name="T2" fmla="*/ 71 w 71"/>
                  <a:gd name="T3" fmla="*/ 32 h 48"/>
                  <a:gd name="T4" fmla="*/ 71 w 71"/>
                  <a:gd name="T5" fmla="*/ 16 h 48"/>
                  <a:gd name="T6" fmla="*/ 15 w 71"/>
                  <a:gd name="T7" fmla="*/ 16 h 48"/>
                  <a:gd name="T8" fmla="*/ 15 w 71"/>
                  <a:gd name="T9" fmla="*/ 0 h 48"/>
                  <a:gd name="T10" fmla="*/ 0 w 71"/>
                  <a:gd name="T11" fmla="*/ 0 h 48"/>
                  <a:gd name="T12" fmla="*/ 0 w 71"/>
                  <a:gd name="T13" fmla="*/ 48 h 48"/>
                  <a:gd name="T14" fmla="*/ 15 w 71"/>
                  <a:gd name="T15" fmla="*/ 48 h 48"/>
                  <a:gd name="T16" fmla="*/ 15 w 71"/>
                  <a:gd name="T17" fmla="*/ 3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48">
                    <a:moveTo>
                      <a:pt x="15" y="32"/>
                    </a:moveTo>
                    <a:lnTo>
                      <a:pt x="71" y="32"/>
                    </a:lnTo>
                    <a:lnTo>
                      <a:pt x="71" y="16"/>
                    </a:lnTo>
                    <a:lnTo>
                      <a:pt x="15" y="16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15" y="48"/>
                    </a:lnTo>
                    <a:lnTo>
                      <a:pt x="15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Rectangle 76"/>
              <p:cNvSpPr>
                <a:spLocks noChangeArrowheads="1"/>
              </p:cNvSpPr>
              <p:nvPr/>
            </p:nvSpPr>
            <p:spPr bwMode="auto">
              <a:xfrm>
                <a:off x="7524751" y="2479676"/>
                <a:ext cx="49213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Rectangle 77"/>
              <p:cNvSpPr>
                <a:spLocks noChangeArrowheads="1"/>
              </p:cNvSpPr>
              <p:nvPr/>
            </p:nvSpPr>
            <p:spPr bwMode="auto">
              <a:xfrm>
                <a:off x="7586663" y="2479676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Rectangle 78"/>
              <p:cNvSpPr>
                <a:spLocks noChangeArrowheads="1"/>
              </p:cNvSpPr>
              <p:nvPr/>
            </p:nvSpPr>
            <p:spPr bwMode="auto">
              <a:xfrm>
                <a:off x="7650163" y="2479676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79"/>
              <p:cNvSpPr>
                <a:spLocks noChangeArrowheads="1"/>
              </p:cNvSpPr>
              <p:nvPr/>
            </p:nvSpPr>
            <p:spPr bwMode="auto">
              <a:xfrm>
                <a:off x="7524751" y="2543176"/>
                <a:ext cx="49213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Rectangle 80"/>
              <p:cNvSpPr>
                <a:spLocks noChangeArrowheads="1"/>
              </p:cNvSpPr>
              <p:nvPr/>
            </p:nvSpPr>
            <p:spPr bwMode="auto">
              <a:xfrm>
                <a:off x="7586663" y="2543176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6916738" y="2390776"/>
              <a:ext cx="177800" cy="252413"/>
              <a:chOff x="6916738" y="2390776"/>
              <a:chExt cx="177800" cy="252413"/>
            </a:xfrm>
          </p:grpSpPr>
          <p:sp>
            <p:nvSpPr>
              <p:cNvPr id="85" name="Freeform 81"/>
              <p:cNvSpPr>
                <a:spLocks noEditPoints="1"/>
              </p:cNvSpPr>
              <p:nvPr/>
            </p:nvSpPr>
            <p:spPr bwMode="auto">
              <a:xfrm>
                <a:off x="6916738" y="2390776"/>
                <a:ext cx="177800" cy="252413"/>
              </a:xfrm>
              <a:custGeom>
                <a:avLst/>
                <a:gdLst>
                  <a:gd name="T0" fmla="*/ 56 w 56"/>
                  <a:gd name="T1" fmla="*/ 13 h 80"/>
                  <a:gd name="T2" fmla="*/ 56 w 56"/>
                  <a:gd name="T3" fmla="*/ 4 h 80"/>
                  <a:gd name="T4" fmla="*/ 52 w 56"/>
                  <a:gd name="T5" fmla="*/ 0 h 80"/>
                  <a:gd name="T6" fmla="*/ 4 w 56"/>
                  <a:gd name="T7" fmla="*/ 0 h 80"/>
                  <a:gd name="T8" fmla="*/ 0 w 56"/>
                  <a:gd name="T9" fmla="*/ 4 h 80"/>
                  <a:gd name="T10" fmla="*/ 0 w 56"/>
                  <a:gd name="T11" fmla="*/ 13 h 80"/>
                  <a:gd name="T12" fmla="*/ 4 w 56"/>
                  <a:gd name="T13" fmla="*/ 21 h 80"/>
                  <a:gd name="T14" fmla="*/ 22 w 56"/>
                  <a:gd name="T15" fmla="*/ 40 h 80"/>
                  <a:gd name="T16" fmla="*/ 4 w 56"/>
                  <a:gd name="T17" fmla="*/ 59 h 80"/>
                  <a:gd name="T18" fmla="*/ 0 w 56"/>
                  <a:gd name="T19" fmla="*/ 67 h 80"/>
                  <a:gd name="T20" fmla="*/ 0 w 56"/>
                  <a:gd name="T21" fmla="*/ 76 h 80"/>
                  <a:gd name="T22" fmla="*/ 4 w 56"/>
                  <a:gd name="T23" fmla="*/ 80 h 80"/>
                  <a:gd name="T24" fmla="*/ 52 w 56"/>
                  <a:gd name="T25" fmla="*/ 80 h 80"/>
                  <a:gd name="T26" fmla="*/ 56 w 56"/>
                  <a:gd name="T27" fmla="*/ 76 h 80"/>
                  <a:gd name="T28" fmla="*/ 56 w 56"/>
                  <a:gd name="T29" fmla="*/ 67 h 80"/>
                  <a:gd name="T30" fmla="*/ 52 w 56"/>
                  <a:gd name="T31" fmla="*/ 59 h 80"/>
                  <a:gd name="T32" fmla="*/ 34 w 56"/>
                  <a:gd name="T33" fmla="*/ 40 h 80"/>
                  <a:gd name="T34" fmla="*/ 52 w 56"/>
                  <a:gd name="T35" fmla="*/ 21 h 80"/>
                  <a:gd name="T36" fmla="*/ 56 w 56"/>
                  <a:gd name="T37" fmla="*/ 13 h 80"/>
                  <a:gd name="T38" fmla="*/ 48 w 56"/>
                  <a:gd name="T39" fmla="*/ 67 h 80"/>
                  <a:gd name="T40" fmla="*/ 48 w 56"/>
                  <a:gd name="T41" fmla="*/ 72 h 80"/>
                  <a:gd name="T42" fmla="*/ 8 w 56"/>
                  <a:gd name="T43" fmla="*/ 72 h 80"/>
                  <a:gd name="T44" fmla="*/ 8 w 56"/>
                  <a:gd name="T45" fmla="*/ 67 h 80"/>
                  <a:gd name="T46" fmla="*/ 9 w 56"/>
                  <a:gd name="T47" fmla="*/ 64 h 80"/>
                  <a:gd name="T48" fmla="*/ 28 w 56"/>
                  <a:gd name="T49" fmla="*/ 46 h 80"/>
                  <a:gd name="T50" fmla="*/ 47 w 56"/>
                  <a:gd name="T51" fmla="*/ 64 h 80"/>
                  <a:gd name="T52" fmla="*/ 48 w 56"/>
                  <a:gd name="T53" fmla="*/ 67 h 80"/>
                  <a:gd name="T54" fmla="*/ 48 w 56"/>
                  <a:gd name="T55" fmla="*/ 13 h 80"/>
                  <a:gd name="T56" fmla="*/ 47 w 56"/>
                  <a:gd name="T57" fmla="*/ 16 h 80"/>
                  <a:gd name="T58" fmla="*/ 28 w 56"/>
                  <a:gd name="T59" fmla="*/ 34 h 80"/>
                  <a:gd name="T60" fmla="*/ 9 w 56"/>
                  <a:gd name="T61" fmla="*/ 16 h 80"/>
                  <a:gd name="T62" fmla="*/ 8 w 56"/>
                  <a:gd name="T63" fmla="*/ 13 h 80"/>
                  <a:gd name="T64" fmla="*/ 8 w 56"/>
                  <a:gd name="T65" fmla="*/ 8 h 80"/>
                  <a:gd name="T66" fmla="*/ 48 w 56"/>
                  <a:gd name="T67" fmla="*/ 8 h 80"/>
                  <a:gd name="T68" fmla="*/ 48 w 56"/>
                  <a:gd name="T69" fmla="*/ 13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" h="80">
                    <a:moveTo>
                      <a:pt x="56" y="13"/>
                    </a:moveTo>
                    <a:cubicBezTo>
                      <a:pt x="56" y="4"/>
                      <a:pt x="56" y="4"/>
                      <a:pt x="56" y="4"/>
                    </a:cubicBezTo>
                    <a:cubicBezTo>
                      <a:pt x="56" y="2"/>
                      <a:pt x="54" y="0"/>
                      <a:pt x="5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6"/>
                      <a:pt x="1" y="19"/>
                      <a:pt x="4" y="21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1" y="61"/>
                      <a:pt x="0" y="64"/>
                      <a:pt x="0" y="67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4" y="80"/>
                      <a:pt x="56" y="78"/>
                      <a:pt x="56" y="7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6" y="64"/>
                      <a:pt x="55" y="61"/>
                      <a:pt x="52" y="59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5" y="19"/>
                      <a:pt x="56" y="16"/>
                      <a:pt x="56" y="13"/>
                    </a:cubicBezTo>
                    <a:close/>
                    <a:moveTo>
                      <a:pt x="48" y="67"/>
                    </a:moveTo>
                    <a:cubicBezTo>
                      <a:pt x="48" y="72"/>
                      <a:pt x="48" y="72"/>
                      <a:pt x="48" y="72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6"/>
                      <a:pt x="8" y="65"/>
                      <a:pt x="9" y="64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47" y="64"/>
                      <a:pt x="47" y="64"/>
                      <a:pt x="47" y="64"/>
                    </a:cubicBezTo>
                    <a:cubicBezTo>
                      <a:pt x="48" y="65"/>
                      <a:pt x="48" y="66"/>
                      <a:pt x="48" y="67"/>
                    </a:cubicBezTo>
                    <a:close/>
                    <a:moveTo>
                      <a:pt x="48" y="13"/>
                    </a:moveTo>
                    <a:cubicBezTo>
                      <a:pt x="48" y="14"/>
                      <a:pt x="48" y="15"/>
                      <a:pt x="47" y="1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8" y="15"/>
                      <a:pt x="8" y="14"/>
                      <a:pt x="8" y="13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8" y="8"/>
                      <a:pt x="48" y="8"/>
                      <a:pt x="48" y="8"/>
                    </a:cubicBezTo>
                    <a:lnTo>
                      <a:pt x="48" y="13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82"/>
              <p:cNvSpPr>
                <a:spLocks/>
              </p:cNvSpPr>
              <p:nvPr/>
            </p:nvSpPr>
            <p:spPr bwMode="auto">
              <a:xfrm>
                <a:off x="6967538" y="2568576"/>
                <a:ext cx="76200" cy="38100"/>
              </a:xfrm>
              <a:custGeom>
                <a:avLst/>
                <a:gdLst>
                  <a:gd name="T0" fmla="*/ 0 w 48"/>
                  <a:gd name="T1" fmla="*/ 24 h 24"/>
                  <a:gd name="T2" fmla="*/ 24 w 48"/>
                  <a:gd name="T3" fmla="*/ 0 h 24"/>
                  <a:gd name="T4" fmla="*/ 48 w 48"/>
                  <a:gd name="T5" fmla="*/ 24 h 24"/>
                  <a:gd name="T6" fmla="*/ 0 w 48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24">
                    <a:moveTo>
                      <a:pt x="0" y="24"/>
                    </a:moveTo>
                    <a:lnTo>
                      <a:pt x="24" y="0"/>
                    </a:lnTo>
                    <a:lnTo>
                      <a:pt x="48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9" name="组合 178"/>
            <p:cNvGrpSpPr/>
            <p:nvPr/>
          </p:nvGrpSpPr>
          <p:grpSpPr>
            <a:xfrm>
              <a:off x="6248401" y="3670301"/>
              <a:ext cx="265112" cy="214312"/>
              <a:chOff x="6248401" y="3670301"/>
              <a:chExt cx="265112" cy="214312"/>
            </a:xfrm>
          </p:grpSpPr>
          <p:sp>
            <p:nvSpPr>
              <p:cNvPr id="87" name="Freeform 83"/>
              <p:cNvSpPr>
                <a:spLocks noEditPoints="1"/>
              </p:cNvSpPr>
              <p:nvPr/>
            </p:nvSpPr>
            <p:spPr bwMode="auto">
              <a:xfrm>
                <a:off x="6297613" y="3683001"/>
                <a:ext cx="101600" cy="100013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84"/>
              <p:cNvSpPr>
                <a:spLocks noEditPoints="1"/>
              </p:cNvSpPr>
              <p:nvPr/>
            </p:nvSpPr>
            <p:spPr bwMode="auto">
              <a:xfrm>
                <a:off x="6248401" y="3795713"/>
                <a:ext cx="201613" cy="88900"/>
              </a:xfrm>
              <a:custGeom>
                <a:avLst/>
                <a:gdLst>
                  <a:gd name="T0" fmla="*/ 64 w 64"/>
                  <a:gd name="T1" fmla="*/ 28 h 28"/>
                  <a:gd name="T2" fmla="*/ 0 w 64"/>
                  <a:gd name="T3" fmla="*/ 28 h 28"/>
                  <a:gd name="T4" fmla="*/ 0 w 64"/>
                  <a:gd name="T5" fmla="*/ 24 h 28"/>
                  <a:gd name="T6" fmla="*/ 32 w 64"/>
                  <a:gd name="T7" fmla="*/ 0 h 28"/>
                  <a:gd name="T8" fmla="*/ 64 w 64"/>
                  <a:gd name="T9" fmla="*/ 24 h 28"/>
                  <a:gd name="T10" fmla="*/ 64 w 64"/>
                  <a:gd name="T11" fmla="*/ 28 h 28"/>
                  <a:gd name="T12" fmla="*/ 9 w 64"/>
                  <a:gd name="T13" fmla="*/ 20 h 28"/>
                  <a:gd name="T14" fmla="*/ 55 w 64"/>
                  <a:gd name="T15" fmla="*/ 20 h 28"/>
                  <a:gd name="T16" fmla="*/ 32 w 64"/>
                  <a:gd name="T17" fmla="*/ 8 h 28"/>
                  <a:gd name="T18" fmla="*/ 9 w 64"/>
                  <a:gd name="T1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8">
                    <a:moveTo>
                      <a:pt x="64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3" y="0"/>
                      <a:pt x="32" y="0"/>
                    </a:cubicBezTo>
                    <a:cubicBezTo>
                      <a:pt x="51" y="0"/>
                      <a:pt x="64" y="10"/>
                      <a:pt x="64" y="24"/>
                    </a:cubicBezTo>
                    <a:lnTo>
                      <a:pt x="64" y="28"/>
                    </a:lnTo>
                    <a:close/>
                    <a:moveTo>
                      <a:pt x="9" y="20"/>
                    </a:moveTo>
                    <a:cubicBezTo>
                      <a:pt x="55" y="20"/>
                      <a:pt x="55" y="20"/>
                      <a:pt x="55" y="20"/>
                    </a:cubicBezTo>
                    <a:cubicBezTo>
                      <a:pt x="53" y="13"/>
                      <a:pt x="44" y="8"/>
                      <a:pt x="32" y="8"/>
                    </a:cubicBezTo>
                    <a:cubicBezTo>
                      <a:pt x="20" y="8"/>
                      <a:pt x="11" y="13"/>
                      <a:pt x="9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Rectangle 85"/>
              <p:cNvSpPr>
                <a:spLocks noChangeArrowheads="1"/>
              </p:cNvSpPr>
              <p:nvPr/>
            </p:nvSpPr>
            <p:spPr bwMode="auto">
              <a:xfrm>
                <a:off x="6437313" y="3670301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5640388" y="3632201"/>
              <a:ext cx="279400" cy="252412"/>
              <a:chOff x="5640388" y="3632201"/>
              <a:chExt cx="279400" cy="252412"/>
            </a:xfrm>
          </p:grpSpPr>
          <p:sp>
            <p:nvSpPr>
              <p:cNvPr id="90" name="Freeform 86"/>
              <p:cNvSpPr>
                <a:spLocks noEditPoints="1"/>
              </p:cNvSpPr>
              <p:nvPr/>
            </p:nvSpPr>
            <p:spPr bwMode="auto">
              <a:xfrm>
                <a:off x="5691188" y="3683001"/>
                <a:ext cx="101600" cy="100013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87"/>
              <p:cNvSpPr>
                <a:spLocks noEditPoints="1"/>
              </p:cNvSpPr>
              <p:nvPr/>
            </p:nvSpPr>
            <p:spPr bwMode="auto">
              <a:xfrm>
                <a:off x="5640388" y="3795713"/>
                <a:ext cx="203200" cy="88900"/>
              </a:xfrm>
              <a:custGeom>
                <a:avLst/>
                <a:gdLst>
                  <a:gd name="T0" fmla="*/ 64 w 64"/>
                  <a:gd name="T1" fmla="*/ 28 h 28"/>
                  <a:gd name="T2" fmla="*/ 0 w 64"/>
                  <a:gd name="T3" fmla="*/ 28 h 28"/>
                  <a:gd name="T4" fmla="*/ 0 w 64"/>
                  <a:gd name="T5" fmla="*/ 24 h 28"/>
                  <a:gd name="T6" fmla="*/ 32 w 64"/>
                  <a:gd name="T7" fmla="*/ 0 h 28"/>
                  <a:gd name="T8" fmla="*/ 64 w 64"/>
                  <a:gd name="T9" fmla="*/ 24 h 28"/>
                  <a:gd name="T10" fmla="*/ 64 w 64"/>
                  <a:gd name="T11" fmla="*/ 28 h 28"/>
                  <a:gd name="T12" fmla="*/ 9 w 64"/>
                  <a:gd name="T13" fmla="*/ 20 h 28"/>
                  <a:gd name="T14" fmla="*/ 55 w 64"/>
                  <a:gd name="T15" fmla="*/ 20 h 28"/>
                  <a:gd name="T16" fmla="*/ 32 w 64"/>
                  <a:gd name="T17" fmla="*/ 8 h 28"/>
                  <a:gd name="T18" fmla="*/ 9 w 64"/>
                  <a:gd name="T1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8">
                    <a:moveTo>
                      <a:pt x="64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3" y="0"/>
                      <a:pt x="32" y="0"/>
                    </a:cubicBezTo>
                    <a:cubicBezTo>
                      <a:pt x="51" y="0"/>
                      <a:pt x="64" y="10"/>
                      <a:pt x="64" y="24"/>
                    </a:cubicBezTo>
                    <a:lnTo>
                      <a:pt x="64" y="28"/>
                    </a:lnTo>
                    <a:close/>
                    <a:moveTo>
                      <a:pt x="9" y="20"/>
                    </a:moveTo>
                    <a:cubicBezTo>
                      <a:pt x="55" y="20"/>
                      <a:pt x="55" y="20"/>
                      <a:pt x="55" y="20"/>
                    </a:cubicBezTo>
                    <a:cubicBezTo>
                      <a:pt x="53" y="13"/>
                      <a:pt x="44" y="8"/>
                      <a:pt x="32" y="8"/>
                    </a:cubicBezTo>
                    <a:cubicBezTo>
                      <a:pt x="20" y="8"/>
                      <a:pt x="11" y="13"/>
                      <a:pt x="9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88"/>
              <p:cNvSpPr>
                <a:spLocks/>
              </p:cNvSpPr>
              <p:nvPr/>
            </p:nvSpPr>
            <p:spPr bwMode="auto">
              <a:xfrm>
                <a:off x="5818188" y="3632201"/>
                <a:ext cx="101600" cy="100013"/>
              </a:xfrm>
              <a:custGeom>
                <a:avLst/>
                <a:gdLst>
                  <a:gd name="T0" fmla="*/ 64 w 64"/>
                  <a:gd name="T1" fmla="*/ 24 h 63"/>
                  <a:gd name="T2" fmla="*/ 40 w 64"/>
                  <a:gd name="T3" fmla="*/ 24 h 63"/>
                  <a:gd name="T4" fmla="*/ 40 w 64"/>
                  <a:gd name="T5" fmla="*/ 0 h 63"/>
                  <a:gd name="T6" fmla="*/ 24 w 64"/>
                  <a:gd name="T7" fmla="*/ 0 h 63"/>
                  <a:gd name="T8" fmla="*/ 24 w 64"/>
                  <a:gd name="T9" fmla="*/ 24 h 63"/>
                  <a:gd name="T10" fmla="*/ 0 w 64"/>
                  <a:gd name="T11" fmla="*/ 24 h 63"/>
                  <a:gd name="T12" fmla="*/ 0 w 64"/>
                  <a:gd name="T13" fmla="*/ 40 h 63"/>
                  <a:gd name="T14" fmla="*/ 24 w 64"/>
                  <a:gd name="T15" fmla="*/ 40 h 63"/>
                  <a:gd name="T16" fmla="*/ 24 w 64"/>
                  <a:gd name="T17" fmla="*/ 63 h 63"/>
                  <a:gd name="T18" fmla="*/ 40 w 64"/>
                  <a:gd name="T19" fmla="*/ 63 h 63"/>
                  <a:gd name="T20" fmla="*/ 40 w 64"/>
                  <a:gd name="T21" fmla="*/ 40 h 63"/>
                  <a:gd name="T22" fmla="*/ 64 w 64"/>
                  <a:gd name="T23" fmla="*/ 40 h 63"/>
                  <a:gd name="T24" fmla="*/ 64 w 64"/>
                  <a:gd name="T25" fmla="*/ 2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3">
                    <a:moveTo>
                      <a:pt x="64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3"/>
                    </a:lnTo>
                    <a:lnTo>
                      <a:pt x="40" y="63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6854826" y="3648076"/>
              <a:ext cx="287337" cy="236537"/>
              <a:chOff x="6854826" y="3648076"/>
              <a:chExt cx="287337" cy="236537"/>
            </a:xfrm>
          </p:grpSpPr>
          <p:sp>
            <p:nvSpPr>
              <p:cNvPr id="93" name="Freeform 89"/>
              <p:cNvSpPr>
                <a:spLocks noEditPoints="1"/>
              </p:cNvSpPr>
              <p:nvPr/>
            </p:nvSpPr>
            <p:spPr bwMode="auto">
              <a:xfrm>
                <a:off x="6905626" y="3683001"/>
                <a:ext cx="100013" cy="100013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90"/>
              <p:cNvSpPr>
                <a:spLocks noEditPoints="1"/>
              </p:cNvSpPr>
              <p:nvPr/>
            </p:nvSpPr>
            <p:spPr bwMode="auto">
              <a:xfrm>
                <a:off x="6854826" y="3795713"/>
                <a:ext cx="201613" cy="88900"/>
              </a:xfrm>
              <a:custGeom>
                <a:avLst/>
                <a:gdLst>
                  <a:gd name="T0" fmla="*/ 64 w 64"/>
                  <a:gd name="T1" fmla="*/ 28 h 28"/>
                  <a:gd name="T2" fmla="*/ 0 w 64"/>
                  <a:gd name="T3" fmla="*/ 28 h 28"/>
                  <a:gd name="T4" fmla="*/ 0 w 64"/>
                  <a:gd name="T5" fmla="*/ 24 h 28"/>
                  <a:gd name="T6" fmla="*/ 32 w 64"/>
                  <a:gd name="T7" fmla="*/ 0 h 28"/>
                  <a:gd name="T8" fmla="*/ 64 w 64"/>
                  <a:gd name="T9" fmla="*/ 24 h 28"/>
                  <a:gd name="T10" fmla="*/ 64 w 64"/>
                  <a:gd name="T11" fmla="*/ 28 h 28"/>
                  <a:gd name="T12" fmla="*/ 9 w 64"/>
                  <a:gd name="T13" fmla="*/ 20 h 28"/>
                  <a:gd name="T14" fmla="*/ 55 w 64"/>
                  <a:gd name="T15" fmla="*/ 20 h 28"/>
                  <a:gd name="T16" fmla="*/ 32 w 64"/>
                  <a:gd name="T17" fmla="*/ 8 h 28"/>
                  <a:gd name="T18" fmla="*/ 9 w 64"/>
                  <a:gd name="T1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8">
                    <a:moveTo>
                      <a:pt x="64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3" y="0"/>
                      <a:pt x="32" y="0"/>
                    </a:cubicBezTo>
                    <a:cubicBezTo>
                      <a:pt x="51" y="0"/>
                      <a:pt x="64" y="10"/>
                      <a:pt x="64" y="24"/>
                    </a:cubicBezTo>
                    <a:lnTo>
                      <a:pt x="64" y="28"/>
                    </a:lnTo>
                    <a:close/>
                    <a:moveTo>
                      <a:pt x="9" y="20"/>
                    </a:moveTo>
                    <a:cubicBezTo>
                      <a:pt x="55" y="20"/>
                      <a:pt x="55" y="20"/>
                      <a:pt x="55" y="20"/>
                    </a:cubicBezTo>
                    <a:cubicBezTo>
                      <a:pt x="53" y="13"/>
                      <a:pt x="44" y="8"/>
                      <a:pt x="32" y="8"/>
                    </a:cubicBezTo>
                    <a:cubicBezTo>
                      <a:pt x="20" y="8"/>
                      <a:pt x="11" y="13"/>
                      <a:pt x="9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91"/>
              <p:cNvSpPr>
                <a:spLocks/>
              </p:cNvSpPr>
              <p:nvPr/>
            </p:nvSpPr>
            <p:spPr bwMode="auto">
              <a:xfrm>
                <a:off x="7021513" y="3648076"/>
                <a:ext cx="120650" cy="90488"/>
              </a:xfrm>
              <a:custGeom>
                <a:avLst/>
                <a:gdLst>
                  <a:gd name="T0" fmla="*/ 30 w 76"/>
                  <a:gd name="T1" fmla="*/ 57 h 57"/>
                  <a:gd name="T2" fmla="*/ 0 w 76"/>
                  <a:gd name="T3" fmla="*/ 28 h 57"/>
                  <a:gd name="T4" fmla="*/ 12 w 76"/>
                  <a:gd name="T5" fmla="*/ 16 h 57"/>
                  <a:gd name="T6" fmla="*/ 30 w 76"/>
                  <a:gd name="T7" fmla="*/ 34 h 57"/>
                  <a:gd name="T8" fmla="*/ 64 w 76"/>
                  <a:gd name="T9" fmla="*/ 0 h 57"/>
                  <a:gd name="T10" fmla="*/ 76 w 76"/>
                  <a:gd name="T11" fmla="*/ 12 h 57"/>
                  <a:gd name="T12" fmla="*/ 30 w 76"/>
                  <a:gd name="T1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7">
                    <a:moveTo>
                      <a:pt x="30" y="57"/>
                    </a:moveTo>
                    <a:lnTo>
                      <a:pt x="0" y="28"/>
                    </a:lnTo>
                    <a:lnTo>
                      <a:pt x="12" y="16"/>
                    </a:lnTo>
                    <a:lnTo>
                      <a:pt x="30" y="34"/>
                    </a:lnTo>
                    <a:lnTo>
                      <a:pt x="64" y="0"/>
                    </a:lnTo>
                    <a:lnTo>
                      <a:pt x="76" y="12"/>
                    </a:lnTo>
                    <a:lnTo>
                      <a:pt x="30" y="57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6" name="Freeform 92"/>
            <p:cNvSpPr>
              <a:spLocks/>
            </p:cNvSpPr>
            <p:nvPr/>
          </p:nvSpPr>
          <p:spPr bwMode="auto">
            <a:xfrm>
              <a:off x="7550151" y="3644901"/>
              <a:ext cx="125413" cy="1254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32 w 40"/>
                <a:gd name="T9" fmla="*/ 2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20 w 40"/>
                <a:gd name="T17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lnTo>
                    <a:pt x="20" y="4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1" name="组合 180"/>
            <p:cNvGrpSpPr/>
            <p:nvPr/>
          </p:nvGrpSpPr>
          <p:grpSpPr>
            <a:xfrm>
              <a:off x="7512051" y="3683001"/>
              <a:ext cx="214312" cy="201612"/>
              <a:chOff x="7512051" y="3683001"/>
              <a:chExt cx="214312" cy="201612"/>
            </a:xfrm>
          </p:grpSpPr>
          <p:sp>
            <p:nvSpPr>
              <p:cNvPr id="97" name="Freeform 93"/>
              <p:cNvSpPr>
                <a:spLocks/>
              </p:cNvSpPr>
              <p:nvPr/>
            </p:nvSpPr>
            <p:spPr bwMode="auto">
              <a:xfrm>
                <a:off x="7624763" y="3683001"/>
                <a:ext cx="101600" cy="87313"/>
              </a:xfrm>
              <a:custGeom>
                <a:avLst/>
                <a:gdLst>
                  <a:gd name="T0" fmla="*/ 12 w 32"/>
                  <a:gd name="T1" fmla="*/ 28 h 28"/>
                  <a:gd name="T2" fmla="*/ 0 w 32"/>
                  <a:gd name="T3" fmla="*/ 28 h 28"/>
                  <a:gd name="T4" fmla="*/ 0 w 32"/>
                  <a:gd name="T5" fmla="*/ 12 h 28"/>
                  <a:gd name="T6" fmla="*/ 16 w 32"/>
                  <a:gd name="T7" fmla="*/ 12 h 28"/>
                  <a:gd name="T8" fmla="*/ 16 w 32"/>
                  <a:gd name="T9" fmla="*/ 19 h 28"/>
                  <a:gd name="T10" fmla="*/ 24 w 32"/>
                  <a:gd name="T11" fmla="*/ 8 h 28"/>
                  <a:gd name="T12" fmla="*/ 24 w 32"/>
                  <a:gd name="T13" fmla="*/ 0 h 28"/>
                  <a:gd name="T14" fmla="*/ 32 w 32"/>
                  <a:gd name="T15" fmla="*/ 0 h 28"/>
                  <a:gd name="T16" fmla="*/ 32 w 32"/>
                  <a:gd name="T17" fmla="*/ 8 h 28"/>
                  <a:gd name="T18" fmla="*/ 12 w 32"/>
                  <a:gd name="T1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28">
                    <a:moveTo>
                      <a:pt x="12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21" y="18"/>
                      <a:pt x="24" y="13"/>
                      <a:pt x="24" y="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19"/>
                      <a:pt x="23" y="28"/>
                      <a:pt x="12" y="2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4"/>
              <p:cNvSpPr>
                <a:spLocks noEditPoints="1"/>
              </p:cNvSpPr>
              <p:nvPr/>
            </p:nvSpPr>
            <p:spPr bwMode="auto">
              <a:xfrm>
                <a:off x="7512051" y="3783013"/>
                <a:ext cx="201613" cy="101600"/>
              </a:xfrm>
              <a:custGeom>
                <a:avLst/>
                <a:gdLst>
                  <a:gd name="T0" fmla="*/ 64 w 64"/>
                  <a:gd name="T1" fmla="*/ 32 h 32"/>
                  <a:gd name="T2" fmla="*/ 0 w 64"/>
                  <a:gd name="T3" fmla="*/ 32 h 32"/>
                  <a:gd name="T4" fmla="*/ 0 w 64"/>
                  <a:gd name="T5" fmla="*/ 24 h 32"/>
                  <a:gd name="T6" fmla="*/ 32 w 64"/>
                  <a:gd name="T7" fmla="*/ 0 h 32"/>
                  <a:gd name="T8" fmla="*/ 64 w 64"/>
                  <a:gd name="T9" fmla="*/ 24 h 32"/>
                  <a:gd name="T10" fmla="*/ 64 w 64"/>
                  <a:gd name="T11" fmla="*/ 32 h 32"/>
                  <a:gd name="T12" fmla="*/ 8 w 64"/>
                  <a:gd name="T13" fmla="*/ 24 h 32"/>
                  <a:gd name="T14" fmla="*/ 56 w 64"/>
                  <a:gd name="T15" fmla="*/ 24 h 32"/>
                  <a:gd name="T16" fmla="*/ 32 w 64"/>
                  <a:gd name="T17" fmla="*/ 8 h 32"/>
                  <a:gd name="T18" fmla="*/ 8 w 64"/>
                  <a:gd name="T19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32">
                    <a:moveTo>
                      <a:pt x="64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3" y="0"/>
                      <a:pt x="32" y="0"/>
                    </a:cubicBezTo>
                    <a:cubicBezTo>
                      <a:pt x="51" y="0"/>
                      <a:pt x="64" y="10"/>
                      <a:pt x="64" y="24"/>
                    </a:cubicBezTo>
                    <a:lnTo>
                      <a:pt x="64" y="32"/>
                    </a:lnTo>
                    <a:close/>
                    <a:moveTo>
                      <a:pt x="8" y="24"/>
                    </a:move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15"/>
                      <a:pt x="46" y="8"/>
                      <a:pt x="32" y="8"/>
                    </a:cubicBezTo>
                    <a:cubicBezTo>
                      <a:pt x="18" y="8"/>
                      <a:pt x="8" y="15"/>
                      <a:pt x="8" y="2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2" name="组合 181"/>
            <p:cNvGrpSpPr/>
            <p:nvPr/>
          </p:nvGrpSpPr>
          <p:grpSpPr>
            <a:xfrm>
              <a:off x="8118476" y="3619501"/>
              <a:ext cx="201613" cy="265112"/>
              <a:chOff x="8118476" y="3619501"/>
              <a:chExt cx="201613" cy="265112"/>
            </a:xfrm>
          </p:grpSpPr>
          <p:sp>
            <p:nvSpPr>
              <p:cNvPr id="99" name="Freeform 95"/>
              <p:cNvSpPr>
                <a:spLocks noEditPoints="1"/>
              </p:cNvSpPr>
              <p:nvPr/>
            </p:nvSpPr>
            <p:spPr bwMode="auto">
              <a:xfrm>
                <a:off x="8156576" y="3619501"/>
                <a:ext cx="125413" cy="150813"/>
              </a:xfrm>
              <a:custGeom>
                <a:avLst/>
                <a:gdLst>
                  <a:gd name="T0" fmla="*/ 20 w 40"/>
                  <a:gd name="T1" fmla="*/ 48 h 48"/>
                  <a:gd name="T2" fmla="*/ 40 w 40"/>
                  <a:gd name="T3" fmla="*/ 28 h 48"/>
                  <a:gd name="T4" fmla="*/ 40 w 40"/>
                  <a:gd name="T5" fmla="*/ 4 h 48"/>
                  <a:gd name="T6" fmla="*/ 32 w 40"/>
                  <a:gd name="T7" fmla="*/ 4 h 48"/>
                  <a:gd name="T8" fmla="*/ 32 w 40"/>
                  <a:gd name="T9" fmla="*/ 12 h 48"/>
                  <a:gd name="T10" fmla="*/ 24 w 40"/>
                  <a:gd name="T11" fmla="*/ 12 h 48"/>
                  <a:gd name="T12" fmla="*/ 24 w 40"/>
                  <a:gd name="T13" fmla="*/ 0 h 48"/>
                  <a:gd name="T14" fmla="*/ 16 w 40"/>
                  <a:gd name="T15" fmla="*/ 0 h 48"/>
                  <a:gd name="T16" fmla="*/ 16 w 40"/>
                  <a:gd name="T17" fmla="*/ 12 h 48"/>
                  <a:gd name="T18" fmla="*/ 8 w 40"/>
                  <a:gd name="T19" fmla="*/ 12 h 48"/>
                  <a:gd name="T20" fmla="*/ 8 w 40"/>
                  <a:gd name="T21" fmla="*/ 4 h 48"/>
                  <a:gd name="T22" fmla="*/ 0 w 40"/>
                  <a:gd name="T23" fmla="*/ 4 h 48"/>
                  <a:gd name="T24" fmla="*/ 0 w 40"/>
                  <a:gd name="T25" fmla="*/ 28 h 48"/>
                  <a:gd name="T26" fmla="*/ 20 w 40"/>
                  <a:gd name="T27" fmla="*/ 48 h 48"/>
                  <a:gd name="T28" fmla="*/ 20 w 40"/>
                  <a:gd name="T29" fmla="*/ 40 h 48"/>
                  <a:gd name="T30" fmla="*/ 9 w 40"/>
                  <a:gd name="T31" fmla="*/ 32 h 48"/>
                  <a:gd name="T32" fmla="*/ 31 w 40"/>
                  <a:gd name="T33" fmla="*/ 32 h 48"/>
                  <a:gd name="T34" fmla="*/ 20 w 40"/>
                  <a:gd name="T35" fmla="*/ 40 h 48"/>
                  <a:gd name="T36" fmla="*/ 8 w 40"/>
                  <a:gd name="T37" fmla="*/ 20 h 48"/>
                  <a:gd name="T38" fmla="*/ 32 w 40"/>
                  <a:gd name="T39" fmla="*/ 20 h 48"/>
                  <a:gd name="T40" fmla="*/ 32 w 40"/>
                  <a:gd name="T41" fmla="*/ 24 h 48"/>
                  <a:gd name="T42" fmla="*/ 8 w 40"/>
                  <a:gd name="T43" fmla="*/ 24 h 48"/>
                  <a:gd name="T44" fmla="*/ 8 w 40"/>
                  <a:gd name="T45" fmla="*/ 2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" h="48">
                    <a:moveTo>
                      <a:pt x="20" y="48"/>
                    </a:moveTo>
                    <a:cubicBezTo>
                      <a:pt x="31" y="48"/>
                      <a:pt x="40" y="39"/>
                      <a:pt x="40" y="2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9"/>
                      <a:pt x="9" y="48"/>
                      <a:pt x="20" y="48"/>
                    </a:cubicBezTo>
                    <a:close/>
                    <a:moveTo>
                      <a:pt x="20" y="40"/>
                    </a:moveTo>
                    <a:cubicBezTo>
                      <a:pt x="15" y="40"/>
                      <a:pt x="10" y="37"/>
                      <a:pt x="9" y="32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0" y="37"/>
                      <a:pt x="25" y="40"/>
                      <a:pt x="20" y="40"/>
                    </a:cubicBezTo>
                    <a:close/>
                    <a:moveTo>
                      <a:pt x="8" y="20"/>
                    </a:move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8" y="24"/>
                      <a:pt x="8" y="24"/>
                      <a:pt x="8" y="24"/>
                    </a:cubicBezTo>
                    <a:lnTo>
                      <a:pt x="8" y="2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96"/>
              <p:cNvSpPr>
                <a:spLocks noEditPoints="1"/>
              </p:cNvSpPr>
              <p:nvPr/>
            </p:nvSpPr>
            <p:spPr bwMode="auto">
              <a:xfrm>
                <a:off x="8118476" y="3783013"/>
                <a:ext cx="201613" cy="101600"/>
              </a:xfrm>
              <a:custGeom>
                <a:avLst/>
                <a:gdLst>
                  <a:gd name="T0" fmla="*/ 32 w 64"/>
                  <a:gd name="T1" fmla="*/ 0 h 32"/>
                  <a:gd name="T2" fmla="*/ 0 w 64"/>
                  <a:gd name="T3" fmla="*/ 24 h 32"/>
                  <a:gd name="T4" fmla="*/ 0 w 64"/>
                  <a:gd name="T5" fmla="*/ 32 h 32"/>
                  <a:gd name="T6" fmla="*/ 64 w 64"/>
                  <a:gd name="T7" fmla="*/ 32 h 32"/>
                  <a:gd name="T8" fmla="*/ 64 w 64"/>
                  <a:gd name="T9" fmla="*/ 24 h 32"/>
                  <a:gd name="T10" fmla="*/ 32 w 64"/>
                  <a:gd name="T11" fmla="*/ 0 h 32"/>
                  <a:gd name="T12" fmla="*/ 40 w 64"/>
                  <a:gd name="T13" fmla="*/ 9 h 32"/>
                  <a:gd name="T14" fmla="*/ 32 w 64"/>
                  <a:gd name="T15" fmla="*/ 21 h 32"/>
                  <a:gd name="T16" fmla="*/ 24 w 64"/>
                  <a:gd name="T17" fmla="*/ 9 h 32"/>
                  <a:gd name="T18" fmla="*/ 32 w 64"/>
                  <a:gd name="T19" fmla="*/ 8 h 32"/>
                  <a:gd name="T20" fmla="*/ 40 w 64"/>
                  <a:gd name="T21" fmla="*/ 9 h 32"/>
                  <a:gd name="T22" fmla="*/ 16 w 64"/>
                  <a:gd name="T23" fmla="*/ 12 h 32"/>
                  <a:gd name="T24" fmla="*/ 25 w 64"/>
                  <a:gd name="T25" fmla="*/ 24 h 32"/>
                  <a:gd name="T26" fmla="*/ 8 w 64"/>
                  <a:gd name="T27" fmla="*/ 24 h 32"/>
                  <a:gd name="T28" fmla="*/ 16 w 64"/>
                  <a:gd name="T29" fmla="*/ 12 h 32"/>
                  <a:gd name="T30" fmla="*/ 39 w 64"/>
                  <a:gd name="T31" fmla="*/ 24 h 32"/>
                  <a:gd name="T32" fmla="*/ 48 w 64"/>
                  <a:gd name="T33" fmla="*/ 12 h 32"/>
                  <a:gd name="T34" fmla="*/ 56 w 64"/>
                  <a:gd name="T35" fmla="*/ 24 h 32"/>
                  <a:gd name="T36" fmla="*/ 39 w 64"/>
                  <a:gd name="T37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4" h="32">
                    <a:moveTo>
                      <a:pt x="32" y="0"/>
                    </a:moveTo>
                    <a:cubicBezTo>
                      <a:pt x="13" y="0"/>
                      <a:pt x="0" y="10"/>
                      <a:pt x="0" y="2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10"/>
                      <a:pt x="51" y="0"/>
                      <a:pt x="32" y="0"/>
                    </a:cubicBezTo>
                    <a:close/>
                    <a:moveTo>
                      <a:pt x="40" y="9"/>
                    </a:moveTo>
                    <a:cubicBezTo>
                      <a:pt x="32" y="21"/>
                      <a:pt x="32" y="21"/>
                      <a:pt x="32" y="2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6" y="8"/>
                      <a:pt x="29" y="8"/>
                      <a:pt x="32" y="8"/>
                    </a:cubicBezTo>
                    <a:cubicBezTo>
                      <a:pt x="35" y="8"/>
                      <a:pt x="38" y="8"/>
                      <a:pt x="40" y="9"/>
                    </a:cubicBezTo>
                    <a:close/>
                    <a:moveTo>
                      <a:pt x="16" y="12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9"/>
                      <a:pt x="11" y="14"/>
                      <a:pt x="16" y="12"/>
                    </a:cubicBezTo>
                    <a:close/>
                    <a:moveTo>
                      <a:pt x="39" y="24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3" y="14"/>
                      <a:pt x="56" y="19"/>
                      <a:pt x="56" y="24"/>
                    </a:cubicBezTo>
                    <a:lnTo>
                      <a:pt x="39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8724901" y="3606801"/>
              <a:ext cx="201613" cy="277812"/>
              <a:chOff x="8724901" y="3606801"/>
              <a:chExt cx="201613" cy="277812"/>
            </a:xfrm>
          </p:grpSpPr>
          <p:sp>
            <p:nvSpPr>
              <p:cNvPr id="101" name="Freeform 97"/>
              <p:cNvSpPr>
                <a:spLocks noEditPoints="1"/>
              </p:cNvSpPr>
              <p:nvPr/>
            </p:nvSpPr>
            <p:spPr bwMode="auto">
              <a:xfrm>
                <a:off x="8731251" y="3606801"/>
                <a:ext cx="188913" cy="163513"/>
              </a:xfrm>
              <a:custGeom>
                <a:avLst/>
                <a:gdLst>
                  <a:gd name="T0" fmla="*/ 10 w 60"/>
                  <a:gd name="T1" fmla="*/ 32 h 52"/>
                  <a:gd name="T2" fmla="*/ 30 w 60"/>
                  <a:gd name="T3" fmla="*/ 52 h 52"/>
                  <a:gd name="T4" fmla="*/ 50 w 60"/>
                  <a:gd name="T5" fmla="*/ 32 h 52"/>
                  <a:gd name="T6" fmla="*/ 50 w 60"/>
                  <a:gd name="T7" fmla="*/ 29 h 52"/>
                  <a:gd name="T8" fmla="*/ 60 w 60"/>
                  <a:gd name="T9" fmla="*/ 10 h 52"/>
                  <a:gd name="T10" fmla="*/ 30 w 60"/>
                  <a:gd name="T11" fmla="*/ 0 h 52"/>
                  <a:gd name="T12" fmla="*/ 0 w 60"/>
                  <a:gd name="T13" fmla="*/ 10 h 52"/>
                  <a:gd name="T14" fmla="*/ 10 w 60"/>
                  <a:gd name="T15" fmla="*/ 29 h 52"/>
                  <a:gd name="T16" fmla="*/ 10 w 60"/>
                  <a:gd name="T17" fmla="*/ 32 h 52"/>
                  <a:gd name="T18" fmla="*/ 30 w 60"/>
                  <a:gd name="T19" fmla="*/ 44 h 52"/>
                  <a:gd name="T20" fmla="*/ 18 w 60"/>
                  <a:gd name="T21" fmla="*/ 32 h 52"/>
                  <a:gd name="T22" fmla="*/ 42 w 60"/>
                  <a:gd name="T23" fmla="*/ 32 h 52"/>
                  <a:gd name="T24" fmla="*/ 30 w 60"/>
                  <a:gd name="T25" fmla="*/ 44 h 52"/>
                  <a:gd name="T26" fmla="*/ 30 w 60"/>
                  <a:gd name="T27" fmla="*/ 8 h 52"/>
                  <a:gd name="T28" fmla="*/ 48 w 60"/>
                  <a:gd name="T29" fmla="*/ 14 h 52"/>
                  <a:gd name="T30" fmla="*/ 44 w 60"/>
                  <a:gd name="T31" fmla="*/ 24 h 52"/>
                  <a:gd name="T32" fmla="*/ 16 w 60"/>
                  <a:gd name="T33" fmla="*/ 24 h 52"/>
                  <a:gd name="T34" fmla="*/ 12 w 60"/>
                  <a:gd name="T35" fmla="*/ 14 h 52"/>
                  <a:gd name="T36" fmla="*/ 30 w 60"/>
                  <a:gd name="T37" fmla="*/ 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0" h="52">
                    <a:moveTo>
                      <a:pt x="10" y="32"/>
                    </a:moveTo>
                    <a:cubicBezTo>
                      <a:pt x="10" y="43"/>
                      <a:pt x="19" y="52"/>
                      <a:pt x="30" y="52"/>
                    </a:cubicBezTo>
                    <a:cubicBezTo>
                      <a:pt x="41" y="52"/>
                      <a:pt x="50" y="43"/>
                      <a:pt x="50" y="32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60" y="10"/>
                      <a:pt x="60" y="10"/>
                      <a:pt x="60" y="1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0" y="29"/>
                      <a:pt x="10" y="29"/>
                      <a:pt x="10" y="29"/>
                    </a:cubicBezTo>
                    <a:lnTo>
                      <a:pt x="10" y="32"/>
                    </a:lnTo>
                    <a:close/>
                    <a:moveTo>
                      <a:pt x="30" y="44"/>
                    </a:moveTo>
                    <a:cubicBezTo>
                      <a:pt x="23" y="44"/>
                      <a:pt x="18" y="39"/>
                      <a:pt x="18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9"/>
                      <a:pt x="37" y="44"/>
                      <a:pt x="30" y="44"/>
                    </a:cubicBezTo>
                    <a:close/>
                    <a:moveTo>
                      <a:pt x="30" y="8"/>
                    </a:moveTo>
                    <a:cubicBezTo>
                      <a:pt x="48" y="14"/>
                      <a:pt x="48" y="14"/>
                      <a:pt x="48" y="1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2" y="14"/>
                      <a:pt x="12" y="14"/>
                      <a:pt x="12" y="14"/>
                    </a:cubicBezTo>
                    <a:lnTo>
                      <a:pt x="30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Oval 98"/>
              <p:cNvSpPr>
                <a:spLocks noChangeArrowheads="1"/>
              </p:cNvSpPr>
              <p:nvPr/>
            </p:nvSpPr>
            <p:spPr bwMode="auto">
              <a:xfrm>
                <a:off x="8813801" y="3644901"/>
                <a:ext cx="23813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99"/>
              <p:cNvSpPr>
                <a:spLocks noEditPoints="1"/>
              </p:cNvSpPr>
              <p:nvPr/>
            </p:nvSpPr>
            <p:spPr bwMode="auto">
              <a:xfrm>
                <a:off x="8724901" y="3783013"/>
                <a:ext cx="201613" cy="101600"/>
              </a:xfrm>
              <a:custGeom>
                <a:avLst/>
                <a:gdLst>
                  <a:gd name="T0" fmla="*/ 32 w 64"/>
                  <a:gd name="T1" fmla="*/ 0 h 32"/>
                  <a:gd name="T2" fmla="*/ 0 w 64"/>
                  <a:gd name="T3" fmla="*/ 24 h 32"/>
                  <a:gd name="T4" fmla="*/ 0 w 64"/>
                  <a:gd name="T5" fmla="*/ 32 h 32"/>
                  <a:gd name="T6" fmla="*/ 64 w 64"/>
                  <a:gd name="T7" fmla="*/ 32 h 32"/>
                  <a:gd name="T8" fmla="*/ 64 w 64"/>
                  <a:gd name="T9" fmla="*/ 24 h 32"/>
                  <a:gd name="T10" fmla="*/ 32 w 64"/>
                  <a:gd name="T11" fmla="*/ 0 h 32"/>
                  <a:gd name="T12" fmla="*/ 28 w 64"/>
                  <a:gd name="T13" fmla="*/ 8 h 32"/>
                  <a:gd name="T14" fmla="*/ 28 w 64"/>
                  <a:gd name="T15" fmla="*/ 24 h 32"/>
                  <a:gd name="T16" fmla="*/ 8 w 64"/>
                  <a:gd name="T17" fmla="*/ 24 h 32"/>
                  <a:gd name="T18" fmla="*/ 28 w 64"/>
                  <a:gd name="T19" fmla="*/ 8 h 32"/>
                  <a:gd name="T20" fmla="*/ 36 w 64"/>
                  <a:gd name="T21" fmla="*/ 24 h 32"/>
                  <a:gd name="T22" fmla="*/ 36 w 64"/>
                  <a:gd name="T23" fmla="*/ 8 h 32"/>
                  <a:gd name="T24" fmla="*/ 56 w 64"/>
                  <a:gd name="T25" fmla="*/ 24 h 32"/>
                  <a:gd name="T26" fmla="*/ 36 w 64"/>
                  <a:gd name="T27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32">
                    <a:moveTo>
                      <a:pt x="32" y="0"/>
                    </a:moveTo>
                    <a:cubicBezTo>
                      <a:pt x="13" y="0"/>
                      <a:pt x="0" y="10"/>
                      <a:pt x="0" y="2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10"/>
                      <a:pt x="51" y="0"/>
                      <a:pt x="32" y="0"/>
                    </a:cubicBezTo>
                    <a:close/>
                    <a:moveTo>
                      <a:pt x="28" y="8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5"/>
                      <a:pt x="16" y="9"/>
                      <a:pt x="28" y="8"/>
                    </a:cubicBezTo>
                    <a:close/>
                    <a:moveTo>
                      <a:pt x="36" y="24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48" y="9"/>
                      <a:pt x="56" y="15"/>
                      <a:pt x="56" y="2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4" name="组合 183"/>
            <p:cNvGrpSpPr/>
            <p:nvPr/>
          </p:nvGrpSpPr>
          <p:grpSpPr>
            <a:xfrm>
              <a:off x="3265488" y="4202113"/>
              <a:ext cx="201613" cy="290513"/>
              <a:chOff x="3265488" y="4202113"/>
              <a:chExt cx="201613" cy="290513"/>
            </a:xfrm>
          </p:grpSpPr>
          <p:sp>
            <p:nvSpPr>
              <p:cNvPr id="104" name="Freeform 100"/>
              <p:cNvSpPr>
                <a:spLocks noEditPoints="1"/>
              </p:cNvSpPr>
              <p:nvPr/>
            </p:nvSpPr>
            <p:spPr bwMode="auto">
              <a:xfrm>
                <a:off x="3303588" y="4202113"/>
                <a:ext cx="125413" cy="176213"/>
              </a:xfrm>
              <a:custGeom>
                <a:avLst/>
                <a:gdLst>
                  <a:gd name="T0" fmla="*/ 20 w 40"/>
                  <a:gd name="T1" fmla="*/ 56 h 56"/>
                  <a:gd name="T2" fmla="*/ 40 w 40"/>
                  <a:gd name="T3" fmla="*/ 36 h 56"/>
                  <a:gd name="T4" fmla="*/ 40 w 40"/>
                  <a:gd name="T5" fmla="*/ 28 h 56"/>
                  <a:gd name="T6" fmla="*/ 40 w 40"/>
                  <a:gd name="T7" fmla="*/ 8 h 56"/>
                  <a:gd name="T8" fmla="*/ 32 w 40"/>
                  <a:gd name="T9" fmla="*/ 0 h 56"/>
                  <a:gd name="T10" fmla="*/ 8 w 40"/>
                  <a:gd name="T11" fmla="*/ 0 h 56"/>
                  <a:gd name="T12" fmla="*/ 0 w 40"/>
                  <a:gd name="T13" fmla="*/ 8 h 56"/>
                  <a:gd name="T14" fmla="*/ 0 w 40"/>
                  <a:gd name="T15" fmla="*/ 28 h 56"/>
                  <a:gd name="T16" fmla="*/ 0 w 40"/>
                  <a:gd name="T17" fmla="*/ 36 h 56"/>
                  <a:gd name="T18" fmla="*/ 20 w 40"/>
                  <a:gd name="T19" fmla="*/ 56 h 56"/>
                  <a:gd name="T20" fmla="*/ 8 w 40"/>
                  <a:gd name="T21" fmla="*/ 8 h 56"/>
                  <a:gd name="T22" fmla="*/ 32 w 40"/>
                  <a:gd name="T23" fmla="*/ 8 h 56"/>
                  <a:gd name="T24" fmla="*/ 32 w 40"/>
                  <a:gd name="T25" fmla="*/ 28 h 56"/>
                  <a:gd name="T26" fmla="*/ 8 w 40"/>
                  <a:gd name="T27" fmla="*/ 28 h 56"/>
                  <a:gd name="T28" fmla="*/ 8 w 40"/>
                  <a:gd name="T29" fmla="*/ 8 h 56"/>
                  <a:gd name="T30" fmla="*/ 32 w 40"/>
                  <a:gd name="T31" fmla="*/ 36 h 56"/>
                  <a:gd name="T32" fmla="*/ 20 w 40"/>
                  <a:gd name="T33" fmla="*/ 48 h 56"/>
                  <a:gd name="T34" fmla="*/ 8 w 40"/>
                  <a:gd name="T35" fmla="*/ 36 h 56"/>
                  <a:gd name="T36" fmla="*/ 32 w 40"/>
                  <a:gd name="T37" fmla="*/ 3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56">
                    <a:moveTo>
                      <a:pt x="20" y="56"/>
                    </a:moveTo>
                    <a:cubicBezTo>
                      <a:pt x="31" y="56"/>
                      <a:pt x="40" y="47"/>
                      <a:pt x="40" y="36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7"/>
                      <a:pt x="9" y="56"/>
                      <a:pt x="20" y="56"/>
                    </a:cubicBezTo>
                    <a:close/>
                    <a:moveTo>
                      <a:pt x="8" y="8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8" y="8"/>
                    </a:lnTo>
                    <a:close/>
                    <a:moveTo>
                      <a:pt x="32" y="36"/>
                    </a:moveTo>
                    <a:cubicBezTo>
                      <a:pt x="32" y="43"/>
                      <a:pt x="27" y="48"/>
                      <a:pt x="20" y="48"/>
                    </a:cubicBezTo>
                    <a:cubicBezTo>
                      <a:pt x="13" y="48"/>
                      <a:pt x="8" y="43"/>
                      <a:pt x="8" y="36"/>
                    </a:cubicBezTo>
                    <a:lnTo>
                      <a:pt x="32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101"/>
              <p:cNvSpPr>
                <a:spLocks noEditPoints="1"/>
              </p:cNvSpPr>
              <p:nvPr/>
            </p:nvSpPr>
            <p:spPr bwMode="auto">
              <a:xfrm>
                <a:off x="3265488" y="4391026"/>
                <a:ext cx="201613" cy="101600"/>
              </a:xfrm>
              <a:custGeom>
                <a:avLst/>
                <a:gdLst>
                  <a:gd name="T0" fmla="*/ 32 w 64"/>
                  <a:gd name="T1" fmla="*/ 0 h 32"/>
                  <a:gd name="T2" fmla="*/ 0 w 64"/>
                  <a:gd name="T3" fmla="*/ 24 h 32"/>
                  <a:gd name="T4" fmla="*/ 0 w 64"/>
                  <a:gd name="T5" fmla="*/ 32 h 32"/>
                  <a:gd name="T6" fmla="*/ 64 w 64"/>
                  <a:gd name="T7" fmla="*/ 32 h 32"/>
                  <a:gd name="T8" fmla="*/ 64 w 64"/>
                  <a:gd name="T9" fmla="*/ 24 h 32"/>
                  <a:gd name="T10" fmla="*/ 32 w 64"/>
                  <a:gd name="T11" fmla="*/ 0 h 32"/>
                  <a:gd name="T12" fmla="*/ 20 w 64"/>
                  <a:gd name="T13" fmla="*/ 10 h 32"/>
                  <a:gd name="T14" fmla="*/ 20 w 64"/>
                  <a:gd name="T15" fmla="*/ 24 h 32"/>
                  <a:gd name="T16" fmla="*/ 8 w 64"/>
                  <a:gd name="T17" fmla="*/ 24 h 32"/>
                  <a:gd name="T18" fmla="*/ 20 w 64"/>
                  <a:gd name="T19" fmla="*/ 10 h 32"/>
                  <a:gd name="T20" fmla="*/ 28 w 64"/>
                  <a:gd name="T21" fmla="*/ 24 h 32"/>
                  <a:gd name="T22" fmla="*/ 28 w 64"/>
                  <a:gd name="T23" fmla="*/ 8 h 32"/>
                  <a:gd name="T24" fmla="*/ 32 w 64"/>
                  <a:gd name="T25" fmla="*/ 8 h 32"/>
                  <a:gd name="T26" fmla="*/ 56 w 64"/>
                  <a:gd name="T27" fmla="*/ 24 h 32"/>
                  <a:gd name="T28" fmla="*/ 28 w 64"/>
                  <a:gd name="T29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32">
                    <a:moveTo>
                      <a:pt x="32" y="0"/>
                    </a:moveTo>
                    <a:cubicBezTo>
                      <a:pt x="13" y="0"/>
                      <a:pt x="0" y="10"/>
                      <a:pt x="0" y="2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10"/>
                      <a:pt x="51" y="0"/>
                      <a:pt x="32" y="0"/>
                    </a:cubicBezTo>
                    <a:close/>
                    <a:moveTo>
                      <a:pt x="20" y="10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8"/>
                      <a:pt x="13" y="12"/>
                      <a:pt x="20" y="10"/>
                    </a:cubicBezTo>
                    <a:close/>
                    <a:moveTo>
                      <a:pt x="28" y="24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9" y="8"/>
                      <a:pt x="31" y="8"/>
                      <a:pt x="32" y="8"/>
                    </a:cubicBezTo>
                    <a:cubicBezTo>
                      <a:pt x="46" y="8"/>
                      <a:pt x="56" y="15"/>
                      <a:pt x="56" y="24"/>
                    </a:cubicBezTo>
                    <a:lnTo>
                      <a:pt x="28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Oval 102"/>
              <p:cNvSpPr>
                <a:spLocks noChangeArrowheads="1"/>
              </p:cNvSpPr>
              <p:nvPr/>
            </p:nvSpPr>
            <p:spPr bwMode="auto">
              <a:xfrm>
                <a:off x="3367088" y="4429126"/>
                <a:ext cx="23813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5" name="组合 184"/>
            <p:cNvGrpSpPr/>
            <p:nvPr/>
          </p:nvGrpSpPr>
          <p:grpSpPr>
            <a:xfrm>
              <a:off x="3859213" y="4214813"/>
              <a:ext cx="227013" cy="277813"/>
              <a:chOff x="3859213" y="4214813"/>
              <a:chExt cx="227013" cy="277813"/>
            </a:xfrm>
          </p:grpSpPr>
          <p:sp>
            <p:nvSpPr>
              <p:cNvPr id="107" name="Freeform 103"/>
              <p:cNvSpPr>
                <a:spLocks noEditPoints="1"/>
              </p:cNvSpPr>
              <p:nvPr/>
            </p:nvSpPr>
            <p:spPr bwMode="auto">
              <a:xfrm>
                <a:off x="3859213" y="4214813"/>
                <a:ext cx="227013" cy="163513"/>
              </a:xfrm>
              <a:custGeom>
                <a:avLst/>
                <a:gdLst>
                  <a:gd name="T0" fmla="*/ 36 w 72"/>
                  <a:gd name="T1" fmla="*/ 0 h 52"/>
                  <a:gd name="T2" fmla="*/ 0 w 72"/>
                  <a:gd name="T3" fmla="*/ 36 h 52"/>
                  <a:gd name="T4" fmla="*/ 0 w 72"/>
                  <a:gd name="T5" fmla="*/ 40 h 52"/>
                  <a:gd name="T6" fmla="*/ 18 w 72"/>
                  <a:gd name="T7" fmla="*/ 40 h 52"/>
                  <a:gd name="T8" fmla="*/ 36 w 72"/>
                  <a:gd name="T9" fmla="*/ 52 h 52"/>
                  <a:gd name="T10" fmla="*/ 54 w 72"/>
                  <a:gd name="T11" fmla="*/ 40 h 52"/>
                  <a:gd name="T12" fmla="*/ 72 w 72"/>
                  <a:gd name="T13" fmla="*/ 40 h 52"/>
                  <a:gd name="T14" fmla="*/ 72 w 72"/>
                  <a:gd name="T15" fmla="*/ 36 h 52"/>
                  <a:gd name="T16" fmla="*/ 36 w 72"/>
                  <a:gd name="T17" fmla="*/ 0 h 52"/>
                  <a:gd name="T18" fmla="*/ 48 w 72"/>
                  <a:gd name="T19" fmla="*/ 32 h 52"/>
                  <a:gd name="T20" fmla="*/ 36 w 72"/>
                  <a:gd name="T21" fmla="*/ 44 h 52"/>
                  <a:gd name="T22" fmla="*/ 24 w 72"/>
                  <a:gd name="T23" fmla="*/ 32 h 52"/>
                  <a:gd name="T24" fmla="*/ 24 w 72"/>
                  <a:gd name="T25" fmla="*/ 31 h 52"/>
                  <a:gd name="T26" fmla="*/ 36 w 72"/>
                  <a:gd name="T27" fmla="*/ 23 h 52"/>
                  <a:gd name="T28" fmla="*/ 48 w 72"/>
                  <a:gd name="T29" fmla="*/ 31 h 52"/>
                  <a:gd name="T30" fmla="*/ 48 w 72"/>
                  <a:gd name="T31" fmla="*/ 32 h 52"/>
                  <a:gd name="T32" fmla="*/ 56 w 72"/>
                  <a:gd name="T33" fmla="*/ 32 h 52"/>
                  <a:gd name="T34" fmla="*/ 56 w 72"/>
                  <a:gd name="T35" fmla="*/ 28 h 52"/>
                  <a:gd name="T36" fmla="*/ 53 w 72"/>
                  <a:gd name="T37" fmla="*/ 24 h 52"/>
                  <a:gd name="T38" fmla="*/ 39 w 72"/>
                  <a:gd name="T39" fmla="*/ 14 h 52"/>
                  <a:gd name="T40" fmla="*/ 33 w 72"/>
                  <a:gd name="T41" fmla="*/ 14 h 52"/>
                  <a:gd name="T42" fmla="*/ 19 w 72"/>
                  <a:gd name="T43" fmla="*/ 24 h 52"/>
                  <a:gd name="T44" fmla="*/ 16 w 72"/>
                  <a:gd name="T45" fmla="*/ 28 h 52"/>
                  <a:gd name="T46" fmla="*/ 16 w 72"/>
                  <a:gd name="T47" fmla="*/ 32 h 52"/>
                  <a:gd name="T48" fmla="*/ 8 w 72"/>
                  <a:gd name="T49" fmla="*/ 32 h 52"/>
                  <a:gd name="T50" fmla="*/ 36 w 72"/>
                  <a:gd name="T51" fmla="*/ 8 h 52"/>
                  <a:gd name="T52" fmla="*/ 64 w 72"/>
                  <a:gd name="T53" fmla="*/ 32 h 52"/>
                  <a:gd name="T54" fmla="*/ 56 w 72"/>
                  <a:gd name="T55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2" h="52"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21" y="47"/>
                      <a:pt x="28" y="52"/>
                      <a:pt x="36" y="52"/>
                    </a:cubicBezTo>
                    <a:cubicBezTo>
                      <a:pt x="44" y="52"/>
                      <a:pt x="51" y="47"/>
                      <a:pt x="54" y="40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72" y="36"/>
                      <a:pt x="72" y="36"/>
                      <a:pt x="72" y="36"/>
                    </a:cubicBezTo>
                    <a:cubicBezTo>
                      <a:pt x="72" y="16"/>
                      <a:pt x="56" y="0"/>
                      <a:pt x="36" y="0"/>
                    </a:cubicBezTo>
                    <a:close/>
                    <a:moveTo>
                      <a:pt x="48" y="32"/>
                    </a:moveTo>
                    <a:cubicBezTo>
                      <a:pt x="48" y="39"/>
                      <a:pt x="43" y="44"/>
                      <a:pt x="36" y="44"/>
                    </a:cubicBezTo>
                    <a:cubicBezTo>
                      <a:pt x="29" y="44"/>
                      <a:pt x="24" y="39"/>
                      <a:pt x="24" y="32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9" y="29"/>
                      <a:pt x="33" y="25"/>
                      <a:pt x="36" y="23"/>
                    </a:cubicBezTo>
                    <a:cubicBezTo>
                      <a:pt x="39" y="25"/>
                      <a:pt x="43" y="29"/>
                      <a:pt x="48" y="31"/>
                    </a:cubicBezTo>
                    <a:lnTo>
                      <a:pt x="48" y="32"/>
                    </a:lnTo>
                    <a:close/>
                    <a:moveTo>
                      <a:pt x="56" y="32"/>
                    </a:move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6"/>
                      <a:pt x="55" y="25"/>
                      <a:pt x="53" y="24"/>
                    </a:cubicBezTo>
                    <a:cubicBezTo>
                      <a:pt x="44" y="22"/>
                      <a:pt x="40" y="14"/>
                      <a:pt x="39" y="14"/>
                    </a:cubicBezTo>
                    <a:cubicBezTo>
                      <a:pt x="38" y="12"/>
                      <a:pt x="34" y="12"/>
                      <a:pt x="33" y="14"/>
                    </a:cubicBezTo>
                    <a:cubicBezTo>
                      <a:pt x="32" y="14"/>
                      <a:pt x="28" y="22"/>
                      <a:pt x="19" y="24"/>
                    </a:cubicBezTo>
                    <a:cubicBezTo>
                      <a:pt x="17" y="25"/>
                      <a:pt x="16" y="26"/>
                      <a:pt x="16" y="28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10" y="18"/>
                      <a:pt x="22" y="8"/>
                      <a:pt x="36" y="8"/>
                    </a:cubicBezTo>
                    <a:cubicBezTo>
                      <a:pt x="50" y="8"/>
                      <a:pt x="62" y="18"/>
                      <a:pt x="64" y="32"/>
                    </a:cubicBezTo>
                    <a:lnTo>
                      <a:pt x="56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4"/>
              <p:cNvSpPr>
                <a:spLocks noEditPoints="1"/>
              </p:cNvSpPr>
              <p:nvPr/>
            </p:nvSpPr>
            <p:spPr bwMode="auto">
              <a:xfrm>
                <a:off x="3871913" y="4397376"/>
                <a:ext cx="201613" cy="95250"/>
              </a:xfrm>
              <a:custGeom>
                <a:avLst/>
                <a:gdLst>
                  <a:gd name="T0" fmla="*/ 46 w 64"/>
                  <a:gd name="T1" fmla="*/ 0 h 30"/>
                  <a:gd name="T2" fmla="*/ 44 w 64"/>
                  <a:gd name="T3" fmla="*/ 0 h 30"/>
                  <a:gd name="T4" fmla="*/ 32 w 64"/>
                  <a:gd name="T5" fmla="*/ 9 h 30"/>
                  <a:gd name="T6" fmla="*/ 20 w 64"/>
                  <a:gd name="T7" fmla="*/ 0 h 30"/>
                  <a:gd name="T8" fmla="*/ 18 w 64"/>
                  <a:gd name="T9" fmla="*/ 0 h 30"/>
                  <a:gd name="T10" fmla="*/ 0 w 64"/>
                  <a:gd name="T11" fmla="*/ 22 h 30"/>
                  <a:gd name="T12" fmla="*/ 0 w 64"/>
                  <a:gd name="T13" fmla="*/ 30 h 30"/>
                  <a:gd name="T14" fmla="*/ 64 w 64"/>
                  <a:gd name="T15" fmla="*/ 30 h 30"/>
                  <a:gd name="T16" fmla="*/ 64 w 64"/>
                  <a:gd name="T17" fmla="*/ 22 h 30"/>
                  <a:gd name="T18" fmla="*/ 46 w 64"/>
                  <a:gd name="T19" fmla="*/ 0 h 30"/>
                  <a:gd name="T20" fmla="*/ 8 w 64"/>
                  <a:gd name="T21" fmla="*/ 22 h 30"/>
                  <a:gd name="T22" fmla="*/ 18 w 64"/>
                  <a:gd name="T23" fmla="*/ 9 h 30"/>
                  <a:gd name="T24" fmla="*/ 32 w 64"/>
                  <a:gd name="T25" fmla="*/ 19 h 30"/>
                  <a:gd name="T26" fmla="*/ 46 w 64"/>
                  <a:gd name="T27" fmla="*/ 9 h 30"/>
                  <a:gd name="T28" fmla="*/ 56 w 64"/>
                  <a:gd name="T29" fmla="*/ 22 h 30"/>
                  <a:gd name="T30" fmla="*/ 8 w 64"/>
                  <a:gd name="T31" fmla="*/ 2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4" h="30">
                    <a:moveTo>
                      <a:pt x="46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7" y="4"/>
                      <a:pt x="0" y="12"/>
                      <a:pt x="0" y="2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64" y="30"/>
                      <a:pt x="64" y="30"/>
                      <a:pt x="64" y="30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12"/>
                      <a:pt x="57" y="4"/>
                      <a:pt x="46" y="0"/>
                    </a:cubicBezTo>
                    <a:close/>
                    <a:moveTo>
                      <a:pt x="8" y="22"/>
                    </a:moveTo>
                    <a:cubicBezTo>
                      <a:pt x="8" y="16"/>
                      <a:pt x="12" y="11"/>
                      <a:pt x="18" y="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52" y="11"/>
                      <a:pt x="56" y="16"/>
                      <a:pt x="56" y="22"/>
                    </a:cubicBezTo>
                    <a:lnTo>
                      <a:pt x="8" y="2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9" name="Freeform 105"/>
            <p:cNvSpPr>
              <a:spLocks noEditPoints="1"/>
            </p:cNvSpPr>
            <p:nvPr/>
          </p:nvSpPr>
          <p:spPr bwMode="auto">
            <a:xfrm>
              <a:off x="4452938" y="4214813"/>
              <a:ext cx="252413" cy="252413"/>
            </a:xfrm>
            <a:custGeom>
              <a:avLst/>
              <a:gdLst>
                <a:gd name="T0" fmla="*/ 16 w 80"/>
                <a:gd name="T1" fmla="*/ 80 h 80"/>
                <a:gd name="T2" fmla="*/ 16 w 80"/>
                <a:gd name="T3" fmla="*/ 64 h 80"/>
                <a:gd name="T4" fmla="*/ 8 w 80"/>
                <a:gd name="T5" fmla="*/ 64 h 80"/>
                <a:gd name="T6" fmla="*/ 0 w 80"/>
                <a:gd name="T7" fmla="*/ 56 h 80"/>
                <a:gd name="T8" fmla="*/ 0 w 80"/>
                <a:gd name="T9" fmla="*/ 8 h 80"/>
                <a:gd name="T10" fmla="*/ 8 w 80"/>
                <a:gd name="T11" fmla="*/ 0 h 80"/>
                <a:gd name="T12" fmla="*/ 72 w 80"/>
                <a:gd name="T13" fmla="*/ 0 h 80"/>
                <a:gd name="T14" fmla="*/ 80 w 80"/>
                <a:gd name="T15" fmla="*/ 8 h 80"/>
                <a:gd name="T16" fmla="*/ 80 w 80"/>
                <a:gd name="T17" fmla="*/ 56 h 80"/>
                <a:gd name="T18" fmla="*/ 72 w 80"/>
                <a:gd name="T19" fmla="*/ 64 h 80"/>
                <a:gd name="T20" fmla="*/ 37 w 80"/>
                <a:gd name="T21" fmla="*/ 64 h 80"/>
                <a:gd name="T22" fmla="*/ 16 w 80"/>
                <a:gd name="T23" fmla="*/ 80 h 80"/>
                <a:gd name="T24" fmla="*/ 8 w 80"/>
                <a:gd name="T25" fmla="*/ 8 h 80"/>
                <a:gd name="T26" fmla="*/ 8 w 80"/>
                <a:gd name="T27" fmla="*/ 56 h 80"/>
                <a:gd name="T28" fmla="*/ 24 w 80"/>
                <a:gd name="T29" fmla="*/ 56 h 80"/>
                <a:gd name="T30" fmla="*/ 24 w 80"/>
                <a:gd name="T31" fmla="*/ 64 h 80"/>
                <a:gd name="T32" fmla="*/ 35 w 80"/>
                <a:gd name="T33" fmla="*/ 56 h 80"/>
                <a:gd name="T34" fmla="*/ 72 w 80"/>
                <a:gd name="T35" fmla="*/ 56 h 80"/>
                <a:gd name="T36" fmla="*/ 72 w 80"/>
                <a:gd name="T37" fmla="*/ 8 h 80"/>
                <a:gd name="T38" fmla="*/ 8 w 80"/>
                <a:gd name="T39" fmla="*/ 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0" h="80">
                  <a:moveTo>
                    <a:pt x="16" y="80"/>
                  </a:moveTo>
                  <a:cubicBezTo>
                    <a:pt x="16" y="64"/>
                    <a:pt x="16" y="64"/>
                    <a:pt x="16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4" y="64"/>
                    <a:pt x="0" y="60"/>
                    <a:pt x="0" y="5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80" y="4"/>
                    <a:pt x="80" y="8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60"/>
                    <a:pt x="76" y="64"/>
                    <a:pt x="72" y="64"/>
                  </a:cubicBezTo>
                  <a:cubicBezTo>
                    <a:pt x="37" y="64"/>
                    <a:pt x="37" y="64"/>
                    <a:pt x="37" y="64"/>
                  </a:cubicBezTo>
                  <a:lnTo>
                    <a:pt x="16" y="80"/>
                  </a:lnTo>
                  <a:close/>
                  <a:moveTo>
                    <a:pt x="8" y="8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35" y="56"/>
                    <a:pt x="35" y="56"/>
                    <a:pt x="35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8"/>
                    <a:pt x="72" y="8"/>
                    <a:pt x="72" y="8"/>
                  </a:cubicBezTo>
                  <a:lnTo>
                    <a:pt x="8" y="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6" name="组合 185"/>
            <p:cNvGrpSpPr/>
            <p:nvPr/>
          </p:nvGrpSpPr>
          <p:grpSpPr>
            <a:xfrm>
              <a:off x="5059363" y="4214813"/>
              <a:ext cx="252413" cy="252413"/>
              <a:chOff x="5059363" y="4214813"/>
              <a:chExt cx="252413" cy="252413"/>
            </a:xfrm>
          </p:grpSpPr>
          <p:sp>
            <p:nvSpPr>
              <p:cNvPr id="110" name="Freeform 106"/>
              <p:cNvSpPr>
                <a:spLocks noEditPoints="1"/>
              </p:cNvSpPr>
              <p:nvPr/>
            </p:nvSpPr>
            <p:spPr bwMode="auto">
              <a:xfrm>
                <a:off x="5059363" y="4214813"/>
                <a:ext cx="252413" cy="252413"/>
              </a:xfrm>
              <a:custGeom>
                <a:avLst/>
                <a:gdLst>
                  <a:gd name="T0" fmla="*/ 16 w 80"/>
                  <a:gd name="T1" fmla="*/ 80 h 80"/>
                  <a:gd name="T2" fmla="*/ 16 w 80"/>
                  <a:gd name="T3" fmla="*/ 64 h 80"/>
                  <a:gd name="T4" fmla="*/ 8 w 80"/>
                  <a:gd name="T5" fmla="*/ 64 h 80"/>
                  <a:gd name="T6" fmla="*/ 0 w 80"/>
                  <a:gd name="T7" fmla="*/ 56 h 80"/>
                  <a:gd name="T8" fmla="*/ 0 w 80"/>
                  <a:gd name="T9" fmla="*/ 8 h 80"/>
                  <a:gd name="T10" fmla="*/ 8 w 80"/>
                  <a:gd name="T11" fmla="*/ 0 h 80"/>
                  <a:gd name="T12" fmla="*/ 72 w 80"/>
                  <a:gd name="T13" fmla="*/ 0 h 80"/>
                  <a:gd name="T14" fmla="*/ 80 w 80"/>
                  <a:gd name="T15" fmla="*/ 8 h 80"/>
                  <a:gd name="T16" fmla="*/ 80 w 80"/>
                  <a:gd name="T17" fmla="*/ 56 h 80"/>
                  <a:gd name="T18" fmla="*/ 72 w 80"/>
                  <a:gd name="T19" fmla="*/ 64 h 80"/>
                  <a:gd name="T20" fmla="*/ 37 w 80"/>
                  <a:gd name="T21" fmla="*/ 64 h 80"/>
                  <a:gd name="T22" fmla="*/ 16 w 80"/>
                  <a:gd name="T23" fmla="*/ 80 h 80"/>
                  <a:gd name="T24" fmla="*/ 8 w 80"/>
                  <a:gd name="T25" fmla="*/ 8 h 80"/>
                  <a:gd name="T26" fmla="*/ 8 w 80"/>
                  <a:gd name="T27" fmla="*/ 56 h 80"/>
                  <a:gd name="T28" fmla="*/ 24 w 80"/>
                  <a:gd name="T29" fmla="*/ 56 h 80"/>
                  <a:gd name="T30" fmla="*/ 24 w 80"/>
                  <a:gd name="T31" fmla="*/ 64 h 80"/>
                  <a:gd name="T32" fmla="*/ 35 w 80"/>
                  <a:gd name="T33" fmla="*/ 56 h 80"/>
                  <a:gd name="T34" fmla="*/ 72 w 80"/>
                  <a:gd name="T35" fmla="*/ 56 h 80"/>
                  <a:gd name="T36" fmla="*/ 72 w 80"/>
                  <a:gd name="T37" fmla="*/ 8 h 80"/>
                  <a:gd name="T38" fmla="*/ 8 w 80"/>
                  <a:gd name="T39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80">
                    <a:moveTo>
                      <a:pt x="16" y="80"/>
                    </a:moveTo>
                    <a:cubicBezTo>
                      <a:pt x="16" y="64"/>
                      <a:pt x="16" y="64"/>
                      <a:pt x="16" y="64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4" y="64"/>
                      <a:pt x="0" y="60"/>
                      <a:pt x="0" y="5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80" y="4"/>
                      <a:pt x="80" y="8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0" y="60"/>
                      <a:pt x="76" y="64"/>
                      <a:pt x="72" y="64"/>
                    </a:cubicBezTo>
                    <a:cubicBezTo>
                      <a:pt x="37" y="64"/>
                      <a:pt x="37" y="64"/>
                      <a:pt x="37" y="64"/>
                    </a:cubicBezTo>
                    <a:lnTo>
                      <a:pt x="16" y="80"/>
                    </a:lnTo>
                    <a:close/>
                    <a:moveTo>
                      <a:pt x="8" y="8"/>
                    </a:moveTo>
                    <a:cubicBezTo>
                      <a:pt x="8" y="56"/>
                      <a:pt x="8" y="56"/>
                      <a:pt x="8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35" y="56"/>
                      <a:pt x="35" y="56"/>
                      <a:pt x="35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2" y="8"/>
                      <a:pt x="72" y="8"/>
                      <a:pt x="72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107"/>
              <p:cNvSpPr>
                <a:spLocks/>
              </p:cNvSpPr>
              <p:nvPr/>
            </p:nvSpPr>
            <p:spPr bwMode="auto">
              <a:xfrm>
                <a:off x="5129213" y="4327526"/>
                <a:ext cx="114300" cy="3810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0 w 36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3" y="7"/>
                      <a:pt x="10" y="12"/>
                      <a:pt x="18" y="12"/>
                    </a:cubicBezTo>
                    <a:cubicBezTo>
                      <a:pt x="26" y="12"/>
                      <a:pt x="33" y="7"/>
                      <a:pt x="3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Oval 108"/>
              <p:cNvSpPr>
                <a:spLocks noChangeArrowheads="1"/>
              </p:cNvSpPr>
              <p:nvPr/>
            </p:nvSpPr>
            <p:spPr bwMode="auto">
              <a:xfrm>
                <a:off x="5132388" y="4265613"/>
                <a:ext cx="31750" cy="3016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Oval 109"/>
              <p:cNvSpPr>
                <a:spLocks noChangeArrowheads="1"/>
              </p:cNvSpPr>
              <p:nvPr/>
            </p:nvSpPr>
            <p:spPr bwMode="auto">
              <a:xfrm>
                <a:off x="5208588" y="4265613"/>
                <a:ext cx="31750" cy="3016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5640388" y="4189413"/>
              <a:ext cx="304800" cy="303213"/>
              <a:chOff x="5640388" y="4189413"/>
              <a:chExt cx="304800" cy="303213"/>
            </a:xfrm>
          </p:grpSpPr>
          <p:sp>
            <p:nvSpPr>
              <p:cNvPr id="114" name="Freeform 110"/>
              <p:cNvSpPr>
                <a:spLocks noEditPoints="1"/>
              </p:cNvSpPr>
              <p:nvPr/>
            </p:nvSpPr>
            <p:spPr bwMode="auto">
              <a:xfrm>
                <a:off x="5640388" y="4276726"/>
                <a:ext cx="215900" cy="215900"/>
              </a:xfrm>
              <a:custGeom>
                <a:avLst/>
                <a:gdLst>
                  <a:gd name="T0" fmla="*/ 12 w 68"/>
                  <a:gd name="T1" fmla="*/ 68 h 68"/>
                  <a:gd name="T2" fmla="*/ 12 w 68"/>
                  <a:gd name="T3" fmla="*/ 52 h 68"/>
                  <a:gd name="T4" fmla="*/ 8 w 68"/>
                  <a:gd name="T5" fmla="*/ 52 h 68"/>
                  <a:gd name="T6" fmla="*/ 0 w 68"/>
                  <a:gd name="T7" fmla="*/ 44 h 68"/>
                  <a:gd name="T8" fmla="*/ 0 w 68"/>
                  <a:gd name="T9" fmla="*/ 8 h 68"/>
                  <a:gd name="T10" fmla="*/ 8 w 68"/>
                  <a:gd name="T11" fmla="*/ 0 h 68"/>
                  <a:gd name="T12" fmla="*/ 60 w 68"/>
                  <a:gd name="T13" fmla="*/ 0 h 68"/>
                  <a:gd name="T14" fmla="*/ 68 w 68"/>
                  <a:gd name="T15" fmla="*/ 8 h 68"/>
                  <a:gd name="T16" fmla="*/ 68 w 68"/>
                  <a:gd name="T17" fmla="*/ 44 h 68"/>
                  <a:gd name="T18" fmla="*/ 60 w 68"/>
                  <a:gd name="T19" fmla="*/ 52 h 68"/>
                  <a:gd name="T20" fmla="*/ 33 w 68"/>
                  <a:gd name="T21" fmla="*/ 52 h 68"/>
                  <a:gd name="T22" fmla="*/ 12 w 68"/>
                  <a:gd name="T23" fmla="*/ 68 h 68"/>
                  <a:gd name="T24" fmla="*/ 8 w 68"/>
                  <a:gd name="T25" fmla="*/ 8 h 68"/>
                  <a:gd name="T26" fmla="*/ 8 w 68"/>
                  <a:gd name="T27" fmla="*/ 44 h 68"/>
                  <a:gd name="T28" fmla="*/ 20 w 68"/>
                  <a:gd name="T29" fmla="*/ 44 h 68"/>
                  <a:gd name="T30" fmla="*/ 20 w 68"/>
                  <a:gd name="T31" fmla="*/ 52 h 68"/>
                  <a:gd name="T32" fmla="*/ 31 w 68"/>
                  <a:gd name="T33" fmla="*/ 44 h 68"/>
                  <a:gd name="T34" fmla="*/ 60 w 68"/>
                  <a:gd name="T35" fmla="*/ 44 h 68"/>
                  <a:gd name="T36" fmla="*/ 60 w 68"/>
                  <a:gd name="T37" fmla="*/ 8 h 68"/>
                  <a:gd name="T38" fmla="*/ 8 w 68"/>
                  <a:gd name="T39" fmla="*/ 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" h="68">
                    <a:moveTo>
                      <a:pt x="12" y="68"/>
                    </a:moveTo>
                    <a:cubicBezTo>
                      <a:pt x="12" y="52"/>
                      <a:pt x="12" y="52"/>
                      <a:pt x="12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4" y="52"/>
                      <a:pt x="0" y="48"/>
                      <a:pt x="0" y="4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8" y="4"/>
                      <a:pt x="68" y="8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8" y="48"/>
                      <a:pt x="64" y="52"/>
                      <a:pt x="60" y="52"/>
                    </a:cubicBezTo>
                    <a:cubicBezTo>
                      <a:pt x="33" y="52"/>
                      <a:pt x="33" y="52"/>
                      <a:pt x="33" y="52"/>
                    </a:cubicBezTo>
                    <a:lnTo>
                      <a:pt x="12" y="68"/>
                    </a:lnTo>
                    <a:close/>
                    <a:moveTo>
                      <a:pt x="8" y="8"/>
                    </a:moveTo>
                    <a:cubicBezTo>
                      <a:pt x="8" y="44"/>
                      <a:pt x="8" y="44"/>
                      <a:pt x="8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8"/>
                      <a:pt x="60" y="8"/>
                      <a:pt x="60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111"/>
              <p:cNvSpPr>
                <a:spLocks/>
              </p:cNvSpPr>
              <p:nvPr/>
            </p:nvSpPr>
            <p:spPr bwMode="auto">
              <a:xfrm>
                <a:off x="5843588" y="4189413"/>
                <a:ext cx="101600" cy="100013"/>
              </a:xfrm>
              <a:custGeom>
                <a:avLst/>
                <a:gdLst>
                  <a:gd name="T0" fmla="*/ 40 w 64"/>
                  <a:gd name="T1" fmla="*/ 24 h 63"/>
                  <a:gd name="T2" fmla="*/ 40 w 64"/>
                  <a:gd name="T3" fmla="*/ 0 h 63"/>
                  <a:gd name="T4" fmla="*/ 24 w 64"/>
                  <a:gd name="T5" fmla="*/ 0 h 63"/>
                  <a:gd name="T6" fmla="*/ 24 w 64"/>
                  <a:gd name="T7" fmla="*/ 24 h 63"/>
                  <a:gd name="T8" fmla="*/ 0 w 64"/>
                  <a:gd name="T9" fmla="*/ 24 h 63"/>
                  <a:gd name="T10" fmla="*/ 0 w 64"/>
                  <a:gd name="T11" fmla="*/ 40 h 63"/>
                  <a:gd name="T12" fmla="*/ 24 w 64"/>
                  <a:gd name="T13" fmla="*/ 40 h 63"/>
                  <a:gd name="T14" fmla="*/ 24 w 64"/>
                  <a:gd name="T15" fmla="*/ 63 h 63"/>
                  <a:gd name="T16" fmla="*/ 40 w 64"/>
                  <a:gd name="T17" fmla="*/ 63 h 63"/>
                  <a:gd name="T18" fmla="*/ 40 w 64"/>
                  <a:gd name="T19" fmla="*/ 40 h 63"/>
                  <a:gd name="T20" fmla="*/ 64 w 64"/>
                  <a:gd name="T21" fmla="*/ 40 h 63"/>
                  <a:gd name="T22" fmla="*/ 64 w 64"/>
                  <a:gd name="T23" fmla="*/ 24 h 63"/>
                  <a:gd name="T24" fmla="*/ 40 w 64"/>
                  <a:gd name="T25" fmla="*/ 2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3">
                    <a:moveTo>
                      <a:pt x="40" y="24"/>
                    </a:move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3"/>
                    </a:lnTo>
                    <a:lnTo>
                      <a:pt x="40" y="63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lnTo>
                      <a:pt x="40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8" name="组合 187"/>
            <p:cNvGrpSpPr/>
            <p:nvPr/>
          </p:nvGrpSpPr>
          <p:grpSpPr>
            <a:xfrm>
              <a:off x="6248401" y="4227513"/>
              <a:ext cx="277812" cy="265113"/>
              <a:chOff x="6248401" y="4227513"/>
              <a:chExt cx="277812" cy="265113"/>
            </a:xfrm>
          </p:grpSpPr>
          <p:sp>
            <p:nvSpPr>
              <p:cNvPr id="116" name="Rectangle 112"/>
              <p:cNvSpPr>
                <a:spLocks noChangeArrowheads="1"/>
              </p:cNvSpPr>
              <p:nvPr/>
            </p:nvSpPr>
            <p:spPr bwMode="auto">
              <a:xfrm>
                <a:off x="6450013" y="4227513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113"/>
              <p:cNvSpPr>
                <a:spLocks noEditPoints="1"/>
              </p:cNvSpPr>
              <p:nvPr/>
            </p:nvSpPr>
            <p:spPr bwMode="auto">
              <a:xfrm>
                <a:off x="6248401" y="4276726"/>
                <a:ext cx="214313" cy="215900"/>
              </a:xfrm>
              <a:custGeom>
                <a:avLst/>
                <a:gdLst>
                  <a:gd name="T0" fmla="*/ 12 w 68"/>
                  <a:gd name="T1" fmla="*/ 68 h 68"/>
                  <a:gd name="T2" fmla="*/ 12 w 68"/>
                  <a:gd name="T3" fmla="*/ 52 h 68"/>
                  <a:gd name="T4" fmla="*/ 8 w 68"/>
                  <a:gd name="T5" fmla="*/ 52 h 68"/>
                  <a:gd name="T6" fmla="*/ 0 w 68"/>
                  <a:gd name="T7" fmla="*/ 44 h 68"/>
                  <a:gd name="T8" fmla="*/ 0 w 68"/>
                  <a:gd name="T9" fmla="*/ 8 h 68"/>
                  <a:gd name="T10" fmla="*/ 8 w 68"/>
                  <a:gd name="T11" fmla="*/ 0 h 68"/>
                  <a:gd name="T12" fmla="*/ 60 w 68"/>
                  <a:gd name="T13" fmla="*/ 0 h 68"/>
                  <a:gd name="T14" fmla="*/ 68 w 68"/>
                  <a:gd name="T15" fmla="*/ 8 h 68"/>
                  <a:gd name="T16" fmla="*/ 68 w 68"/>
                  <a:gd name="T17" fmla="*/ 44 h 68"/>
                  <a:gd name="T18" fmla="*/ 60 w 68"/>
                  <a:gd name="T19" fmla="*/ 52 h 68"/>
                  <a:gd name="T20" fmla="*/ 33 w 68"/>
                  <a:gd name="T21" fmla="*/ 52 h 68"/>
                  <a:gd name="T22" fmla="*/ 12 w 68"/>
                  <a:gd name="T23" fmla="*/ 68 h 68"/>
                  <a:gd name="T24" fmla="*/ 8 w 68"/>
                  <a:gd name="T25" fmla="*/ 8 h 68"/>
                  <a:gd name="T26" fmla="*/ 8 w 68"/>
                  <a:gd name="T27" fmla="*/ 44 h 68"/>
                  <a:gd name="T28" fmla="*/ 20 w 68"/>
                  <a:gd name="T29" fmla="*/ 44 h 68"/>
                  <a:gd name="T30" fmla="*/ 20 w 68"/>
                  <a:gd name="T31" fmla="*/ 52 h 68"/>
                  <a:gd name="T32" fmla="*/ 31 w 68"/>
                  <a:gd name="T33" fmla="*/ 44 h 68"/>
                  <a:gd name="T34" fmla="*/ 60 w 68"/>
                  <a:gd name="T35" fmla="*/ 44 h 68"/>
                  <a:gd name="T36" fmla="*/ 60 w 68"/>
                  <a:gd name="T37" fmla="*/ 8 h 68"/>
                  <a:gd name="T38" fmla="*/ 8 w 68"/>
                  <a:gd name="T39" fmla="*/ 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" h="68">
                    <a:moveTo>
                      <a:pt x="12" y="68"/>
                    </a:moveTo>
                    <a:cubicBezTo>
                      <a:pt x="12" y="52"/>
                      <a:pt x="12" y="52"/>
                      <a:pt x="12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4" y="52"/>
                      <a:pt x="0" y="48"/>
                      <a:pt x="0" y="4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8" y="4"/>
                      <a:pt x="68" y="8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8" y="48"/>
                      <a:pt x="64" y="52"/>
                      <a:pt x="60" y="52"/>
                    </a:cubicBezTo>
                    <a:cubicBezTo>
                      <a:pt x="33" y="52"/>
                      <a:pt x="33" y="52"/>
                      <a:pt x="33" y="52"/>
                    </a:cubicBezTo>
                    <a:lnTo>
                      <a:pt x="12" y="68"/>
                    </a:lnTo>
                    <a:close/>
                    <a:moveTo>
                      <a:pt x="8" y="8"/>
                    </a:moveTo>
                    <a:cubicBezTo>
                      <a:pt x="8" y="44"/>
                      <a:pt x="8" y="44"/>
                      <a:pt x="8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8"/>
                      <a:pt x="60" y="8"/>
                      <a:pt x="60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9" name="组合 188"/>
            <p:cNvGrpSpPr/>
            <p:nvPr/>
          </p:nvGrpSpPr>
          <p:grpSpPr>
            <a:xfrm>
              <a:off x="6854826" y="4217988"/>
              <a:ext cx="274637" cy="274638"/>
              <a:chOff x="6854826" y="4217988"/>
              <a:chExt cx="274637" cy="274638"/>
            </a:xfrm>
          </p:grpSpPr>
          <p:sp>
            <p:nvSpPr>
              <p:cNvPr id="118" name="Freeform 114"/>
              <p:cNvSpPr>
                <a:spLocks/>
              </p:cNvSpPr>
              <p:nvPr/>
            </p:nvSpPr>
            <p:spPr bwMode="auto">
              <a:xfrm>
                <a:off x="6854826" y="4276726"/>
                <a:ext cx="214313" cy="215900"/>
              </a:xfrm>
              <a:custGeom>
                <a:avLst/>
                <a:gdLst>
                  <a:gd name="T0" fmla="*/ 12 w 68"/>
                  <a:gd name="T1" fmla="*/ 68 h 68"/>
                  <a:gd name="T2" fmla="*/ 12 w 68"/>
                  <a:gd name="T3" fmla="*/ 52 h 68"/>
                  <a:gd name="T4" fmla="*/ 8 w 68"/>
                  <a:gd name="T5" fmla="*/ 52 h 68"/>
                  <a:gd name="T6" fmla="*/ 0 w 68"/>
                  <a:gd name="T7" fmla="*/ 44 h 68"/>
                  <a:gd name="T8" fmla="*/ 0 w 68"/>
                  <a:gd name="T9" fmla="*/ 8 h 68"/>
                  <a:gd name="T10" fmla="*/ 8 w 68"/>
                  <a:gd name="T11" fmla="*/ 0 h 68"/>
                  <a:gd name="T12" fmla="*/ 44 w 68"/>
                  <a:gd name="T13" fmla="*/ 0 h 68"/>
                  <a:gd name="T14" fmla="*/ 44 w 68"/>
                  <a:gd name="T15" fmla="*/ 8 h 68"/>
                  <a:gd name="T16" fmla="*/ 8 w 68"/>
                  <a:gd name="T17" fmla="*/ 8 h 68"/>
                  <a:gd name="T18" fmla="*/ 8 w 68"/>
                  <a:gd name="T19" fmla="*/ 44 h 68"/>
                  <a:gd name="T20" fmla="*/ 20 w 68"/>
                  <a:gd name="T21" fmla="*/ 44 h 68"/>
                  <a:gd name="T22" fmla="*/ 20 w 68"/>
                  <a:gd name="T23" fmla="*/ 52 h 68"/>
                  <a:gd name="T24" fmla="*/ 31 w 68"/>
                  <a:gd name="T25" fmla="*/ 44 h 68"/>
                  <a:gd name="T26" fmla="*/ 60 w 68"/>
                  <a:gd name="T27" fmla="*/ 44 h 68"/>
                  <a:gd name="T28" fmla="*/ 60 w 68"/>
                  <a:gd name="T29" fmla="*/ 20 h 68"/>
                  <a:gd name="T30" fmla="*/ 68 w 68"/>
                  <a:gd name="T31" fmla="*/ 20 h 68"/>
                  <a:gd name="T32" fmla="*/ 68 w 68"/>
                  <a:gd name="T33" fmla="*/ 44 h 68"/>
                  <a:gd name="T34" fmla="*/ 60 w 68"/>
                  <a:gd name="T35" fmla="*/ 52 h 68"/>
                  <a:gd name="T36" fmla="*/ 33 w 68"/>
                  <a:gd name="T37" fmla="*/ 52 h 68"/>
                  <a:gd name="T38" fmla="*/ 12 w 68"/>
                  <a:gd name="T3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" h="68">
                    <a:moveTo>
                      <a:pt x="12" y="68"/>
                    </a:moveTo>
                    <a:cubicBezTo>
                      <a:pt x="12" y="52"/>
                      <a:pt x="12" y="52"/>
                      <a:pt x="12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4" y="52"/>
                      <a:pt x="0" y="48"/>
                      <a:pt x="0" y="4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8" y="48"/>
                      <a:pt x="64" y="52"/>
                      <a:pt x="60" y="52"/>
                    </a:cubicBezTo>
                    <a:cubicBezTo>
                      <a:pt x="33" y="52"/>
                      <a:pt x="33" y="52"/>
                      <a:pt x="33" y="52"/>
                    </a:cubicBezTo>
                    <a:lnTo>
                      <a:pt x="12" y="6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115"/>
              <p:cNvSpPr>
                <a:spLocks/>
              </p:cNvSpPr>
              <p:nvPr/>
            </p:nvSpPr>
            <p:spPr bwMode="auto">
              <a:xfrm>
                <a:off x="7008813" y="4217988"/>
                <a:ext cx="120650" cy="90488"/>
              </a:xfrm>
              <a:custGeom>
                <a:avLst/>
                <a:gdLst>
                  <a:gd name="T0" fmla="*/ 30 w 76"/>
                  <a:gd name="T1" fmla="*/ 57 h 57"/>
                  <a:gd name="T2" fmla="*/ 0 w 76"/>
                  <a:gd name="T3" fmla="*/ 28 h 57"/>
                  <a:gd name="T4" fmla="*/ 12 w 76"/>
                  <a:gd name="T5" fmla="*/ 16 h 57"/>
                  <a:gd name="T6" fmla="*/ 30 w 76"/>
                  <a:gd name="T7" fmla="*/ 33 h 57"/>
                  <a:gd name="T8" fmla="*/ 64 w 76"/>
                  <a:gd name="T9" fmla="*/ 0 h 57"/>
                  <a:gd name="T10" fmla="*/ 76 w 76"/>
                  <a:gd name="T11" fmla="*/ 12 h 57"/>
                  <a:gd name="T12" fmla="*/ 30 w 76"/>
                  <a:gd name="T1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7">
                    <a:moveTo>
                      <a:pt x="30" y="57"/>
                    </a:moveTo>
                    <a:lnTo>
                      <a:pt x="0" y="28"/>
                    </a:lnTo>
                    <a:lnTo>
                      <a:pt x="12" y="16"/>
                    </a:lnTo>
                    <a:lnTo>
                      <a:pt x="30" y="33"/>
                    </a:lnTo>
                    <a:lnTo>
                      <a:pt x="64" y="0"/>
                    </a:lnTo>
                    <a:lnTo>
                      <a:pt x="76" y="12"/>
                    </a:lnTo>
                    <a:lnTo>
                      <a:pt x="30" y="57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0" name="组合 189"/>
            <p:cNvGrpSpPr/>
            <p:nvPr/>
          </p:nvGrpSpPr>
          <p:grpSpPr>
            <a:xfrm>
              <a:off x="7461251" y="4217988"/>
              <a:ext cx="261937" cy="274638"/>
              <a:chOff x="7461251" y="4217988"/>
              <a:chExt cx="261937" cy="274638"/>
            </a:xfrm>
          </p:grpSpPr>
          <p:sp>
            <p:nvSpPr>
              <p:cNvPr id="120" name="Freeform 116"/>
              <p:cNvSpPr>
                <a:spLocks/>
              </p:cNvSpPr>
              <p:nvPr/>
            </p:nvSpPr>
            <p:spPr bwMode="auto">
              <a:xfrm>
                <a:off x="7461251" y="4276726"/>
                <a:ext cx="214313" cy="215900"/>
              </a:xfrm>
              <a:custGeom>
                <a:avLst/>
                <a:gdLst>
                  <a:gd name="T0" fmla="*/ 60 w 68"/>
                  <a:gd name="T1" fmla="*/ 44 h 68"/>
                  <a:gd name="T2" fmla="*/ 31 w 68"/>
                  <a:gd name="T3" fmla="*/ 44 h 68"/>
                  <a:gd name="T4" fmla="*/ 20 w 68"/>
                  <a:gd name="T5" fmla="*/ 52 h 68"/>
                  <a:gd name="T6" fmla="*/ 20 w 68"/>
                  <a:gd name="T7" fmla="*/ 44 h 68"/>
                  <a:gd name="T8" fmla="*/ 8 w 68"/>
                  <a:gd name="T9" fmla="*/ 44 h 68"/>
                  <a:gd name="T10" fmla="*/ 8 w 68"/>
                  <a:gd name="T11" fmla="*/ 8 h 68"/>
                  <a:gd name="T12" fmla="*/ 44 w 68"/>
                  <a:gd name="T13" fmla="*/ 8 h 68"/>
                  <a:gd name="T14" fmla="*/ 44 w 68"/>
                  <a:gd name="T15" fmla="*/ 0 h 68"/>
                  <a:gd name="T16" fmla="*/ 8 w 68"/>
                  <a:gd name="T17" fmla="*/ 0 h 68"/>
                  <a:gd name="T18" fmla="*/ 0 w 68"/>
                  <a:gd name="T19" fmla="*/ 8 h 68"/>
                  <a:gd name="T20" fmla="*/ 0 w 68"/>
                  <a:gd name="T21" fmla="*/ 44 h 68"/>
                  <a:gd name="T22" fmla="*/ 8 w 68"/>
                  <a:gd name="T23" fmla="*/ 52 h 68"/>
                  <a:gd name="T24" fmla="*/ 12 w 68"/>
                  <a:gd name="T25" fmla="*/ 52 h 68"/>
                  <a:gd name="T26" fmla="*/ 12 w 68"/>
                  <a:gd name="T27" fmla="*/ 68 h 68"/>
                  <a:gd name="T28" fmla="*/ 33 w 68"/>
                  <a:gd name="T29" fmla="*/ 52 h 68"/>
                  <a:gd name="T30" fmla="*/ 60 w 68"/>
                  <a:gd name="T31" fmla="*/ 52 h 68"/>
                  <a:gd name="T32" fmla="*/ 68 w 68"/>
                  <a:gd name="T33" fmla="*/ 44 h 68"/>
                  <a:gd name="T34" fmla="*/ 68 w 68"/>
                  <a:gd name="T35" fmla="*/ 20 h 68"/>
                  <a:gd name="T36" fmla="*/ 60 w 68"/>
                  <a:gd name="T37" fmla="*/ 20 h 68"/>
                  <a:gd name="T38" fmla="*/ 60 w 68"/>
                  <a:gd name="T39" fmla="*/ 4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" h="68">
                    <a:moveTo>
                      <a:pt x="60" y="44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2" y="68"/>
                      <a:pt x="12" y="68"/>
                      <a:pt x="12" y="68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60" y="52"/>
                      <a:pt x="60" y="52"/>
                      <a:pt x="60" y="52"/>
                    </a:cubicBezTo>
                    <a:cubicBezTo>
                      <a:pt x="64" y="52"/>
                      <a:pt x="68" y="48"/>
                      <a:pt x="68" y="44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0" y="20"/>
                      <a:pt x="60" y="20"/>
                      <a:pt x="60" y="20"/>
                    </a:cubicBezTo>
                    <a:lnTo>
                      <a:pt x="60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117"/>
              <p:cNvSpPr>
                <a:spLocks/>
              </p:cNvSpPr>
              <p:nvPr/>
            </p:nvSpPr>
            <p:spPr bwMode="auto">
              <a:xfrm>
                <a:off x="7627938" y="4217988"/>
                <a:ext cx="95250" cy="93663"/>
              </a:xfrm>
              <a:custGeom>
                <a:avLst/>
                <a:gdLst>
                  <a:gd name="T0" fmla="*/ 60 w 60"/>
                  <a:gd name="T1" fmla="*/ 12 h 59"/>
                  <a:gd name="T2" fmla="*/ 48 w 60"/>
                  <a:gd name="T3" fmla="*/ 0 h 59"/>
                  <a:gd name="T4" fmla="*/ 30 w 60"/>
                  <a:gd name="T5" fmla="*/ 18 h 59"/>
                  <a:gd name="T6" fmla="*/ 12 w 60"/>
                  <a:gd name="T7" fmla="*/ 0 h 59"/>
                  <a:gd name="T8" fmla="*/ 0 w 60"/>
                  <a:gd name="T9" fmla="*/ 12 h 59"/>
                  <a:gd name="T10" fmla="*/ 18 w 60"/>
                  <a:gd name="T11" fmla="*/ 30 h 59"/>
                  <a:gd name="T12" fmla="*/ 0 w 60"/>
                  <a:gd name="T13" fmla="*/ 47 h 59"/>
                  <a:gd name="T14" fmla="*/ 12 w 60"/>
                  <a:gd name="T15" fmla="*/ 59 h 59"/>
                  <a:gd name="T16" fmla="*/ 30 w 60"/>
                  <a:gd name="T17" fmla="*/ 41 h 59"/>
                  <a:gd name="T18" fmla="*/ 48 w 60"/>
                  <a:gd name="T19" fmla="*/ 59 h 59"/>
                  <a:gd name="T20" fmla="*/ 60 w 60"/>
                  <a:gd name="T21" fmla="*/ 47 h 59"/>
                  <a:gd name="T22" fmla="*/ 42 w 60"/>
                  <a:gd name="T23" fmla="*/ 30 h 59"/>
                  <a:gd name="T24" fmla="*/ 60 w 60"/>
                  <a:gd name="T25" fmla="*/ 1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59">
                    <a:moveTo>
                      <a:pt x="60" y="12"/>
                    </a:moveTo>
                    <a:lnTo>
                      <a:pt x="48" y="0"/>
                    </a:ln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7"/>
                    </a:lnTo>
                    <a:lnTo>
                      <a:pt x="12" y="59"/>
                    </a:lnTo>
                    <a:lnTo>
                      <a:pt x="30" y="41"/>
                    </a:lnTo>
                    <a:lnTo>
                      <a:pt x="48" y="59"/>
                    </a:lnTo>
                    <a:lnTo>
                      <a:pt x="60" y="47"/>
                    </a:lnTo>
                    <a:lnTo>
                      <a:pt x="42" y="30"/>
                    </a:ln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2" name="组合 191"/>
            <p:cNvGrpSpPr/>
            <p:nvPr/>
          </p:nvGrpSpPr>
          <p:grpSpPr>
            <a:xfrm>
              <a:off x="3240088" y="4810126"/>
              <a:ext cx="252413" cy="265112"/>
              <a:chOff x="3240088" y="4810126"/>
              <a:chExt cx="252413" cy="265112"/>
            </a:xfrm>
          </p:grpSpPr>
          <p:sp>
            <p:nvSpPr>
              <p:cNvPr id="122" name="Freeform 118"/>
              <p:cNvSpPr>
                <a:spLocks noEditPoints="1"/>
              </p:cNvSpPr>
              <p:nvPr/>
            </p:nvSpPr>
            <p:spPr bwMode="auto">
              <a:xfrm>
                <a:off x="3240088" y="4973638"/>
                <a:ext cx="252413" cy="101600"/>
              </a:xfrm>
              <a:custGeom>
                <a:avLst/>
                <a:gdLst>
                  <a:gd name="T0" fmla="*/ 72 w 80"/>
                  <a:gd name="T1" fmla="*/ 32 h 32"/>
                  <a:gd name="T2" fmla="*/ 8 w 80"/>
                  <a:gd name="T3" fmla="*/ 32 h 32"/>
                  <a:gd name="T4" fmla="*/ 0 w 80"/>
                  <a:gd name="T5" fmla="*/ 24 h 32"/>
                  <a:gd name="T6" fmla="*/ 0 w 80"/>
                  <a:gd name="T7" fmla="*/ 8 h 32"/>
                  <a:gd name="T8" fmla="*/ 8 w 80"/>
                  <a:gd name="T9" fmla="*/ 0 h 32"/>
                  <a:gd name="T10" fmla="*/ 72 w 80"/>
                  <a:gd name="T11" fmla="*/ 0 h 32"/>
                  <a:gd name="T12" fmla="*/ 80 w 80"/>
                  <a:gd name="T13" fmla="*/ 8 h 32"/>
                  <a:gd name="T14" fmla="*/ 80 w 80"/>
                  <a:gd name="T15" fmla="*/ 24 h 32"/>
                  <a:gd name="T16" fmla="*/ 72 w 80"/>
                  <a:gd name="T17" fmla="*/ 32 h 32"/>
                  <a:gd name="T18" fmla="*/ 8 w 80"/>
                  <a:gd name="T19" fmla="*/ 8 h 32"/>
                  <a:gd name="T20" fmla="*/ 8 w 80"/>
                  <a:gd name="T21" fmla="*/ 24 h 32"/>
                  <a:gd name="T22" fmla="*/ 72 w 80"/>
                  <a:gd name="T23" fmla="*/ 24 h 32"/>
                  <a:gd name="T24" fmla="*/ 72 w 80"/>
                  <a:gd name="T25" fmla="*/ 8 h 32"/>
                  <a:gd name="T26" fmla="*/ 8 w 80"/>
                  <a:gd name="T27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32">
                    <a:moveTo>
                      <a:pt x="72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4" y="32"/>
                      <a:pt x="0" y="28"/>
                      <a:pt x="0" y="2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80" y="4"/>
                      <a:pt x="80" y="8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8"/>
                      <a:pt x="76" y="32"/>
                      <a:pt x="72" y="32"/>
                    </a:cubicBezTo>
                    <a:close/>
                    <a:moveTo>
                      <a:pt x="8" y="8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8"/>
                      <a:pt x="72" y="8"/>
                      <a:pt x="72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Oval 119"/>
              <p:cNvSpPr>
                <a:spLocks noChangeArrowheads="1"/>
              </p:cNvSpPr>
              <p:nvPr/>
            </p:nvSpPr>
            <p:spPr bwMode="auto">
              <a:xfrm>
                <a:off x="3429001" y="5011738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120"/>
              <p:cNvSpPr>
                <a:spLocks noEditPoints="1"/>
              </p:cNvSpPr>
              <p:nvPr/>
            </p:nvSpPr>
            <p:spPr bwMode="auto">
              <a:xfrm>
                <a:off x="3265488" y="4810126"/>
                <a:ext cx="201613" cy="150813"/>
              </a:xfrm>
              <a:custGeom>
                <a:avLst/>
                <a:gdLst>
                  <a:gd name="T0" fmla="*/ 56 w 64"/>
                  <a:gd name="T1" fmla="*/ 48 h 48"/>
                  <a:gd name="T2" fmla="*/ 8 w 64"/>
                  <a:gd name="T3" fmla="*/ 48 h 48"/>
                  <a:gd name="T4" fmla="*/ 0 w 64"/>
                  <a:gd name="T5" fmla="*/ 40 h 48"/>
                  <a:gd name="T6" fmla="*/ 0 w 64"/>
                  <a:gd name="T7" fmla="*/ 8 h 48"/>
                  <a:gd name="T8" fmla="*/ 8 w 64"/>
                  <a:gd name="T9" fmla="*/ 0 h 48"/>
                  <a:gd name="T10" fmla="*/ 56 w 64"/>
                  <a:gd name="T11" fmla="*/ 0 h 48"/>
                  <a:gd name="T12" fmla="*/ 64 w 64"/>
                  <a:gd name="T13" fmla="*/ 8 h 48"/>
                  <a:gd name="T14" fmla="*/ 64 w 64"/>
                  <a:gd name="T15" fmla="*/ 40 h 48"/>
                  <a:gd name="T16" fmla="*/ 56 w 64"/>
                  <a:gd name="T17" fmla="*/ 48 h 48"/>
                  <a:gd name="T18" fmla="*/ 8 w 64"/>
                  <a:gd name="T19" fmla="*/ 8 h 48"/>
                  <a:gd name="T20" fmla="*/ 8 w 64"/>
                  <a:gd name="T21" fmla="*/ 40 h 48"/>
                  <a:gd name="T22" fmla="*/ 56 w 64"/>
                  <a:gd name="T23" fmla="*/ 40 h 48"/>
                  <a:gd name="T24" fmla="*/ 56 w 64"/>
                  <a:gd name="T25" fmla="*/ 8 h 48"/>
                  <a:gd name="T26" fmla="*/ 8 w 64"/>
                  <a:gd name="T27" fmla="*/ 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48">
                    <a:moveTo>
                      <a:pt x="56" y="48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4" y="48"/>
                      <a:pt x="0" y="44"/>
                      <a:pt x="0" y="4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60" y="0"/>
                      <a:pt x="64" y="4"/>
                      <a:pt x="64" y="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4"/>
                      <a:pt x="60" y="48"/>
                      <a:pt x="56" y="48"/>
                    </a:cubicBezTo>
                    <a:close/>
                    <a:moveTo>
                      <a:pt x="8" y="8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56" y="8"/>
                      <a:pt x="56" y="8"/>
                      <a:pt x="56" y="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5" name="Freeform 121"/>
            <p:cNvSpPr>
              <a:spLocks noEditPoints="1"/>
            </p:cNvSpPr>
            <p:nvPr/>
          </p:nvSpPr>
          <p:spPr bwMode="auto">
            <a:xfrm>
              <a:off x="8674101" y="4227513"/>
              <a:ext cx="303213" cy="265113"/>
            </a:xfrm>
            <a:custGeom>
              <a:avLst/>
              <a:gdLst>
                <a:gd name="T0" fmla="*/ 88 w 96"/>
                <a:gd name="T1" fmla="*/ 0 h 84"/>
                <a:gd name="T2" fmla="*/ 8 w 96"/>
                <a:gd name="T3" fmla="*/ 0 h 84"/>
                <a:gd name="T4" fmla="*/ 0 w 96"/>
                <a:gd name="T5" fmla="*/ 8 h 84"/>
                <a:gd name="T6" fmla="*/ 0 w 96"/>
                <a:gd name="T7" fmla="*/ 60 h 84"/>
                <a:gd name="T8" fmla="*/ 8 w 96"/>
                <a:gd name="T9" fmla="*/ 68 h 84"/>
                <a:gd name="T10" fmla="*/ 44 w 96"/>
                <a:gd name="T11" fmla="*/ 68 h 84"/>
                <a:gd name="T12" fmla="*/ 44 w 96"/>
                <a:gd name="T13" fmla="*/ 76 h 84"/>
                <a:gd name="T14" fmla="*/ 28 w 96"/>
                <a:gd name="T15" fmla="*/ 76 h 84"/>
                <a:gd name="T16" fmla="*/ 28 w 96"/>
                <a:gd name="T17" fmla="*/ 84 h 84"/>
                <a:gd name="T18" fmla="*/ 68 w 96"/>
                <a:gd name="T19" fmla="*/ 84 h 84"/>
                <a:gd name="T20" fmla="*/ 68 w 96"/>
                <a:gd name="T21" fmla="*/ 76 h 84"/>
                <a:gd name="T22" fmla="*/ 52 w 96"/>
                <a:gd name="T23" fmla="*/ 76 h 84"/>
                <a:gd name="T24" fmla="*/ 52 w 96"/>
                <a:gd name="T25" fmla="*/ 68 h 84"/>
                <a:gd name="T26" fmla="*/ 88 w 96"/>
                <a:gd name="T27" fmla="*/ 68 h 84"/>
                <a:gd name="T28" fmla="*/ 96 w 96"/>
                <a:gd name="T29" fmla="*/ 60 h 84"/>
                <a:gd name="T30" fmla="*/ 96 w 96"/>
                <a:gd name="T31" fmla="*/ 8 h 84"/>
                <a:gd name="T32" fmla="*/ 88 w 96"/>
                <a:gd name="T33" fmla="*/ 0 h 84"/>
                <a:gd name="T34" fmla="*/ 88 w 96"/>
                <a:gd name="T35" fmla="*/ 8 h 84"/>
                <a:gd name="T36" fmla="*/ 88 w 96"/>
                <a:gd name="T37" fmla="*/ 48 h 84"/>
                <a:gd name="T38" fmla="*/ 8 w 96"/>
                <a:gd name="T39" fmla="*/ 48 h 84"/>
                <a:gd name="T40" fmla="*/ 8 w 96"/>
                <a:gd name="T41" fmla="*/ 8 h 84"/>
                <a:gd name="T42" fmla="*/ 88 w 96"/>
                <a:gd name="T43" fmla="*/ 8 h 84"/>
                <a:gd name="T44" fmla="*/ 8 w 96"/>
                <a:gd name="T45" fmla="*/ 60 h 84"/>
                <a:gd name="T46" fmla="*/ 8 w 96"/>
                <a:gd name="T47" fmla="*/ 56 h 84"/>
                <a:gd name="T48" fmla="*/ 88 w 96"/>
                <a:gd name="T49" fmla="*/ 56 h 84"/>
                <a:gd name="T50" fmla="*/ 88 w 96"/>
                <a:gd name="T51" fmla="*/ 60 h 84"/>
                <a:gd name="T52" fmla="*/ 8 w 96"/>
                <a:gd name="T53" fmla="*/ 6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" h="84">
                  <a:moveTo>
                    <a:pt x="8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4"/>
                    <a:pt x="4" y="68"/>
                    <a:pt x="8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92" y="68"/>
                    <a:pt x="96" y="64"/>
                    <a:pt x="96" y="60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lose/>
                  <a:moveTo>
                    <a:pt x="88" y="8"/>
                  </a:moveTo>
                  <a:cubicBezTo>
                    <a:pt x="88" y="48"/>
                    <a:pt x="88" y="48"/>
                    <a:pt x="88" y="48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88" y="8"/>
                  </a:lnTo>
                  <a:close/>
                  <a:moveTo>
                    <a:pt x="8" y="60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60"/>
                    <a:pt x="88" y="60"/>
                    <a:pt x="88" y="60"/>
                  </a:cubicBezTo>
                  <a:lnTo>
                    <a:pt x="8" y="6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122"/>
            <p:cNvSpPr>
              <a:spLocks noEditPoints="1"/>
            </p:cNvSpPr>
            <p:nvPr/>
          </p:nvSpPr>
          <p:spPr bwMode="auto">
            <a:xfrm>
              <a:off x="3821113" y="4833938"/>
              <a:ext cx="303213" cy="228600"/>
            </a:xfrm>
            <a:custGeom>
              <a:avLst/>
              <a:gdLst>
                <a:gd name="T0" fmla="*/ 93 w 96"/>
                <a:gd name="T1" fmla="*/ 48 h 72"/>
                <a:gd name="T2" fmla="*/ 92 w 96"/>
                <a:gd name="T3" fmla="*/ 48 h 72"/>
                <a:gd name="T4" fmla="*/ 92 w 96"/>
                <a:gd name="T5" fmla="*/ 48 h 72"/>
                <a:gd name="T6" fmla="*/ 92 w 96"/>
                <a:gd name="T7" fmla="*/ 4 h 72"/>
                <a:gd name="T8" fmla="*/ 88 w 96"/>
                <a:gd name="T9" fmla="*/ 0 h 72"/>
                <a:gd name="T10" fmla="*/ 8 w 96"/>
                <a:gd name="T11" fmla="*/ 0 h 72"/>
                <a:gd name="T12" fmla="*/ 4 w 96"/>
                <a:gd name="T13" fmla="*/ 4 h 72"/>
                <a:gd name="T14" fmla="*/ 4 w 96"/>
                <a:gd name="T15" fmla="*/ 48 h 72"/>
                <a:gd name="T16" fmla="*/ 4 w 96"/>
                <a:gd name="T17" fmla="*/ 48 h 72"/>
                <a:gd name="T18" fmla="*/ 3 w 96"/>
                <a:gd name="T19" fmla="*/ 48 h 72"/>
                <a:gd name="T20" fmla="*/ 0 w 96"/>
                <a:gd name="T21" fmla="*/ 53 h 72"/>
                <a:gd name="T22" fmla="*/ 3 w 96"/>
                <a:gd name="T23" fmla="*/ 65 h 72"/>
                <a:gd name="T24" fmla="*/ 12 w 96"/>
                <a:gd name="T25" fmla="*/ 72 h 72"/>
                <a:gd name="T26" fmla="*/ 84 w 96"/>
                <a:gd name="T27" fmla="*/ 72 h 72"/>
                <a:gd name="T28" fmla="*/ 93 w 96"/>
                <a:gd name="T29" fmla="*/ 65 h 72"/>
                <a:gd name="T30" fmla="*/ 96 w 96"/>
                <a:gd name="T31" fmla="*/ 53 h 72"/>
                <a:gd name="T32" fmla="*/ 93 w 96"/>
                <a:gd name="T33" fmla="*/ 48 h 72"/>
                <a:gd name="T34" fmla="*/ 12 w 96"/>
                <a:gd name="T35" fmla="*/ 8 h 72"/>
                <a:gd name="T36" fmla="*/ 84 w 96"/>
                <a:gd name="T37" fmla="*/ 8 h 72"/>
                <a:gd name="T38" fmla="*/ 84 w 96"/>
                <a:gd name="T39" fmla="*/ 48 h 72"/>
                <a:gd name="T40" fmla="*/ 60 w 96"/>
                <a:gd name="T41" fmla="*/ 48 h 72"/>
                <a:gd name="T42" fmla="*/ 57 w 96"/>
                <a:gd name="T43" fmla="*/ 49 h 72"/>
                <a:gd name="T44" fmla="*/ 54 w 96"/>
                <a:gd name="T45" fmla="*/ 52 h 72"/>
                <a:gd name="T46" fmla="*/ 42 w 96"/>
                <a:gd name="T47" fmla="*/ 52 h 72"/>
                <a:gd name="T48" fmla="*/ 39 w 96"/>
                <a:gd name="T49" fmla="*/ 49 h 72"/>
                <a:gd name="T50" fmla="*/ 36 w 96"/>
                <a:gd name="T51" fmla="*/ 48 h 72"/>
                <a:gd name="T52" fmla="*/ 12 w 96"/>
                <a:gd name="T53" fmla="*/ 48 h 72"/>
                <a:gd name="T54" fmla="*/ 12 w 96"/>
                <a:gd name="T55" fmla="*/ 8 h 72"/>
                <a:gd name="T56" fmla="*/ 84 w 96"/>
                <a:gd name="T57" fmla="*/ 64 h 72"/>
                <a:gd name="T58" fmla="*/ 12 w 96"/>
                <a:gd name="T59" fmla="*/ 64 h 72"/>
                <a:gd name="T60" fmla="*/ 11 w 96"/>
                <a:gd name="T61" fmla="*/ 63 h 72"/>
                <a:gd name="T62" fmla="*/ 9 w 96"/>
                <a:gd name="T63" fmla="*/ 56 h 72"/>
                <a:gd name="T64" fmla="*/ 34 w 96"/>
                <a:gd name="T65" fmla="*/ 56 h 72"/>
                <a:gd name="T66" fmla="*/ 37 w 96"/>
                <a:gd name="T67" fmla="*/ 59 h 72"/>
                <a:gd name="T68" fmla="*/ 40 w 96"/>
                <a:gd name="T69" fmla="*/ 60 h 72"/>
                <a:gd name="T70" fmla="*/ 56 w 96"/>
                <a:gd name="T71" fmla="*/ 60 h 72"/>
                <a:gd name="T72" fmla="*/ 59 w 96"/>
                <a:gd name="T73" fmla="*/ 59 h 72"/>
                <a:gd name="T74" fmla="*/ 62 w 96"/>
                <a:gd name="T75" fmla="*/ 56 h 72"/>
                <a:gd name="T76" fmla="*/ 87 w 96"/>
                <a:gd name="T77" fmla="*/ 56 h 72"/>
                <a:gd name="T78" fmla="*/ 85 w 96"/>
                <a:gd name="T79" fmla="*/ 63 h 72"/>
                <a:gd name="T80" fmla="*/ 84 w 96"/>
                <a:gd name="T81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6" h="72">
                  <a:moveTo>
                    <a:pt x="93" y="48"/>
                  </a:moveTo>
                  <a:cubicBezTo>
                    <a:pt x="93" y="48"/>
                    <a:pt x="92" y="48"/>
                    <a:pt x="92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2"/>
                    <a:pt x="4" y="4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8"/>
                    <a:pt x="3" y="48"/>
                    <a:pt x="3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4" y="69"/>
                    <a:pt x="8" y="72"/>
                    <a:pt x="12" y="72"/>
                  </a:cubicBezTo>
                  <a:cubicBezTo>
                    <a:pt x="84" y="72"/>
                    <a:pt x="84" y="72"/>
                    <a:pt x="84" y="72"/>
                  </a:cubicBezTo>
                  <a:cubicBezTo>
                    <a:pt x="88" y="72"/>
                    <a:pt x="92" y="69"/>
                    <a:pt x="93" y="65"/>
                  </a:cubicBezTo>
                  <a:cubicBezTo>
                    <a:pt x="96" y="53"/>
                    <a:pt x="96" y="53"/>
                    <a:pt x="96" y="53"/>
                  </a:cubicBezTo>
                  <a:cubicBezTo>
                    <a:pt x="96" y="51"/>
                    <a:pt x="95" y="49"/>
                    <a:pt x="93" y="48"/>
                  </a:cubicBezTo>
                  <a:close/>
                  <a:moveTo>
                    <a:pt x="12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59" y="48"/>
                    <a:pt x="58" y="48"/>
                    <a:pt x="57" y="49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7" y="48"/>
                    <a:pt x="36" y="48"/>
                  </a:cubicBezTo>
                  <a:cubicBezTo>
                    <a:pt x="12" y="48"/>
                    <a:pt x="12" y="48"/>
                    <a:pt x="12" y="48"/>
                  </a:cubicBezTo>
                  <a:lnTo>
                    <a:pt x="12" y="8"/>
                  </a:lnTo>
                  <a:close/>
                  <a:moveTo>
                    <a:pt x="84" y="64"/>
                  </a:moveTo>
                  <a:cubicBezTo>
                    <a:pt x="12" y="64"/>
                    <a:pt x="12" y="64"/>
                    <a:pt x="12" y="64"/>
                  </a:cubicBezTo>
                  <a:cubicBezTo>
                    <a:pt x="12" y="64"/>
                    <a:pt x="11" y="63"/>
                    <a:pt x="11" y="63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34" y="56"/>
                    <a:pt x="34" y="56"/>
                    <a:pt x="34" y="56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8" y="60"/>
                    <a:pt x="39" y="60"/>
                    <a:pt x="40" y="60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7" y="60"/>
                    <a:pt x="58" y="60"/>
                    <a:pt x="59" y="59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5" y="63"/>
                    <a:pt x="84" y="64"/>
                    <a:pt x="84" y="6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8067676" y="4214813"/>
              <a:ext cx="303213" cy="252413"/>
              <a:chOff x="8067676" y="4214813"/>
              <a:chExt cx="303213" cy="252413"/>
            </a:xfrm>
          </p:grpSpPr>
          <p:sp>
            <p:nvSpPr>
              <p:cNvPr id="127" name="Rectangle 123"/>
              <p:cNvSpPr>
                <a:spLocks noChangeArrowheads="1"/>
              </p:cNvSpPr>
              <p:nvPr/>
            </p:nvSpPr>
            <p:spPr bwMode="auto">
              <a:xfrm>
                <a:off x="8169276" y="4403726"/>
                <a:ext cx="1000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124"/>
              <p:cNvSpPr>
                <a:spLocks noEditPoints="1"/>
              </p:cNvSpPr>
              <p:nvPr/>
            </p:nvSpPr>
            <p:spPr bwMode="auto">
              <a:xfrm>
                <a:off x="8067676" y="4214813"/>
                <a:ext cx="303213" cy="252413"/>
              </a:xfrm>
              <a:custGeom>
                <a:avLst/>
                <a:gdLst>
                  <a:gd name="T0" fmla="*/ 88 w 96"/>
                  <a:gd name="T1" fmla="*/ 24 h 80"/>
                  <a:gd name="T2" fmla="*/ 52 w 96"/>
                  <a:gd name="T3" fmla="*/ 24 h 80"/>
                  <a:gd name="T4" fmla="*/ 52 w 96"/>
                  <a:gd name="T5" fmla="*/ 20 h 80"/>
                  <a:gd name="T6" fmla="*/ 56 w 96"/>
                  <a:gd name="T7" fmla="*/ 16 h 80"/>
                  <a:gd name="T8" fmla="*/ 60 w 96"/>
                  <a:gd name="T9" fmla="*/ 16 h 80"/>
                  <a:gd name="T10" fmla="*/ 72 w 96"/>
                  <a:gd name="T11" fmla="*/ 4 h 80"/>
                  <a:gd name="T12" fmla="*/ 72 w 96"/>
                  <a:gd name="T13" fmla="*/ 0 h 80"/>
                  <a:gd name="T14" fmla="*/ 64 w 96"/>
                  <a:gd name="T15" fmla="*/ 0 h 80"/>
                  <a:gd name="T16" fmla="*/ 64 w 96"/>
                  <a:gd name="T17" fmla="*/ 4 h 80"/>
                  <a:gd name="T18" fmla="*/ 60 w 96"/>
                  <a:gd name="T19" fmla="*/ 8 h 80"/>
                  <a:gd name="T20" fmla="*/ 56 w 96"/>
                  <a:gd name="T21" fmla="*/ 8 h 80"/>
                  <a:gd name="T22" fmla="*/ 44 w 96"/>
                  <a:gd name="T23" fmla="*/ 20 h 80"/>
                  <a:gd name="T24" fmla="*/ 44 w 96"/>
                  <a:gd name="T25" fmla="*/ 24 h 80"/>
                  <a:gd name="T26" fmla="*/ 8 w 96"/>
                  <a:gd name="T27" fmla="*/ 24 h 80"/>
                  <a:gd name="T28" fmla="*/ 0 w 96"/>
                  <a:gd name="T29" fmla="*/ 32 h 80"/>
                  <a:gd name="T30" fmla="*/ 0 w 96"/>
                  <a:gd name="T31" fmla="*/ 72 h 80"/>
                  <a:gd name="T32" fmla="*/ 8 w 96"/>
                  <a:gd name="T33" fmla="*/ 80 h 80"/>
                  <a:gd name="T34" fmla="*/ 88 w 96"/>
                  <a:gd name="T35" fmla="*/ 80 h 80"/>
                  <a:gd name="T36" fmla="*/ 96 w 96"/>
                  <a:gd name="T37" fmla="*/ 72 h 80"/>
                  <a:gd name="T38" fmla="*/ 96 w 96"/>
                  <a:gd name="T39" fmla="*/ 32 h 80"/>
                  <a:gd name="T40" fmla="*/ 88 w 96"/>
                  <a:gd name="T41" fmla="*/ 24 h 80"/>
                  <a:gd name="T42" fmla="*/ 8 w 96"/>
                  <a:gd name="T43" fmla="*/ 72 h 80"/>
                  <a:gd name="T44" fmla="*/ 8 w 96"/>
                  <a:gd name="T45" fmla="*/ 32 h 80"/>
                  <a:gd name="T46" fmla="*/ 88 w 96"/>
                  <a:gd name="T47" fmla="*/ 32 h 80"/>
                  <a:gd name="T48" fmla="*/ 88 w 96"/>
                  <a:gd name="T49" fmla="*/ 72 h 80"/>
                  <a:gd name="T50" fmla="*/ 8 w 96"/>
                  <a:gd name="T5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6" h="80">
                    <a:moveTo>
                      <a:pt x="88" y="24"/>
                    </a:move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18"/>
                      <a:pt x="54" y="16"/>
                      <a:pt x="56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67" y="16"/>
                      <a:pt x="72" y="11"/>
                      <a:pt x="72" y="4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6"/>
                      <a:pt x="62" y="8"/>
                      <a:pt x="60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49" y="8"/>
                      <a:pt x="44" y="13"/>
                      <a:pt x="44" y="20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4" y="24"/>
                      <a:pt x="0" y="28"/>
                      <a:pt x="0" y="3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88" y="80"/>
                      <a:pt x="88" y="80"/>
                      <a:pt x="88" y="80"/>
                    </a:cubicBezTo>
                    <a:cubicBezTo>
                      <a:pt x="92" y="80"/>
                      <a:pt x="96" y="76"/>
                      <a:pt x="96" y="72"/>
                    </a:cubicBezTo>
                    <a:cubicBezTo>
                      <a:pt x="96" y="32"/>
                      <a:pt x="96" y="32"/>
                      <a:pt x="96" y="32"/>
                    </a:cubicBezTo>
                    <a:cubicBezTo>
                      <a:pt x="96" y="28"/>
                      <a:pt x="92" y="24"/>
                      <a:pt x="88" y="24"/>
                    </a:cubicBezTo>
                    <a:close/>
                    <a:moveTo>
                      <a:pt x="8" y="7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8" y="32"/>
                      <a:pt x="88" y="32"/>
                      <a:pt x="88" y="32"/>
                    </a:cubicBezTo>
                    <a:cubicBezTo>
                      <a:pt x="88" y="72"/>
                      <a:pt x="88" y="72"/>
                      <a:pt x="88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Oval 125"/>
              <p:cNvSpPr>
                <a:spLocks noChangeArrowheads="1"/>
              </p:cNvSpPr>
              <p:nvPr/>
            </p:nvSpPr>
            <p:spPr bwMode="auto">
              <a:xfrm>
                <a:off x="8131176" y="43275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Oval 126"/>
              <p:cNvSpPr>
                <a:spLocks noChangeArrowheads="1"/>
              </p:cNvSpPr>
              <p:nvPr/>
            </p:nvSpPr>
            <p:spPr bwMode="auto">
              <a:xfrm>
                <a:off x="8169276" y="4327526"/>
                <a:ext cx="23813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Oval 127"/>
              <p:cNvSpPr>
                <a:spLocks noChangeArrowheads="1"/>
              </p:cNvSpPr>
              <p:nvPr/>
            </p:nvSpPr>
            <p:spPr bwMode="auto">
              <a:xfrm>
                <a:off x="8205788" y="43275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Oval 128"/>
              <p:cNvSpPr>
                <a:spLocks noChangeArrowheads="1"/>
              </p:cNvSpPr>
              <p:nvPr/>
            </p:nvSpPr>
            <p:spPr bwMode="auto">
              <a:xfrm>
                <a:off x="8243888" y="43275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Oval 129"/>
              <p:cNvSpPr>
                <a:spLocks noChangeArrowheads="1"/>
              </p:cNvSpPr>
              <p:nvPr/>
            </p:nvSpPr>
            <p:spPr bwMode="auto">
              <a:xfrm>
                <a:off x="8281988" y="43275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Oval 130"/>
              <p:cNvSpPr>
                <a:spLocks noChangeArrowheads="1"/>
              </p:cNvSpPr>
              <p:nvPr/>
            </p:nvSpPr>
            <p:spPr bwMode="auto">
              <a:xfrm>
                <a:off x="8131176" y="43656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Oval 131"/>
              <p:cNvSpPr>
                <a:spLocks noChangeArrowheads="1"/>
              </p:cNvSpPr>
              <p:nvPr/>
            </p:nvSpPr>
            <p:spPr bwMode="auto">
              <a:xfrm>
                <a:off x="8169276" y="4365626"/>
                <a:ext cx="23813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Oval 132"/>
              <p:cNvSpPr>
                <a:spLocks noChangeArrowheads="1"/>
              </p:cNvSpPr>
              <p:nvPr/>
            </p:nvSpPr>
            <p:spPr bwMode="auto">
              <a:xfrm>
                <a:off x="8205788" y="43656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Oval 133"/>
              <p:cNvSpPr>
                <a:spLocks noChangeArrowheads="1"/>
              </p:cNvSpPr>
              <p:nvPr/>
            </p:nvSpPr>
            <p:spPr bwMode="auto">
              <a:xfrm>
                <a:off x="8243888" y="43656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Oval 134"/>
              <p:cNvSpPr>
                <a:spLocks noChangeArrowheads="1"/>
              </p:cNvSpPr>
              <p:nvPr/>
            </p:nvSpPr>
            <p:spPr bwMode="auto">
              <a:xfrm>
                <a:off x="8281988" y="4365626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9" name="Freeform 135"/>
            <p:cNvSpPr>
              <a:spLocks/>
            </p:cNvSpPr>
            <p:nvPr/>
          </p:nvSpPr>
          <p:spPr bwMode="auto">
            <a:xfrm>
              <a:off x="5164138" y="4846638"/>
              <a:ext cx="123825" cy="123825"/>
            </a:xfrm>
            <a:custGeom>
              <a:avLst/>
              <a:gdLst>
                <a:gd name="T0" fmla="*/ 14 w 78"/>
                <a:gd name="T1" fmla="*/ 0 h 78"/>
                <a:gd name="T2" fmla="*/ 14 w 78"/>
                <a:gd name="T3" fmla="*/ 16 h 78"/>
                <a:gd name="T4" fmla="*/ 50 w 78"/>
                <a:gd name="T5" fmla="*/ 16 h 78"/>
                <a:gd name="T6" fmla="*/ 0 w 78"/>
                <a:gd name="T7" fmla="*/ 66 h 78"/>
                <a:gd name="T8" fmla="*/ 12 w 78"/>
                <a:gd name="T9" fmla="*/ 78 h 78"/>
                <a:gd name="T10" fmla="*/ 62 w 78"/>
                <a:gd name="T11" fmla="*/ 28 h 78"/>
                <a:gd name="T12" fmla="*/ 62 w 78"/>
                <a:gd name="T13" fmla="*/ 64 h 78"/>
                <a:gd name="T14" fmla="*/ 78 w 78"/>
                <a:gd name="T15" fmla="*/ 64 h 78"/>
                <a:gd name="T16" fmla="*/ 78 w 78"/>
                <a:gd name="T17" fmla="*/ 0 h 78"/>
                <a:gd name="T18" fmla="*/ 14 w 78"/>
                <a:gd name="T1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8">
                  <a:moveTo>
                    <a:pt x="14" y="0"/>
                  </a:moveTo>
                  <a:lnTo>
                    <a:pt x="14" y="16"/>
                  </a:lnTo>
                  <a:lnTo>
                    <a:pt x="50" y="16"/>
                  </a:lnTo>
                  <a:lnTo>
                    <a:pt x="0" y="66"/>
                  </a:lnTo>
                  <a:lnTo>
                    <a:pt x="12" y="78"/>
                  </a:lnTo>
                  <a:lnTo>
                    <a:pt x="62" y="28"/>
                  </a:lnTo>
                  <a:lnTo>
                    <a:pt x="62" y="64"/>
                  </a:lnTo>
                  <a:lnTo>
                    <a:pt x="78" y="64"/>
                  </a:lnTo>
                  <a:lnTo>
                    <a:pt x="7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136"/>
            <p:cNvSpPr>
              <a:spLocks noEditPoints="1"/>
            </p:cNvSpPr>
            <p:nvPr/>
          </p:nvSpPr>
          <p:spPr bwMode="auto">
            <a:xfrm>
              <a:off x="5046663" y="4846638"/>
              <a:ext cx="241300" cy="241300"/>
            </a:xfrm>
            <a:custGeom>
              <a:avLst/>
              <a:gdLst>
                <a:gd name="T0" fmla="*/ 68 w 76"/>
                <a:gd name="T1" fmla="*/ 44 h 76"/>
                <a:gd name="T2" fmla="*/ 52 w 76"/>
                <a:gd name="T3" fmla="*/ 44 h 76"/>
                <a:gd name="T4" fmla="*/ 44 w 76"/>
                <a:gd name="T5" fmla="*/ 52 h 76"/>
                <a:gd name="T6" fmla="*/ 24 w 76"/>
                <a:gd name="T7" fmla="*/ 32 h 76"/>
                <a:gd name="T8" fmla="*/ 32 w 76"/>
                <a:gd name="T9" fmla="*/ 24 h 76"/>
                <a:gd name="T10" fmla="*/ 32 w 76"/>
                <a:gd name="T11" fmla="*/ 8 h 76"/>
                <a:gd name="T12" fmla="*/ 24 w 76"/>
                <a:gd name="T13" fmla="*/ 0 h 76"/>
                <a:gd name="T14" fmla="*/ 8 w 76"/>
                <a:gd name="T15" fmla="*/ 0 h 76"/>
                <a:gd name="T16" fmla="*/ 0 w 76"/>
                <a:gd name="T17" fmla="*/ 8 h 76"/>
                <a:gd name="T18" fmla="*/ 0 w 76"/>
                <a:gd name="T19" fmla="*/ 28 h 76"/>
                <a:gd name="T20" fmla="*/ 48 w 76"/>
                <a:gd name="T21" fmla="*/ 76 h 76"/>
                <a:gd name="T22" fmla="*/ 68 w 76"/>
                <a:gd name="T23" fmla="*/ 76 h 76"/>
                <a:gd name="T24" fmla="*/ 76 w 76"/>
                <a:gd name="T25" fmla="*/ 68 h 76"/>
                <a:gd name="T26" fmla="*/ 76 w 76"/>
                <a:gd name="T27" fmla="*/ 52 h 76"/>
                <a:gd name="T28" fmla="*/ 68 w 76"/>
                <a:gd name="T29" fmla="*/ 44 h 76"/>
                <a:gd name="T30" fmla="*/ 48 w 76"/>
                <a:gd name="T31" fmla="*/ 68 h 76"/>
                <a:gd name="T32" fmla="*/ 8 w 76"/>
                <a:gd name="T33" fmla="*/ 28 h 76"/>
                <a:gd name="T34" fmla="*/ 8 w 76"/>
                <a:gd name="T35" fmla="*/ 8 h 76"/>
                <a:gd name="T36" fmla="*/ 24 w 76"/>
                <a:gd name="T37" fmla="*/ 8 h 76"/>
                <a:gd name="T38" fmla="*/ 24 w 76"/>
                <a:gd name="T39" fmla="*/ 24 h 76"/>
                <a:gd name="T40" fmla="*/ 20 w 76"/>
                <a:gd name="T41" fmla="*/ 24 h 76"/>
                <a:gd name="T42" fmla="*/ 17 w 76"/>
                <a:gd name="T43" fmla="*/ 25 h 76"/>
                <a:gd name="T44" fmla="*/ 16 w 76"/>
                <a:gd name="T45" fmla="*/ 28 h 76"/>
                <a:gd name="T46" fmla="*/ 48 w 76"/>
                <a:gd name="T47" fmla="*/ 60 h 76"/>
                <a:gd name="T48" fmla="*/ 52 w 76"/>
                <a:gd name="T49" fmla="*/ 56 h 76"/>
                <a:gd name="T50" fmla="*/ 52 w 76"/>
                <a:gd name="T51" fmla="*/ 52 h 76"/>
                <a:gd name="T52" fmla="*/ 68 w 76"/>
                <a:gd name="T53" fmla="*/ 52 h 76"/>
                <a:gd name="T54" fmla="*/ 68 w 76"/>
                <a:gd name="T55" fmla="*/ 68 h 76"/>
                <a:gd name="T56" fmla="*/ 48 w 76"/>
                <a:gd name="T57" fmla="*/ 6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6" h="76">
                  <a:moveTo>
                    <a:pt x="68" y="44"/>
                  </a:moveTo>
                  <a:cubicBezTo>
                    <a:pt x="52" y="44"/>
                    <a:pt x="52" y="44"/>
                    <a:pt x="52" y="44"/>
                  </a:cubicBezTo>
                  <a:cubicBezTo>
                    <a:pt x="48" y="44"/>
                    <a:pt x="44" y="47"/>
                    <a:pt x="44" y="52"/>
                  </a:cubicBezTo>
                  <a:cubicBezTo>
                    <a:pt x="34" y="50"/>
                    <a:pt x="26" y="42"/>
                    <a:pt x="24" y="32"/>
                  </a:cubicBezTo>
                  <a:cubicBezTo>
                    <a:pt x="29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4"/>
                    <a:pt x="22" y="76"/>
                    <a:pt x="48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72" y="76"/>
                    <a:pt x="76" y="72"/>
                    <a:pt x="76" y="68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48"/>
                    <a:pt x="72" y="44"/>
                    <a:pt x="68" y="44"/>
                  </a:cubicBezTo>
                  <a:close/>
                  <a:moveTo>
                    <a:pt x="48" y="68"/>
                  </a:moveTo>
                  <a:cubicBezTo>
                    <a:pt x="26" y="68"/>
                    <a:pt x="8" y="50"/>
                    <a:pt x="8" y="2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9" y="24"/>
                    <a:pt x="18" y="24"/>
                    <a:pt x="17" y="25"/>
                  </a:cubicBezTo>
                  <a:cubicBezTo>
                    <a:pt x="16" y="26"/>
                    <a:pt x="16" y="27"/>
                    <a:pt x="16" y="28"/>
                  </a:cubicBezTo>
                  <a:cubicBezTo>
                    <a:pt x="16" y="46"/>
                    <a:pt x="30" y="60"/>
                    <a:pt x="48" y="60"/>
                  </a:cubicBezTo>
                  <a:cubicBezTo>
                    <a:pt x="50" y="60"/>
                    <a:pt x="52" y="58"/>
                    <a:pt x="52" y="56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48" y="6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4446588" y="4797426"/>
              <a:ext cx="268288" cy="290512"/>
              <a:chOff x="4446588" y="4797426"/>
              <a:chExt cx="268288" cy="290512"/>
            </a:xfrm>
          </p:grpSpPr>
          <p:sp>
            <p:nvSpPr>
              <p:cNvPr id="141" name="Freeform 137"/>
              <p:cNvSpPr>
                <a:spLocks noEditPoints="1"/>
              </p:cNvSpPr>
              <p:nvPr/>
            </p:nvSpPr>
            <p:spPr bwMode="auto">
              <a:xfrm>
                <a:off x="4465638" y="4935538"/>
                <a:ext cx="227013" cy="152400"/>
              </a:xfrm>
              <a:custGeom>
                <a:avLst/>
                <a:gdLst>
                  <a:gd name="T0" fmla="*/ 48 w 72"/>
                  <a:gd name="T1" fmla="*/ 8 h 48"/>
                  <a:gd name="T2" fmla="*/ 48 w 72"/>
                  <a:gd name="T3" fmla="*/ 0 h 48"/>
                  <a:gd name="T4" fmla="*/ 40 w 72"/>
                  <a:gd name="T5" fmla="*/ 0 h 48"/>
                  <a:gd name="T6" fmla="*/ 40 w 72"/>
                  <a:gd name="T7" fmla="*/ 8 h 48"/>
                  <a:gd name="T8" fmla="*/ 32 w 72"/>
                  <a:gd name="T9" fmla="*/ 8 h 48"/>
                  <a:gd name="T10" fmla="*/ 32 w 72"/>
                  <a:gd name="T11" fmla="*/ 0 h 48"/>
                  <a:gd name="T12" fmla="*/ 24 w 72"/>
                  <a:gd name="T13" fmla="*/ 0 h 48"/>
                  <a:gd name="T14" fmla="*/ 24 w 72"/>
                  <a:gd name="T15" fmla="*/ 8 h 48"/>
                  <a:gd name="T16" fmla="*/ 0 w 72"/>
                  <a:gd name="T17" fmla="*/ 36 h 48"/>
                  <a:gd name="T18" fmla="*/ 0 w 72"/>
                  <a:gd name="T19" fmla="*/ 48 h 48"/>
                  <a:gd name="T20" fmla="*/ 72 w 72"/>
                  <a:gd name="T21" fmla="*/ 48 h 48"/>
                  <a:gd name="T22" fmla="*/ 72 w 72"/>
                  <a:gd name="T23" fmla="*/ 36 h 48"/>
                  <a:gd name="T24" fmla="*/ 48 w 72"/>
                  <a:gd name="T25" fmla="*/ 8 h 48"/>
                  <a:gd name="T26" fmla="*/ 28 w 72"/>
                  <a:gd name="T27" fmla="*/ 32 h 48"/>
                  <a:gd name="T28" fmla="*/ 36 w 72"/>
                  <a:gd name="T29" fmla="*/ 24 h 48"/>
                  <a:gd name="T30" fmla="*/ 44 w 72"/>
                  <a:gd name="T31" fmla="*/ 32 h 48"/>
                  <a:gd name="T32" fmla="*/ 36 w 72"/>
                  <a:gd name="T33" fmla="*/ 40 h 48"/>
                  <a:gd name="T34" fmla="*/ 28 w 72"/>
                  <a:gd name="T35" fmla="*/ 32 h 48"/>
                  <a:gd name="T36" fmla="*/ 64 w 72"/>
                  <a:gd name="T37" fmla="*/ 40 h 48"/>
                  <a:gd name="T38" fmla="*/ 50 w 72"/>
                  <a:gd name="T39" fmla="*/ 40 h 48"/>
                  <a:gd name="T40" fmla="*/ 52 w 72"/>
                  <a:gd name="T41" fmla="*/ 32 h 48"/>
                  <a:gd name="T42" fmla="*/ 36 w 72"/>
                  <a:gd name="T43" fmla="*/ 16 h 48"/>
                  <a:gd name="T44" fmla="*/ 20 w 72"/>
                  <a:gd name="T45" fmla="*/ 32 h 48"/>
                  <a:gd name="T46" fmla="*/ 22 w 72"/>
                  <a:gd name="T47" fmla="*/ 40 h 48"/>
                  <a:gd name="T48" fmla="*/ 8 w 72"/>
                  <a:gd name="T49" fmla="*/ 40 h 48"/>
                  <a:gd name="T50" fmla="*/ 8 w 72"/>
                  <a:gd name="T51" fmla="*/ 36 h 48"/>
                  <a:gd name="T52" fmla="*/ 28 w 72"/>
                  <a:gd name="T53" fmla="*/ 16 h 48"/>
                  <a:gd name="T54" fmla="*/ 36 w 72"/>
                  <a:gd name="T55" fmla="*/ 16 h 48"/>
                  <a:gd name="T56" fmla="*/ 44 w 72"/>
                  <a:gd name="T57" fmla="*/ 16 h 48"/>
                  <a:gd name="T58" fmla="*/ 64 w 72"/>
                  <a:gd name="T59" fmla="*/ 36 h 48"/>
                  <a:gd name="T60" fmla="*/ 64 w 72"/>
                  <a:gd name="T61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48">
                    <a:moveTo>
                      <a:pt x="48" y="8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10" y="10"/>
                      <a:pt x="0" y="22"/>
                      <a:pt x="0" y="36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72" y="48"/>
                      <a:pt x="72" y="48"/>
                      <a:pt x="72" y="48"/>
                    </a:cubicBezTo>
                    <a:cubicBezTo>
                      <a:pt x="72" y="36"/>
                      <a:pt x="72" y="36"/>
                      <a:pt x="72" y="36"/>
                    </a:cubicBezTo>
                    <a:cubicBezTo>
                      <a:pt x="72" y="22"/>
                      <a:pt x="62" y="10"/>
                      <a:pt x="48" y="8"/>
                    </a:cubicBezTo>
                    <a:close/>
                    <a:moveTo>
                      <a:pt x="28" y="32"/>
                    </a:moveTo>
                    <a:cubicBezTo>
                      <a:pt x="28" y="28"/>
                      <a:pt x="32" y="24"/>
                      <a:pt x="36" y="24"/>
                    </a:cubicBezTo>
                    <a:cubicBezTo>
                      <a:pt x="40" y="24"/>
                      <a:pt x="44" y="28"/>
                      <a:pt x="44" y="32"/>
                    </a:cubicBezTo>
                    <a:cubicBezTo>
                      <a:pt x="44" y="36"/>
                      <a:pt x="40" y="40"/>
                      <a:pt x="36" y="40"/>
                    </a:cubicBezTo>
                    <a:cubicBezTo>
                      <a:pt x="32" y="40"/>
                      <a:pt x="28" y="36"/>
                      <a:pt x="28" y="32"/>
                    </a:cubicBezTo>
                    <a:close/>
                    <a:moveTo>
                      <a:pt x="64" y="40"/>
                    </a:moveTo>
                    <a:cubicBezTo>
                      <a:pt x="50" y="40"/>
                      <a:pt x="50" y="40"/>
                      <a:pt x="50" y="40"/>
                    </a:cubicBezTo>
                    <a:cubicBezTo>
                      <a:pt x="51" y="38"/>
                      <a:pt x="52" y="35"/>
                      <a:pt x="52" y="32"/>
                    </a:cubicBezTo>
                    <a:cubicBezTo>
                      <a:pt x="52" y="23"/>
                      <a:pt x="45" y="16"/>
                      <a:pt x="36" y="16"/>
                    </a:cubicBezTo>
                    <a:cubicBezTo>
                      <a:pt x="27" y="16"/>
                      <a:pt x="20" y="23"/>
                      <a:pt x="20" y="32"/>
                    </a:cubicBezTo>
                    <a:cubicBezTo>
                      <a:pt x="20" y="35"/>
                      <a:pt x="21" y="38"/>
                      <a:pt x="22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25"/>
                      <a:pt x="17" y="16"/>
                      <a:pt x="28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55" y="16"/>
                      <a:pt x="64" y="25"/>
                      <a:pt x="64" y="36"/>
                    </a:cubicBezTo>
                    <a:lnTo>
                      <a:pt x="64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138"/>
              <p:cNvSpPr>
                <a:spLocks noEditPoints="1"/>
              </p:cNvSpPr>
              <p:nvPr/>
            </p:nvSpPr>
            <p:spPr bwMode="auto">
              <a:xfrm>
                <a:off x="4446588" y="4797426"/>
                <a:ext cx="268288" cy="153988"/>
              </a:xfrm>
              <a:custGeom>
                <a:avLst/>
                <a:gdLst>
                  <a:gd name="T0" fmla="*/ 82 w 85"/>
                  <a:gd name="T1" fmla="*/ 27 h 49"/>
                  <a:gd name="T2" fmla="*/ 70 w 85"/>
                  <a:gd name="T3" fmla="*/ 16 h 49"/>
                  <a:gd name="T4" fmla="*/ 14 w 85"/>
                  <a:gd name="T5" fmla="*/ 16 h 49"/>
                  <a:gd name="T6" fmla="*/ 2 w 85"/>
                  <a:gd name="T7" fmla="*/ 27 h 49"/>
                  <a:gd name="T8" fmla="*/ 0 w 85"/>
                  <a:gd name="T9" fmla="*/ 33 h 49"/>
                  <a:gd name="T10" fmla="*/ 2 w 85"/>
                  <a:gd name="T11" fmla="*/ 38 h 49"/>
                  <a:gd name="T12" fmla="*/ 11 w 85"/>
                  <a:gd name="T13" fmla="*/ 47 h 49"/>
                  <a:gd name="T14" fmla="*/ 17 w 85"/>
                  <a:gd name="T15" fmla="*/ 49 h 49"/>
                  <a:gd name="T16" fmla="*/ 22 w 85"/>
                  <a:gd name="T17" fmla="*/ 47 h 49"/>
                  <a:gd name="T18" fmla="*/ 31 w 85"/>
                  <a:gd name="T19" fmla="*/ 38 h 49"/>
                  <a:gd name="T20" fmla="*/ 33 w 85"/>
                  <a:gd name="T21" fmla="*/ 33 h 49"/>
                  <a:gd name="T22" fmla="*/ 31 w 85"/>
                  <a:gd name="T23" fmla="*/ 27 h 49"/>
                  <a:gd name="T24" fmla="*/ 22 w 85"/>
                  <a:gd name="T25" fmla="*/ 19 h 49"/>
                  <a:gd name="T26" fmla="*/ 62 w 85"/>
                  <a:gd name="T27" fmla="*/ 19 h 49"/>
                  <a:gd name="T28" fmla="*/ 53 w 85"/>
                  <a:gd name="T29" fmla="*/ 27 h 49"/>
                  <a:gd name="T30" fmla="*/ 53 w 85"/>
                  <a:gd name="T31" fmla="*/ 38 h 49"/>
                  <a:gd name="T32" fmla="*/ 62 w 85"/>
                  <a:gd name="T33" fmla="*/ 47 h 49"/>
                  <a:gd name="T34" fmla="*/ 67 w 85"/>
                  <a:gd name="T35" fmla="*/ 49 h 49"/>
                  <a:gd name="T36" fmla="*/ 73 w 85"/>
                  <a:gd name="T37" fmla="*/ 47 h 49"/>
                  <a:gd name="T38" fmla="*/ 82 w 85"/>
                  <a:gd name="T39" fmla="*/ 38 h 49"/>
                  <a:gd name="T40" fmla="*/ 82 w 85"/>
                  <a:gd name="T41" fmla="*/ 27 h 49"/>
                  <a:gd name="T42" fmla="*/ 8 w 85"/>
                  <a:gd name="T43" fmla="*/ 33 h 49"/>
                  <a:gd name="T44" fmla="*/ 17 w 85"/>
                  <a:gd name="T45" fmla="*/ 24 h 49"/>
                  <a:gd name="T46" fmla="*/ 25 w 85"/>
                  <a:gd name="T47" fmla="*/ 33 h 49"/>
                  <a:gd name="T48" fmla="*/ 17 w 85"/>
                  <a:gd name="T49" fmla="*/ 41 h 49"/>
                  <a:gd name="T50" fmla="*/ 8 w 85"/>
                  <a:gd name="T51" fmla="*/ 33 h 49"/>
                  <a:gd name="T52" fmla="*/ 67 w 85"/>
                  <a:gd name="T53" fmla="*/ 41 h 49"/>
                  <a:gd name="T54" fmla="*/ 59 w 85"/>
                  <a:gd name="T55" fmla="*/ 33 h 49"/>
                  <a:gd name="T56" fmla="*/ 67 w 85"/>
                  <a:gd name="T57" fmla="*/ 24 h 49"/>
                  <a:gd name="T58" fmla="*/ 76 w 85"/>
                  <a:gd name="T59" fmla="*/ 33 h 49"/>
                  <a:gd name="T60" fmla="*/ 67 w 85"/>
                  <a:gd name="T61" fmla="*/ 4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5" h="49">
                    <a:moveTo>
                      <a:pt x="82" y="27"/>
                    </a:moveTo>
                    <a:cubicBezTo>
                      <a:pt x="70" y="16"/>
                      <a:pt x="70" y="16"/>
                      <a:pt x="70" y="16"/>
                    </a:cubicBezTo>
                    <a:cubicBezTo>
                      <a:pt x="55" y="0"/>
                      <a:pt x="29" y="0"/>
                      <a:pt x="14" y="16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5"/>
                      <a:pt x="1" y="37"/>
                      <a:pt x="2" y="38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2" y="48"/>
                      <a:pt x="14" y="49"/>
                      <a:pt x="17" y="49"/>
                    </a:cubicBezTo>
                    <a:cubicBezTo>
                      <a:pt x="19" y="49"/>
                      <a:pt x="21" y="48"/>
                      <a:pt x="22" y="4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7"/>
                      <a:pt x="33" y="35"/>
                      <a:pt x="33" y="33"/>
                    </a:cubicBezTo>
                    <a:cubicBezTo>
                      <a:pt x="33" y="31"/>
                      <a:pt x="32" y="29"/>
                      <a:pt x="31" y="2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34" y="10"/>
                      <a:pt x="50" y="10"/>
                      <a:pt x="62" y="1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0" y="30"/>
                      <a:pt x="50" y="35"/>
                      <a:pt x="53" y="38"/>
                    </a:cubicBezTo>
                    <a:cubicBezTo>
                      <a:pt x="62" y="47"/>
                      <a:pt x="62" y="47"/>
                      <a:pt x="62" y="47"/>
                    </a:cubicBezTo>
                    <a:cubicBezTo>
                      <a:pt x="63" y="48"/>
                      <a:pt x="65" y="49"/>
                      <a:pt x="67" y="49"/>
                    </a:cubicBezTo>
                    <a:cubicBezTo>
                      <a:pt x="70" y="49"/>
                      <a:pt x="72" y="48"/>
                      <a:pt x="73" y="47"/>
                    </a:cubicBezTo>
                    <a:cubicBezTo>
                      <a:pt x="82" y="38"/>
                      <a:pt x="82" y="38"/>
                      <a:pt x="82" y="38"/>
                    </a:cubicBezTo>
                    <a:cubicBezTo>
                      <a:pt x="85" y="35"/>
                      <a:pt x="85" y="30"/>
                      <a:pt x="82" y="27"/>
                    </a:cubicBezTo>
                    <a:close/>
                    <a:moveTo>
                      <a:pt x="8" y="33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17" y="41"/>
                      <a:pt x="17" y="41"/>
                      <a:pt x="17" y="41"/>
                    </a:cubicBezTo>
                    <a:lnTo>
                      <a:pt x="8" y="33"/>
                    </a:lnTo>
                    <a:close/>
                    <a:moveTo>
                      <a:pt x="67" y="41"/>
                    </a:moveTo>
                    <a:cubicBezTo>
                      <a:pt x="59" y="33"/>
                      <a:pt x="59" y="33"/>
                      <a:pt x="59" y="33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76" y="33"/>
                      <a:pt x="76" y="33"/>
                      <a:pt x="76" y="33"/>
                    </a:cubicBezTo>
                    <a:lnTo>
                      <a:pt x="67" y="41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5653088" y="4824413"/>
              <a:ext cx="263525" cy="263525"/>
              <a:chOff x="5653088" y="4824413"/>
              <a:chExt cx="263525" cy="263525"/>
            </a:xfrm>
          </p:grpSpPr>
          <p:sp>
            <p:nvSpPr>
              <p:cNvPr id="143" name="Freeform 139"/>
              <p:cNvSpPr>
                <a:spLocks/>
              </p:cNvSpPr>
              <p:nvPr/>
            </p:nvSpPr>
            <p:spPr bwMode="auto">
              <a:xfrm>
                <a:off x="5792788" y="4824413"/>
                <a:ext cx="123825" cy="123825"/>
              </a:xfrm>
              <a:custGeom>
                <a:avLst/>
                <a:gdLst>
                  <a:gd name="T0" fmla="*/ 64 w 78"/>
                  <a:gd name="T1" fmla="*/ 62 h 78"/>
                  <a:gd name="T2" fmla="*/ 28 w 78"/>
                  <a:gd name="T3" fmla="*/ 62 h 78"/>
                  <a:gd name="T4" fmla="*/ 78 w 78"/>
                  <a:gd name="T5" fmla="*/ 12 h 78"/>
                  <a:gd name="T6" fmla="*/ 66 w 78"/>
                  <a:gd name="T7" fmla="*/ 0 h 78"/>
                  <a:gd name="T8" fmla="*/ 16 w 78"/>
                  <a:gd name="T9" fmla="*/ 50 h 78"/>
                  <a:gd name="T10" fmla="*/ 16 w 78"/>
                  <a:gd name="T11" fmla="*/ 14 h 78"/>
                  <a:gd name="T12" fmla="*/ 0 w 78"/>
                  <a:gd name="T13" fmla="*/ 14 h 78"/>
                  <a:gd name="T14" fmla="*/ 0 w 78"/>
                  <a:gd name="T15" fmla="*/ 78 h 78"/>
                  <a:gd name="T16" fmla="*/ 64 w 78"/>
                  <a:gd name="T17" fmla="*/ 78 h 78"/>
                  <a:gd name="T18" fmla="*/ 64 w 78"/>
                  <a:gd name="T19" fmla="*/ 6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78">
                    <a:moveTo>
                      <a:pt x="64" y="62"/>
                    </a:moveTo>
                    <a:lnTo>
                      <a:pt x="28" y="62"/>
                    </a:lnTo>
                    <a:lnTo>
                      <a:pt x="78" y="12"/>
                    </a:lnTo>
                    <a:lnTo>
                      <a:pt x="66" y="0"/>
                    </a:lnTo>
                    <a:lnTo>
                      <a:pt x="16" y="50"/>
                    </a:lnTo>
                    <a:lnTo>
                      <a:pt x="16" y="14"/>
                    </a:lnTo>
                    <a:lnTo>
                      <a:pt x="0" y="14"/>
                    </a:lnTo>
                    <a:lnTo>
                      <a:pt x="0" y="78"/>
                    </a:lnTo>
                    <a:lnTo>
                      <a:pt x="64" y="78"/>
                    </a:lnTo>
                    <a:lnTo>
                      <a:pt x="64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140"/>
              <p:cNvSpPr>
                <a:spLocks noEditPoints="1"/>
              </p:cNvSpPr>
              <p:nvPr/>
            </p:nvSpPr>
            <p:spPr bwMode="auto">
              <a:xfrm>
                <a:off x="5653088" y="4846638"/>
                <a:ext cx="241300" cy="241300"/>
              </a:xfrm>
              <a:custGeom>
                <a:avLst/>
                <a:gdLst>
                  <a:gd name="T0" fmla="*/ 68 w 76"/>
                  <a:gd name="T1" fmla="*/ 44 h 76"/>
                  <a:gd name="T2" fmla="*/ 52 w 76"/>
                  <a:gd name="T3" fmla="*/ 44 h 76"/>
                  <a:gd name="T4" fmla="*/ 44 w 76"/>
                  <a:gd name="T5" fmla="*/ 52 h 76"/>
                  <a:gd name="T6" fmla="*/ 24 w 76"/>
                  <a:gd name="T7" fmla="*/ 32 h 76"/>
                  <a:gd name="T8" fmla="*/ 32 w 76"/>
                  <a:gd name="T9" fmla="*/ 24 h 76"/>
                  <a:gd name="T10" fmla="*/ 32 w 76"/>
                  <a:gd name="T11" fmla="*/ 8 h 76"/>
                  <a:gd name="T12" fmla="*/ 24 w 76"/>
                  <a:gd name="T13" fmla="*/ 0 h 76"/>
                  <a:gd name="T14" fmla="*/ 8 w 76"/>
                  <a:gd name="T15" fmla="*/ 0 h 76"/>
                  <a:gd name="T16" fmla="*/ 0 w 76"/>
                  <a:gd name="T17" fmla="*/ 8 h 76"/>
                  <a:gd name="T18" fmla="*/ 0 w 76"/>
                  <a:gd name="T19" fmla="*/ 28 h 76"/>
                  <a:gd name="T20" fmla="*/ 48 w 76"/>
                  <a:gd name="T21" fmla="*/ 76 h 76"/>
                  <a:gd name="T22" fmla="*/ 68 w 76"/>
                  <a:gd name="T23" fmla="*/ 76 h 76"/>
                  <a:gd name="T24" fmla="*/ 76 w 76"/>
                  <a:gd name="T25" fmla="*/ 68 h 76"/>
                  <a:gd name="T26" fmla="*/ 76 w 76"/>
                  <a:gd name="T27" fmla="*/ 52 h 76"/>
                  <a:gd name="T28" fmla="*/ 68 w 76"/>
                  <a:gd name="T29" fmla="*/ 44 h 76"/>
                  <a:gd name="T30" fmla="*/ 48 w 76"/>
                  <a:gd name="T31" fmla="*/ 68 h 76"/>
                  <a:gd name="T32" fmla="*/ 8 w 76"/>
                  <a:gd name="T33" fmla="*/ 28 h 76"/>
                  <a:gd name="T34" fmla="*/ 8 w 76"/>
                  <a:gd name="T35" fmla="*/ 8 h 76"/>
                  <a:gd name="T36" fmla="*/ 24 w 76"/>
                  <a:gd name="T37" fmla="*/ 8 h 76"/>
                  <a:gd name="T38" fmla="*/ 24 w 76"/>
                  <a:gd name="T39" fmla="*/ 24 h 76"/>
                  <a:gd name="T40" fmla="*/ 20 w 76"/>
                  <a:gd name="T41" fmla="*/ 24 h 76"/>
                  <a:gd name="T42" fmla="*/ 17 w 76"/>
                  <a:gd name="T43" fmla="*/ 25 h 76"/>
                  <a:gd name="T44" fmla="*/ 16 w 76"/>
                  <a:gd name="T45" fmla="*/ 28 h 76"/>
                  <a:gd name="T46" fmla="*/ 48 w 76"/>
                  <a:gd name="T47" fmla="*/ 60 h 76"/>
                  <a:gd name="T48" fmla="*/ 52 w 76"/>
                  <a:gd name="T49" fmla="*/ 56 h 76"/>
                  <a:gd name="T50" fmla="*/ 52 w 76"/>
                  <a:gd name="T51" fmla="*/ 52 h 76"/>
                  <a:gd name="T52" fmla="*/ 68 w 76"/>
                  <a:gd name="T53" fmla="*/ 52 h 76"/>
                  <a:gd name="T54" fmla="*/ 68 w 76"/>
                  <a:gd name="T55" fmla="*/ 68 h 76"/>
                  <a:gd name="T56" fmla="*/ 48 w 76"/>
                  <a:gd name="T57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6" h="76">
                    <a:moveTo>
                      <a:pt x="68" y="44"/>
                    </a:moveTo>
                    <a:cubicBezTo>
                      <a:pt x="52" y="44"/>
                      <a:pt x="52" y="44"/>
                      <a:pt x="52" y="44"/>
                    </a:cubicBezTo>
                    <a:cubicBezTo>
                      <a:pt x="48" y="44"/>
                      <a:pt x="44" y="47"/>
                      <a:pt x="44" y="52"/>
                    </a:cubicBezTo>
                    <a:cubicBezTo>
                      <a:pt x="34" y="50"/>
                      <a:pt x="26" y="42"/>
                      <a:pt x="24" y="32"/>
                    </a:cubicBezTo>
                    <a:cubicBezTo>
                      <a:pt x="29" y="32"/>
                      <a:pt x="32" y="28"/>
                      <a:pt x="32" y="24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4"/>
                      <a:pt x="28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54"/>
                      <a:pt x="22" y="76"/>
                      <a:pt x="48" y="76"/>
                    </a:cubicBezTo>
                    <a:cubicBezTo>
                      <a:pt x="68" y="76"/>
                      <a:pt x="68" y="76"/>
                      <a:pt x="68" y="76"/>
                    </a:cubicBezTo>
                    <a:cubicBezTo>
                      <a:pt x="72" y="76"/>
                      <a:pt x="76" y="72"/>
                      <a:pt x="76" y="68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48"/>
                      <a:pt x="72" y="44"/>
                      <a:pt x="68" y="44"/>
                    </a:cubicBezTo>
                    <a:close/>
                    <a:moveTo>
                      <a:pt x="48" y="68"/>
                    </a:moveTo>
                    <a:cubicBezTo>
                      <a:pt x="26" y="68"/>
                      <a:pt x="8" y="50"/>
                      <a:pt x="8" y="2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9" y="24"/>
                      <a:pt x="18" y="24"/>
                      <a:pt x="17" y="25"/>
                    </a:cubicBezTo>
                    <a:cubicBezTo>
                      <a:pt x="16" y="26"/>
                      <a:pt x="16" y="27"/>
                      <a:pt x="16" y="28"/>
                    </a:cubicBezTo>
                    <a:cubicBezTo>
                      <a:pt x="16" y="46"/>
                      <a:pt x="30" y="60"/>
                      <a:pt x="48" y="60"/>
                    </a:cubicBezTo>
                    <a:cubicBezTo>
                      <a:pt x="50" y="60"/>
                      <a:pt x="52" y="58"/>
                      <a:pt x="52" y="56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68"/>
                      <a:pt x="68" y="68"/>
                      <a:pt x="68" y="68"/>
                    </a:cubicBezTo>
                    <a:lnTo>
                      <a:pt x="48" y="6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7" name="组合 196"/>
            <p:cNvGrpSpPr/>
            <p:nvPr/>
          </p:nvGrpSpPr>
          <p:grpSpPr>
            <a:xfrm>
              <a:off x="7512051" y="4821238"/>
              <a:ext cx="198437" cy="254000"/>
              <a:chOff x="7512051" y="4821238"/>
              <a:chExt cx="198437" cy="254000"/>
            </a:xfrm>
          </p:grpSpPr>
          <p:sp>
            <p:nvSpPr>
              <p:cNvPr id="145" name="Freeform 141"/>
              <p:cNvSpPr>
                <a:spLocks/>
              </p:cNvSpPr>
              <p:nvPr/>
            </p:nvSpPr>
            <p:spPr bwMode="auto">
              <a:xfrm>
                <a:off x="7615238" y="4900613"/>
                <a:ext cx="95250" cy="95250"/>
              </a:xfrm>
              <a:custGeom>
                <a:avLst/>
                <a:gdLst>
                  <a:gd name="T0" fmla="*/ 60 w 60"/>
                  <a:gd name="T1" fmla="*/ 12 h 60"/>
                  <a:gd name="T2" fmla="*/ 48 w 60"/>
                  <a:gd name="T3" fmla="*/ 0 h 60"/>
                  <a:gd name="T4" fmla="*/ 30 w 60"/>
                  <a:gd name="T5" fmla="*/ 18 h 60"/>
                  <a:gd name="T6" fmla="*/ 12 w 60"/>
                  <a:gd name="T7" fmla="*/ 0 h 60"/>
                  <a:gd name="T8" fmla="*/ 0 w 60"/>
                  <a:gd name="T9" fmla="*/ 12 h 60"/>
                  <a:gd name="T10" fmla="*/ 18 w 60"/>
                  <a:gd name="T11" fmla="*/ 30 h 60"/>
                  <a:gd name="T12" fmla="*/ 0 w 60"/>
                  <a:gd name="T13" fmla="*/ 48 h 60"/>
                  <a:gd name="T14" fmla="*/ 12 w 60"/>
                  <a:gd name="T15" fmla="*/ 60 h 60"/>
                  <a:gd name="T16" fmla="*/ 30 w 60"/>
                  <a:gd name="T17" fmla="*/ 42 h 60"/>
                  <a:gd name="T18" fmla="*/ 48 w 60"/>
                  <a:gd name="T19" fmla="*/ 60 h 60"/>
                  <a:gd name="T20" fmla="*/ 60 w 60"/>
                  <a:gd name="T21" fmla="*/ 48 h 60"/>
                  <a:gd name="T22" fmla="*/ 42 w 60"/>
                  <a:gd name="T23" fmla="*/ 30 h 60"/>
                  <a:gd name="T24" fmla="*/ 60 w 60"/>
                  <a:gd name="T25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60">
                    <a:moveTo>
                      <a:pt x="60" y="12"/>
                    </a:moveTo>
                    <a:lnTo>
                      <a:pt x="48" y="0"/>
                    </a:ln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30" y="42"/>
                    </a:lnTo>
                    <a:lnTo>
                      <a:pt x="48" y="60"/>
                    </a:lnTo>
                    <a:lnTo>
                      <a:pt x="60" y="48"/>
                    </a:lnTo>
                    <a:lnTo>
                      <a:pt x="42" y="30"/>
                    </a:ln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142"/>
              <p:cNvSpPr>
                <a:spLocks noEditPoints="1"/>
              </p:cNvSpPr>
              <p:nvPr/>
            </p:nvSpPr>
            <p:spPr bwMode="auto">
              <a:xfrm>
                <a:off x="7512051" y="4821238"/>
                <a:ext cx="150813" cy="254000"/>
              </a:xfrm>
              <a:custGeom>
                <a:avLst/>
                <a:gdLst>
                  <a:gd name="T0" fmla="*/ 8 w 48"/>
                  <a:gd name="T1" fmla="*/ 56 h 80"/>
                  <a:gd name="T2" fmla="*/ 8 w 48"/>
                  <a:gd name="T3" fmla="*/ 24 h 80"/>
                  <a:gd name="T4" fmla="*/ 48 w 48"/>
                  <a:gd name="T5" fmla="*/ 24 h 80"/>
                  <a:gd name="T6" fmla="*/ 48 w 48"/>
                  <a:gd name="T7" fmla="*/ 8 h 80"/>
                  <a:gd name="T8" fmla="*/ 40 w 48"/>
                  <a:gd name="T9" fmla="*/ 0 h 80"/>
                  <a:gd name="T10" fmla="*/ 8 w 48"/>
                  <a:gd name="T11" fmla="*/ 0 h 80"/>
                  <a:gd name="T12" fmla="*/ 0 w 48"/>
                  <a:gd name="T13" fmla="*/ 8 h 80"/>
                  <a:gd name="T14" fmla="*/ 0 w 48"/>
                  <a:gd name="T15" fmla="*/ 72 h 80"/>
                  <a:gd name="T16" fmla="*/ 8 w 48"/>
                  <a:gd name="T17" fmla="*/ 80 h 80"/>
                  <a:gd name="T18" fmla="*/ 40 w 48"/>
                  <a:gd name="T19" fmla="*/ 80 h 80"/>
                  <a:gd name="T20" fmla="*/ 48 w 48"/>
                  <a:gd name="T21" fmla="*/ 72 h 80"/>
                  <a:gd name="T22" fmla="*/ 48 w 48"/>
                  <a:gd name="T23" fmla="*/ 56 h 80"/>
                  <a:gd name="T24" fmla="*/ 8 w 48"/>
                  <a:gd name="T25" fmla="*/ 56 h 80"/>
                  <a:gd name="T26" fmla="*/ 40 w 48"/>
                  <a:gd name="T27" fmla="*/ 8 h 80"/>
                  <a:gd name="T28" fmla="*/ 40 w 48"/>
                  <a:gd name="T29" fmla="*/ 16 h 80"/>
                  <a:gd name="T30" fmla="*/ 8 w 48"/>
                  <a:gd name="T31" fmla="*/ 16 h 80"/>
                  <a:gd name="T32" fmla="*/ 8 w 48"/>
                  <a:gd name="T33" fmla="*/ 8 h 80"/>
                  <a:gd name="T34" fmla="*/ 40 w 48"/>
                  <a:gd name="T35" fmla="*/ 8 h 80"/>
                  <a:gd name="T36" fmla="*/ 8 w 48"/>
                  <a:gd name="T37" fmla="*/ 72 h 80"/>
                  <a:gd name="T38" fmla="*/ 8 w 48"/>
                  <a:gd name="T39" fmla="*/ 64 h 80"/>
                  <a:gd name="T40" fmla="*/ 40 w 48"/>
                  <a:gd name="T41" fmla="*/ 64 h 80"/>
                  <a:gd name="T42" fmla="*/ 40 w 48"/>
                  <a:gd name="T43" fmla="*/ 72 h 80"/>
                  <a:gd name="T44" fmla="*/ 8 w 48"/>
                  <a:gd name="T4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8" h="80">
                    <a:moveTo>
                      <a:pt x="8" y="56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0" y="80"/>
                      <a:pt x="40" y="80"/>
                      <a:pt x="40" y="80"/>
                    </a:cubicBezTo>
                    <a:cubicBezTo>
                      <a:pt x="44" y="80"/>
                      <a:pt x="48" y="76"/>
                      <a:pt x="48" y="72"/>
                    </a:cubicBezTo>
                    <a:cubicBezTo>
                      <a:pt x="48" y="56"/>
                      <a:pt x="48" y="56"/>
                      <a:pt x="48" y="56"/>
                    </a:cubicBezTo>
                    <a:lnTo>
                      <a:pt x="8" y="56"/>
                    </a:lnTo>
                    <a:close/>
                    <a:moveTo>
                      <a:pt x="40" y="8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40" y="8"/>
                    </a:lnTo>
                    <a:close/>
                    <a:moveTo>
                      <a:pt x="8" y="72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40" y="72"/>
                      <a:pt x="40" y="72"/>
                      <a:pt x="40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6281738" y="4821238"/>
              <a:ext cx="254000" cy="263525"/>
              <a:chOff x="6281738" y="4821238"/>
              <a:chExt cx="254000" cy="263525"/>
            </a:xfrm>
          </p:grpSpPr>
          <p:sp>
            <p:nvSpPr>
              <p:cNvPr id="147" name="Freeform 143"/>
              <p:cNvSpPr>
                <a:spLocks/>
              </p:cNvSpPr>
              <p:nvPr/>
            </p:nvSpPr>
            <p:spPr bwMode="auto">
              <a:xfrm>
                <a:off x="6323013" y="4821238"/>
                <a:ext cx="152400" cy="168275"/>
              </a:xfrm>
              <a:custGeom>
                <a:avLst/>
                <a:gdLst>
                  <a:gd name="T0" fmla="*/ 8 w 48"/>
                  <a:gd name="T1" fmla="*/ 45 h 53"/>
                  <a:gd name="T2" fmla="*/ 8 w 48"/>
                  <a:gd name="T3" fmla="*/ 24 h 53"/>
                  <a:gd name="T4" fmla="*/ 29 w 48"/>
                  <a:gd name="T5" fmla="*/ 24 h 53"/>
                  <a:gd name="T6" fmla="*/ 37 w 48"/>
                  <a:gd name="T7" fmla="*/ 16 h 53"/>
                  <a:gd name="T8" fmla="*/ 8 w 48"/>
                  <a:gd name="T9" fmla="*/ 16 h 53"/>
                  <a:gd name="T10" fmla="*/ 8 w 48"/>
                  <a:gd name="T11" fmla="*/ 8 h 53"/>
                  <a:gd name="T12" fmla="*/ 40 w 48"/>
                  <a:gd name="T13" fmla="*/ 8 h 53"/>
                  <a:gd name="T14" fmla="*/ 40 w 48"/>
                  <a:gd name="T15" fmla="*/ 13 h 53"/>
                  <a:gd name="T16" fmla="*/ 48 w 48"/>
                  <a:gd name="T17" fmla="*/ 6 h 53"/>
                  <a:gd name="T18" fmla="*/ 40 w 48"/>
                  <a:gd name="T19" fmla="*/ 0 h 53"/>
                  <a:gd name="T20" fmla="*/ 8 w 48"/>
                  <a:gd name="T21" fmla="*/ 0 h 53"/>
                  <a:gd name="T22" fmla="*/ 0 w 48"/>
                  <a:gd name="T23" fmla="*/ 8 h 53"/>
                  <a:gd name="T24" fmla="*/ 0 w 48"/>
                  <a:gd name="T25" fmla="*/ 53 h 53"/>
                  <a:gd name="T26" fmla="*/ 8 w 48"/>
                  <a:gd name="T27" fmla="*/ 4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53">
                    <a:moveTo>
                      <a:pt x="8" y="45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7" y="2"/>
                      <a:pt x="44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8" y="45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144"/>
              <p:cNvSpPr>
                <a:spLocks noEditPoints="1"/>
              </p:cNvSpPr>
              <p:nvPr/>
            </p:nvSpPr>
            <p:spPr bwMode="auto">
              <a:xfrm>
                <a:off x="6281738" y="4830763"/>
                <a:ext cx="254000" cy="254000"/>
              </a:xfrm>
              <a:custGeom>
                <a:avLst/>
                <a:gdLst>
                  <a:gd name="T0" fmla="*/ 74 w 80"/>
                  <a:gd name="T1" fmla="*/ 0 h 80"/>
                  <a:gd name="T2" fmla="*/ 0 w 80"/>
                  <a:gd name="T3" fmla="*/ 74 h 80"/>
                  <a:gd name="T4" fmla="*/ 6 w 80"/>
                  <a:gd name="T5" fmla="*/ 80 h 80"/>
                  <a:gd name="T6" fmla="*/ 14 w 80"/>
                  <a:gd name="T7" fmla="*/ 72 h 80"/>
                  <a:gd name="T8" fmla="*/ 21 w 80"/>
                  <a:gd name="T9" fmla="*/ 77 h 80"/>
                  <a:gd name="T10" fmla="*/ 53 w 80"/>
                  <a:gd name="T11" fmla="*/ 77 h 80"/>
                  <a:gd name="T12" fmla="*/ 61 w 80"/>
                  <a:gd name="T13" fmla="*/ 69 h 80"/>
                  <a:gd name="T14" fmla="*/ 61 w 80"/>
                  <a:gd name="T15" fmla="*/ 25 h 80"/>
                  <a:gd name="T16" fmla="*/ 80 w 80"/>
                  <a:gd name="T17" fmla="*/ 6 h 80"/>
                  <a:gd name="T18" fmla="*/ 74 w 80"/>
                  <a:gd name="T19" fmla="*/ 0 h 80"/>
                  <a:gd name="T20" fmla="*/ 53 w 80"/>
                  <a:gd name="T21" fmla="*/ 33 h 80"/>
                  <a:gd name="T22" fmla="*/ 53 w 80"/>
                  <a:gd name="T23" fmla="*/ 53 h 80"/>
                  <a:gd name="T24" fmla="*/ 33 w 80"/>
                  <a:gd name="T25" fmla="*/ 53 h 80"/>
                  <a:gd name="T26" fmla="*/ 53 w 80"/>
                  <a:gd name="T27" fmla="*/ 33 h 80"/>
                  <a:gd name="T28" fmla="*/ 21 w 80"/>
                  <a:gd name="T29" fmla="*/ 69 h 80"/>
                  <a:gd name="T30" fmla="*/ 21 w 80"/>
                  <a:gd name="T31" fmla="*/ 65 h 80"/>
                  <a:gd name="T32" fmla="*/ 25 w 80"/>
                  <a:gd name="T33" fmla="*/ 61 h 80"/>
                  <a:gd name="T34" fmla="*/ 53 w 80"/>
                  <a:gd name="T35" fmla="*/ 61 h 80"/>
                  <a:gd name="T36" fmla="*/ 53 w 80"/>
                  <a:gd name="T37" fmla="*/ 69 h 80"/>
                  <a:gd name="T38" fmla="*/ 21 w 80"/>
                  <a:gd name="T39" fmla="*/ 6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80">
                    <a:moveTo>
                      <a:pt x="74" y="0"/>
                    </a:moveTo>
                    <a:cubicBezTo>
                      <a:pt x="0" y="74"/>
                      <a:pt x="0" y="74"/>
                      <a:pt x="0" y="74"/>
                    </a:cubicBezTo>
                    <a:cubicBezTo>
                      <a:pt x="6" y="80"/>
                      <a:pt x="6" y="80"/>
                      <a:pt x="6" y="80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5"/>
                      <a:pt x="18" y="77"/>
                      <a:pt x="21" y="77"/>
                    </a:cubicBezTo>
                    <a:cubicBezTo>
                      <a:pt x="53" y="77"/>
                      <a:pt x="53" y="77"/>
                      <a:pt x="53" y="77"/>
                    </a:cubicBezTo>
                    <a:cubicBezTo>
                      <a:pt x="57" y="77"/>
                      <a:pt x="61" y="73"/>
                      <a:pt x="61" y="69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74" y="0"/>
                    </a:lnTo>
                    <a:close/>
                    <a:moveTo>
                      <a:pt x="53" y="33"/>
                    </a:moveTo>
                    <a:cubicBezTo>
                      <a:pt x="53" y="53"/>
                      <a:pt x="53" y="53"/>
                      <a:pt x="53" y="53"/>
                    </a:cubicBezTo>
                    <a:cubicBezTo>
                      <a:pt x="33" y="53"/>
                      <a:pt x="33" y="53"/>
                      <a:pt x="33" y="53"/>
                    </a:cubicBezTo>
                    <a:lnTo>
                      <a:pt x="53" y="33"/>
                    </a:lnTo>
                    <a:close/>
                    <a:moveTo>
                      <a:pt x="21" y="69"/>
                    </a:moveTo>
                    <a:cubicBezTo>
                      <a:pt x="21" y="65"/>
                      <a:pt x="21" y="65"/>
                      <a:pt x="21" y="65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69"/>
                      <a:pt x="53" y="69"/>
                      <a:pt x="53" y="69"/>
                    </a:cubicBezTo>
                    <a:lnTo>
                      <a:pt x="21" y="6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6905626" y="4821238"/>
              <a:ext cx="214312" cy="254000"/>
              <a:chOff x="6905626" y="4821238"/>
              <a:chExt cx="214312" cy="254000"/>
            </a:xfrm>
          </p:grpSpPr>
          <p:sp>
            <p:nvSpPr>
              <p:cNvPr id="149" name="Freeform 145"/>
              <p:cNvSpPr>
                <a:spLocks noEditPoints="1"/>
              </p:cNvSpPr>
              <p:nvPr/>
            </p:nvSpPr>
            <p:spPr bwMode="auto">
              <a:xfrm>
                <a:off x="6905626" y="4821238"/>
                <a:ext cx="150813" cy="254000"/>
              </a:xfrm>
              <a:custGeom>
                <a:avLst/>
                <a:gdLst>
                  <a:gd name="T0" fmla="*/ 8 w 48"/>
                  <a:gd name="T1" fmla="*/ 56 h 80"/>
                  <a:gd name="T2" fmla="*/ 8 w 48"/>
                  <a:gd name="T3" fmla="*/ 24 h 80"/>
                  <a:gd name="T4" fmla="*/ 48 w 48"/>
                  <a:gd name="T5" fmla="*/ 24 h 80"/>
                  <a:gd name="T6" fmla="*/ 48 w 48"/>
                  <a:gd name="T7" fmla="*/ 8 h 80"/>
                  <a:gd name="T8" fmla="*/ 40 w 48"/>
                  <a:gd name="T9" fmla="*/ 0 h 80"/>
                  <a:gd name="T10" fmla="*/ 8 w 48"/>
                  <a:gd name="T11" fmla="*/ 0 h 80"/>
                  <a:gd name="T12" fmla="*/ 0 w 48"/>
                  <a:gd name="T13" fmla="*/ 8 h 80"/>
                  <a:gd name="T14" fmla="*/ 0 w 48"/>
                  <a:gd name="T15" fmla="*/ 72 h 80"/>
                  <a:gd name="T16" fmla="*/ 8 w 48"/>
                  <a:gd name="T17" fmla="*/ 80 h 80"/>
                  <a:gd name="T18" fmla="*/ 40 w 48"/>
                  <a:gd name="T19" fmla="*/ 80 h 80"/>
                  <a:gd name="T20" fmla="*/ 48 w 48"/>
                  <a:gd name="T21" fmla="*/ 72 h 80"/>
                  <a:gd name="T22" fmla="*/ 48 w 48"/>
                  <a:gd name="T23" fmla="*/ 56 h 80"/>
                  <a:gd name="T24" fmla="*/ 8 w 48"/>
                  <a:gd name="T25" fmla="*/ 56 h 80"/>
                  <a:gd name="T26" fmla="*/ 40 w 48"/>
                  <a:gd name="T27" fmla="*/ 8 h 80"/>
                  <a:gd name="T28" fmla="*/ 40 w 48"/>
                  <a:gd name="T29" fmla="*/ 16 h 80"/>
                  <a:gd name="T30" fmla="*/ 8 w 48"/>
                  <a:gd name="T31" fmla="*/ 16 h 80"/>
                  <a:gd name="T32" fmla="*/ 8 w 48"/>
                  <a:gd name="T33" fmla="*/ 8 h 80"/>
                  <a:gd name="T34" fmla="*/ 40 w 48"/>
                  <a:gd name="T35" fmla="*/ 8 h 80"/>
                  <a:gd name="T36" fmla="*/ 8 w 48"/>
                  <a:gd name="T37" fmla="*/ 72 h 80"/>
                  <a:gd name="T38" fmla="*/ 8 w 48"/>
                  <a:gd name="T39" fmla="*/ 64 h 80"/>
                  <a:gd name="T40" fmla="*/ 40 w 48"/>
                  <a:gd name="T41" fmla="*/ 64 h 80"/>
                  <a:gd name="T42" fmla="*/ 40 w 48"/>
                  <a:gd name="T43" fmla="*/ 72 h 80"/>
                  <a:gd name="T44" fmla="*/ 8 w 48"/>
                  <a:gd name="T4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8" h="80">
                    <a:moveTo>
                      <a:pt x="8" y="56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0" y="80"/>
                      <a:pt x="40" y="80"/>
                      <a:pt x="40" y="80"/>
                    </a:cubicBezTo>
                    <a:cubicBezTo>
                      <a:pt x="44" y="80"/>
                      <a:pt x="48" y="76"/>
                      <a:pt x="48" y="72"/>
                    </a:cubicBezTo>
                    <a:cubicBezTo>
                      <a:pt x="48" y="56"/>
                      <a:pt x="48" y="56"/>
                      <a:pt x="48" y="56"/>
                    </a:cubicBezTo>
                    <a:lnTo>
                      <a:pt x="8" y="56"/>
                    </a:lnTo>
                    <a:close/>
                    <a:moveTo>
                      <a:pt x="40" y="8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40" y="8"/>
                    </a:lnTo>
                    <a:close/>
                    <a:moveTo>
                      <a:pt x="8" y="72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40" y="72"/>
                      <a:pt x="40" y="72"/>
                      <a:pt x="40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146"/>
              <p:cNvSpPr>
                <a:spLocks/>
              </p:cNvSpPr>
              <p:nvPr/>
            </p:nvSpPr>
            <p:spPr bwMode="auto">
              <a:xfrm>
                <a:off x="6970713" y="4862513"/>
                <a:ext cx="149225" cy="127000"/>
              </a:xfrm>
              <a:custGeom>
                <a:avLst/>
                <a:gdLst>
                  <a:gd name="T0" fmla="*/ 12 w 94"/>
                  <a:gd name="T1" fmla="*/ 34 h 80"/>
                  <a:gd name="T2" fmla="*/ 0 w 94"/>
                  <a:gd name="T3" fmla="*/ 50 h 80"/>
                  <a:gd name="T4" fmla="*/ 40 w 94"/>
                  <a:gd name="T5" fmla="*/ 80 h 80"/>
                  <a:gd name="T6" fmla="*/ 94 w 94"/>
                  <a:gd name="T7" fmla="*/ 12 h 80"/>
                  <a:gd name="T8" fmla="*/ 78 w 94"/>
                  <a:gd name="T9" fmla="*/ 0 h 80"/>
                  <a:gd name="T10" fmla="*/ 36 w 94"/>
                  <a:gd name="T11" fmla="*/ 52 h 80"/>
                  <a:gd name="T12" fmla="*/ 12 w 94"/>
                  <a:gd name="T13" fmla="*/ 3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" h="80">
                    <a:moveTo>
                      <a:pt x="12" y="34"/>
                    </a:moveTo>
                    <a:lnTo>
                      <a:pt x="0" y="50"/>
                    </a:lnTo>
                    <a:lnTo>
                      <a:pt x="40" y="80"/>
                    </a:lnTo>
                    <a:lnTo>
                      <a:pt x="94" y="12"/>
                    </a:lnTo>
                    <a:lnTo>
                      <a:pt x="78" y="0"/>
                    </a:lnTo>
                    <a:lnTo>
                      <a:pt x="36" y="52"/>
                    </a:lnTo>
                    <a:lnTo>
                      <a:pt x="12" y="3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8093076" y="4821238"/>
              <a:ext cx="233362" cy="254000"/>
              <a:chOff x="8093076" y="4821238"/>
              <a:chExt cx="233362" cy="254000"/>
            </a:xfrm>
          </p:grpSpPr>
          <p:sp>
            <p:nvSpPr>
              <p:cNvPr id="151" name="Freeform 147"/>
              <p:cNvSpPr>
                <a:spLocks noEditPoints="1"/>
              </p:cNvSpPr>
              <p:nvPr/>
            </p:nvSpPr>
            <p:spPr bwMode="auto">
              <a:xfrm>
                <a:off x="8093076" y="4821238"/>
                <a:ext cx="150813" cy="254000"/>
              </a:xfrm>
              <a:custGeom>
                <a:avLst/>
                <a:gdLst>
                  <a:gd name="T0" fmla="*/ 48 w 48"/>
                  <a:gd name="T1" fmla="*/ 24 h 80"/>
                  <a:gd name="T2" fmla="*/ 48 w 48"/>
                  <a:gd name="T3" fmla="*/ 8 h 80"/>
                  <a:gd name="T4" fmla="*/ 40 w 48"/>
                  <a:gd name="T5" fmla="*/ 0 h 80"/>
                  <a:gd name="T6" fmla="*/ 8 w 48"/>
                  <a:gd name="T7" fmla="*/ 0 h 80"/>
                  <a:gd name="T8" fmla="*/ 0 w 48"/>
                  <a:gd name="T9" fmla="*/ 8 h 80"/>
                  <a:gd name="T10" fmla="*/ 0 w 48"/>
                  <a:gd name="T11" fmla="*/ 72 h 80"/>
                  <a:gd name="T12" fmla="*/ 8 w 48"/>
                  <a:gd name="T13" fmla="*/ 80 h 80"/>
                  <a:gd name="T14" fmla="*/ 40 w 48"/>
                  <a:gd name="T15" fmla="*/ 80 h 80"/>
                  <a:gd name="T16" fmla="*/ 48 w 48"/>
                  <a:gd name="T17" fmla="*/ 72 h 80"/>
                  <a:gd name="T18" fmla="*/ 48 w 48"/>
                  <a:gd name="T19" fmla="*/ 56 h 80"/>
                  <a:gd name="T20" fmla="*/ 8 w 48"/>
                  <a:gd name="T21" fmla="*/ 56 h 80"/>
                  <a:gd name="T22" fmla="*/ 8 w 48"/>
                  <a:gd name="T23" fmla="*/ 24 h 80"/>
                  <a:gd name="T24" fmla="*/ 48 w 48"/>
                  <a:gd name="T25" fmla="*/ 24 h 80"/>
                  <a:gd name="T26" fmla="*/ 40 w 48"/>
                  <a:gd name="T27" fmla="*/ 8 h 80"/>
                  <a:gd name="T28" fmla="*/ 40 w 48"/>
                  <a:gd name="T29" fmla="*/ 16 h 80"/>
                  <a:gd name="T30" fmla="*/ 8 w 48"/>
                  <a:gd name="T31" fmla="*/ 16 h 80"/>
                  <a:gd name="T32" fmla="*/ 8 w 48"/>
                  <a:gd name="T33" fmla="*/ 8 h 80"/>
                  <a:gd name="T34" fmla="*/ 40 w 48"/>
                  <a:gd name="T35" fmla="*/ 8 h 80"/>
                  <a:gd name="T36" fmla="*/ 40 w 48"/>
                  <a:gd name="T37" fmla="*/ 64 h 80"/>
                  <a:gd name="T38" fmla="*/ 40 w 48"/>
                  <a:gd name="T39" fmla="*/ 72 h 80"/>
                  <a:gd name="T40" fmla="*/ 8 w 48"/>
                  <a:gd name="T41" fmla="*/ 72 h 80"/>
                  <a:gd name="T42" fmla="*/ 8 w 48"/>
                  <a:gd name="T43" fmla="*/ 64 h 80"/>
                  <a:gd name="T44" fmla="*/ 40 w 48"/>
                  <a:gd name="T45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8" h="80">
                    <a:moveTo>
                      <a:pt x="48" y="24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0" y="80"/>
                      <a:pt x="40" y="80"/>
                      <a:pt x="40" y="80"/>
                    </a:cubicBezTo>
                    <a:cubicBezTo>
                      <a:pt x="44" y="80"/>
                      <a:pt x="48" y="76"/>
                      <a:pt x="48" y="72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8" y="24"/>
                      <a:pt x="8" y="24"/>
                      <a:pt x="8" y="24"/>
                    </a:cubicBezTo>
                    <a:lnTo>
                      <a:pt x="48" y="24"/>
                    </a:lnTo>
                    <a:close/>
                    <a:moveTo>
                      <a:pt x="40" y="8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40" y="8"/>
                    </a:lnTo>
                    <a:close/>
                    <a:moveTo>
                      <a:pt x="40" y="64"/>
                    </a:moveTo>
                    <a:cubicBezTo>
                      <a:pt x="40" y="72"/>
                      <a:pt x="40" y="72"/>
                      <a:pt x="40" y="72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40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148"/>
              <p:cNvSpPr>
                <a:spLocks/>
              </p:cNvSpPr>
              <p:nvPr/>
            </p:nvSpPr>
            <p:spPr bwMode="auto">
              <a:xfrm>
                <a:off x="8231188" y="4824413"/>
                <a:ext cx="95250" cy="149225"/>
              </a:xfrm>
              <a:custGeom>
                <a:avLst/>
                <a:gdLst>
                  <a:gd name="T0" fmla="*/ 12 w 30"/>
                  <a:gd name="T1" fmla="*/ 0 h 47"/>
                  <a:gd name="T2" fmla="*/ 12 w 30"/>
                  <a:gd name="T3" fmla="*/ 31 h 47"/>
                  <a:gd name="T4" fmla="*/ 10 w 30"/>
                  <a:gd name="T5" fmla="*/ 31 h 47"/>
                  <a:gd name="T6" fmla="*/ 0 w 30"/>
                  <a:gd name="T7" fmla="*/ 39 h 47"/>
                  <a:gd name="T8" fmla="*/ 10 w 30"/>
                  <a:gd name="T9" fmla="*/ 47 h 47"/>
                  <a:gd name="T10" fmla="*/ 20 w 30"/>
                  <a:gd name="T11" fmla="*/ 39 h 47"/>
                  <a:gd name="T12" fmla="*/ 20 w 30"/>
                  <a:gd name="T13" fmla="*/ 14 h 47"/>
                  <a:gd name="T14" fmla="*/ 26 w 30"/>
                  <a:gd name="T15" fmla="*/ 18 h 47"/>
                  <a:gd name="T16" fmla="*/ 30 w 30"/>
                  <a:gd name="T17" fmla="*/ 12 h 47"/>
                  <a:gd name="T18" fmla="*/ 12 w 30"/>
                  <a:gd name="T1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47">
                    <a:moveTo>
                      <a:pt x="12" y="0"/>
                    </a:moveTo>
                    <a:cubicBezTo>
                      <a:pt x="12" y="31"/>
                      <a:pt x="12" y="31"/>
                      <a:pt x="12" y="31"/>
                    </a:cubicBezTo>
                    <a:cubicBezTo>
                      <a:pt x="11" y="31"/>
                      <a:pt x="11" y="31"/>
                      <a:pt x="10" y="31"/>
                    </a:cubicBezTo>
                    <a:cubicBezTo>
                      <a:pt x="4" y="31"/>
                      <a:pt x="0" y="35"/>
                      <a:pt x="0" y="39"/>
                    </a:cubicBezTo>
                    <a:cubicBezTo>
                      <a:pt x="0" y="43"/>
                      <a:pt x="4" y="47"/>
                      <a:pt x="10" y="47"/>
                    </a:cubicBezTo>
                    <a:cubicBezTo>
                      <a:pt x="16" y="47"/>
                      <a:pt x="20" y="43"/>
                      <a:pt x="20" y="39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30" y="12"/>
                      <a:pt x="30" y="12"/>
                      <a:pt x="30" y="12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3" name="Freeform 149"/>
            <p:cNvSpPr>
              <a:spLocks noEditPoints="1"/>
            </p:cNvSpPr>
            <p:nvPr/>
          </p:nvSpPr>
          <p:spPr bwMode="auto">
            <a:xfrm>
              <a:off x="8737601" y="4821238"/>
              <a:ext cx="176213" cy="254000"/>
            </a:xfrm>
            <a:custGeom>
              <a:avLst/>
              <a:gdLst>
                <a:gd name="T0" fmla="*/ 52 w 56"/>
                <a:gd name="T1" fmla="*/ 12 h 80"/>
                <a:gd name="T2" fmla="*/ 44 w 56"/>
                <a:gd name="T3" fmla="*/ 12 h 80"/>
                <a:gd name="T4" fmla="*/ 44 w 56"/>
                <a:gd name="T5" fmla="*/ 4 h 80"/>
                <a:gd name="T6" fmla="*/ 40 w 56"/>
                <a:gd name="T7" fmla="*/ 0 h 80"/>
                <a:gd name="T8" fmla="*/ 16 w 56"/>
                <a:gd name="T9" fmla="*/ 0 h 80"/>
                <a:gd name="T10" fmla="*/ 12 w 56"/>
                <a:gd name="T11" fmla="*/ 4 h 80"/>
                <a:gd name="T12" fmla="*/ 12 w 56"/>
                <a:gd name="T13" fmla="*/ 12 h 80"/>
                <a:gd name="T14" fmla="*/ 4 w 56"/>
                <a:gd name="T15" fmla="*/ 12 h 80"/>
                <a:gd name="T16" fmla="*/ 0 w 56"/>
                <a:gd name="T17" fmla="*/ 16 h 80"/>
                <a:gd name="T18" fmla="*/ 0 w 56"/>
                <a:gd name="T19" fmla="*/ 72 h 80"/>
                <a:gd name="T20" fmla="*/ 8 w 56"/>
                <a:gd name="T21" fmla="*/ 80 h 80"/>
                <a:gd name="T22" fmla="*/ 48 w 56"/>
                <a:gd name="T23" fmla="*/ 80 h 80"/>
                <a:gd name="T24" fmla="*/ 56 w 56"/>
                <a:gd name="T25" fmla="*/ 72 h 80"/>
                <a:gd name="T26" fmla="*/ 56 w 56"/>
                <a:gd name="T27" fmla="*/ 16 h 80"/>
                <a:gd name="T28" fmla="*/ 52 w 56"/>
                <a:gd name="T29" fmla="*/ 12 h 80"/>
                <a:gd name="T30" fmla="*/ 16 w 56"/>
                <a:gd name="T31" fmla="*/ 20 h 80"/>
                <a:gd name="T32" fmla="*/ 20 w 56"/>
                <a:gd name="T33" fmla="*/ 16 h 80"/>
                <a:gd name="T34" fmla="*/ 20 w 56"/>
                <a:gd name="T35" fmla="*/ 8 h 80"/>
                <a:gd name="T36" fmla="*/ 36 w 56"/>
                <a:gd name="T37" fmla="*/ 8 h 80"/>
                <a:gd name="T38" fmla="*/ 36 w 56"/>
                <a:gd name="T39" fmla="*/ 16 h 80"/>
                <a:gd name="T40" fmla="*/ 40 w 56"/>
                <a:gd name="T41" fmla="*/ 20 h 80"/>
                <a:gd name="T42" fmla="*/ 48 w 56"/>
                <a:gd name="T43" fmla="*/ 20 h 80"/>
                <a:gd name="T44" fmla="*/ 48 w 56"/>
                <a:gd name="T45" fmla="*/ 32 h 80"/>
                <a:gd name="T46" fmla="*/ 8 w 56"/>
                <a:gd name="T47" fmla="*/ 32 h 80"/>
                <a:gd name="T48" fmla="*/ 8 w 56"/>
                <a:gd name="T49" fmla="*/ 20 h 80"/>
                <a:gd name="T50" fmla="*/ 16 w 56"/>
                <a:gd name="T51" fmla="*/ 20 h 80"/>
                <a:gd name="T52" fmla="*/ 8 w 56"/>
                <a:gd name="T53" fmla="*/ 72 h 80"/>
                <a:gd name="T54" fmla="*/ 8 w 56"/>
                <a:gd name="T55" fmla="*/ 40 h 80"/>
                <a:gd name="T56" fmla="*/ 48 w 56"/>
                <a:gd name="T57" fmla="*/ 40 h 80"/>
                <a:gd name="T58" fmla="*/ 48 w 56"/>
                <a:gd name="T59" fmla="*/ 72 h 80"/>
                <a:gd name="T60" fmla="*/ 8 w 56"/>
                <a:gd name="T6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80">
                  <a:moveTo>
                    <a:pt x="52" y="12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2"/>
                    <a:pt x="12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2"/>
                    <a:pt x="0" y="14"/>
                    <a:pt x="0" y="1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lose/>
                  <a:moveTo>
                    <a:pt x="16" y="20"/>
                  </a:moveTo>
                  <a:cubicBezTo>
                    <a:pt x="18" y="20"/>
                    <a:pt x="20" y="18"/>
                    <a:pt x="20" y="16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8"/>
                    <a:pt x="38" y="20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16" y="20"/>
                  </a:lnTo>
                  <a:close/>
                  <a:moveTo>
                    <a:pt x="8" y="72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8" y="72"/>
                    <a:pt x="48" y="72"/>
                    <a:pt x="48" y="72"/>
                  </a:cubicBezTo>
                  <a:lnTo>
                    <a:pt x="8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310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81486" y="1046163"/>
            <a:ext cx="7200000" cy="4204992"/>
            <a:chOff x="3236913" y="1757363"/>
            <a:chExt cx="5724526" cy="3343276"/>
          </a:xfrm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6283326" y="4822826"/>
              <a:ext cx="252413" cy="252413"/>
            </a:xfrm>
            <a:custGeom>
              <a:avLst/>
              <a:gdLst>
                <a:gd name="T0" fmla="*/ 72 w 80"/>
                <a:gd name="T1" fmla="*/ 0 h 80"/>
                <a:gd name="T2" fmla="*/ 56 w 80"/>
                <a:gd name="T3" fmla="*/ 0 h 80"/>
                <a:gd name="T4" fmla="*/ 48 w 80"/>
                <a:gd name="T5" fmla="*/ 8 h 80"/>
                <a:gd name="T6" fmla="*/ 48 w 80"/>
                <a:gd name="T7" fmla="*/ 24 h 80"/>
                <a:gd name="T8" fmla="*/ 48 w 80"/>
                <a:gd name="T9" fmla="*/ 26 h 80"/>
                <a:gd name="T10" fmla="*/ 26 w 80"/>
                <a:gd name="T11" fmla="*/ 48 h 80"/>
                <a:gd name="T12" fmla="*/ 24 w 80"/>
                <a:gd name="T13" fmla="*/ 48 h 80"/>
                <a:gd name="T14" fmla="*/ 8 w 80"/>
                <a:gd name="T15" fmla="*/ 48 h 80"/>
                <a:gd name="T16" fmla="*/ 0 w 80"/>
                <a:gd name="T17" fmla="*/ 56 h 80"/>
                <a:gd name="T18" fmla="*/ 0 w 80"/>
                <a:gd name="T19" fmla="*/ 72 h 80"/>
                <a:gd name="T20" fmla="*/ 8 w 80"/>
                <a:gd name="T21" fmla="*/ 80 h 80"/>
                <a:gd name="T22" fmla="*/ 24 w 80"/>
                <a:gd name="T23" fmla="*/ 80 h 80"/>
                <a:gd name="T24" fmla="*/ 32 w 80"/>
                <a:gd name="T25" fmla="*/ 72 h 80"/>
                <a:gd name="T26" fmla="*/ 32 w 80"/>
                <a:gd name="T27" fmla="*/ 56 h 80"/>
                <a:gd name="T28" fmla="*/ 32 w 80"/>
                <a:gd name="T29" fmla="*/ 54 h 80"/>
                <a:gd name="T30" fmla="*/ 54 w 80"/>
                <a:gd name="T31" fmla="*/ 32 h 80"/>
                <a:gd name="T32" fmla="*/ 56 w 80"/>
                <a:gd name="T33" fmla="*/ 32 h 80"/>
                <a:gd name="T34" fmla="*/ 72 w 80"/>
                <a:gd name="T35" fmla="*/ 32 h 80"/>
                <a:gd name="T36" fmla="*/ 80 w 80"/>
                <a:gd name="T37" fmla="*/ 24 h 80"/>
                <a:gd name="T38" fmla="*/ 80 w 80"/>
                <a:gd name="T39" fmla="*/ 8 h 80"/>
                <a:gd name="T40" fmla="*/ 72 w 80"/>
                <a:gd name="T41" fmla="*/ 0 h 80"/>
                <a:gd name="T42" fmla="*/ 8 w 80"/>
                <a:gd name="T43" fmla="*/ 72 h 80"/>
                <a:gd name="T44" fmla="*/ 8 w 80"/>
                <a:gd name="T45" fmla="*/ 56 h 80"/>
                <a:gd name="T46" fmla="*/ 24 w 80"/>
                <a:gd name="T47" fmla="*/ 56 h 80"/>
                <a:gd name="T48" fmla="*/ 24 w 80"/>
                <a:gd name="T49" fmla="*/ 72 h 80"/>
                <a:gd name="T50" fmla="*/ 8 w 80"/>
                <a:gd name="T51" fmla="*/ 72 h 80"/>
                <a:gd name="T52" fmla="*/ 56 w 80"/>
                <a:gd name="T53" fmla="*/ 24 h 80"/>
                <a:gd name="T54" fmla="*/ 56 w 80"/>
                <a:gd name="T55" fmla="*/ 8 h 80"/>
                <a:gd name="T56" fmla="*/ 72 w 80"/>
                <a:gd name="T57" fmla="*/ 8 h 80"/>
                <a:gd name="T58" fmla="*/ 72 w 80"/>
                <a:gd name="T59" fmla="*/ 24 h 80"/>
                <a:gd name="T60" fmla="*/ 56 w 80"/>
                <a:gd name="T6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0" h="80">
                  <a:moveTo>
                    <a:pt x="72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2" y="0"/>
                    <a:pt x="48" y="4"/>
                    <a:pt x="48" y="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5"/>
                    <a:pt x="48" y="25"/>
                    <a:pt x="48" y="26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5" y="48"/>
                    <a:pt x="25" y="48"/>
                    <a:pt x="24" y="48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4" y="48"/>
                    <a:pt x="0" y="52"/>
                    <a:pt x="0" y="5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8" y="80"/>
                    <a:pt x="32" y="76"/>
                    <a:pt x="32" y="72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2" y="55"/>
                    <a:pt x="32" y="55"/>
                    <a:pt x="32" y="54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6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6" y="32"/>
                    <a:pt x="80" y="28"/>
                    <a:pt x="80" y="24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4"/>
                    <a:pt x="76" y="0"/>
                    <a:pt x="72" y="0"/>
                  </a:cubicBezTo>
                  <a:close/>
                  <a:moveTo>
                    <a:pt x="8" y="72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2"/>
                    <a:pt x="24" y="72"/>
                    <a:pt x="24" y="72"/>
                  </a:cubicBezTo>
                  <a:lnTo>
                    <a:pt x="8" y="72"/>
                  </a:lnTo>
                  <a:close/>
                  <a:moveTo>
                    <a:pt x="56" y="24"/>
                  </a:moveTo>
                  <a:cubicBezTo>
                    <a:pt x="56" y="8"/>
                    <a:pt x="56" y="8"/>
                    <a:pt x="56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24"/>
                    <a:pt x="72" y="24"/>
                    <a:pt x="72" y="24"/>
                  </a:cubicBezTo>
                  <a:lnTo>
                    <a:pt x="56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6889751" y="4822826"/>
              <a:ext cx="252413" cy="252413"/>
            </a:xfrm>
            <a:custGeom>
              <a:avLst/>
              <a:gdLst>
                <a:gd name="T0" fmla="*/ 73 w 80"/>
                <a:gd name="T1" fmla="*/ 56 h 80"/>
                <a:gd name="T2" fmla="*/ 70 w 80"/>
                <a:gd name="T3" fmla="*/ 56 h 80"/>
                <a:gd name="T4" fmla="*/ 47 w 80"/>
                <a:gd name="T5" fmla="*/ 24 h 80"/>
                <a:gd name="T6" fmla="*/ 52 w 80"/>
                <a:gd name="T7" fmla="*/ 17 h 80"/>
                <a:gd name="T8" fmla="*/ 52 w 80"/>
                <a:gd name="T9" fmla="*/ 7 h 80"/>
                <a:gd name="T10" fmla="*/ 45 w 80"/>
                <a:gd name="T11" fmla="*/ 0 h 80"/>
                <a:gd name="T12" fmla="*/ 35 w 80"/>
                <a:gd name="T13" fmla="*/ 0 h 80"/>
                <a:gd name="T14" fmla="*/ 28 w 80"/>
                <a:gd name="T15" fmla="*/ 7 h 80"/>
                <a:gd name="T16" fmla="*/ 28 w 80"/>
                <a:gd name="T17" fmla="*/ 17 h 80"/>
                <a:gd name="T18" fmla="*/ 33 w 80"/>
                <a:gd name="T19" fmla="*/ 24 h 80"/>
                <a:gd name="T20" fmla="*/ 10 w 80"/>
                <a:gd name="T21" fmla="*/ 56 h 80"/>
                <a:gd name="T22" fmla="*/ 7 w 80"/>
                <a:gd name="T23" fmla="*/ 56 h 80"/>
                <a:gd name="T24" fmla="*/ 0 w 80"/>
                <a:gd name="T25" fmla="*/ 63 h 80"/>
                <a:gd name="T26" fmla="*/ 0 w 80"/>
                <a:gd name="T27" fmla="*/ 73 h 80"/>
                <a:gd name="T28" fmla="*/ 7 w 80"/>
                <a:gd name="T29" fmla="*/ 80 h 80"/>
                <a:gd name="T30" fmla="*/ 17 w 80"/>
                <a:gd name="T31" fmla="*/ 80 h 80"/>
                <a:gd name="T32" fmla="*/ 24 w 80"/>
                <a:gd name="T33" fmla="*/ 73 h 80"/>
                <a:gd name="T34" fmla="*/ 24 w 80"/>
                <a:gd name="T35" fmla="*/ 72 h 80"/>
                <a:gd name="T36" fmla="*/ 56 w 80"/>
                <a:gd name="T37" fmla="*/ 72 h 80"/>
                <a:gd name="T38" fmla="*/ 56 w 80"/>
                <a:gd name="T39" fmla="*/ 73 h 80"/>
                <a:gd name="T40" fmla="*/ 63 w 80"/>
                <a:gd name="T41" fmla="*/ 80 h 80"/>
                <a:gd name="T42" fmla="*/ 73 w 80"/>
                <a:gd name="T43" fmla="*/ 80 h 80"/>
                <a:gd name="T44" fmla="*/ 80 w 80"/>
                <a:gd name="T45" fmla="*/ 73 h 80"/>
                <a:gd name="T46" fmla="*/ 80 w 80"/>
                <a:gd name="T47" fmla="*/ 63 h 80"/>
                <a:gd name="T48" fmla="*/ 73 w 80"/>
                <a:gd name="T49" fmla="*/ 56 h 80"/>
                <a:gd name="T50" fmla="*/ 36 w 80"/>
                <a:gd name="T51" fmla="*/ 8 h 80"/>
                <a:gd name="T52" fmla="*/ 44 w 80"/>
                <a:gd name="T53" fmla="*/ 8 h 80"/>
                <a:gd name="T54" fmla="*/ 44 w 80"/>
                <a:gd name="T55" fmla="*/ 16 h 80"/>
                <a:gd name="T56" fmla="*/ 36 w 80"/>
                <a:gd name="T57" fmla="*/ 16 h 80"/>
                <a:gd name="T58" fmla="*/ 36 w 80"/>
                <a:gd name="T59" fmla="*/ 8 h 80"/>
                <a:gd name="T60" fmla="*/ 16 w 80"/>
                <a:gd name="T61" fmla="*/ 72 h 80"/>
                <a:gd name="T62" fmla="*/ 8 w 80"/>
                <a:gd name="T63" fmla="*/ 72 h 80"/>
                <a:gd name="T64" fmla="*/ 8 w 80"/>
                <a:gd name="T65" fmla="*/ 64 h 80"/>
                <a:gd name="T66" fmla="*/ 16 w 80"/>
                <a:gd name="T67" fmla="*/ 64 h 80"/>
                <a:gd name="T68" fmla="*/ 16 w 80"/>
                <a:gd name="T69" fmla="*/ 72 h 80"/>
                <a:gd name="T70" fmla="*/ 24 w 80"/>
                <a:gd name="T71" fmla="*/ 64 h 80"/>
                <a:gd name="T72" fmla="*/ 24 w 80"/>
                <a:gd name="T73" fmla="*/ 63 h 80"/>
                <a:gd name="T74" fmla="*/ 19 w 80"/>
                <a:gd name="T75" fmla="*/ 56 h 80"/>
                <a:gd name="T76" fmla="*/ 40 w 80"/>
                <a:gd name="T77" fmla="*/ 27 h 80"/>
                <a:gd name="T78" fmla="*/ 61 w 80"/>
                <a:gd name="T79" fmla="*/ 56 h 80"/>
                <a:gd name="T80" fmla="*/ 56 w 80"/>
                <a:gd name="T81" fmla="*/ 63 h 80"/>
                <a:gd name="T82" fmla="*/ 56 w 80"/>
                <a:gd name="T83" fmla="*/ 64 h 80"/>
                <a:gd name="T84" fmla="*/ 24 w 80"/>
                <a:gd name="T85" fmla="*/ 64 h 80"/>
                <a:gd name="T86" fmla="*/ 72 w 80"/>
                <a:gd name="T87" fmla="*/ 72 h 80"/>
                <a:gd name="T88" fmla="*/ 64 w 80"/>
                <a:gd name="T89" fmla="*/ 72 h 80"/>
                <a:gd name="T90" fmla="*/ 64 w 80"/>
                <a:gd name="T91" fmla="*/ 64 h 80"/>
                <a:gd name="T92" fmla="*/ 72 w 80"/>
                <a:gd name="T93" fmla="*/ 64 h 80"/>
                <a:gd name="T94" fmla="*/ 72 w 80"/>
                <a:gd name="T95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0" h="80">
                  <a:moveTo>
                    <a:pt x="73" y="56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50" y="23"/>
                    <a:pt x="52" y="20"/>
                    <a:pt x="52" y="1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3"/>
                    <a:pt x="49" y="0"/>
                    <a:pt x="4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28" y="3"/>
                    <a:pt x="28" y="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20"/>
                    <a:pt x="30" y="23"/>
                    <a:pt x="33" y="24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3" y="56"/>
                    <a:pt x="0" y="59"/>
                    <a:pt x="0" y="6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7"/>
                    <a:pt x="3" y="80"/>
                    <a:pt x="7" y="80"/>
                  </a:cubicBezTo>
                  <a:cubicBezTo>
                    <a:pt x="17" y="80"/>
                    <a:pt x="17" y="80"/>
                    <a:pt x="17" y="80"/>
                  </a:cubicBezTo>
                  <a:cubicBezTo>
                    <a:pt x="21" y="80"/>
                    <a:pt x="24" y="77"/>
                    <a:pt x="24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6" y="77"/>
                    <a:pt x="59" y="80"/>
                    <a:pt x="63" y="80"/>
                  </a:cubicBezTo>
                  <a:cubicBezTo>
                    <a:pt x="73" y="80"/>
                    <a:pt x="73" y="80"/>
                    <a:pt x="73" y="80"/>
                  </a:cubicBezTo>
                  <a:cubicBezTo>
                    <a:pt x="77" y="80"/>
                    <a:pt x="80" y="77"/>
                    <a:pt x="80" y="73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80" y="59"/>
                    <a:pt x="77" y="56"/>
                    <a:pt x="73" y="56"/>
                  </a:cubicBezTo>
                  <a:close/>
                  <a:moveTo>
                    <a:pt x="36" y="8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36" y="16"/>
                    <a:pt x="36" y="16"/>
                    <a:pt x="36" y="16"/>
                  </a:cubicBezTo>
                  <a:lnTo>
                    <a:pt x="36" y="8"/>
                  </a:lnTo>
                  <a:close/>
                  <a:moveTo>
                    <a:pt x="16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16" y="64"/>
                    <a:pt x="16" y="64"/>
                    <a:pt x="16" y="64"/>
                  </a:cubicBezTo>
                  <a:lnTo>
                    <a:pt x="16" y="72"/>
                  </a:lnTo>
                  <a:close/>
                  <a:moveTo>
                    <a:pt x="24" y="64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24" y="60"/>
                    <a:pt x="22" y="57"/>
                    <a:pt x="19" y="56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8" y="57"/>
                    <a:pt x="56" y="60"/>
                    <a:pt x="56" y="63"/>
                  </a:cubicBezTo>
                  <a:cubicBezTo>
                    <a:pt x="56" y="64"/>
                    <a:pt x="56" y="64"/>
                    <a:pt x="56" y="64"/>
                  </a:cubicBezTo>
                  <a:lnTo>
                    <a:pt x="24" y="64"/>
                  </a:lnTo>
                  <a:close/>
                  <a:moveTo>
                    <a:pt x="72" y="72"/>
                  </a:moveTo>
                  <a:cubicBezTo>
                    <a:pt x="64" y="72"/>
                    <a:pt x="64" y="72"/>
                    <a:pt x="64" y="72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2" y="64"/>
                    <a:pt x="72" y="64"/>
                    <a:pt x="72" y="64"/>
                  </a:cubicBezTo>
                  <a:lnTo>
                    <a:pt x="72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8102601" y="4822826"/>
              <a:ext cx="252413" cy="252413"/>
            </a:xfrm>
            <a:custGeom>
              <a:avLst/>
              <a:gdLst>
                <a:gd name="T0" fmla="*/ 72 w 80"/>
                <a:gd name="T1" fmla="*/ 24 h 80"/>
                <a:gd name="T2" fmla="*/ 56 w 80"/>
                <a:gd name="T3" fmla="*/ 24 h 80"/>
                <a:gd name="T4" fmla="*/ 56 w 80"/>
                <a:gd name="T5" fmla="*/ 8 h 80"/>
                <a:gd name="T6" fmla="*/ 48 w 80"/>
                <a:gd name="T7" fmla="*/ 0 h 80"/>
                <a:gd name="T8" fmla="*/ 8 w 80"/>
                <a:gd name="T9" fmla="*/ 0 h 80"/>
                <a:gd name="T10" fmla="*/ 0 w 80"/>
                <a:gd name="T11" fmla="*/ 8 h 80"/>
                <a:gd name="T12" fmla="*/ 0 w 80"/>
                <a:gd name="T13" fmla="*/ 48 h 80"/>
                <a:gd name="T14" fmla="*/ 8 w 80"/>
                <a:gd name="T15" fmla="*/ 56 h 80"/>
                <a:gd name="T16" fmla="*/ 24 w 80"/>
                <a:gd name="T17" fmla="*/ 56 h 80"/>
                <a:gd name="T18" fmla="*/ 24 w 80"/>
                <a:gd name="T19" fmla="*/ 72 h 80"/>
                <a:gd name="T20" fmla="*/ 32 w 80"/>
                <a:gd name="T21" fmla="*/ 80 h 80"/>
                <a:gd name="T22" fmla="*/ 72 w 80"/>
                <a:gd name="T23" fmla="*/ 80 h 80"/>
                <a:gd name="T24" fmla="*/ 80 w 80"/>
                <a:gd name="T25" fmla="*/ 72 h 80"/>
                <a:gd name="T26" fmla="*/ 80 w 80"/>
                <a:gd name="T27" fmla="*/ 32 h 80"/>
                <a:gd name="T28" fmla="*/ 72 w 80"/>
                <a:gd name="T29" fmla="*/ 24 h 80"/>
                <a:gd name="T30" fmla="*/ 24 w 80"/>
                <a:gd name="T31" fmla="*/ 32 h 80"/>
                <a:gd name="T32" fmla="*/ 24 w 80"/>
                <a:gd name="T33" fmla="*/ 48 h 80"/>
                <a:gd name="T34" fmla="*/ 8 w 80"/>
                <a:gd name="T35" fmla="*/ 48 h 80"/>
                <a:gd name="T36" fmla="*/ 8 w 80"/>
                <a:gd name="T37" fmla="*/ 8 h 80"/>
                <a:gd name="T38" fmla="*/ 48 w 80"/>
                <a:gd name="T39" fmla="*/ 8 h 80"/>
                <a:gd name="T40" fmla="*/ 48 w 80"/>
                <a:gd name="T41" fmla="*/ 24 h 80"/>
                <a:gd name="T42" fmla="*/ 32 w 80"/>
                <a:gd name="T43" fmla="*/ 24 h 80"/>
                <a:gd name="T44" fmla="*/ 24 w 80"/>
                <a:gd name="T45" fmla="*/ 32 h 80"/>
                <a:gd name="T46" fmla="*/ 32 w 80"/>
                <a:gd name="T47" fmla="*/ 72 h 80"/>
                <a:gd name="T48" fmla="*/ 32 w 80"/>
                <a:gd name="T49" fmla="*/ 32 h 80"/>
                <a:gd name="T50" fmla="*/ 72 w 80"/>
                <a:gd name="T51" fmla="*/ 32 h 80"/>
                <a:gd name="T52" fmla="*/ 72 w 80"/>
                <a:gd name="T53" fmla="*/ 72 h 80"/>
                <a:gd name="T54" fmla="*/ 32 w 80"/>
                <a:gd name="T55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0">
                  <a:moveTo>
                    <a:pt x="72" y="24"/>
                  </a:moveTo>
                  <a:cubicBezTo>
                    <a:pt x="56" y="24"/>
                    <a:pt x="56" y="24"/>
                    <a:pt x="56" y="24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2" y="0"/>
                    <a:pt x="4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2"/>
                    <a:pt x="4" y="56"/>
                    <a:pt x="8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6"/>
                    <a:pt x="28" y="80"/>
                    <a:pt x="32" y="80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6" y="80"/>
                    <a:pt x="80" y="76"/>
                    <a:pt x="80" y="72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80" y="28"/>
                    <a:pt x="76" y="24"/>
                    <a:pt x="72" y="24"/>
                  </a:cubicBezTo>
                  <a:close/>
                  <a:moveTo>
                    <a:pt x="24" y="32"/>
                  </a:moveTo>
                  <a:cubicBezTo>
                    <a:pt x="24" y="48"/>
                    <a:pt x="24" y="48"/>
                    <a:pt x="24" y="48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28" y="24"/>
                    <a:pt x="24" y="28"/>
                    <a:pt x="24" y="32"/>
                  </a:cubicBezTo>
                  <a:close/>
                  <a:moveTo>
                    <a:pt x="32" y="72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72"/>
                    <a:pt x="72" y="72"/>
                    <a:pt x="72" y="72"/>
                  </a:cubicBezTo>
                  <a:lnTo>
                    <a:pt x="32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8709026" y="4822826"/>
              <a:ext cx="252413" cy="252413"/>
            </a:xfrm>
            <a:custGeom>
              <a:avLst/>
              <a:gdLst>
                <a:gd name="T0" fmla="*/ 72 w 80"/>
                <a:gd name="T1" fmla="*/ 24 h 80"/>
                <a:gd name="T2" fmla="*/ 56 w 80"/>
                <a:gd name="T3" fmla="*/ 24 h 80"/>
                <a:gd name="T4" fmla="*/ 56 w 80"/>
                <a:gd name="T5" fmla="*/ 8 h 80"/>
                <a:gd name="T6" fmla="*/ 48 w 80"/>
                <a:gd name="T7" fmla="*/ 0 h 80"/>
                <a:gd name="T8" fmla="*/ 8 w 80"/>
                <a:gd name="T9" fmla="*/ 0 h 80"/>
                <a:gd name="T10" fmla="*/ 0 w 80"/>
                <a:gd name="T11" fmla="*/ 8 h 80"/>
                <a:gd name="T12" fmla="*/ 0 w 80"/>
                <a:gd name="T13" fmla="*/ 48 h 80"/>
                <a:gd name="T14" fmla="*/ 8 w 80"/>
                <a:gd name="T15" fmla="*/ 56 h 80"/>
                <a:gd name="T16" fmla="*/ 24 w 80"/>
                <a:gd name="T17" fmla="*/ 56 h 80"/>
                <a:gd name="T18" fmla="*/ 24 w 80"/>
                <a:gd name="T19" fmla="*/ 72 h 80"/>
                <a:gd name="T20" fmla="*/ 32 w 80"/>
                <a:gd name="T21" fmla="*/ 80 h 80"/>
                <a:gd name="T22" fmla="*/ 72 w 80"/>
                <a:gd name="T23" fmla="*/ 80 h 80"/>
                <a:gd name="T24" fmla="*/ 80 w 80"/>
                <a:gd name="T25" fmla="*/ 72 h 80"/>
                <a:gd name="T26" fmla="*/ 80 w 80"/>
                <a:gd name="T27" fmla="*/ 32 h 80"/>
                <a:gd name="T28" fmla="*/ 72 w 80"/>
                <a:gd name="T29" fmla="*/ 24 h 80"/>
                <a:gd name="T30" fmla="*/ 8 w 80"/>
                <a:gd name="T31" fmla="*/ 8 h 80"/>
                <a:gd name="T32" fmla="*/ 48 w 80"/>
                <a:gd name="T33" fmla="*/ 8 h 80"/>
                <a:gd name="T34" fmla="*/ 48 w 80"/>
                <a:gd name="T35" fmla="*/ 48 h 80"/>
                <a:gd name="T36" fmla="*/ 8 w 80"/>
                <a:gd name="T37" fmla="*/ 48 h 80"/>
                <a:gd name="T38" fmla="*/ 8 w 80"/>
                <a:gd name="T39" fmla="*/ 8 h 80"/>
                <a:gd name="T40" fmla="*/ 72 w 80"/>
                <a:gd name="T41" fmla="*/ 72 h 80"/>
                <a:gd name="T42" fmla="*/ 32 w 80"/>
                <a:gd name="T43" fmla="*/ 72 h 80"/>
                <a:gd name="T44" fmla="*/ 32 w 80"/>
                <a:gd name="T45" fmla="*/ 56 h 80"/>
                <a:gd name="T46" fmla="*/ 48 w 80"/>
                <a:gd name="T47" fmla="*/ 56 h 80"/>
                <a:gd name="T48" fmla="*/ 56 w 80"/>
                <a:gd name="T49" fmla="*/ 48 h 80"/>
                <a:gd name="T50" fmla="*/ 56 w 80"/>
                <a:gd name="T51" fmla="*/ 32 h 80"/>
                <a:gd name="T52" fmla="*/ 72 w 80"/>
                <a:gd name="T53" fmla="*/ 32 h 80"/>
                <a:gd name="T54" fmla="*/ 72 w 80"/>
                <a:gd name="T55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0">
                  <a:moveTo>
                    <a:pt x="72" y="24"/>
                  </a:moveTo>
                  <a:cubicBezTo>
                    <a:pt x="56" y="24"/>
                    <a:pt x="56" y="24"/>
                    <a:pt x="56" y="24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2" y="0"/>
                    <a:pt x="4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2"/>
                    <a:pt x="4" y="56"/>
                    <a:pt x="8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6"/>
                    <a:pt x="28" y="80"/>
                    <a:pt x="32" y="80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6" y="80"/>
                    <a:pt x="80" y="76"/>
                    <a:pt x="80" y="72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80" y="28"/>
                    <a:pt x="76" y="24"/>
                    <a:pt x="72" y="24"/>
                  </a:cubicBezTo>
                  <a:close/>
                  <a:moveTo>
                    <a:pt x="8" y="8"/>
                  </a:moveTo>
                  <a:cubicBezTo>
                    <a:pt x="48" y="8"/>
                    <a:pt x="48" y="8"/>
                    <a:pt x="48" y="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8" y="8"/>
                  </a:lnTo>
                  <a:close/>
                  <a:moveTo>
                    <a:pt x="72" y="72"/>
                  </a:moveTo>
                  <a:cubicBezTo>
                    <a:pt x="32" y="72"/>
                    <a:pt x="32" y="72"/>
                    <a:pt x="32" y="72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52" y="56"/>
                    <a:pt x="56" y="52"/>
                    <a:pt x="56" y="48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72" y="32"/>
                    <a:pt x="72" y="32"/>
                    <a:pt x="72" y="32"/>
                  </a:cubicBezTo>
                  <a:lnTo>
                    <a:pt x="72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3843338" y="4835526"/>
              <a:ext cx="277813" cy="227012"/>
              <a:chOff x="3843338" y="4835526"/>
              <a:chExt cx="277813" cy="227012"/>
            </a:xfrm>
          </p:grpSpPr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3894138" y="4835526"/>
                <a:ext cx="38100" cy="23813"/>
              </a:xfrm>
              <a:custGeom>
                <a:avLst/>
                <a:gdLst>
                  <a:gd name="T0" fmla="*/ 12 w 12"/>
                  <a:gd name="T1" fmla="*/ 6 h 8"/>
                  <a:gd name="T2" fmla="*/ 6 w 12"/>
                  <a:gd name="T3" fmla="*/ 0 h 8"/>
                  <a:gd name="T4" fmla="*/ 0 w 12"/>
                  <a:gd name="T5" fmla="*/ 6 h 8"/>
                  <a:gd name="T6" fmla="*/ 0 w 12"/>
                  <a:gd name="T7" fmla="*/ 8 h 8"/>
                  <a:gd name="T8" fmla="*/ 12 w 12"/>
                  <a:gd name="T9" fmla="*/ 8 h 8"/>
                  <a:gd name="T10" fmla="*/ 12 w 12"/>
                  <a:gd name="T11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8">
                    <a:moveTo>
                      <a:pt x="12" y="6"/>
                    </a:move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2" y="8"/>
                      <a:pt x="12" y="8"/>
                      <a:pt x="12" y="8"/>
                    </a:cubicBezTo>
                    <a:lnTo>
                      <a:pt x="12" y="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3894138" y="4872038"/>
                <a:ext cx="38100" cy="152400"/>
              </a:xfrm>
              <a:custGeom>
                <a:avLst/>
                <a:gdLst>
                  <a:gd name="T0" fmla="*/ 24 w 24"/>
                  <a:gd name="T1" fmla="*/ 72 h 96"/>
                  <a:gd name="T2" fmla="*/ 24 w 24"/>
                  <a:gd name="T3" fmla="*/ 0 h 96"/>
                  <a:gd name="T4" fmla="*/ 0 w 24"/>
                  <a:gd name="T5" fmla="*/ 0 h 96"/>
                  <a:gd name="T6" fmla="*/ 0 w 24"/>
                  <a:gd name="T7" fmla="*/ 72 h 96"/>
                  <a:gd name="T8" fmla="*/ 12 w 24"/>
                  <a:gd name="T9" fmla="*/ 96 h 96"/>
                  <a:gd name="T10" fmla="*/ 24 w 24"/>
                  <a:gd name="T11" fmla="*/ 7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96">
                    <a:moveTo>
                      <a:pt x="24" y="72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0" y="72"/>
                    </a:lnTo>
                    <a:lnTo>
                      <a:pt x="12" y="96"/>
                    </a:lnTo>
                    <a:lnTo>
                      <a:pt x="24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1"/>
              <p:cNvSpPr>
                <a:spLocks noEditPoints="1"/>
              </p:cNvSpPr>
              <p:nvPr/>
            </p:nvSpPr>
            <p:spPr bwMode="auto">
              <a:xfrm>
                <a:off x="3843338" y="4884738"/>
                <a:ext cx="277813" cy="177800"/>
              </a:xfrm>
              <a:custGeom>
                <a:avLst/>
                <a:gdLst>
                  <a:gd name="T0" fmla="*/ 80 w 88"/>
                  <a:gd name="T1" fmla="*/ 0 h 56"/>
                  <a:gd name="T2" fmla="*/ 36 w 88"/>
                  <a:gd name="T3" fmla="*/ 0 h 56"/>
                  <a:gd name="T4" fmla="*/ 36 w 88"/>
                  <a:gd name="T5" fmla="*/ 8 h 56"/>
                  <a:gd name="T6" fmla="*/ 56 w 88"/>
                  <a:gd name="T7" fmla="*/ 8 h 56"/>
                  <a:gd name="T8" fmla="*/ 56 w 88"/>
                  <a:gd name="T9" fmla="*/ 48 h 56"/>
                  <a:gd name="T10" fmla="*/ 8 w 88"/>
                  <a:gd name="T11" fmla="*/ 48 h 56"/>
                  <a:gd name="T12" fmla="*/ 8 w 88"/>
                  <a:gd name="T13" fmla="*/ 0 h 56"/>
                  <a:gd name="T14" fmla="*/ 0 w 88"/>
                  <a:gd name="T15" fmla="*/ 8 h 56"/>
                  <a:gd name="T16" fmla="*/ 0 w 88"/>
                  <a:gd name="T17" fmla="*/ 48 h 56"/>
                  <a:gd name="T18" fmla="*/ 8 w 88"/>
                  <a:gd name="T19" fmla="*/ 56 h 56"/>
                  <a:gd name="T20" fmla="*/ 80 w 88"/>
                  <a:gd name="T21" fmla="*/ 56 h 56"/>
                  <a:gd name="T22" fmla="*/ 88 w 88"/>
                  <a:gd name="T23" fmla="*/ 48 h 56"/>
                  <a:gd name="T24" fmla="*/ 88 w 88"/>
                  <a:gd name="T25" fmla="*/ 8 h 56"/>
                  <a:gd name="T26" fmla="*/ 80 w 88"/>
                  <a:gd name="T27" fmla="*/ 0 h 56"/>
                  <a:gd name="T28" fmla="*/ 64 w 88"/>
                  <a:gd name="T29" fmla="*/ 8 h 56"/>
                  <a:gd name="T30" fmla="*/ 80 w 88"/>
                  <a:gd name="T31" fmla="*/ 8 h 56"/>
                  <a:gd name="T32" fmla="*/ 80 w 88"/>
                  <a:gd name="T33" fmla="*/ 24 h 56"/>
                  <a:gd name="T34" fmla="*/ 64 w 88"/>
                  <a:gd name="T35" fmla="*/ 24 h 56"/>
                  <a:gd name="T36" fmla="*/ 64 w 88"/>
                  <a:gd name="T37" fmla="*/ 8 h 56"/>
                  <a:gd name="T38" fmla="*/ 64 w 88"/>
                  <a:gd name="T39" fmla="*/ 48 h 56"/>
                  <a:gd name="T40" fmla="*/ 64 w 88"/>
                  <a:gd name="T41" fmla="*/ 32 h 56"/>
                  <a:gd name="T42" fmla="*/ 80 w 88"/>
                  <a:gd name="T43" fmla="*/ 32 h 56"/>
                  <a:gd name="T44" fmla="*/ 80 w 88"/>
                  <a:gd name="T45" fmla="*/ 48 h 56"/>
                  <a:gd name="T46" fmla="*/ 64 w 88"/>
                  <a:gd name="T4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8" h="56">
                    <a:moveTo>
                      <a:pt x="8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8" y="52"/>
                      <a:pt x="88" y="48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64" y="8"/>
                    </a:moveTo>
                    <a:cubicBezTo>
                      <a:pt x="80" y="8"/>
                      <a:pt x="80" y="8"/>
                      <a:pt x="80" y="8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64" y="24"/>
                      <a:pt x="64" y="24"/>
                      <a:pt x="64" y="24"/>
                    </a:cubicBezTo>
                    <a:lnTo>
                      <a:pt x="64" y="8"/>
                    </a:lnTo>
                    <a:close/>
                    <a:moveTo>
                      <a:pt x="64" y="48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80" y="32"/>
                      <a:pt x="80" y="32"/>
                      <a:pt x="80" y="32"/>
                    </a:cubicBezTo>
                    <a:cubicBezTo>
                      <a:pt x="80" y="48"/>
                      <a:pt x="80" y="48"/>
                      <a:pt x="80" y="48"/>
                    </a:cubicBezTo>
                    <a:lnTo>
                      <a:pt x="64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443413" y="4819651"/>
              <a:ext cx="271463" cy="255588"/>
            </a:xfrm>
            <a:custGeom>
              <a:avLst/>
              <a:gdLst>
                <a:gd name="T0" fmla="*/ 86 w 86"/>
                <a:gd name="T1" fmla="*/ 13 h 81"/>
                <a:gd name="T2" fmla="*/ 82 w 86"/>
                <a:gd name="T3" fmla="*/ 5 h 81"/>
                <a:gd name="T4" fmla="*/ 66 w 86"/>
                <a:gd name="T5" fmla="*/ 5 h 81"/>
                <a:gd name="T6" fmla="*/ 25 w 86"/>
                <a:gd name="T7" fmla="*/ 46 h 81"/>
                <a:gd name="T8" fmla="*/ 15 w 86"/>
                <a:gd name="T9" fmla="*/ 50 h 81"/>
                <a:gd name="T10" fmla="*/ 9 w 86"/>
                <a:gd name="T11" fmla="*/ 64 h 81"/>
                <a:gd name="T12" fmla="*/ 6 w 86"/>
                <a:gd name="T13" fmla="*/ 74 h 81"/>
                <a:gd name="T14" fmla="*/ 0 w 86"/>
                <a:gd name="T15" fmla="*/ 80 h 81"/>
                <a:gd name="T16" fmla="*/ 13 w 86"/>
                <a:gd name="T17" fmla="*/ 81 h 81"/>
                <a:gd name="T18" fmla="*/ 13 w 86"/>
                <a:gd name="T19" fmla="*/ 81 h 81"/>
                <a:gd name="T20" fmla="*/ 37 w 86"/>
                <a:gd name="T21" fmla="*/ 73 h 81"/>
                <a:gd name="T22" fmla="*/ 42 w 86"/>
                <a:gd name="T23" fmla="*/ 62 h 81"/>
                <a:gd name="T24" fmla="*/ 82 w 86"/>
                <a:gd name="T25" fmla="*/ 22 h 81"/>
                <a:gd name="T26" fmla="*/ 86 w 86"/>
                <a:gd name="T27" fmla="*/ 13 h 81"/>
                <a:gd name="T28" fmla="*/ 32 w 86"/>
                <a:gd name="T29" fmla="*/ 67 h 81"/>
                <a:gd name="T30" fmla="*/ 16 w 86"/>
                <a:gd name="T31" fmla="*/ 73 h 81"/>
                <a:gd name="T32" fmla="*/ 17 w 86"/>
                <a:gd name="T33" fmla="*/ 64 h 81"/>
                <a:gd name="T34" fmla="*/ 26 w 86"/>
                <a:gd name="T35" fmla="*/ 53 h 81"/>
                <a:gd name="T36" fmla="*/ 32 w 86"/>
                <a:gd name="T37" fmla="*/ 56 h 81"/>
                <a:gd name="T38" fmla="*/ 32 w 86"/>
                <a:gd name="T39" fmla="*/ 67 h 81"/>
                <a:gd name="T40" fmla="*/ 77 w 86"/>
                <a:gd name="T41" fmla="*/ 16 h 81"/>
                <a:gd name="T42" fmla="*/ 40 w 86"/>
                <a:gd name="T43" fmla="*/ 53 h 81"/>
                <a:gd name="T44" fmla="*/ 37 w 86"/>
                <a:gd name="T45" fmla="*/ 50 h 81"/>
                <a:gd name="T46" fmla="*/ 34 w 86"/>
                <a:gd name="T47" fmla="*/ 48 h 81"/>
                <a:gd name="T48" fmla="*/ 71 w 86"/>
                <a:gd name="T49" fmla="*/ 10 h 81"/>
                <a:gd name="T50" fmla="*/ 77 w 86"/>
                <a:gd name="T51" fmla="*/ 10 h 81"/>
                <a:gd name="T52" fmla="*/ 78 w 86"/>
                <a:gd name="T53" fmla="*/ 13 h 81"/>
                <a:gd name="T54" fmla="*/ 77 w 86"/>
                <a:gd name="T55" fmla="*/ 1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81">
                  <a:moveTo>
                    <a:pt x="86" y="13"/>
                  </a:moveTo>
                  <a:cubicBezTo>
                    <a:pt x="86" y="10"/>
                    <a:pt x="85" y="7"/>
                    <a:pt x="82" y="5"/>
                  </a:cubicBezTo>
                  <a:cubicBezTo>
                    <a:pt x="78" y="0"/>
                    <a:pt x="70" y="0"/>
                    <a:pt x="66" y="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1" y="46"/>
                    <a:pt x="17" y="47"/>
                    <a:pt x="15" y="50"/>
                  </a:cubicBezTo>
                  <a:cubicBezTo>
                    <a:pt x="9" y="56"/>
                    <a:pt x="9" y="60"/>
                    <a:pt x="9" y="64"/>
                  </a:cubicBezTo>
                  <a:cubicBezTo>
                    <a:pt x="10" y="68"/>
                    <a:pt x="10" y="70"/>
                    <a:pt x="6" y="7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7" y="81"/>
                    <a:pt x="9" y="81"/>
                    <a:pt x="13" y="81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9" y="81"/>
                    <a:pt x="30" y="80"/>
                    <a:pt x="37" y="73"/>
                  </a:cubicBezTo>
                  <a:cubicBezTo>
                    <a:pt x="40" y="70"/>
                    <a:pt x="42" y="66"/>
                    <a:pt x="42" y="6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5" y="19"/>
                    <a:pt x="86" y="16"/>
                    <a:pt x="86" y="13"/>
                  </a:cubicBezTo>
                  <a:close/>
                  <a:moveTo>
                    <a:pt x="32" y="67"/>
                  </a:moveTo>
                  <a:cubicBezTo>
                    <a:pt x="27" y="71"/>
                    <a:pt x="21" y="73"/>
                    <a:pt x="16" y="73"/>
                  </a:cubicBezTo>
                  <a:cubicBezTo>
                    <a:pt x="18" y="69"/>
                    <a:pt x="17" y="66"/>
                    <a:pt x="17" y="64"/>
                  </a:cubicBezTo>
                  <a:cubicBezTo>
                    <a:pt x="17" y="57"/>
                    <a:pt x="22" y="53"/>
                    <a:pt x="26" y="53"/>
                  </a:cubicBezTo>
                  <a:cubicBezTo>
                    <a:pt x="28" y="53"/>
                    <a:pt x="30" y="54"/>
                    <a:pt x="32" y="56"/>
                  </a:cubicBezTo>
                  <a:cubicBezTo>
                    <a:pt x="35" y="59"/>
                    <a:pt x="35" y="64"/>
                    <a:pt x="32" y="67"/>
                  </a:cubicBezTo>
                  <a:close/>
                  <a:moveTo>
                    <a:pt x="77" y="16"/>
                  </a:moveTo>
                  <a:cubicBezTo>
                    <a:pt x="40" y="53"/>
                    <a:pt x="40" y="53"/>
                    <a:pt x="40" y="53"/>
                  </a:cubicBezTo>
                  <a:cubicBezTo>
                    <a:pt x="39" y="52"/>
                    <a:pt x="38" y="51"/>
                    <a:pt x="37" y="50"/>
                  </a:cubicBezTo>
                  <a:cubicBezTo>
                    <a:pt x="36" y="49"/>
                    <a:pt x="35" y="48"/>
                    <a:pt x="34" y="48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3" y="9"/>
                    <a:pt x="75" y="9"/>
                    <a:pt x="77" y="10"/>
                  </a:cubicBezTo>
                  <a:cubicBezTo>
                    <a:pt x="78" y="11"/>
                    <a:pt x="78" y="12"/>
                    <a:pt x="78" y="13"/>
                  </a:cubicBezTo>
                  <a:cubicBezTo>
                    <a:pt x="78" y="14"/>
                    <a:pt x="78" y="15"/>
                    <a:pt x="77" y="16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470776" y="4797426"/>
              <a:ext cx="303213" cy="303213"/>
            </a:xfrm>
            <a:custGeom>
              <a:avLst/>
              <a:gdLst>
                <a:gd name="T0" fmla="*/ 86 w 96"/>
                <a:gd name="T1" fmla="*/ 36 h 96"/>
                <a:gd name="T2" fmla="*/ 60 w 96"/>
                <a:gd name="T3" fmla="*/ 4 h 96"/>
                <a:gd name="T4" fmla="*/ 40 w 96"/>
                <a:gd name="T5" fmla="*/ 0 h 96"/>
                <a:gd name="T6" fmla="*/ 36 w 96"/>
                <a:gd name="T7" fmla="*/ 10 h 96"/>
                <a:gd name="T8" fmla="*/ 4 w 96"/>
                <a:gd name="T9" fmla="*/ 36 h 96"/>
                <a:gd name="T10" fmla="*/ 0 w 96"/>
                <a:gd name="T11" fmla="*/ 56 h 96"/>
                <a:gd name="T12" fmla="*/ 10 w 96"/>
                <a:gd name="T13" fmla="*/ 60 h 96"/>
                <a:gd name="T14" fmla="*/ 36 w 96"/>
                <a:gd name="T15" fmla="*/ 92 h 96"/>
                <a:gd name="T16" fmla="*/ 56 w 96"/>
                <a:gd name="T17" fmla="*/ 96 h 96"/>
                <a:gd name="T18" fmla="*/ 60 w 96"/>
                <a:gd name="T19" fmla="*/ 86 h 96"/>
                <a:gd name="T20" fmla="*/ 92 w 96"/>
                <a:gd name="T21" fmla="*/ 60 h 96"/>
                <a:gd name="T22" fmla="*/ 96 w 96"/>
                <a:gd name="T23" fmla="*/ 40 h 96"/>
                <a:gd name="T24" fmla="*/ 44 w 96"/>
                <a:gd name="T25" fmla="*/ 8 h 96"/>
                <a:gd name="T26" fmla="*/ 52 w 96"/>
                <a:gd name="T27" fmla="*/ 16 h 96"/>
                <a:gd name="T28" fmla="*/ 44 w 96"/>
                <a:gd name="T29" fmla="*/ 8 h 96"/>
                <a:gd name="T30" fmla="*/ 16 w 96"/>
                <a:gd name="T31" fmla="*/ 44 h 96"/>
                <a:gd name="T32" fmla="*/ 8 w 96"/>
                <a:gd name="T33" fmla="*/ 52 h 96"/>
                <a:gd name="T34" fmla="*/ 52 w 96"/>
                <a:gd name="T35" fmla="*/ 88 h 96"/>
                <a:gd name="T36" fmla="*/ 44 w 96"/>
                <a:gd name="T37" fmla="*/ 80 h 96"/>
                <a:gd name="T38" fmla="*/ 52 w 96"/>
                <a:gd name="T39" fmla="*/ 88 h 96"/>
                <a:gd name="T40" fmla="*/ 60 w 96"/>
                <a:gd name="T41" fmla="*/ 76 h 96"/>
                <a:gd name="T42" fmla="*/ 40 w 96"/>
                <a:gd name="T43" fmla="*/ 72 h 96"/>
                <a:gd name="T44" fmla="*/ 36 w 96"/>
                <a:gd name="T45" fmla="*/ 78 h 96"/>
                <a:gd name="T46" fmla="*/ 20 w 96"/>
                <a:gd name="T47" fmla="*/ 60 h 96"/>
                <a:gd name="T48" fmla="*/ 24 w 96"/>
                <a:gd name="T49" fmla="*/ 40 h 96"/>
                <a:gd name="T50" fmla="*/ 18 w 96"/>
                <a:gd name="T51" fmla="*/ 36 h 96"/>
                <a:gd name="T52" fmla="*/ 36 w 96"/>
                <a:gd name="T53" fmla="*/ 20 h 96"/>
                <a:gd name="T54" fmla="*/ 56 w 96"/>
                <a:gd name="T55" fmla="*/ 24 h 96"/>
                <a:gd name="T56" fmla="*/ 60 w 96"/>
                <a:gd name="T57" fmla="*/ 18 h 96"/>
                <a:gd name="T58" fmla="*/ 76 w 96"/>
                <a:gd name="T59" fmla="*/ 36 h 96"/>
                <a:gd name="T60" fmla="*/ 72 w 96"/>
                <a:gd name="T61" fmla="*/ 56 h 96"/>
                <a:gd name="T62" fmla="*/ 78 w 96"/>
                <a:gd name="T63" fmla="*/ 60 h 96"/>
                <a:gd name="T64" fmla="*/ 88 w 96"/>
                <a:gd name="T65" fmla="*/ 52 h 96"/>
                <a:gd name="T66" fmla="*/ 80 w 96"/>
                <a:gd name="T67" fmla="*/ 44 h 96"/>
                <a:gd name="T68" fmla="*/ 88 w 96"/>
                <a:gd name="T69" fmla="*/ 5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6" h="96">
                  <a:moveTo>
                    <a:pt x="92" y="36"/>
                  </a:moveTo>
                  <a:cubicBezTo>
                    <a:pt x="86" y="36"/>
                    <a:pt x="86" y="36"/>
                    <a:pt x="86" y="36"/>
                  </a:cubicBezTo>
                  <a:cubicBezTo>
                    <a:pt x="82" y="24"/>
                    <a:pt x="72" y="14"/>
                    <a:pt x="60" y="10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2"/>
                    <a:pt x="58" y="0"/>
                    <a:pt x="5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6" y="2"/>
                    <a:pt x="36" y="4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24" y="14"/>
                    <a:pt x="14" y="24"/>
                    <a:pt x="1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" y="36"/>
                    <a:pt x="0" y="38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8"/>
                    <a:pt x="2" y="60"/>
                    <a:pt x="4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4" y="72"/>
                    <a:pt x="24" y="82"/>
                    <a:pt x="36" y="86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6" y="94"/>
                    <a:pt x="38" y="96"/>
                    <a:pt x="40" y="96"/>
                  </a:cubicBezTo>
                  <a:cubicBezTo>
                    <a:pt x="56" y="96"/>
                    <a:pt x="56" y="96"/>
                    <a:pt x="56" y="96"/>
                  </a:cubicBezTo>
                  <a:cubicBezTo>
                    <a:pt x="58" y="96"/>
                    <a:pt x="60" y="94"/>
                    <a:pt x="60" y="92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72" y="82"/>
                    <a:pt x="82" y="72"/>
                    <a:pt x="86" y="60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4" y="60"/>
                    <a:pt x="96" y="58"/>
                    <a:pt x="96" y="56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38"/>
                    <a:pt x="94" y="36"/>
                    <a:pt x="92" y="36"/>
                  </a:cubicBezTo>
                  <a:close/>
                  <a:moveTo>
                    <a:pt x="44" y="8"/>
                  </a:moveTo>
                  <a:cubicBezTo>
                    <a:pt x="52" y="8"/>
                    <a:pt x="52" y="8"/>
                    <a:pt x="52" y="8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4" y="8"/>
                  </a:lnTo>
                  <a:close/>
                  <a:moveTo>
                    <a:pt x="8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8" y="52"/>
                    <a:pt x="8" y="52"/>
                    <a:pt x="8" y="52"/>
                  </a:cubicBezTo>
                  <a:lnTo>
                    <a:pt x="8" y="44"/>
                  </a:lnTo>
                  <a:close/>
                  <a:moveTo>
                    <a:pt x="52" y="88"/>
                  </a:moveTo>
                  <a:cubicBezTo>
                    <a:pt x="44" y="88"/>
                    <a:pt x="44" y="88"/>
                    <a:pt x="44" y="88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52" y="80"/>
                    <a:pt x="52" y="80"/>
                    <a:pt x="52" y="80"/>
                  </a:cubicBezTo>
                  <a:lnTo>
                    <a:pt x="52" y="88"/>
                  </a:lnTo>
                  <a:close/>
                  <a:moveTo>
                    <a:pt x="60" y="78"/>
                  </a:moveTo>
                  <a:cubicBezTo>
                    <a:pt x="60" y="76"/>
                    <a:pt x="60" y="76"/>
                    <a:pt x="60" y="76"/>
                  </a:cubicBezTo>
                  <a:cubicBezTo>
                    <a:pt x="60" y="74"/>
                    <a:pt x="58" y="72"/>
                    <a:pt x="56" y="72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38" y="72"/>
                    <a:pt x="36" y="74"/>
                    <a:pt x="36" y="76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28" y="74"/>
                    <a:pt x="22" y="68"/>
                    <a:pt x="18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2" y="60"/>
                    <a:pt x="24" y="58"/>
                    <a:pt x="24" y="56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8"/>
                    <a:pt x="22" y="36"/>
                    <a:pt x="20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2" y="28"/>
                    <a:pt x="28" y="22"/>
                    <a:pt x="36" y="18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2"/>
                    <a:pt x="38" y="24"/>
                    <a:pt x="40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8" y="24"/>
                    <a:pt x="60" y="22"/>
                    <a:pt x="60" y="20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8" y="22"/>
                    <a:pt x="74" y="28"/>
                    <a:pt x="78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4" y="36"/>
                    <a:pt x="72" y="38"/>
                    <a:pt x="72" y="4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58"/>
                    <a:pt x="74" y="60"/>
                    <a:pt x="76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4" y="68"/>
                    <a:pt x="68" y="74"/>
                    <a:pt x="60" y="78"/>
                  </a:cubicBezTo>
                  <a:close/>
                  <a:moveTo>
                    <a:pt x="88" y="52"/>
                  </a:moveTo>
                  <a:cubicBezTo>
                    <a:pt x="80" y="52"/>
                    <a:pt x="80" y="52"/>
                    <a:pt x="80" y="52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8" y="44"/>
                    <a:pt x="88" y="44"/>
                    <a:pt x="88" y="44"/>
                  </a:cubicBezTo>
                  <a:lnTo>
                    <a:pt x="88" y="5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8" name="组合 167"/>
            <p:cNvGrpSpPr/>
            <p:nvPr/>
          </p:nvGrpSpPr>
          <p:grpSpPr>
            <a:xfrm>
              <a:off x="3249613" y="4822826"/>
              <a:ext cx="265113" cy="252413"/>
              <a:chOff x="3249613" y="4822826"/>
              <a:chExt cx="265113" cy="252413"/>
            </a:xfrm>
          </p:grpSpPr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3389313" y="4832351"/>
                <a:ext cx="109538" cy="179388"/>
              </a:xfrm>
              <a:custGeom>
                <a:avLst/>
                <a:gdLst>
                  <a:gd name="T0" fmla="*/ 35 w 35"/>
                  <a:gd name="T1" fmla="*/ 17 h 57"/>
                  <a:gd name="T2" fmla="*/ 32 w 35"/>
                  <a:gd name="T3" fmla="*/ 11 h 57"/>
                  <a:gd name="T4" fmla="*/ 23 w 35"/>
                  <a:gd name="T5" fmla="*/ 3 h 57"/>
                  <a:gd name="T6" fmla="*/ 12 w 35"/>
                  <a:gd name="T7" fmla="*/ 3 h 57"/>
                  <a:gd name="T8" fmla="*/ 0 w 35"/>
                  <a:gd name="T9" fmla="*/ 15 h 57"/>
                  <a:gd name="T10" fmla="*/ 0 w 35"/>
                  <a:gd name="T11" fmla="*/ 27 h 57"/>
                  <a:gd name="T12" fmla="*/ 17 w 35"/>
                  <a:gd name="T13" fmla="*/ 8 h 57"/>
                  <a:gd name="T14" fmla="*/ 27 w 35"/>
                  <a:gd name="T15" fmla="*/ 17 h 57"/>
                  <a:gd name="T16" fmla="*/ 0 w 35"/>
                  <a:gd name="T17" fmla="*/ 45 h 57"/>
                  <a:gd name="T18" fmla="*/ 0 w 35"/>
                  <a:gd name="T19" fmla="*/ 57 h 57"/>
                  <a:gd name="T20" fmla="*/ 32 w 35"/>
                  <a:gd name="T21" fmla="*/ 23 h 57"/>
                  <a:gd name="T22" fmla="*/ 35 w 35"/>
                  <a:gd name="T23" fmla="*/ 1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57">
                    <a:moveTo>
                      <a:pt x="35" y="17"/>
                    </a:moveTo>
                    <a:cubicBezTo>
                      <a:pt x="35" y="15"/>
                      <a:pt x="34" y="13"/>
                      <a:pt x="32" y="11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0" y="0"/>
                      <a:pt x="14" y="0"/>
                      <a:pt x="12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4" y="21"/>
                      <a:pt x="35" y="19"/>
                      <a:pt x="35" y="17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5"/>
              <p:cNvSpPr>
                <a:spLocks noEditPoints="1"/>
              </p:cNvSpPr>
              <p:nvPr/>
            </p:nvSpPr>
            <p:spPr bwMode="auto">
              <a:xfrm>
                <a:off x="3249613" y="4822826"/>
                <a:ext cx="127000" cy="252413"/>
              </a:xfrm>
              <a:custGeom>
                <a:avLst/>
                <a:gdLst>
                  <a:gd name="T0" fmla="*/ 32 w 40"/>
                  <a:gd name="T1" fmla="*/ 0 h 80"/>
                  <a:gd name="T2" fmla="*/ 8 w 40"/>
                  <a:gd name="T3" fmla="*/ 0 h 80"/>
                  <a:gd name="T4" fmla="*/ 0 w 40"/>
                  <a:gd name="T5" fmla="*/ 8 h 80"/>
                  <a:gd name="T6" fmla="*/ 0 w 40"/>
                  <a:gd name="T7" fmla="*/ 72 h 80"/>
                  <a:gd name="T8" fmla="*/ 8 w 40"/>
                  <a:gd name="T9" fmla="*/ 80 h 80"/>
                  <a:gd name="T10" fmla="*/ 32 w 40"/>
                  <a:gd name="T11" fmla="*/ 80 h 80"/>
                  <a:gd name="T12" fmla="*/ 40 w 40"/>
                  <a:gd name="T13" fmla="*/ 72 h 80"/>
                  <a:gd name="T14" fmla="*/ 40 w 40"/>
                  <a:gd name="T15" fmla="*/ 8 h 80"/>
                  <a:gd name="T16" fmla="*/ 32 w 40"/>
                  <a:gd name="T17" fmla="*/ 0 h 80"/>
                  <a:gd name="T18" fmla="*/ 8 w 40"/>
                  <a:gd name="T19" fmla="*/ 72 h 80"/>
                  <a:gd name="T20" fmla="*/ 8 w 40"/>
                  <a:gd name="T21" fmla="*/ 8 h 80"/>
                  <a:gd name="T22" fmla="*/ 32 w 40"/>
                  <a:gd name="T23" fmla="*/ 8 h 80"/>
                  <a:gd name="T24" fmla="*/ 32 w 40"/>
                  <a:gd name="T25" fmla="*/ 72 h 80"/>
                  <a:gd name="T26" fmla="*/ 8 w 40"/>
                  <a:gd name="T2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80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6" y="80"/>
                      <a:pt x="40" y="76"/>
                      <a:pt x="40" y="72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7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2"/>
                      <a:pt x="32" y="72"/>
                      <a:pt x="32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3287713" y="4872038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Rectangle 17"/>
              <p:cNvSpPr>
                <a:spLocks noChangeArrowheads="1"/>
              </p:cNvSpPr>
              <p:nvPr/>
            </p:nvSpPr>
            <p:spPr bwMode="auto">
              <a:xfrm>
                <a:off x="3287713" y="4948238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Oval 18"/>
              <p:cNvSpPr>
                <a:spLocks noChangeArrowheads="1"/>
              </p:cNvSpPr>
              <p:nvPr/>
            </p:nvSpPr>
            <p:spPr bwMode="auto">
              <a:xfrm>
                <a:off x="3300413" y="5011738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9"/>
              <p:cNvSpPr>
                <a:spLocks/>
              </p:cNvSpPr>
              <p:nvPr/>
            </p:nvSpPr>
            <p:spPr bwMode="auto">
              <a:xfrm>
                <a:off x="3389313" y="4960938"/>
                <a:ext cx="125413" cy="101600"/>
              </a:xfrm>
              <a:custGeom>
                <a:avLst/>
                <a:gdLst>
                  <a:gd name="T0" fmla="*/ 40 w 40"/>
                  <a:gd name="T1" fmla="*/ 20 h 32"/>
                  <a:gd name="T2" fmla="*/ 38 w 40"/>
                  <a:gd name="T3" fmla="*/ 7 h 32"/>
                  <a:gd name="T4" fmla="*/ 35 w 40"/>
                  <a:gd name="T5" fmla="*/ 2 h 32"/>
                  <a:gd name="T6" fmla="*/ 29 w 40"/>
                  <a:gd name="T7" fmla="*/ 0 h 32"/>
                  <a:gd name="T8" fmla="*/ 20 w 40"/>
                  <a:gd name="T9" fmla="*/ 1 h 32"/>
                  <a:gd name="T10" fmla="*/ 21 w 40"/>
                  <a:gd name="T11" fmla="*/ 9 h 32"/>
                  <a:gd name="T12" fmla="*/ 30 w 40"/>
                  <a:gd name="T13" fmla="*/ 8 h 32"/>
                  <a:gd name="T14" fmla="*/ 32 w 40"/>
                  <a:gd name="T15" fmla="*/ 21 h 32"/>
                  <a:gd name="T16" fmla="*/ 0 w 40"/>
                  <a:gd name="T17" fmla="*/ 24 h 32"/>
                  <a:gd name="T18" fmla="*/ 0 w 40"/>
                  <a:gd name="T19" fmla="*/ 32 h 32"/>
                  <a:gd name="T20" fmla="*/ 33 w 40"/>
                  <a:gd name="T21" fmla="*/ 29 h 32"/>
                  <a:gd name="T22" fmla="*/ 38 w 40"/>
                  <a:gd name="T23" fmla="*/ 26 h 32"/>
                  <a:gd name="T24" fmla="*/ 40 w 40"/>
                  <a:gd name="T25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32">
                    <a:moveTo>
                      <a:pt x="40" y="20"/>
                    </a:moveTo>
                    <a:cubicBezTo>
                      <a:pt x="38" y="7"/>
                      <a:pt x="38" y="7"/>
                      <a:pt x="38" y="7"/>
                    </a:cubicBezTo>
                    <a:cubicBezTo>
                      <a:pt x="38" y="5"/>
                      <a:pt x="37" y="3"/>
                      <a:pt x="35" y="2"/>
                    </a:cubicBezTo>
                    <a:cubicBezTo>
                      <a:pt x="33" y="0"/>
                      <a:pt x="31" y="0"/>
                      <a:pt x="29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5" y="28"/>
                      <a:pt x="37" y="27"/>
                      <a:pt x="38" y="26"/>
                    </a:cubicBezTo>
                    <a:cubicBezTo>
                      <a:pt x="39" y="24"/>
                      <a:pt x="40" y="22"/>
                      <a:pt x="40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" name="Freeform 20"/>
            <p:cNvSpPr>
              <a:spLocks noEditPoints="1"/>
            </p:cNvSpPr>
            <p:nvPr/>
          </p:nvSpPr>
          <p:spPr bwMode="auto">
            <a:xfrm>
              <a:off x="5675313" y="4822826"/>
              <a:ext cx="254000" cy="252413"/>
            </a:xfrm>
            <a:custGeom>
              <a:avLst/>
              <a:gdLst>
                <a:gd name="T0" fmla="*/ 72 w 80"/>
                <a:gd name="T1" fmla="*/ 57 h 80"/>
                <a:gd name="T2" fmla="*/ 72 w 80"/>
                <a:gd name="T3" fmla="*/ 23 h 80"/>
                <a:gd name="T4" fmla="*/ 80 w 80"/>
                <a:gd name="T5" fmla="*/ 12 h 80"/>
                <a:gd name="T6" fmla="*/ 68 w 80"/>
                <a:gd name="T7" fmla="*/ 0 h 80"/>
                <a:gd name="T8" fmla="*/ 57 w 80"/>
                <a:gd name="T9" fmla="*/ 8 h 80"/>
                <a:gd name="T10" fmla="*/ 23 w 80"/>
                <a:gd name="T11" fmla="*/ 8 h 80"/>
                <a:gd name="T12" fmla="*/ 12 w 80"/>
                <a:gd name="T13" fmla="*/ 0 h 80"/>
                <a:gd name="T14" fmla="*/ 0 w 80"/>
                <a:gd name="T15" fmla="*/ 12 h 80"/>
                <a:gd name="T16" fmla="*/ 8 w 80"/>
                <a:gd name="T17" fmla="*/ 23 h 80"/>
                <a:gd name="T18" fmla="*/ 8 w 80"/>
                <a:gd name="T19" fmla="*/ 57 h 80"/>
                <a:gd name="T20" fmla="*/ 0 w 80"/>
                <a:gd name="T21" fmla="*/ 68 h 80"/>
                <a:gd name="T22" fmla="*/ 12 w 80"/>
                <a:gd name="T23" fmla="*/ 80 h 80"/>
                <a:gd name="T24" fmla="*/ 23 w 80"/>
                <a:gd name="T25" fmla="*/ 72 h 80"/>
                <a:gd name="T26" fmla="*/ 57 w 80"/>
                <a:gd name="T27" fmla="*/ 72 h 80"/>
                <a:gd name="T28" fmla="*/ 68 w 80"/>
                <a:gd name="T29" fmla="*/ 80 h 80"/>
                <a:gd name="T30" fmla="*/ 80 w 80"/>
                <a:gd name="T31" fmla="*/ 68 h 80"/>
                <a:gd name="T32" fmla="*/ 72 w 80"/>
                <a:gd name="T33" fmla="*/ 57 h 80"/>
                <a:gd name="T34" fmla="*/ 68 w 80"/>
                <a:gd name="T35" fmla="*/ 8 h 80"/>
                <a:gd name="T36" fmla="*/ 72 w 80"/>
                <a:gd name="T37" fmla="*/ 12 h 80"/>
                <a:gd name="T38" fmla="*/ 68 w 80"/>
                <a:gd name="T39" fmla="*/ 16 h 80"/>
                <a:gd name="T40" fmla="*/ 64 w 80"/>
                <a:gd name="T41" fmla="*/ 12 h 80"/>
                <a:gd name="T42" fmla="*/ 68 w 80"/>
                <a:gd name="T43" fmla="*/ 8 h 80"/>
                <a:gd name="T44" fmla="*/ 12 w 80"/>
                <a:gd name="T45" fmla="*/ 8 h 80"/>
                <a:gd name="T46" fmla="*/ 16 w 80"/>
                <a:gd name="T47" fmla="*/ 12 h 80"/>
                <a:gd name="T48" fmla="*/ 12 w 80"/>
                <a:gd name="T49" fmla="*/ 16 h 80"/>
                <a:gd name="T50" fmla="*/ 8 w 80"/>
                <a:gd name="T51" fmla="*/ 12 h 80"/>
                <a:gd name="T52" fmla="*/ 12 w 80"/>
                <a:gd name="T53" fmla="*/ 8 h 80"/>
                <a:gd name="T54" fmla="*/ 12 w 80"/>
                <a:gd name="T55" fmla="*/ 72 h 80"/>
                <a:gd name="T56" fmla="*/ 8 w 80"/>
                <a:gd name="T57" fmla="*/ 68 h 80"/>
                <a:gd name="T58" fmla="*/ 12 w 80"/>
                <a:gd name="T59" fmla="*/ 64 h 80"/>
                <a:gd name="T60" fmla="*/ 16 w 80"/>
                <a:gd name="T61" fmla="*/ 68 h 80"/>
                <a:gd name="T62" fmla="*/ 12 w 80"/>
                <a:gd name="T63" fmla="*/ 72 h 80"/>
                <a:gd name="T64" fmla="*/ 57 w 80"/>
                <a:gd name="T65" fmla="*/ 64 h 80"/>
                <a:gd name="T66" fmla="*/ 23 w 80"/>
                <a:gd name="T67" fmla="*/ 64 h 80"/>
                <a:gd name="T68" fmla="*/ 16 w 80"/>
                <a:gd name="T69" fmla="*/ 57 h 80"/>
                <a:gd name="T70" fmla="*/ 16 w 80"/>
                <a:gd name="T71" fmla="*/ 23 h 80"/>
                <a:gd name="T72" fmla="*/ 23 w 80"/>
                <a:gd name="T73" fmla="*/ 16 h 80"/>
                <a:gd name="T74" fmla="*/ 57 w 80"/>
                <a:gd name="T75" fmla="*/ 16 h 80"/>
                <a:gd name="T76" fmla="*/ 64 w 80"/>
                <a:gd name="T77" fmla="*/ 23 h 80"/>
                <a:gd name="T78" fmla="*/ 64 w 80"/>
                <a:gd name="T79" fmla="*/ 57 h 80"/>
                <a:gd name="T80" fmla="*/ 57 w 80"/>
                <a:gd name="T81" fmla="*/ 64 h 80"/>
                <a:gd name="T82" fmla="*/ 68 w 80"/>
                <a:gd name="T83" fmla="*/ 72 h 80"/>
                <a:gd name="T84" fmla="*/ 64 w 80"/>
                <a:gd name="T85" fmla="*/ 68 h 80"/>
                <a:gd name="T86" fmla="*/ 68 w 80"/>
                <a:gd name="T87" fmla="*/ 64 h 80"/>
                <a:gd name="T88" fmla="*/ 72 w 80"/>
                <a:gd name="T89" fmla="*/ 68 h 80"/>
                <a:gd name="T90" fmla="*/ 68 w 80"/>
                <a:gd name="T9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" h="80">
                  <a:moveTo>
                    <a:pt x="72" y="57"/>
                  </a:moveTo>
                  <a:cubicBezTo>
                    <a:pt x="72" y="23"/>
                    <a:pt x="72" y="23"/>
                    <a:pt x="72" y="23"/>
                  </a:cubicBezTo>
                  <a:cubicBezTo>
                    <a:pt x="77" y="22"/>
                    <a:pt x="80" y="17"/>
                    <a:pt x="80" y="12"/>
                  </a:cubicBezTo>
                  <a:cubicBezTo>
                    <a:pt x="80" y="5"/>
                    <a:pt x="75" y="0"/>
                    <a:pt x="68" y="0"/>
                  </a:cubicBezTo>
                  <a:cubicBezTo>
                    <a:pt x="63" y="0"/>
                    <a:pt x="58" y="3"/>
                    <a:pt x="57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3"/>
                    <a:pt x="17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7"/>
                    <a:pt x="3" y="22"/>
                    <a:pt x="8" y="23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3" y="58"/>
                    <a:pt x="0" y="63"/>
                    <a:pt x="0" y="68"/>
                  </a:cubicBezTo>
                  <a:cubicBezTo>
                    <a:pt x="0" y="75"/>
                    <a:pt x="5" y="80"/>
                    <a:pt x="12" y="80"/>
                  </a:cubicBezTo>
                  <a:cubicBezTo>
                    <a:pt x="17" y="80"/>
                    <a:pt x="22" y="77"/>
                    <a:pt x="23" y="72"/>
                  </a:cubicBezTo>
                  <a:cubicBezTo>
                    <a:pt x="57" y="72"/>
                    <a:pt x="57" y="72"/>
                    <a:pt x="57" y="72"/>
                  </a:cubicBezTo>
                  <a:cubicBezTo>
                    <a:pt x="58" y="77"/>
                    <a:pt x="63" y="80"/>
                    <a:pt x="68" y="80"/>
                  </a:cubicBezTo>
                  <a:cubicBezTo>
                    <a:pt x="75" y="80"/>
                    <a:pt x="80" y="75"/>
                    <a:pt x="80" y="68"/>
                  </a:cubicBezTo>
                  <a:cubicBezTo>
                    <a:pt x="80" y="63"/>
                    <a:pt x="77" y="58"/>
                    <a:pt x="72" y="57"/>
                  </a:cubicBezTo>
                  <a:close/>
                  <a:moveTo>
                    <a:pt x="68" y="8"/>
                  </a:moveTo>
                  <a:cubicBezTo>
                    <a:pt x="70" y="8"/>
                    <a:pt x="72" y="10"/>
                    <a:pt x="72" y="12"/>
                  </a:cubicBezTo>
                  <a:cubicBezTo>
                    <a:pt x="72" y="14"/>
                    <a:pt x="70" y="16"/>
                    <a:pt x="68" y="16"/>
                  </a:cubicBezTo>
                  <a:cubicBezTo>
                    <a:pt x="66" y="16"/>
                    <a:pt x="64" y="14"/>
                    <a:pt x="64" y="12"/>
                  </a:cubicBezTo>
                  <a:cubicBezTo>
                    <a:pt x="64" y="10"/>
                    <a:pt x="66" y="8"/>
                    <a:pt x="68" y="8"/>
                  </a:cubicBezTo>
                  <a:close/>
                  <a:moveTo>
                    <a:pt x="12" y="8"/>
                  </a:moveTo>
                  <a:cubicBezTo>
                    <a:pt x="14" y="8"/>
                    <a:pt x="16" y="10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close/>
                  <a:moveTo>
                    <a:pt x="12" y="72"/>
                  </a:moveTo>
                  <a:cubicBezTo>
                    <a:pt x="10" y="72"/>
                    <a:pt x="8" y="70"/>
                    <a:pt x="8" y="68"/>
                  </a:cubicBezTo>
                  <a:cubicBezTo>
                    <a:pt x="8" y="66"/>
                    <a:pt x="10" y="64"/>
                    <a:pt x="12" y="64"/>
                  </a:cubicBezTo>
                  <a:cubicBezTo>
                    <a:pt x="14" y="64"/>
                    <a:pt x="16" y="66"/>
                    <a:pt x="16" y="68"/>
                  </a:cubicBezTo>
                  <a:cubicBezTo>
                    <a:pt x="16" y="70"/>
                    <a:pt x="14" y="72"/>
                    <a:pt x="12" y="72"/>
                  </a:cubicBezTo>
                  <a:close/>
                  <a:moveTo>
                    <a:pt x="57" y="64"/>
                  </a:moveTo>
                  <a:cubicBezTo>
                    <a:pt x="23" y="64"/>
                    <a:pt x="23" y="64"/>
                    <a:pt x="23" y="64"/>
                  </a:cubicBezTo>
                  <a:cubicBezTo>
                    <a:pt x="22" y="61"/>
                    <a:pt x="19" y="58"/>
                    <a:pt x="16" y="57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9" y="22"/>
                    <a:pt x="22" y="19"/>
                    <a:pt x="23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8" y="19"/>
                    <a:pt x="61" y="22"/>
                    <a:pt x="64" y="23"/>
                  </a:cubicBezTo>
                  <a:cubicBezTo>
                    <a:pt x="64" y="57"/>
                    <a:pt x="64" y="57"/>
                    <a:pt x="64" y="57"/>
                  </a:cubicBezTo>
                  <a:cubicBezTo>
                    <a:pt x="61" y="58"/>
                    <a:pt x="58" y="61"/>
                    <a:pt x="57" y="64"/>
                  </a:cubicBezTo>
                  <a:close/>
                  <a:moveTo>
                    <a:pt x="68" y="72"/>
                  </a:moveTo>
                  <a:cubicBezTo>
                    <a:pt x="66" y="72"/>
                    <a:pt x="64" y="70"/>
                    <a:pt x="64" y="68"/>
                  </a:cubicBezTo>
                  <a:cubicBezTo>
                    <a:pt x="64" y="66"/>
                    <a:pt x="66" y="64"/>
                    <a:pt x="68" y="64"/>
                  </a:cubicBezTo>
                  <a:cubicBezTo>
                    <a:pt x="70" y="64"/>
                    <a:pt x="72" y="66"/>
                    <a:pt x="72" y="68"/>
                  </a:cubicBezTo>
                  <a:cubicBezTo>
                    <a:pt x="72" y="70"/>
                    <a:pt x="70" y="72"/>
                    <a:pt x="68" y="7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 noEditPoints="1"/>
            </p:cNvSpPr>
            <p:nvPr/>
          </p:nvSpPr>
          <p:spPr bwMode="auto">
            <a:xfrm>
              <a:off x="6889751" y="3011488"/>
              <a:ext cx="252413" cy="214313"/>
            </a:xfrm>
            <a:custGeom>
              <a:avLst/>
              <a:gdLst>
                <a:gd name="T0" fmla="*/ 72 w 80"/>
                <a:gd name="T1" fmla="*/ 0 h 68"/>
                <a:gd name="T2" fmla="*/ 72 w 80"/>
                <a:gd name="T3" fmla="*/ 5 h 68"/>
                <a:gd name="T4" fmla="*/ 8 w 80"/>
                <a:gd name="T5" fmla="*/ 19 h 68"/>
                <a:gd name="T6" fmla="*/ 8 w 80"/>
                <a:gd name="T7" fmla="*/ 16 h 68"/>
                <a:gd name="T8" fmla="*/ 0 w 80"/>
                <a:gd name="T9" fmla="*/ 16 h 68"/>
                <a:gd name="T10" fmla="*/ 0 w 80"/>
                <a:gd name="T11" fmla="*/ 48 h 68"/>
                <a:gd name="T12" fmla="*/ 8 w 80"/>
                <a:gd name="T13" fmla="*/ 48 h 68"/>
                <a:gd name="T14" fmla="*/ 8 w 80"/>
                <a:gd name="T15" fmla="*/ 45 h 68"/>
                <a:gd name="T16" fmla="*/ 12 w 80"/>
                <a:gd name="T17" fmla="*/ 46 h 68"/>
                <a:gd name="T18" fmla="*/ 12 w 80"/>
                <a:gd name="T19" fmla="*/ 60 h 68"/>
                <a:gd name="T20" fmla="*/ 15 w 80"/>
                <a:gd name="T21" fmla="*/ 64 h 68"/>
                <a:gd name="T22" fmla="*/ 31 w 80"/>
                <a:gd name="T23" fmla="*/ 68 h 68"/>
                <a:gd name="T24" fmla="*/ 32 w 80"/>
                <a:gd name="T25" fmla="*/ 68 h 68"/>
                <a:gd name="T26" fmla="*/ 35 w 80"/>
                <a:gd name="T27" fmla="*/ 66 h 68"/>
                <a:gd name="T28" fmla="*/ 45 w 80"/>
                <a:gd name="T29" fmla="*/ 53 h 68"/>
                <a:gd name="T30" fmla="*/ 72 w 80"/>
                <a:gd name="T31" fmla="*/ 59 h 68"/>
                <a:gd name="T32" fmla="*/ 72 w 80"/>
                <a:gd name="T33" fmla="*/ 64 h 68"/>
                <a:gd name="T34" fmla="*/ 80 w 80"/>
                <a:gd name="T35" fmla="*/ 64 h 68"/>
                <a:gd name="T36" fmla="*/ 80 w 80"/>
                <a:gd name="T37" fmla="*/ 0 h 68"/>
                <a:gd name="T38" fmla="*/ 72 w 80"/>
                <a:gd name="T39" fmla="*/ 0 h 68"/>
                <a:gd name="T40" fmla="*/ 30 w 80"/>
                <a:gd name="T41" fmla="*/ 59 h 68"/>
                <a:gd name="T42" fmla="*/ 20 w 80"/>
                <a:gd name="T43" fmla="*/ 57 h 68"/>
                <a:gd name="T44" fmla="*/ 20 w 80"/>
                <a:gd name="T45" fmla="*/ 48 h 68"/>
                <a:gd name="T46" fmla="*/ 37 w 80"/>
                <a:gd name="T47" fmla="*/ 51 h 68"/>
                <a:gd name="T48" fmla="*/ 30 w 80"/>
                <a:gd name="T49" fmla="*/ 59 h 68"/>
                <a:gd name="T50" fmla="*/ 8 w 80"/>
                <a:gd name="T51" fmla="*/ 37 h 68"/>
                <a:gd name="T52" fmla="*/ 8 w 80"/>
                <a:gd name="T53" fmla="*/ 27 h 68"/>
                <a:gd name="T54" fmla="*/ 72 w 80"/>
                <a:gd name="T55" fmla="*/ 13 h 68"/>
                <a:gd name="T56" fmla="*/ 72 w 80"/>
                <a:gd name="T57" fmla="*/ 51 h 68"/>
                <a:gd name="T58" fmla="*/ 8 w 80"/>
                <a:gd name="T59" fmla="*/ 3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" h="68">
                  <a:moveTo>
                    <a:pt x="72" y="0"/>
                  </a:moveTo>
                  <a:cubicBezTo>
                    <a:pt x="72" y="5"/>
                    <a:pt x="72" y="5"/>
                    <a:pt x="72" y="5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2"/>
                    <a:pt x="13" y="63"/>
                    <a:pt x="15" y="64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31" y="68"/>
                    <a:pt x="32" y="68"/>
                    <a:pt x="32" y="68"/>
                  </a:cubicBezTo>
                  <a:cubicBezTo>
                    <a:pt x="33" y="68"/>
                    <a:pt x="34" y="67"/>
                    <a:pt x="35" y="66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72" y="59"/>
                    <a:pt x="72" y="59"/>
                    <a:pt x="72" y="59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0"/>
                    <a:pt x="80" y="0"/>
                    <a:pt x="80" y="0"/>
                  </a:cubicBezTo>
                  <a:lnTo>
                    <a:pt x="72" y="0"/>
                  </a:lnTo>
                  <a:close/>
                  <a:moveTo>
                    <a:pt x="30" y="59"/>
                  </a:moveTo>
                  <a:cubicBezTo>
                    <a:pt x="20" y="57"/>
                    <a:pt x="20" y="57"/>
                    <a:pt x="20" y="57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37" y="51"/>
                    <a:pt x="37" y="51"/>
                    <a:pt x="37" y="51"/>
                  </a:cubicBezTo>
                  <a:lnTo>
                    <a:pt x="30" y="59"/>
                  </a:lnTo>
                  <a:close/>
                  <a:moveTo>
                    <a:pt x="8" y="37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2" y="51"/>
                    <a:pt x="72" y="51"/>
                    <a:pt x="72" y="51"/>
                  </a:cubicBezTo>
                  <a:lnTo>
                    <a:pt x="8" y="37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7" name="组合 146"/>
            <p:cNvGrpSpPr/>
            <p:nvPr/>
          </p:nvGrpSpPr>
          <p:grpSpPr>
            <a:xfrm>
              <a:off x="7496176" y="2998788"/>
              <a:ext cx="252413" cy="252413"/>
              <a:chOff x="7496176" y="2998788"/>
              <a:chExt cx="252413" cy="252413"/>
            </a:xfrm>
          </p:grpSpPr>
          <p:sp>
            <p:nvSpPr>
              <p:cNvPr id="24" name="Freeform 22"/>
              <p:cNvSpPr>
                <a:spLocks noEditPoints="1"/>
              </p:cNvSpPr>
              <p:nvPr/>
            </p:nvSpPr>
            <p:spPr bwMode="auto">
              <a:xfrm>
                <a:off x="7550151" y="2998788"/>
                <a:ext cx="198438" cy="198438"/>
              </a:xfrm>
              <a:custGeom>
                <a:avLst/>
                <a:gdLst>
                  <a:gd name="T0" fmla="*/ 62 w 63"/>
                  <a:gd name="T1" fmla="*/ 46 h 63"/>
                  <a:gd name="T2" fmla="*/ 42 w 63"/>
                  <a:gd name="T3" fmla="*/ 27 h 63"/>
                  <a:gd name="T4" fmla="*/ 49 w 63"/>
                  <a:gd name="T5" fmla="*/ 20 h 63"/>
                  <a:gd name="T6" fmla="*/ 51 w 63"/>
                  <a:gd name="T7" fmla="*/ 20 h 63"/>
                  <a:gd name="T8" fmla="*/ 59 w 63"/>
                  <a:gd name="T9" fmla="*/ 12 h 63"/>
                  <a:gd name="T10" fmla="*/ 51 w 63"/>
                  <a:gd name="T11" fmla="*/ 4 h 63"/>
                  <a:gd name="T12" fmla="*/ 43 w 63"/>
                  <a:gd name="T13" fmla="*/ 12 h 63"/>
                  <a:gd name="T14" fmla="*/ 43 w 63"/>
                  <a:gd name="T15" fmla="*/ 14 h 63"/>
                  <a:gd name="T16" fmla="*/ 36 w 63"/>
                  <a:gd name="T17" fmla="*/ 21 h 63"/>
                  <a:gd name="T18" fmla="*/ 17 w 63"/>
                  <a:gd name="T19" fmla="*/ 1 h 63"/>
                  <a:gd name="T20" fmla="*/ 11 w 63"/>
                  <a:gd name="T21" fmla="*/ 1 h 63"/>
                  <a:gd name="T22" fmla="*/ 0 w 63"/>
                  <a:gd name="T23" fmla="*/ 27 h 63"/>
                  <a:gd name="T24" fmla="*/ 11 w 63"/>
                  <a:gd name="T25" fmla="*/ 52 h 63"/>
                  <a:gd name="T26" fmla="*/ 36 w 63"/>
                  <a:gd name="T27" fmla="*/ 63 h 63"/>
                  <a:gd name="T28" fmla="*/ 62 w 63"/>
                  <a:gd name="T29" fmla="*/ 52 h 63"/>
                  <a:gd name="T30" fmla="*/ 63 w 63"/>
                  <a:gd name="T31" fmla="*/ 49 h 63"/>
                  <a:gd name="T32" fmla="*/ 62 w 63"/>
                  <a:gd name="T33" fmla="*/ 46 h 63"/>
                  <a:gd name="T34" fmla="*/ 36 w 63"/>
                  <a:gd name="T35" fmla="*/ 55 h 63"/>
                  <a:gd name="T36" fmla="*/ 17 w 63"/>
                  <a:gd name="T37" fmla="*/ 46 h 63"/>
                  <a:gd name="T38" fmla="*/ 8 w 63"/>
                  <a:gd name="T39" fmla="*/ 27 h 63"/>
                  <a:gd name="T40" fmla="*/ 14 w 63"/>
                  <a:gd name="T41" fmla="*/ 10 h 63"/>
                  <a:gd name="T42" fmla="*/ 53 w 63"/>
                  <a:gd name="T43" fmla="*/ 49 h 63"/>
                  <a:gd name="T44" fmla="*/ 36 w 63"/>
                  <a:gd name="T45" fmla="*/ 5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3" h="63">
                    <a:moveTo>
                      <a:pt x="62" y="46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9" y="20"/>
                      <a:pt x="49" y="20"/>
                      <a:pt x="49" y="20"/>
                    </a:cubicBezTo>
                    <a:cubicBezTo>
                      <a:pt x="50" y="20"/>
                      <a:pt x="50" y="20"/>
                      <a:pt x="51" y="20"/>
                    </a:cubicBezTo>
                    <a:cubicBezTo>
                      <a:pt x="55" y="20"/>
                      <a:pt x="59" y="16"/>
                      <a:pt x="59" y="12"/>
                    </a:cubicBezTo>
                    <a:cubicBezTo>
                      <a:pt x="59" y="8"/>
                      <a:pt x="55" y="4"/>
                      <a:pt x="51" y="4"/>
                    </a:cubicBezTo>
                    <a:cubicBezTo>
                      <a:pt x="47" y="4"/>
                      <a:pt x="43" y="8"/>
                      <a:pt x="43" y="12"/>
                    </a:cubicBezTo>
                    <a:cubicBezTo>
                      <a:pt x="43" y="13"/>
                      <a:pt x="43" y="13"/>
                      <a:pt x="43" y="14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5" y="0"/>
                      <a:pt x="12" y="0"/>
                      <a:pt x="11" y="1"/>
                    </a:cubicBezTo>
                    <a:cubicBezTo>
                      <a:pt x="4" y="8"/>
                      <a:pt x="0" y="17"/>
                      <a:pt x="0" y="27"/>
                    </a:cubicBezTo>
                    <a:cubicBezTo>
                      <a:pt x="0" y="36"/>
                      <a:pt x="4" y="45"/>
                      <a:pt x="11" y="52"/>
                    </a:cubicBezTo>
                    <a:cubicBezTo>
                      <a:pt x="18" y="59"/>
                      <a:pt x="27" y="63"/>
                      <a:pt x="36" y="63"/>
                    </a:cubicBezTo>
                    <a:cubicBezTo>
                      <a:pt x="46" y="63"/>
                      <a:pt x="55" y="59"/>
                      <a:pt x="62" y="52"/>
                    </a:cubicBezTo>
                    <a:cubicBezTo>
                      <a:pt x="63" y="51"/>
                      <a:pt x="63" y="50"/>
                      <a:pt x="63" y="49"/>
                    </a:cubicBezTo>
                    <a:cubicBezTo>
                      <a:pt x="63" y="48"/>
                      <a:pt x="63" y="47"/>
                      <a:pt x="62" y="46"/>
                    </a:cubicBezTo>
                    <a:close/>
                    <a:moveTo>
                      <a:pt x="36" y="55"/>
                    </a:moveTo>
                    <a:cubicBezTo>
                      <a:pt x="29" y="55"/>
                      <a:pt x="22" y="52"/>
                      <a:pt x="17" y="46"/>
                    </a:cubicBezTo>
                    <a:cubicBezTo>
                      <a:pt x="11" y="41"/>
                      <a:pt x="8" y="34"/>
                      <a:pt x="8" y="27"/>
                    </a:cubicBezTo>
                    <a:cubicBezTo>
                      <a:pt x="8" y="20"/>
                      <a:pt x="10" y="15"/>
                      <a:pt x="14" y="10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48" y="53"/>
                      <a:pt x="42" y="55"/>
                      <a:pt x="36" y="55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3"/>
              <p:cNvSpPr>
                <a:spLocks noEditPoints="1"/>
              </p:cNvSpPr>
              <p:nvPr/>
            </p:nvSpPr>
            <p:spPr bwMode="auto">
              <a:xfrm>
                <a:off x="7496176" y="3151188"/>
                <a:ext cx="138113" cy="100013"/>
              </a:xfrm>
              <a:custGeom>
                <a:avLst/>
                <a:gdLst>
                  <a:gd name="T0" fmla="*/ 19 w 44"/>
                  <a:gd name="T1" fmla="*/ 1 h 32"/>
                  <a:gd name="T2" fmla="*/ 15 w 44"/>
                  <a:gd name="T3" fmla="*/ 0 h 32"/>
                  <a:gd name="T4" fmla="*/ 12 w 44"/>
                  <a:gd name="T5" fmla="*/ 2 h 32"/>
                  <a:gd name="T6" fmla="*/ 0 w 44"/>
                  <a:gd name="T7" fmla="*/ 26 h 32"/>
                  <a:gd name="T8" fmla="*/ 1 w 44"/>
                  <a:gd name="T9" fmla="*/ 30 h 32"/>
                  <a:gd name="T10" fmla="*/ 4 w 44"/>
                  <a:gd name="T11" fmla="*/ 32 h 32"/>
                  <a:gd name="T12" fmla="*/ 40 w 44"/>
                  <a:gd name="T13" fmla="*/ 32 h 32"/>
                  <a:gd name="T14" fmla="*/ 44 w 44"/>
                  <a:gd name="T15" fmla="*/ 30 h 32"/>
                  <a:gd name="T16" fmla="*/ 43 w 44"/>
                  <a:gd name="T17" fmla="*/ 25 h 32"/>
                  <a:gd name="T18" fmla="*/ 19 w 44"/>
                  <a:gd name="T19" fmla="*/ 1 h 32"/>
                  <a:gd name="T20" fmla="*/ 10 w 44"/>
                  <a:gd name="T21" fmla="*/ 24 h 32"/>
                  <a:gd name="T22" fmla="*/ 17 w 44"/>
                  <a:gd name="T23" fmla="*/ 11 h 32"/>
                  <a:gd name="T24" fmla="*/ 30 w 44"/>
                  <a:gd name="T25" fmla="*/ 24 h 32"/>
                  <a:gd name="T26" fmla="*/ 10 w 44"/>
                  <a:gd name="T27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32">
                    <a:moveTo>
                      <a:pt x="19" y="1"/>
                    </a:moveTo>
                    <a:cubicBezTo>
                      <a:pt x="18" y="0"/>
                      <a:pt x="17" y="0"/>
                      <a:pt x="15" y="0"/>
                    </a:cubicBezTo>
                    <a:cubicBezTo>
                      <a:pt x="14" y="0"/>
                      <a:pt x="13" y="1"/>
                      <a:pt x="12" y="2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9"/>
                      <a:pt x="1" y="30"/>
                    </a:cubicBezTo>
                    <a:cubicBezTo>
                      <a:pt x="1" y="31"/>
                      <a:pt x="3" y="32"/>
                      <a:pt x="4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2" y="32"/>
                      <a:pt x="43" y="31"/>
                      <a:pt x="44" y="30"/>
                    </a:cubicBezTo>
                    <a:cubicBezTo>
                      <a:pt x="44" y="28"/>
                      <a:pt x="44" y="26"/>
                      <a:pt x="43" y="25"/>
                    </a:cubicBezTo>
                    <a:lnTo>
                      <a:pt x="19" y="1"/>
                    </a:lnTo>
                    <a:close/>
                    <a:moveTo>
                      <a:pt x="10" y="24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30" y="24"/>
                      <a:pt x="30" y="24"/>
                      <a:pt x="30" y="24"/>
                    </a:cubicBezTo>
                    <a:lnTo>
                      <a:pt x="10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8089901" y="2998788"/>
              <a:ext cx="277813" cy="277813"/>
              <a:chOff x="8089901" y="2998788"/>
              <a:chExt cx="277813" cy="277813"/>
            </a:xfrm>
          </p:grpSpPr>
          <p:sp>
            <p:nvSpPr>
              <p:cNvPr id="26" name="Freeform 24"/>
              <p:cNvSpPr>
                <a:spLocks noEditPoints="1"/>
              </p:cNvSpPr>
              <p:nvPr/>
            </p:nvSpPr>
            <p:spPr bwMode="auto">
              <a:xfrm>
                <a:off x="8153401" y="3187701"/>
                <a:ext cx="150813" cy="88900"/>
              </a:xfrm>
              <a:custGeom>
                <a:avLst/>
                <a:gdLst>
                  <a:gd name="T0" fmla="*/ 48 w 48"/>
                  <a:gd name="T1" fmla="*/ 28 h 28"/>
                  <a:gd name="T2" fmla="*/ 0 w 48"/>
                  <a:gd name="T3" fmla="*/ 28 h 28"/>
                  <a:gd name="T4" fmla="*/ 0 w 48"/>
                  <a:gd name="T5" fmla="*/ 20 h 28"/>
                  <a:gd name="T6" fmla="*/ 24 w 48"/>
                  <a:gd name="T7" fmla="*/ 0 h 28"/>
                  <a:gd name="T8" fmla="*/ 48 w 48"/>
                  <a:gd name="T9" fmla="*/ 20 h 28"/>
                  <a:gd name="T10" fmla="*/ 48 w 48"/>
                  <a:gd name="T11" fmla="*/ 28 h 28"/>
                  <a:gd name="T12" fmla="*/ 8 w 48"/>
                  <a:gd name="T13" fmla="*/ 20 h 28"/>
                  <a:gd name="T14" fmla="*/ 40 w 48"/>
                  <a:gd name="T15" fmla="*/ 20 h 28"/>
                  <a:gd name="T16" fmla="*/ 24 w 48"/>
                  <a:gd name="T17" fmla="*/ 8 h 28"/>
                  <a:gd name="T18" fmla="*/ 8 w 48"/>
                  <a:gd name="T1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28">
                    <a:moveTo>
                      <a:pt x="48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10" y="0"/>
                      <a:pt x="24" y="0"/>
                    </a:cubicBezTo>
                    <a:cubicBezTo>
                      <a:pt x="38" y="0"/>
                      <a:pt x="48" y="9"/>
                      <a:pt x="48" y="20"/>
                    </a:cubicBezTo>
                    <a:lnTo>
                      <a:pt x="48" y="28"/>
                    </a:lnTo>
                    <a:close/>
                    <a:moveTo>
                      <a:pt x="8" y="20"/>
                    </a:move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3"/>
                      <a:pt x="33" y="8"/>
                      <a:pt x="24" y="8"/>
                    </a:cubicBezTo>
                    <a:cubicBezTo>
                      <a:pt x="15" y="8"/>
                      <a:pt x="8" y="13"/>
                      <a:pt x="8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8140701" y="3055938"/>
                <a:ext cx="176213" cy="128588"/>
              </a:xfrm>
              <a:custGeom>
                <a:avLst/>
                <a:gdLst>
                  <a:gd name="T0" fmla="*/ 14 w 56"/>
                  <a:gd name="T1" fmla="*/ 37 h 41"/>
                  <a:gd name="T2" fmla="*/ 15 w 56"/>
                  <a:gd name="T3" fmla="*/ 13 h 41"/>
                  <a:gd name="T4" fmla="*/ 28 w 56"/>
                  <a:gd name="T5" fmla="*/ 8 h 41"/>
                  <a:gd name="T6" fmla="*/ 41 w 56"/>
                  <a:gd name="T7" fmla="*/ 13 h 41"/>
                  <a:gd name="T8" fmla="*/ 42 w 56"/>
                  <a:gd name="T9" fmla="*/ 37 h 41"/>
                  <a:gd name="T10" fmla="*/ 49 w 56"/>
                  <a:gd name="T11" fmla="*/ 41 h 41"/>
                  <a:gd name="T12" fmla="*/ 46 w 56"/>
                  <a:gd name="T13" fmla="*/ 7 h 41"/>
                  <a:gd name="T14" fmla="*/ 28 w 56"/>
                  <a:gd name="T15" fmla="*/ 0 h 41"/>
                  <a:gd name="T16" fmla="*/ 10 w 56"/>
                  <a:gd name="T17" fmla="*/ 7 h 41"/>
                  <a:gd name="T18" fmla="*/ 7 w 56"/>
                  <a:gd name="T19" fmla="*/ 41 h 41"/>
                  <a:gd name="T20" fmla="*/ 14 w 56"/>
                  <a:gd name="T21" fmla="*/ 3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6" h="41">
                    <a:moveTo>
                      <a:pt x="14" y="37"/>
                    </a:moveTo>
                    <a:cubicBezTo>
                      <a:pt x="8" y="30"/>
                      <a:pt x="9" y="19"/>
                      <a:pt x="15" y="13"/>
                    </a:cubicBezTo>
                    <a:cubicBezTo>
                      <a:pt x="19" y="10"/>
                      <a:pt x="23" y="8"/>
                      <a:pt x="28" y="8"/>
                    </a:cubicBezTo>
                    <a:cubicBezTo>
                      <a:pt x="33" y="8"/>
                      <a:pt x="37" y="10"/>
                      <a:pt x="41" y="13"/>
                    </a:cubicBezTo>
                    <a:cubicBezTo>
                      <a:pt x="47" y="19"/>
                      <a:pt x="48" y="30"/>
                      <a:pt x="42" y="37"/>
                    </a:cubicBezTo>
                    <a:cubicBezTo>
                      <a:pt x="45" y="38"/>
                      <a:pt x="47" y="39"/>
                      <a:pt x="49" y="41"/>
                    </a:cubicBezTo>
                    <a:cubicBezTo>
                      <a:pt x="56" y="31"/>
                      <a:pt x="56" y="16"/>
                      <a:pt x="46" y="7"/>
                    </a:cubicBezTo>
                    <a:cubicBezTo>
                      <a:pt x="42" y="2"/>
                      <a:pt x="35" y="0"/>
                      <a:pt x="28" y="0"/>
                    </a:cubicBezTo>
                    <a:cubicBezTo>
                      <a:pt x="21" y="0"/>
                      <a:pt x="15" y="2"/>
                      <a:pt x="10" y="7"/>
                    </a:cubicBezTo>
                    <a:cubicBezTo>
                      <a:pt x="1" y="16"/>
                      <a:pt x="0" y="31"/>
                      <a:pt x="7" y="41"/>
                    </a:cubicBezTo>
                    <a:cubicBezTo>
                      <a:pt x="9" y="39"/>
                      <a:pt x="11" y="38"/>
                      <a:pt x="14" y="37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8089901" y="2998788"/>
                <a:ext cx="277813" cy="220663"/>
              </a:xfrm>
              <a:custGeom>
                <a:avLst/>
                <a:gdLst>
                  <a:gd name="T0" fmla="*/ 18 w 88"/>
                  <a:gd name="T1" fmla="*/ 63 h 70"/>
                  <a:gd name="T2" fmla="*/ 21 w 88"/>
                  <a:gd name="T3" fmla="*/ 21 h 70"/>
                  <a:gd name="T4" fmla="*/ 67 w 88"/>
                  <a:gd name="T5" fmla="*/ 21 h 70"/>
                  <a:gd name="T6" fmla="*/ 70 w 88"/>
                  <a:gd name="T7" fmla="*/ 63 h 70"/>
                  <a:gd name="T8" fmla="*/ 74 w 88"/>
                  <a:gd name="T9" fmla="*/ 70 h 70"/>
                  <a:gd name="T10" fmla="*/ 72 w 88"/>
                  <a:gd name="T11" fmla="*/ 16 h 70"/>
                  <a:gd name="T12" fmla="*/ 16 w 88"/>
                  <a:gd name="T13" fmla="*/ 16 h 70"/>
                  <a:gd name="T14" fmla="*/ 14 w 88"/>
                  <a:gd name="T15" fmla="*/ 70 h 70"/>
                  <a:gd name="T16" fmla="*/ 18 w 88"/>
                  <a:gd name="T17" fmla="*/ 6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8" h="70">
                    <a:moveTo>
                      <a:pt x="18" y="63"/>
                    </a:moveTo>
                    <a:cubicBezTo>
                      <a:pt x="9" y="50"/>
                      <a:pt x="10" y="33"/>
                      <a:pt x="21" y="21"/>
                    </a:cubicBezTo>
                    <a:cubicBezTo>
                      <a:pt x="34" y="9"/>
                      <a:pt x="54" y="9"/>
                      <a:pt x="67" y="21"/>
                    </a:cubicBezTo>
                    <a:cubicBezTo>
                      <a:pt x="78" y="33"/>
                      <a:pt x="79" y="50"/>
                      <a:pt x="70" y="63"/>
                    </a:cubicBezTo>
                    <a:cubicBezTo>
                      <a:pt x="72" y="65"/>
                      <a:pt x="73" y="68"/>
                      <a:pt x="74" y="70"/>
                    </a:cubicBezTo>
                    <a:cubicBezTo>
                      <a:pt x="88" y="55"/>
                      <a:pt x="87" y="31"/>
                      <a:pt x="72" y="16"/>
                    </a:cubicBezTo>
                    <a:cubicBezTo>
                      <a:pt x="57" y="0"/>
                      <a:pt x="31" y="0"/>
                      <a:pt x="16" y="16"/>
                    </a:cubicBezTo>
                    <a:cubicBezTo>
                      <a:pt x="1" y="31"/>
                      <a:pt x="0" y="55"/>
                      <a:pt x="14" y="70"/>
                    </a:cubicBezTo>
                    <a:cubicBezTo>
                      <a:pt x="15" y="68"/>
                      <a:pt x="16" y="65"/>
                      <a:pt x="18" y="63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27"/>
              <p:cNvSpPr>
                <a:spLocks noEditPoints="1"/>
              </p:cNvSpPr>
              <p:nvPr/>
            </p:nvSpPr>
            <p:spPr bwMode="auto">
              <a:xfrm>
                <a:off x="8191501" y="3100388"/>
                <a:ext cx="74613" cy="74613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  <a:gd name="T10" fmla="*/ 12 w 24"/>
                  <a:gd name="T11" fmla="*/ 8 h 24"/>
                  <a:gd name="T12" fmla="*/ 8 w 24"/>
                  <a:gd name="T13" fmla="*/ 12 h 24"/>
                  <a:gd name="T14" fmla="*/ 12 w 24"/>
                  <a:gd name="T15" fmla="*/ 16 h 24"/>
                  <a:gd name="T16" fmla="*/ 16 w 24"/>
                  <a:gd name="T17" fmla="*/ 12 h 24"/>
                  <a:gd name="T18" fmla="*/ 12 w 24"/>
                  <a:gd name="T1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ubicBezTo>
                      <a:pt x="24" y="19"/>
                      <a:pt x="19" y="24"/>
                      <a:pt x="12" y="24"/>
                    </a:cubicBezTo>
                    <a:close/>
                    <a:moveTo>
                      <a:pt x="12" y="8"/>
                    </a:moveTo>
                    <a:cubicBezTo>
                      <a:pt x="10" y="8"/>
                      <a:pt x="8" y="10"/>
                      <a:pt x="8" y="12"/>
                    </a:cubicBezTo>
                    <a:cubicBezTo>
                      <a:pt x="8" y="14"/>
                      <a:pt x="10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10"/>
                      <a:pt x="14" y="8"/>
                      <a:pt x="12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3868738" y="3581401"/>
              <a:ext cx="227013" cy="303213"/>
              <a:chOff x="3868738" y="3581401"/>
              <a:chExt cx="227013" cy="303213"/>
            </a:xfrm>
          </p:grpSpPr>
          <p:sp>
            <p:nvSpPr>
              <p:cNvPr id="30" name="Freeform 28"/>
              <p:cNvSpPr>
                <a:spLocks noEditPoints="1"/>
              </p:cNvSpPr>
              <p:nvPr/>
            </p:nvSpPr>
            <p:spPr bwMode="auto">
              <a:xfrm>
                <a:off x="3868738" y="3683001"/>
                <a:ext cx="227013" cy="201613"/>
              </a:xfrm>
              <a:custGeom>
                <a:avLst/>
                <a:gdLst>
                  <a:gd name="T0" fmla="*/ 64 w 72"/>
                  <a:gd name="T1" fmla="*/ 0 h 64"/>
                  <a:gd name="T2" fmla="*/ 60 w 72"/>
                  <a:gd name="T3" fmla="*/ 0 h 64"/>
                  <a:gd name="T4" fmla="*/ 60 w 72"/>
                  <a:gd name="T5" fmla="*/ 8 h 64"/>
                  <a:gd name="T6" fmla="*/ 64 w 72"/>
                  <a:gd name="T7" fmla="*/ 8 h 64"/>
                  <a:gd name="T8" fmla="*/ 64 w 72"/>
                  <a:gd name="T9" fmla="*/ 28 h 64"/>
                  <a:gd name="T10" fmla="*/ 8 w 72"/>
                  <a:gd name="T11" fmla="*/ 28 h 64"/>
                  <a:gd name="T12" fmla="*/ 8 w 72"/>
                  <a:gd name="T13" fmla="*/ 8 h 64"/>
                  <a:gd name="T14" fmla="*/ 12 w 72"/>
                  <a:gd name="T15" fmla="*/ 8 h 64"/>
                  <a:gd name="T16" fmla="*/ 12 w 72"/>
                  <a:gd name="T17" fmla="*/ 0 h 64"/>
                  <a:gd name="T18" fmla="*/ 8 w 72"/>
                  <a:gd name="T19" fmla="*/ 0 h 64"/>
                  <a:gd name="T20" fmla="*/ 0 w 72"/>
                  <a:gd name="T21" fmla="*/ 8 h 64"/>
                  <a:gd name="T22" fmla="*/ 0 w 72"/>
                  <a:gd name="T23" fmla="*/ 44 h 64"/>
                  <a:gd name="T24" fmla="*/ 8 w 72"/>
                  <a:gd name="T25" fmla="*/ 52 h 64"/>
                  <a:gd name="T26" fmla="*/ 32 w 72"/>
                  <a:gd name="T27" fmla="*/ 52 h 64"/>
                  <a:gd name="T28" fmla="*/ 32 w 72"/>
                  <a:gd name="T29" fmla="*/ 56 h 64"/>
                  <a:gd name="T30" fmla="*/ 20 w 72"/>
                  <a:gd name="T31" fmla="*/ 56 h 64"/>
                  <a:gd name="T32" fmla="*/ 20 w 72"/>
                  <a:gd name="T33" fmla="*/ 64 h 64"/>
                  <a:gd name="T34" fmla="*/ 52 w 72"/>
                  <a:gd name="T35" fmla="*/ 64 h 64"/>
                  <a:gd name="T36" fmla="*/ 52 w 72"/>
                  <a:gd name="T37" fmla="*/ 56 h 64"/>
                  <a:gd name="T38" fmla="*/ 40 w 72"/>
                  <a:gd name="T39" fmla="*/ 56 h 64"/>
                  <a:gd name="T40" fmla="*/ 40 w 72"/>
                  <a:gd name="T41" fmla="*/ 52 h 64"/>
                  <a:gd name="T42" fmla="*/ 64 w 72"/>
                  <a:gd name="T43" fmla="*/ 52 h 64"/>
                  <a:gd name="T44" fmla="*/ 72 w 72"/>
                  <a:gd name="T45" fmla="*/ 44 h 64"/>
                  <a:gd name="T46" fmla="*/ 72 w 72"/>
                  <a:gd name="T47" fmla="*/ 8 h 64"/>
                  <a:gd name="T48" fmla="*/ 64 w 72"/>
                  <a:gd name="T49" fmla="*/ 0 h 64"/>
                  <a:gd name="T50" fmla="*/ 8 w 72"/>
                  <a:gd name="T51" fmla="*/ 44 h 64"/>
                  <a:gd name="T52" fmla="*/ 8 w 72"/>
                  <a:gd name="T53" fmla="*/ 36 h 64"/>
                  <a:gd name="T54" fmla="*/ 64 w 72"/>
                  <a:gd name="T55" fmla="*/ 36 h 64"/>
                  <a:gd name="T56" fmla="*/ 64 w 72"/>
                  <a:gd name="T57" fmla="*/ 44 h 64"/>
                  <a:gd name="T58" fmla="*/ 8 w 72"/>
                  <a:gd name="T59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2" h="64">
                    <a:moveTo>
                      <a:pt x="64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52" y="64"/>
                      <a:pt x="52" y="64"/>
                      <a:pt x="52" y="64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72" y="48"/>
                      <a:pt x="72" y="4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8" y="44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3922713" y="3581401"/>
                <a:ext cx="120650" cy="157163"/>
              </a:xfrm>
              <a:custGeom>
                <a:avLst/>
                <a:gdLst>
                  <a:gd name="T0" fmla="*/ 76 w 76"/>
                  <a:gd name="T1" fmla="*/ 62 h 99"/>
                  <a:gd name="T2" fmla="*/ 64 w 76"/>
                  <a:gd name="T3" fmla="*/ 50 h 99"/>
                  <a:gd name="T4" fmla="*/ 46 w 76"/>
                  <a:gd name="T5" fmla="*/ 68 h 99"/>
                  <a:gd name="T6" fmla="*/ 46 w 76"/>
                  <a:gd name="T7" fmla="*/ 0 h 99"/>
                  <a:gd name="T8" fmla="*/ 30 w 76"/>
                  <a:gd name="T9" fmla="*/ 0 h 99"/>
                  <a:gd name="T10" fmla="*/ 30 w 76"/>
                  <a:gd name="T11" fmla="*/ 68 h 99"/>
                  <a:gd name="T12" fmla="*/ 12 w 76"/>
                  <a:gd name="T13" fmla="*/ 50 h 99"/>
                  <a:gd name="T14" fmla="*/ 0 w 76"/>
                  <a:gd name="T15" fmla="*/ 62 h 99"/>
                  <a:gd name="T16" fmla="*/ 38 w 76"/>
                  <a:gd name="T17" fmla="*/ 99 h 99"/>
                  <a:gd name="T18" fmla="*/ 76 w 76"/>
                  <a:gd name="T19" fmla="*/ 6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99">
                    <a:moveTo>
                      <a:pt x="76" y="62"/>
                    </a:moveTo>
                    <a:lnTo>
                      <a:pt x="64" y="50"/>
                    </a:lnTo>
                    <a:lnTo>
                      <a:pt x="46" y="68"/>
                    </a:lnTo>
                    <a:lnTo>
                      <a:pt x="46" y="0"/>
                    </a:lnTo>
                    <a:lnTo>
                      <a:pt x="30" y="0"/>
                    </a:lnTo>
                    <a:lnTo>
                      <a:pt x="30" y="68"/>
                    </a:lnTo>
                    <a:lnTo>
                      <a:pt x="12" y="50"/>
                    </a:lnTo>
                    <a:lnTo>
                      <a:pt x="0" y="62"/>
                    </a:lnTo>
                    <a:lnTo>
                      <a:pt x="38" y="99"/>
                    </a:lnTo>
                    <a:lnTo>
                      <a:pt x="76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2" name="组合 151"/>
            <p:cNvGrpSpPr/>
            <p:nvPr/>
          </p:nvGrpSpPr>
          <p:grpSpPr>
            <a:xfrm>
              <a:off x="4475163" y="3587751"/>
              <a:ext cx="228600" cy="296863"/>
              <a:chOff x="4475163" y="3587751"/>
              <a:chExt cx="228600" cy="296863"/>
            </a:xfrm>
          </p:grpSpPr>
          <p:sp>
            <p:nvSpPr>
              <p:cNvPr id="32" name="Freeform 30"/>
              <p:cNvSpPr>
                <a:spLocks noEditPoints="1"/>
              </p:cNvSpPr>
              <p:nvPr/>
            </p:nvSpPr>
            <p:spPr bwMode="auto">
              <a:xfrm>
                <a:off x="4475163" y="3683001"/>
                <a:ext cx="228600" cy="201613"/>
              </a:xfrm>
              <a:custGeom>
                <a:avLst/>
                <a:gdLst>
                  <a:gd name="T0" fmla="*/ 64 w 72"/>
                  <a:gd name="T1" fmla="*/ 0 h 64"/>
                  <a:gd name="T2" fmla="*/ 56 w 72"/>
                  <a:gd name="T3" fmla="*/ 0 h 64"/>
                  <a:gd name="T4" fmla="*/ 56 w 72"/>
                  <a:gd name="T5" fmla="*/ 8 h 64"/>
                  <a:gd name="T6" fmla="*/ 64 w 72"/>
                  <a:gd name="T7" fmla="*/ 8 h 64"/>
                  <a:gd name="T8" fmla="*/ 64 w 72"/>
                  <a:gd name="T9" fmla="*/ 28 h 64"/>
                  <a:gd name="T10" fmla="*/ 8 w 72"/>
                  <a:gd name="T11" fmla="*/ 28 h 64"/>
                  <a:gd name="T12" fmla="*/ 8 w 72"/>
                  <a:gd name="T13" fmla="*/ 8 h 64"/>
                  <a:gd name="T14" fmla="*/ 16 w 72"/>
                  <a:gd name="T15" fmla="*/ 8 h 64"/>
                  <a:gd name="T16" fmla="*/ 16 w 72"/>
                  <a:gd name="T17" fmla="*/ 0 h 64"/>
                  <a:gd name="T18" fmla="*/ 8 w 72"/>
                  <a:gd name="T19" fmla="*/ 0 h 64"/>
                  <a:gd name="T20" fmla="*/ 0 w 72"/>
                  <a:gd name="T21" fmla="*/ 8 h 64"/>
                  <a:gd name="T22" fmla="*/ 0 w 72"/>
                  <a:gd name="T23" fmla="*/ 44 h 64"/>
                  <a:gd name="T24" fmla="*/ 8 w 72"/>
                  <a:gd name="T25" fmla="*/ 52 h 64"/>
                  <a:gd name="T26" fmla="*/ 32 w 72"/>
                  <a:gd name="T27" fmla="*/ 52 h 64"/>
                  <a:gd name="T28" fmla="*/ 32 w 72"/>
                  <a:gd name="T29" fmla="*/ 56 h 64"/>
                  <a:gd name="T30" fmla="*/ 20 w 72"/>
                  <a:gd name="T31" fmla="*/ 56 h 64"/>
                  <a:gd name="T32" fmla="*/ 20 w 72"/>
                  <a:gd name="T33" fmla="*/ 64 h 64"/>
                  <a:gd name="T34" fmla="*/ 52 w 72"/>
                  <a:gd name="T35" fmla="*/ 64 h 64"/>
                  <a:gd name="T36" fmla="*/ 52 w 72"/>
                  <a:gd name="T37" fmla="*/ 56 h 64"/>
                  <a:gd name="T38" fmla="*/ 40 w 72"/>
                  <a:gd name="T39" fmla="*/ 56 h 64"/>
                  <a:gd name="T40" fmla="*/ 40 w 72"/>
                  <a:gd name="T41" fmla="*/ 52 h 64"/>
                  <a:gd name="T42" fmla="*/ 64 w 72"/>
                  <a:gd name="T43" fmla="*/ 52 h 64"/>
                  <a:gd name="T44" fmla="*/ 72 w 72"/>
                  <a:gd name="T45" fmla="*/ 44 h 64"/>
                  <a:gd name="T46" fmla="*/ 72 w 72"/>
                  <a:gd name="T47" fmla="*/ 8 h 64"/>
                  <a:gd name="T48" fmla="*/ 64 w 72"/>
                  <a:gd name="T49" fmla="*/ 0 h 64"/>
                  <a:gd name="T50" fmla="*/ 8 w 72"/>
                  <a:gd name="T51" fmla="*/ 44 h 64"/>
                  <a:gd name="T52" fmla="*/ 8 w 72"/>
                  <a:gd name="T53" fmla="*/ 36 h 64"/>
                  <a:gd name="T54" fmla="*/ 64 w 72"/>
                  <a:gd name="T55" fmla="*/ 36 h 64"/>
                  <a:gd name="T56" fmla="*/ 64 w 72"/>
                  <a:gd name="T57" fmla="*/ 44 h 64"/>
                  <a:gd name="T58" fmla="*/ 8 w 72"/>
                  <a:gd name="T59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2" h="64">
                    <a:moveTo>
                      <a:pt x="64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52" y="64"/>
                      <a:pt x="52" y="64"/>
                      <a:pt x="52" y="64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72" y="48"/>
                      <a:pt x="72" y="4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8" y="44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4529138" y="3587751"/>
                <a:ext cx="120650" cy="157163"/>
              </a:xfrm>
              <a:custGeom>
                <a:avLst/>
                <a:gdLst>
                  <a:gd name="T0" fmla="*/ 30 w 76"/>
                  <a:gd name="T1" fmla="*/ 32 h 99"/>
                  <a:gd name="T2" fmla="*/ 30 w 76"/>
                  <a:gd name="T3" fmla="*/ 99 h 99"/>
                  <a:gd name="T4" fmla="*/ 46 w 76"/>
                  <a:gd name="T5" fmla="*/ 99 h 99"/>
                  <a:gd name="T6" fmla="*/ 46 w 76"/>
                  <a:gd name="T7" fmla="*/ 32 h 99"/>
                  <a:gd name="T8" fmla="*/ 64 w 76"/>
                  <a:gd name="T9" fmla="*/ 50 h 99"/>
                  <a:gd name="T10" fmla="*/ 76 w 76"/>
                  <a:gd name="T11" fmla="*/ 38 h 99"/>
                  <a:gd name="T12" fmla="*/ 38 w 76"/>
                  <a:gd name="T13" fmla="*/ 0 h 99"/>
                  <a:gd name="T14" fmla="*/ 0 w 76"/>
                  <a:gd name="T15" fmla="*/ 38 h 99"/>
                  <a:gd name="T16" fmla="*/ 12 w 76"/>
                  <a:gd name="T17" fmla="*/ 50 h 99"/>
                  <a:gd name="T18" fmla="*/ 30 w 76"/>
                  <a:gd name="T19" fmla="*/ 3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99">
                    <a:moveTo>
                      <a:pt x="30" y="32"/>
                    </a:moveTo>
                    <a:lnTo>
                      <a:pt x="30" y="99"/>
                    </a:lnTo>
                    <a:lnTo>
                      <a:pt x="46" y="99"/>
                    </a:lnTo>
                    <a:lnTo>
                      <a:pt x="46" y="32"/>
                    </a:lnTo>
                    <a:lnTo>
                      <a:pt x="64" y="50"/>
                    </a:lnTo>
                    <a:lnTo>
                      <a:pt x="76" y="38"/>
                    </a:lnTo>
                    <a:lnTo>
                      <a:pt x="38" y="0"/>
                    </a:lnTo>
                    <a:lnTo>
                      <a:pt x="0" y="38"/>
                    </a:lnTo>
                    <a:lnTo>
                      <a:pt x="12" y="50"/>
                    </a:lnTo>
                    <a:lnTo>
                      <a:pt x="3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>
              <a:off x="5081588" y="3619501"/>
              <a:ext cx="228600" cy="227013"/>
              <a:chOff x="5081588" y="3619501"/>
              <a:chExt cx="228600" cy="227013"/>
            </a:xfrm>
          </p:grpSpPr>
          <p:sp>
            <p:nvSpPr>
              <p:cNvPr id="34" name="Freeform 32"/>
              <p:cNvSpPr>
                <a:spLocks noEditPoints="1"/>
              </p:cNvSpPr>
              <p:nvPr/>
            </p:nvSpPr>
            <p:spPr bwMode="auto">
              <a:xfrm>
                <a:off x="5081588" y="3619501"/>
                <a:ext cx="228600" cy="227013"/>
              </a:xfrm>
              <a:custGeom>
                <a:avLst/>
                <a:gdLst>
                  <a:gd name="T0" fmla="*/ 64 w 72"/>
                  <a:gd name="T1" fmla="*/ 0 h 72"/>
                  <a:gd name="T2" fmla="*/ 8 w 72"/>
                  <a:gd name="T3" fmla="*/ 0 h 72"/>
                  <a:gd name="T4" fmla="*/ 0 w 72"/>
                  <a:gd name="T5" fmla="*/ 8 h 72"/>
                  <a:gd name="T6" fmla="*/ 0 w 72"/>
                  <a:gd name="T7" fmla="*/ 64 h 72"/>
                  <a:gd name="T8" fmla="*/ 8 w 72"/>
                  <a:gd name="T9" fmla="*/ 72 h 72"/>
                  <a:gd name="T10" fmla="*/ 64 w 72"/>
                  <a:gd name="T11" fmla="*/ 72 h 72"/>
                  <a:gd name="T12" fmla="*/ 72 w 72"/>
                  <a:gd name="T13" fmla="*/ 64 h 72"/>
                  <a:gd name="T14" fmla="*/ 72 w 72"/>
                  <a:gd name="T15" fmla="*/ 8 h 72"/>
                  <a:gd name="T16" fmla="*/ 64 w 72"/>
                  <a:gd name="T17" fmla="*/ 0 h 72"/>
                  <a:gd name="T18" fmla="*/ 64 w 72"/>
                  <a:gd name="T19" fmla="*/ 64 h 72"/>
                  <a:gd name="T20" fmla="*/ 8 w 72"/>
                  <a:gd name="T21" fmla="*/ 64 h 72"/>
                  <a:gd name="T22" fmla="*/ 8 w 72"/>
                  <a:gd name="T23" fmla="*/ 8 h 72"/>
                  <a:gd name="T24" fmla="*/ 64 w 72"/>
                  <a:gd name="T25" fmla="*/ 8 h 72"/>
                  <a:gd name="T26" fmla="*/ 64 w 72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72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64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5135563" y="3670301"/>
                <a:ext cx="120650" cy="131763"/>
              </a:xfrm>
              <a:custGeom>
                <a:avLst/>
                <a:gdLst>
                  <a:gd name="T0" fmla="*/ 76 w 76"/>
                  <a:gd name="T1" fmla="*/ 45 h 83"/>
                  <a:gd name="T2" fmla="*/ 64 w 76"/>
                  <a:gd name="T3" fmla="*/ 34 h 83"/>
                  <a:gd name="T4" fmla="*/ 46 w 76"/>
                  <a:gd name="T5" fmla="*/ 51 h 83"/>
                  <a:gd name="T6" fmla="*/ 46 w 76"/>
                  <a:gd name="T7" fmla="*/ 0 h 83"/>
                  <a:gd name="T8" fmla="*/ 30 w 76"/>
                  <a:gd name="T9" fmla="*/ 0 h 83"/>
                  <a:gd name="T10" fmla="*/ 30 w 76"/>
                  <a:gd name="T11" fmla="*/ 51 h 83"/>
                  <a:gd name="T12" fmla="*/ 12 w 76"/>
                  <a:gd name="T13" fmla="*/ 34 h 83"/>
                  <a:gd name="T14" fmla="*/ 0 w 76"/>
                  <a:gd name="T15" fmla="*/ 45 h 83"/>
                  <a:gd name="T16" fmla="*/ 38 w 76"/>
                  <a:gd name="T17" fmla="*/ 83 h 83"/>
                  <a:gd name="T18" fmla="*/ 76 w 76"/>
                  <a:gd name="T19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83">
                    <a:moveTo>
                      <a:pt x="76" y="45"/>
                    </a:moveTo>
                    <a:lnTo>
                      <a:pt x="64" y="34"/>
                    </a:lnTo>
                    <a:lnTo>
                      <a:pt x="46" y="51"/>
                    </a:lnTo>
                    <a:lnTo>
                      <a:pt x="46" y="0"/>
                    </a:lnTo>
                    <a:lnTo>
                      <a:pt x="30" y="0"/>
                    </a:lnTo>
                    <a:lnTo>
                      <a:pt x="30" y="51"/>
                    </a:lnTo>
                    <a:lnTo>
                      <a:pt x="12" y="34"/>
                    </a:lnTo>
                    <a:lnTo>
                      <a:pt x="0" y="45"/>
                    </a:lnTo>
                    <a:lnTo>
                      <a:pt x="38" y="83"/>
                    </a:lnTo>
                    <a:lnTo>
                      <a:pt x="76" y="45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5688013" y="3619501"/>
              <a:ext cx="228600" cy="227013"/>
              <a:chOff x="5688013" y="3619501"/>
              <a:chExt cx="228600" cy="227013"/>
            </a:xfrm>
          </p:grpSpPr>
          <p:sp>
            <p:nvSpPr>
              <p:cNvPr id="36" name="Freeform 34"/>
              <p:cNvSpPr>
                <a:spLocks noEditPoints="1"/>
              </p:cNvSpPr>
              <p:nvPr/>
            </p:nvSpPr>
            <p:spPr bwMode="auto">
              <a:xfrm>
                <a:off x="5688013" y="3619501"/>
                <a:ext cx="228600" cy="227013"/>
              </a:xfrm>
              <a:custGeom>
                <a:avLst/>
                <a:gdLst>
                  <a:gd name="T0" fmla="*/ 64 w 72"/>
                  <a:gd name="T1" fmla="*/ 0 h 72"/>
                  <a:gd name="T2" fmla="*/ 8 w 72"/>
                  <a:gd name="T3" fmla="*/ 0 h 72"/>
                  <a:gd name="T4" fmla="*/ 0 w 72"/>
                  <a:gd name="T5" fmla="*/ 8 h 72"/>
                  <a:gd name="T6" fmla="*/ 0 w 72"/>
                  <a:gd name="T7" fmla="*/ 64 h 72"/>
                  <a:gd name="T8" fmla="*/ 8 w 72"/>
                  <a:gd name="T9" fmla="*/ 72 h 72"/>
                  <a:gd name="T10" fmla="*/ 64 w 72"/>
                  <a:gd name="T11" fmla="*/ 72 h 72"/>
                  <a:gd name="T12" fmla="*/ 72 w 72"/>
                  <a:gd name="T13" fmla="*/ 64 h 72"/>
                  <a:gd name="T14" fmla="*/ 72 w 72"/>
                  <a:gd name="T15" fmla="*/ 8 h 72"/>
                  <a:gd name="T16" fmla="*/ 64 w 72"/>
                  <a:gd name="T17" fmla="*/ 0 h 72"/>
                  <a:gd name="T18" fmla="*/ 64 w 72"/>
                  <a:gd name="T19" fmla="*/ 64 h 72"/>
                  <a:gd name="T20" fmla="*/ 8 w 72"/>
                  <a:gd name="T21" fmla="*/ 64 h 72"/>
                  <a:gd name="T22" fmla="*/ 8 w 72"/>
                  <a:gd name="T23" fmla="*/ 8 h 72"/>
                  <a:gd name="T24" fmla="*/ 64 w 72"/>
                  <a:gd name="T25" fmla="*/ 8 h 72"/>
                  <a:gd name="T26" fmla="*/ 64 w 72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72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64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5"/>
              <p:cNvSpPr>
                <a:spLocks/>
              </p:cNvSpPr>
              <p:nvPr/>
            </p:nvSpPr>
            <p:spPr bwMode="auto">
              <a:xfrm>
                <a:off x="5741988" y="3663951"/>
                <a:ext cx="120650" cy="131763"/>
              </a:xfrm>
              <a:custGeom>
                <a:avLst/>
                <a:gdLst>
                  <a:gd name="T0" fmla="*/ 30 w 76"/>
                  <a:gd name="T1" fmla="*/ 32 h 83"/>
                  <a:gd name="T2" fmla="*/ 30 w 76"/>
                  <a:gd name="T3" fmla="*/ 83 h 83"/>
                  <a:gd name="T4" fmla="*/ 46 w 76"/>
                  <a:gd name="T5" fmla="*/ 83 h 83"/>
                  <a:gd name="T6" fmla="*/ 46 w 76"/>
                  <a:gd name="T7" fmla="*/ 32 h 83"/>
                  <a:gd name="T8" fmla="*/ 64 w 76"/>
                  <a:gd name="T9" fmla="*/ 49 h 83"/>
                  <a:gd name="T10" fmla="*/ 76 w 76"/>
                  <a:gd name="T11" fmla="*/ 38 h 83"/>
                  <a:gd name="T12" fmla="*/ 38 w 76"/>
                  <a:gd name="T13" fmla="*/ 0 h 83"/>
                  <a:gd name="T14" fmla="*/ 0 w 76"/>
                  <a:gd name="T15" fmla="*/ 38 h 83"/>
                  <a:gd name="T16" fmla="*/ 12 w 76"/>
                  <a:gd name="T17" fmla="*/ 49 h 83"/>
                  <a:gd name="T18" fmla="*/ 30 w 76"/>
                  <a:gd name="T19" fmla="*/ 3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83">
                    <a:moveTo>
                      <a:pt x="30" y="32"/>
                    </a:moveTo>
                    <a:lnTo>
                      <a:pt x="30" y="83"/>
                    </a:lnTo>
                    <a:lnTo>
                      <a:pt x="46" y="83"/>
                    </a:lnTo>
                    <a:lnTo>
                      <a:pt x="46" y="32"/>
                    </a:lnTo>
                    <a:lnTo>
                      <a:pt x="64" y="49"/>
                    </a:lnTo>
                    <a:lnTo>
                      <a:pt x="76" y="38"/>
                    </a:lnTo>
                    <a:lnTo>
                      <a:pt x="38" y="0"/>
                    </a:lnTo>
                    <a:lnTo>
                      <a:pt x="0" y="38"/>
                    </a:lnTo>
                    <a:lnTo>
                      <a:pt x="12" y="49"/>
                    </a:lnTo>
                    <a:lnTo>
                      <a:pt x="3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8696326" y="2998788"/>
              <a:ext cx="265113" cy="252413"/>
              <a:chOff x="8696326" y="2998788"/>
              <a:chExt cx="265113" cy="252413"/>
            </a:xfrm>
          </p:grpSpPr>
          <p:sp>
            <p:nvSpPr>
              <p:cNvPr id="38" name="Freeform 36"/>
              <p:cNvSpPr>
                <a:spLocks noEditPoints="1"/>
              </p:cNvSpPr>
              <p:nvPr/>
            </p:nvSpPr>
            <p:spPr bwMode="auto">
              <a:xfrm>
                <a:off x="8696326" y="2998788"/>
                <a:ext cx="127000" cy="252413"/>
              </a:xfrm>
              <a:custGeom>
                <a:avLst/>
                <a:gdLst>
                  <a:gd name="T0" fmla="*/ 0 w 40"/>
                  <a:gd name="T1" fmla="*/ 40 h 80"/>
                  <a:gd name="T2" fmla="*/ 40 w 40"/>
                  <a:gd name="T3" fmla="*/ 80 h 80"/>
                  <a:gd name="T4" fmla="*/ 40 w 40"/>
                  <a:gd name="T5" fmla="*/ 72 h 80"/>
                  <a:gd name="T6" fmla="*/ 28 w 40"/>
                  <a:gd name="T7" fmla="*/ 70 h 80"/>
                  <a:gd name="T8" fmla="*/ 28 w 40"/>
                  <a:gd name="T9" fmla="*/ 56 h 80"/>
                  <a:gd name="T10" fmla="*/ 40 w 40"/>
                  <a:gd name="T11" fmla="*/ 56 h 80"/>
                  <a:gd name="T12" fmla="*/ 40 w 40"/>
                  <a:gd name="T13" fmla="*/ 48 h 80"/>
                  <a:gd name="T14" fmla="*/ 28 w 40"/>
                  <a:gd name="T15" fmla="*/ 48 h 80"/>
                  <a:gd name="T16" fmla="*/ 28 w 40"/>
                  <a:gd name="T17" fmla="*/ 32 h 80"/>
                  <a:gd name="T18" fmla="*/ 40 w 40"/>
                  <a:gd name="T19" fmla="*/ 32 h 80"/>
                  <a:gd name="T20" fmla="*/ 40 w 40"/>
                  <a:gd name="T21" fmla="*/ 24 h 80"/>
                  <a:gd name="T22" fmla="*/ 28 w 40"/>
                  <a:gd name="T23" fmla="*/ 24 h 80"/>
                  <a:gd name="T24" fmla="*/ 28 w 40"/>
                  <a:gd name="T25" fmla="*/ 10 h 80"/>
                  <a:gd name="T26" fmla="*/ 40 w 40"/>
                  <a:gd name="T27" fmla="*/ 8 h 80"/>
                  <a:gd name="T28" fmla="*/ 40 w 40"/>
                  <a:gd name="T29" fmla="*/ 0 h 80"/>
                  <a:gd name="T30" fmla="*/ 0 w 40"/>
                  <a:gd name="T31" fmla="*/ 40 h 80"/>
                  <a:gd name="T32" fmla="*/ 20 w 40"/>
                  <a:gd name="T33" fmla="*/ 65 h 80"/>
                  <a:gd name="T34" fmla="*/ 12 w 40"/>
                  <a:gd name="T35" fmla="*/ 56 h 80"/>
                  <a:gd name="T36" fmla="*/ 20 w 40"/>
                  <a:gd name="T37" fmla="*/ 56 h 80"/>
                  <a:gd name="T38" fmla="*/ 20 w 40"/>
                  <a:gd name="T39" fmla="*/ 65 h 80"/>
                  <a:gd name="T40" fmla="*/ 20 w 40"/>
                  <a:gd name="T41" fmla="*/ 48 h 80"/>
                  <a:gd name="T42" fmla="*/ 9 w 40"/>
                  <a:gd name="T43" fmla="*/ 48 h 80"/>
                  <a:gd name="T44" fmla="*/ 8 w 40"/>
                  <a:gd name="T45" fmla="*/ 40 h 80"/>
                  <a:gd name="T46" fmla="*/ 9 w 40"/>
                  <a:gd name="T47" fmla="*/ 32 h 80"/>
                  <a:gd name="T48" fmla="*/ 20 w 40"/>
                  <a:gd name="T49" fmla="*/ 32 h 80"/>
                  <a:gd name="T50" fmla="*/ 20 w 40"/>
                  <a:gd name="T51" fmla="*/ 48 h 80"/>
                  <a:gd name="T52" fmla="*/ 20 w 40"/>
                  <a:gd name="T53" fmla="*/ 15 h 80"/>
                  <a:gd name="T54" fmla="*/ 20 w 40"/>
                  <a:gd name="T55" fmla="*/ 24 h 80"/>
                  <a:gd name="T56" fmla="*/ 12 w 40"/>
                  <a:gd name="T57" fmla="*/ 24 h 80"/>
                  <a:gd name="T58" fmla="*/ 20 w 40"/>
                  <a:gd name="T59" fmla="*/ 15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0" h="80">
                    <a:moveTo>
                      <a:pt x="0" y="40"/>
                    </a:moveTo>
                    <a:cubicBezTo>
                      <a:pt x="0" y="62"/>
                      <a:pt x="18" y="80"/>
                      <a:pt x="40" y="80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36" y="72"/>
                      <a:pt x="32" y="71"/>
                      <a:pt x="28" y="70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32" y="9"/>
                      <a:pt x="36" y="8"/>
                      <a:pt x="40" y="8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lose/>
                    <a:moveTo>
                      <a:pt x="20" y="65"/>
                    </a:moveTo>
                    <a:cubicBezTo>
                      <a:pt x="17" y="62"/>
                      <a:pt x="14" y="59"/>
                      <a:pt x="12" y="56"/>
                    </a:cubicBezTo>
                    <a:cubicBezTo>
                      <a:pt x="20" y="56"/>
                      <a:pt x="20" y="56"/>
                      <a:pt x="20" y="56"/>
                    </a:cubicBezTo>
                    <a:lnTo>
                      <a:pt x="20" y="65"/>
                    </a:lnTo>
                    <a:close/>
                    <a:moveTo>
                      <a:pt x="20" y="48"/>
                    </a:moveTo>
                    <a:cubicBezTo>
                      <a:pt x="9" y="48"/>
                      <a:pt x="9" y="48"/>
                      <a:pt x="9" y="48"/>
                    </a:cubicBezTo>
                    <a:cubicBezTo>
                      <a:pt x="8" y="45"/>
                      <a:pt x="8" y="43"/>
                      <a:pt x="8" y="40"/>
                    </a:cubicBezTo>
                    <a:cubicBezTo>
                      <a:pt x="8" y="37"/>
                      <a:pt x="8" y="35"/>
                      <a:pt x="9" y="32"/>
                    </a:cubicBezTo>
                    <a:cubicBezTo>
                      <a:pt x="20" y="32"/>
                      <a:pt x="20" y="32"/>
                      <a:pt x="20" y="32"/>
                    </a:cubicBezTo>
                    <a:lnTo>
                      <a:pt x="20" y="48"/>
                    </a:lnTo>
                    <a:close/>
                    <a:moveTo>
                      <a:pt x="20" y="15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1"/>
                      <a:pt x="17" y="18"/>
                      <a:pt x="20" y="15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7"/>
              <p:cNvSpPr>
                <a:spLocks noEditPoints="1"/>
              </p:cNvSpPr>
              <p:nvPr/>
            </p:nvSpPr>
            <p:spPr bwMode="auto">
              <a:xfrm>
                <a:off x="8859838" y="2998788"/>
                <a:ext cx="76200" cy="762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38"/>
              <p:cNvSpPr>
                <a:spLocks noEditPoints="1"/>
              </p:cNvSpPr>
              <p:nvPr/>
            </p:nvSpPr>
            <p:spPr bwMode="auto">
              <a:xfrm>
                <a:off x="8836026" y="3074988"/>
                <a:ext cx="125413" cy="176213"/>
              </a:xfrm>
              <a:custGeom>
                <a:avLst/>
                <a:gdLst>
                  <a:gd name="T0" fmla="*/ 20 w 40"/>
                  <a:gd name="T1" fmla="*/ 0 h 56"/>
                  <a:gd name="T2" fmla="*/ 0 w 40"/>
                  <a:gd name="T3" fmla="*/ 20 h 56"/>
                  <a:gd name="T4" fmla="*/ 0 w 40"/>
                  <a:gd name="T5" fmla="*/ 32 h 56"/>
                  <a:gd name="T6" fmla="*/ 4 w 40"/>
                  <a:gd name="T7" fmla="*/ 36 h 56"/>
                  <a:gd name="T8" fmla="*/ 8 w 40"/>
                  <a:gd name="T9" fmla="*/ 36 h 56"/>
                  <a:gd name="T10" fmla="*/ 8 w 40"/>
                  <a:gd name="T11" fmla="*/ 52 h 56"/>
                  <a:gd name="T12" fmla="*/ 12 w 40"/>
                  <a:gd name="T13" fmla="*/ 56 h 56"/>
                  <a:gd name="T14" fmla="*/ 28 w 40"/>
                  <a:gd name="T15" fmla="*/ 56 h 56"/>
                  <a:gd name="T16" fmla="*/ 32 w 40"/>
                  <a:gd name="T17" fmla="*/ 52 h 56"/>
                  <a:gd name="T18" fmla="*/ 32 w 40"/>
                  <a:gd name="T19" fmla="*/ 36 h 56"/>
                  <a:gd name="T20" fmla="*/ 36 w 40"/>
                  <a:gd name="T21" fmla="*/ 36 h 56"/>
                  <a:gd name="T22" fmla="*/ 40 w 40"/>
                  <a:gd name="T23" fmla="*/ 32 h 56"/>
                  <a:gd name="T24" fmla="*/ 40 w 40"/>
                  <a:gd name="T25" fmla="*/ 20 h 56"/>
                  <a:gd name="T26" fmla="*/ 20 w 40"/>
                  <a:gd name="T27" fmla="*/ 0 h 56"/>
                  <a:gd name="T28" fmla="*/ 32 w 40"/>
                  <a:gd name="T29" fmla="*/ 28 h 56"/>
                  <a:gd name="T30" fmla="*/ 28 w 40"/>
                  <a:gd name="T31" fmla="*/ 28 h 56"/>
                  <a:gd name="T32" fmla="*/ 24 w 40"/>
                  <a:gd name="T33" fmla="*/ 32 h 56"/>
                  <a:gd name="T34" fmla="*/ 24 w 40"/>
                  <a:gd name="T35" fmla="*/ 48 h 56"/>
                  <a:gd name="T36" fmla="*/ 16 w 40"/>
                  <a:gd name="T37" fmla="*/ 48 h 56"/>
                  <a:gd name="T38" fmla="*/ 16 w 40"/>
                  <a:gd name="T39" fmla="*/ 32 h 56"/>
                  <a:gd name="T40" fmla="*/ 12 w 40"/>
                  <a:gd name="T41" fmla="*/ 28 h 56"/>
                  <a:gd name="T42" fmla="*/ 8 w 40"/>
                  <a:gd name="T43" fmla="*/ 28 h 56"/>
                  <a:gd name="T44" fmla="*/ 8 w 40"/>
                  <a:gd name="T45" fmla="*/ 20 h 56"/>
                  <a:gd name="T46" fmla="*/ 20 w 40"/>
                  <a:gd name="T47" fmla="*/ 8 h 56"/>
                  <a:gd name="T48" fmla="*/ 32 w 40"/>
                  <a:gd name="T49" fmla="*/ 20 h 56"/>
                  <a:gd name="T50" fmla="*/ 32 w 40"/>
                  <a:gd name="T51" fmla="*/ 2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6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4"/>
                      <a:pt x="10" y="56"/>
                      <a:pt x="12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30" y="56"/>
                      <a:pt x="32" y="54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8" y="36"/>
                      <a:pt x="40" y="34"/>
                      <a:pt x="40" y="32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32" y="28"/>
                    </a:moveTo>
                    <a:cubicBezTo>
                      <a:pt x="28" y="28"/>
                      <a:pt x="28" y="28"/>
                      <a:pt x="28" y="28"/>
                    </a:cubicBezTo>
                    <a:cubicBezTo>
                      <a:pt x="26" y="28"/>
                      <a:pt x="24" y="30"/>
                      <a:pt x="24" y="32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0"/>
                      <a:pt x="14" y="28"/>
                      <a:pt x="12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27" y="8"/>
                      <a:pt x="32" y="13"/>
                      <a:pt x="32" y="20"/>
                    </a:cubicBezTo>
                    <a:lnTo>
                      <a:pt x="32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0" name="组合 149"/>
            <p:cNvGrpSpPr/>
            <p:nvPr/>
          </p:nvGrpSpPr>
          <p:grpSpPr>
            <a:xfrm>
              <a:off x="3240088" y="3594101"/>
              <a:ext cx="271463" cy="277813"/>
              <a:chOff x="3240088" y="3594101"/>
              <a:chExt cx="271463" cy="277813"/>
            </a:xfrm>
          </p:grpSpPr>
          <p:sp>
            <p:nvSpPr>
              <p:cNvPr id="41" name="Oval 39"/>
              <p:cNvSpPr>
                <a:spLocks noChangeArrowheads="1"/>
              </p:cNvSpPr>
              <p:nvPr/>
            </p:nvSpPr>
            <p:spPr bwMode="auto">
              <a:xfrm>
                <a:off x="3463926" y="384651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Oval 40"/>
              <p:cNvSpPr>
                <a:spLocks noChangeArrowheads="1"/>
              </p:cNvSpPr>
              <p:nvPr/>
            </p:nvSpPr>
            <p:spPr bwMode="auto">
              <a:xfrm>
                <a:off x="3262313" y="384651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1"/>
              <p:cNvSpPr>
                <a:spLocks noEditPoints="1"/>
              </p:cNvSpPr>
              <p:nvPr/>
            </p:nvSpPr>
            <p:spPr bwMode="auto">
              <a:xfrm>
                <a:off x="3240088" y="3594101"/>
                <a:ext cx="271463" cy="277813"/>
              </a:xfrm>
              <a:custGeom>
                <a:avLst/>
                <a:gdLst>
                  <a:gd name="T0" fmla="*/ 86 w 86"/>
                  <a:gd name="T1" fmla="*/ 59 h 88"/>
                  <a:gd name="T2" fmla="*/ 79 w 86"/>
                  <a:gd name="T3" fmla="*/ 39 h 88"/>
                  <a:gd name="T4" fmla="*/ 79 w 86"/>
                  <a:gd name="T5" fmla="*/ 4 h 88"/>
                  <a:gd name="T6" fmla="*/ 75 w 86"/>
                  <a:gd name="T7" fmla="*/ 0 h 88"/>
                  <a:gd name="T8" fmla="*/ 11 w 86"/>
                  <a:gd name="T9" fmla="*/ 0 h 88"/>
                  <a:gd name="T10" fmla="*/ 7 w 86"/>
                  <a:gd name="T11" fmla="*/ 4 h 88"/>
                  <a:gd name="T12" fmla="*/ 7 w 86"/>
                  <a:gd name="T13" fmla="*/ 39 h 88"/>
                  <a:gd name="T14" fmla="*/ 0 w 86"/>
                  <a:gd name="T15" fmla="*/ 59 h 88"/>
                  <a:gd name="T16" fmla="*/ 1 w 86"/>
                  <a:gd name="T17" fmla="*/ 65 h 88"/>
                  <a:gd name="T18" fmla="*/ 7 w 86"/>
                  <a:gd name="T19" fmla="*/ 68 h 88"/>
                  <a:gd name="T20" fmla="*/ 39 w 86"/>
                  <a:gd name="T21" fmla="*/ 68 h 88"/>
                  <a:gd name="T22" fmla="*/ 39 w 86"/>
                  <a:gd name="T23" fmla="*/ 80 h 88"/>
                  <a:gd name="T24" fmla="*/ 19 w 86"/>
                  <a:gd name="T25" fmla="*/ 80 h 88"/>
                  <a:gd name="T26" fmla="*/ 19 w 86"/>
                  <a:gd name="T27" fmla="*/ 88 h 88"/>
                  <a:gd name="T28" fmla="*/ 67 w 86"/>
                  <a:gd name="T29" fmla="*/ 88 h 88"/>
                  <a:gd name="T30" fmla="*/ 67 w 86"/>
                  <a:gd name="T31" fmla="*/ 80 h 88"/>
                  <a:gd name="T32" fmla="*/ 47 w 86"/>
                  <a:gd name="T33" fmla="*/ 80 h 88"/>
                  <a:gd name="T34" fmla="*/ 47 w 86"/>
                  <a:gd name="T35" fmla="*/ 68 h 88"/>
                  <a:gd name="T36" fmla="*/ 79 w 86"/>
                  <a:gd name="T37" fmla="*/ 68 h 88"/>
                  <a:gd name="T38" fmla="*/ 85 w 86"/>
                  <a:gd name="T39" fmla="*/ 65 h 88"/>
                  <a:gd name="T40" fmla="*/ 86 w 86"/>
                  <a:gd name="T41" fmla="*/ 59 h 88"/>
                  <a:gd name="T42" fmla="*/ 71 w 86"/>
                  <a:gd name="T43" fmla="*/ 8 h 88"/>
                  <a:gd name="T44" fmla="*/ 71 w 86"/>
                  <a:gd name="T45" fmla="*/ 36 h 88"/>
                  <a:gd name="T46" fmla="*/ 15 w 86"/>
                  <a:gd name="T47" fmla="*/ 36 h 88"/>
                  <a:gd name="T48" fmla="*/ 15 w 86"/>
                  <a:gd name="T49" fmla="*/ 8 h 88"/>
                  <a:gd name="T50" fmla="*/ 71 w 86"/>
                  <a:gd name="T51" fmla="*/ 8 h 88"/>
                  <a:gd name="T52" fmla="*/ 9 w 86"/>
                  <a:gd name="T53" fmla="*/ 60 h 88"/>
                  <a:gd name="T54" fmla="*/ 14 w 86"/>
                  <a:gd name="T55" fmla="*/ 44 h 88"/>
                  <a:gd name="T56" fmla="*/ 72 w 86"/>
                  <a:gd name="T57" fmla="*/ 44 h 88"/>
                  <a:gd name="T58" fmla="*/ 77 w 86"/>
                  <a:gd name="T59" fmla="*/ 60 h 88"/>
                  <a:gd name="T60" fmla="*/ 9 w 86"/>
                  <a:gd name="T61" fmla="*/ 6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6" h="88">
                    <a:moveTo>
                      <a:pt x="86" y="59"/>
                    </a:moveTo>
                    <a:cubicBezTo>
                      <a:pt x="79" y="39"/>
                      <a:pt x="79" y="39"/>
                      <a:pt x="79" y="39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9" y="2"/>
                      <a:pt x="77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9" y="0"/>
                      <a:pt x="7" y="2"/>
                      <a:pt x="7" y="4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1"/>
                      <a:pt x="0" y="63"/>
                      <a:pt x="1" y="65"/>
                    </a:cubicBezTo>
                    <a:cubicBezTo>
                      <a:pt x="3" y="67"/>
                      <a:pt x="5" y="68"/>
                      <a:pt x="7" y="68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39" y="80"/>
                      <a:pt x="39" y="80"/>
                      <a:pt x="39" y="80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8"/>
                      <a:pt x="19" y="88"/>
                      <a:pt x="19" y="88"/>
                    </a:cubicBezTo>
                    <a:cubicBezTo>
                      <a:pt x="67" y="88"/>
                      <a:pt x="67" y="88"/>
                      <a:pt x="67" y="88"/>
                    </a:cubicBezTo>
                    <a:cubicBezTo>
                      <a:pt x="67" y="80"/>
                      <a:pt x="67" y="80"/>
                      <a:pt x="6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68"/>
                      <a:pt x="47" y="68"/>
                      <a:pt x="47" y="68"/>
                    </a:cubicBezTo>
                    <a:cubicBezTo>
                      <a:pt x="79" y="68"/>
                      <a:pt x="79" y="68"/>
                      <a:pt x="79" y="68"/>
                    </a:cubicBezTo>
                    <a:cubicBezTo>
                      <a:pt x="81" y="68"/>
                      <a:pt x="83" y="67"/>
                      <a:pt x="85" y="65"/>
                    </a:cubicBezTo>
                    <a:cubicBezTo>
                      <a:pt x="86" y="63"/>
                      <a:pt x="86" y="61"/>
                      <a:pt x="86" y="59"/>
                    </a:cubicBezTo>
                    <a:close/>
                    <a:moveTo>
                      <a:pt x="71" y="8"/>
                    </a:moveTo>
                    <a:cubicBezTo>
                      <a:pt x="71" y="36"/>
                      <a:pt x="71" y="36"/>
                      <a:pt x="71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5" y="8"/>
                      <a:pt x="15" y="8"/>
                      <a:pt x="15" y="8"/>
                    </a:cubicBezTo>
                    <a:lnTo>
                      <a:pt x="71" y="8"/>
                    </a:lnTo>
                    <a:close/>
                    <a:moveTo>
                      <a:pt x="9" y="60"/>
                    </a:moveTo>
                    <a:cubicBezTo>
                      <a:pt x="14" y="44"/>
                      <a:pt x="14" y="44"/>
                      <a:pt x="14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7" y="60"/>
                      <a:pt x="77" y="60"/>
                      <a:pt x="77" y="60"/>
                    </a:cubicBezTo>
                    <a:lnTo>
                      <a:pt x="9" y="6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Rectangle 42"/>
              <p:cNvSpPr>
                <a:spLocks noChangeArrowheads="1"/>
              </p:cNvSpPr>
              <p:nvPr/>
            </p:nvSpPr>
            <p:spPr bwMode="auto">
              <a:xfrm>
                <a:off x="3351213" y="3744913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5713413" y="2998788"/>
              <a:ext cx="177800" cy="252413"/>
              <a:chOff x="5713413" y="2998788"/>
              <a:chExt cx="177800" cy="252413"/>
            </a:xfrm>
          </p:grpSpPr>
          <p:sp>
            <p:nvSpPr>
              <p:cNvPr id="45" name="Oval 43"/>
              <p:cNvSpPr>
                <a:spLocks noChangeArrowheads="1"/>
              </p:cNvSpPr>
              <p:nvPr/>
            </p:nvSpPr>
            <p:spPr bwMode="auto">
              <a:xfrm>
                <a:off x="5783263" y="3163888"/>
                <a:ext cx="38100" cy="3651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44"/>
              <p:cNvSpPr>
                <a:spLocks noEditPoints="1"/>
              </p:cNvSpPr>
              <p:nvPr/>
            </p:nvSpPr>
            <p:spPr bwMode="auto">
              <a:xfrm>
                <a:off x="5713413" y="2998788"/>
                <a:ext cx="177800" cy="252413"/>
              </a:xfrm>
              <a:custGeom>
                <a:avLst/>
                <a:gdLst>
                  <a:gd name="T0" fmla="*/ 48 w 56"/>
                  <a:gd name="T1" fmla="*/ 36 h 80"/>
                  <a:gd name="T2" fmla="*/ 48 w 56"/>
                  <a:gd name="T3" fmla="*/ 20 h 80"/>
                  <a:gd name="T4" fmla="*/ 28 w 56"/>
                  <a:gd name="T5" fmla="*/ 0 h 80"/>
                  <a:gd name="T6" fmla="*/ 8 w 56"/>
                  <a:gd name="T7" fmla="*/ 20 h 80"/>
                  <a:gd name="T8" fmla="*/ 8 w 56"/>
                  <a:gd name="T9" fmla="*/ 36 h 80"/>
                  <a:gd name="T10" fmla="*/ 0 w 56"/>
                  <a:gd name="T11" fmla="*/ 44 h 80"/>
                  <a:gd name="T12" fmla="*/ 0 w 56"/>
                  <a:gd name="T13" fmla="*/ 72 h 80"/>
                  <a:gd name="T14" fmla="*/ 8 w 56"/>
                  <a:gd name="T15" fmla="*/ 80 h 80"/>
                  <a:gd name="T16" fmla="*/ 48 w 56"/>
                  <a:gd name="T17" fmla="*/ 80 h 80"/>
                  <a:gd name="T18" fmla="*/ 56 w 56"/>
                  <a:gd name="T19" fmla="*/ 72 h 80"/>
                  <a:gd name="T20" fmla="*/ 56 w 56"/>
                  <a:gd name="T21" fmla="*/ 44 h 80"/>
                  <a:gd name="T22" fmla="*/ 48 w 56"/>
                  <a:gd name="T23" fmla="*/ 36 h 80"/>
                  <a:gd name="T24" fmla="*/ 16 w 56"/>
                  <a:gd name="T25" fmla="*/ 20 h 80"/>
                  <a:gd name="T26" fmla="*/ 28 w 56"/>
                  <a:gd name="T27" fmla="*/ 8 h 80"/>
                  <a:gd name="T28" fmla="*/ 40 w 56"/>
                  <a:gd name="T29" fmla="*/ 20 h 80"/>
                  <a:gd name="T30" fmla="*/ 40 w 56"/>
                  <a:gd name="T31" fmla="*/ 36 h 80"/>
                  <a:gd name="T32" fmla="*/ 16 w 56"/>
                  <a:gd name="T33" fmla="*/ 36 h 80"/>
                  <a:gd name="T34" fmla="*/ 16 w 56"/>
                  <a:gd name="T35" fmla="*/ 20 h 80"/>
                  <a:gd name="T36" fmla="*/ 8 w 56"/>
                  <a:gd name="T37" fmla="*/ 72 h 80"/>
                  <a:gd name="T38" fmla="*/ 8 w 56"/>
                  <a:gd name="T39" fmla="*/ 44 h 80"/>
                  <a:gd name="T40" fmla="*/ 48 w 56"/>
                  <a:gd name="T41" fmla="*/ 44 h 80"/>
                  <a:gd name="T42" fmla="*/ 48 w 56"/>
                  <a:gd name="T43" fmla="*/ 72 h 80"/>
                  <a:gd name="T44" fmla="*/ 8 w 56"/>
                  <a:gd name="T4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6" h="80">
                    <a:moveTo>
                      <a:pt x="48" y="36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9"/>
                      <a:pt x="39" y="0"/>
                      <a:pt x="28" y="0"/>
                    </a:cubicBezTo>
                    <a:cubicBezTo>
                      <a:pt x="17" y="0"/>
                      <a:pt x="8" y="9"/>
                      <a:pt x="8" y="20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0" y="40"/>
                      <a:pt x="0" y="44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8" y="80"/>
                      <a:pt x="48" y="80"/>
                      <a:pt x="48" y="80"/>
                    </a:cubicBezTo>
                    <a:cubicBezTo>
                      <a:pt x="52" y="80"/>
                      <a:pt x="56" y="76"/>
                      <a:pt x="56" y="72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2" y="36"/>
                      <a:pt x="48" y="36"/>
                    </a:cubicBezTo>
                    <a:close/>
                    <a:moveTo>
                      <a:pt x="16" y="20"/>
                    </a:moveTo>
                    <a:cubicBezTo>
                      <a:pt x="16" y="13"/>
                      <a:pt x="21" y="8"/>
                      <a:pt x="28" y="8"/>
                    </a:cubicBezTo>
                    <a:cubicBezTo>
                      <a:pt x="35" y="8"/>
                      <a:pt x="40" y="13"/>
                      <a:pt x="40" y="20"/>
                    </a:cubicBezTo>
                    <a:cubicBezTo>
                      <a:pt x="40" y="36"/>
                      <a:pt x="40" y="36"/>
                      <a:pt x="40" y="36"/>
                    </a:cubicBezTo>
                    <a:cubicBezTo>
                      <a:pt x="16" y="36"/>
                      <a:pt x="16" y="36"/>
                      <a:pt x="16" y="36"/>
                    </a:cubicBezTo>
                    <a:lnTo>
                      <a:pt x="16" y="20"/>
                    </a:lnTo>
                    <a:close/>
                    <a:moveTo>
                      <a:pt x="8" y="72"/>
                    </a:moveTo>
                    <a:cubicBezTo>
                      <a:pt x="8" y="44"/>
                      <a:pt x="8" y="44"/>
                      <a:pt x="8" y="44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48" y="72"/>
                      <a:pt x="48" y="72"/>
                      <a:pt x="48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6" name="组合 145"/>
            <p:cNvGrpSpPr/>
            <p:nvPr/>
          </p:nvGrpSpPr>
          <p:grpSpPr>
            <a:xfrm>
              <a:off x="6319838" y="2998788"/>
              <a:ext cx="177800" cy="252413"/>
              <a:chOff x="6319838" y="2998788"/>
              <a:chExt cx="177800" cy="252413"/>
            </a:xfrm>
          </p:grpSpPr>
          <p:sp>
            <p:nvSpPr>
              <p:cNvPr id="47" name="Freeform 45"/>
              <p:cNvSpPr>
                <a:spLocks noEditPoints="1"/>
              </p:cNvSpPr>
              <p:nvPr/>
            </p:nvSpPr>
            <p:spPr bwMode="auto">
              <a:xfrm>
                <a:off x="6319838" y="2998788"/>
                <a:ext cx="177800" cy="252413"/>
              </a:xfrm>
              <a:custGeom>
                <a:avLst/>
                <a:gdLst>
                  <a:gd name="T0" fmla="*/ 48 w 56"/>
                  <a:gd name="T1" fmla="*/ 36 h 80"/>
                  <a:gd name="T2" fmla="*/ 16 w 56"/>
                  <a:gd name="T3" fmla="*/ 36 h 80"/>
                  <a:gd name="T4" fmla="*/ 16 w 56"/>
                  <a:gd name="T5" fmla="*/ 20 h 80"/>
                  <a:gd name="T6" fmla="*/ 28 w 56"/>
                  <a:gd name="T7" fmla="*/ 8 h 80"/>
                  <a:gd name="T8" fmla="*/ 40 w 56"/>
                  <a:gd name="T9" fmla="*/ 20 h 80"/>
                  <a:gd name="T10" fmla="*/ 40 w 56"/>
                  <a:gd name="T11" fmla="*/ 24 h 80"/>
                  <a:gd name="T12" fmla="*/ 48 w 56"/>
                  <a:gd name="T13" fmla="*/ 24 h 80"/>
                  <a:gd name="T14" fmla="*/ 48 w 56"/>
                  <a:gd name="T15" fmla="*/ 20 h 80"/>
                  <a:gd name="T16" fmla="*/ 28 w 56"/>
                  <a:gd name="T17" fmla="*/ 0 h 80"/>
                  <a:gd name="T18" fmla="*/ 8 w 56"/>
                  <a:gd name="T19" fmla="*/ 20 h 80"/>
                  <a:gd name="T20" fmla="*/ 8 w 56"/>
                  <a:gd name="T21" fmla="*/ 36 h 80"/>
                  <a:gd name="T22" fmla="*/ 0 w 56"/>
                  <a:gd name="T23" fmla="*/ 44 h 80"/>
                  <a:gd name="T24" fmla="*/ 0 w 56"/>
                  <a:gd name="T25" fmla="*/ 72 h 80"/>
                  <a:gd name="T26" fmla="*/ 8 w 56"/>
                  <a:gd name="T27" fmla="*/ 80 h 80"/>
                  <a:gd name="T28" fmla="*/ 48 w 56"/>
                  <a:gd name="T29" fmla="*/ 80 h 80"/>
                  <a:gd name="T30" fmla="*/ 56 w 56"/>
                  <a:gd name="T31" fmla="*/ 72 h 80"/>
                  <a:gd name="T32" fmla="*/ 56 w 56"/>
                  <a:gd name="T33" fmla="*/ 44 h 80"/>
                  <a:gd name="T34" fmla="*/ 48 w 56"/>
                  <a:gd name="T35" fmla="*/ 36 h 80"/>
                  <a:gd name="T36" fmla="*/ 8 w 56"/>
                  <a:gd name="T37" fmla="*/ 72 h 80"/>
                  <a:gd name="T38" fmla="*/ 8 w 56"/>
                  <a:gd name="T39" fmla="*/ 44 h 80"/>
                  <a:gd name="T40" fmla="*/ 48 w 56"/>
                  <a:gd name="T41" fmla="*/ 44 h 80"/>
                  <a:gd name="T42" fmla="*/ 48 w 56"/>
                  <a:gd name="T43" fmla="*/ 72 h 80"/>
                  <a:gd name="T44" fmla="*/ 8 w 56"/>
                  <a:gd name="T4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6" h="80">
                    <a:moveTo>
                      <a:pt x="48" y="36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3"/>
                      <a:pt x="21" y="8"/>
                      <a:pt x="28" y="8"/>
                    </a:cubicBezTo>
                    <a:cubicBezTo>
                      <a:pt x="35" y="8"/>
                      <a:pt x="40" y="13"/>
                      <a:pt x="40" y="20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9"/>
                      <a:pt x="39" y="0"/>
                      <a:pt x="28" y="0"/>
                    </a:cubicBezTo>
                    <a:cubicBezTo>
                      <a:pt x="17" y="0"/>
                      <a:pt x="8" y="9"/>
                      <a:pt x="8" y="20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4" y="36"/>
                      <a:pt x="0" y="40"/>
                      <a:pt x="0" y="44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8" y="80"/>
                      <a:pt x="48" y="80"/>
                      <a:pt x="48" y="80"/>
                    </a:cubicBezTo>
                    <a:cubicBezTo>
                      <a:pt x="52" y="80"/>
                      <a:pt x="56" y="76"/>
                      <a:pt x="56" y="72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2" y="36"/>
                      <a:pt x="48" y="36"/>
                    </a:cubicBezTo>
                    <a:close/>
                    <a:moveTo>
                      <a:pt x="8" y="72"/>
                    </a:moveTo>
                    <a:cubicBezTo>
                      <a:pt x="8" y="44"/>
                      <a:pt x="8" y="44"/>
                      <a:pt x="8" y="44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48" y="72"/>
                      <a:pt x="48" y="72"/>
                      <a:pt x="48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Oval 46"/>
              <p:cNvSpPr>
                <a:spLocks noChangeArrowheads="1"/>
              </p:cNvSpPr>
              <p:nvPr/>
            </p:nvSpPr>
            <p:spPr bwMode="auto">
              <a:xfrm>
                <a:off x="6389688" y="3163888"/>
                <a:ext cx="38100" cy="3651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3894138" y="1782763"/>
              <a:ext cx="177800" cy="254000"/>
              <a:chOff x="3894138" y="1782763"/>
              <a:chExt cx="177800" cy="254000"/>
            </a:xfrm>
          </p:grpSpPr>
          <p:sp>
            <p:nvSpPr>
              <p:cNvPr id="49" name="Freeform 47"/>
              <p:cNvSpPr>
                <a:spLocks noEditPoints="1"/>
              </p:cNvSpPr>
              <p:nvPr/>
            </p:nvSpPr>
            <p:spPr bwMode="auto">
              <a:xfrm>
                <a:off x="3894138" y="1782763"/>
                <a:ext cx="177800" cy="254000"/>
              </a:xfrm>
              <a:custGeom>
                <a:avLst/>
                <a:gdLst>
                  <a:gd name="T0" fmla="*/ 52 w 56"/>
                  <a:gd name="T1" fmla="*/ 12 h 80"/>
                  <a:gd name="T2" fmla="*/ 44 w 56"/>
                  <a:gd name="T3" fmla="*/ 12 h 80"/>
                  <a:gd name="T4" fmla="*/ 44 w 56"/>
                  <a:gd name="T5" fmla="*/ 4 h 80"/>
                  <a:gd name="T6" fmla="*/ 40 w 56"/>
                  <a:gd name="T7" fmla="*/ 0 h 80"/>
                  <a:gd name="T8" fmla="*/ 16 w 56"/>
                  <a:gd name="T9" fmla="*/ 0 h 80"/>
                  <a:gd name="T10" fmla="*/ 12 w 56"/>
                  <a:gd name="T11" fmla="*/ 4 h 80"/>
                  <a:gd name="T12" fmla="*/ 12 w 56"/>
                  <a:gd name="T13" fmla="*/ 12 h 80"/>
                  <a:gd name="T14" fmla="*/ 4 w 56"/>
                  <a:gd name="T15" fmla="*/ 12 h 80"/>
                  <a:gd name="T16" fmla="*/ 0 w 56"/>
                  <a:gd name="T17" fmla="*/ 16 h 80"/>
                  <a:gd name="T18" fmla="*/ 0 w 56"/>
                  <a:gd name="T19" fmla="*/ 72 h 80"/>
                  <a:gd name="T20" fmla="*/ 8 w 56"/>
                  <a:gd name="T21" fmla="*/ 80 h 80"/>
                  <a:gd name="T22" fmla="*/ 48 w 56"/>
                  <a:gd name="T23" fmla="*/ 80 h 80"/>
                  <a:gd name="T24" fmla="*/ 56 w 56"/>
                  <a:gd name="T25" fmla="*/ 72 h 80"/>
                  <a:gd name="T26" fmla="*/ 56 w 56"/>
                  <a:gd name="T27" fmla="*/ 16 h 80"/>
                  <a:gd name="T28" fmla="*/ 52 w 56"/>
                  <a:gd name="T29" fmla="*/ 12 h 80"/>
                  <a:gd name="T30" fmla="*/ 8 w 56"/>
                  <a:gd name="T31" fmla="*/ 72 h 80"/>
                  <a:gd name="T32" fmla="*/ 8 w 56"/>
                  <a:gd name="T33" fmla="*/ 20 h 80"/>
                  <a:gd name="T34" fmla="*/ 16 w 56"/>
                  <a:gd name="T35" fmla="*/ 20 h 80"/>
                  <a:gd name="T36" fmla="*/ 20 w 56"/>
                  <a:gd name="T37" fmla="*/ 16 h 80"/>
                  <a:gd name="T38" fmla="*/ 20 w 56"/>
                  <a:gd name="T39" fmla="*/ 8 h 80"/>
                  <a:gd name="T40" fmla="*/ 36 w 56"/>
                  <a:gd name="T41" fmla="*/ 8 h 80"/>
                  <a:gd name="T42" fmla="*/ 36 w 56"/>
                  <a:gd name="T43" fmla="*/ 16 h 80"/>
                  <a:gd name="T44" fmla="*/ 40 w 56"/>
                  <a:gd name="T45" fmla="*/ 20 h 80"/>
                  <a:gd name="T46" fmla="*/ 48 w 56"/>
                  <a:gd name="T47" fmla="*/ 20 h 80"/>
                  <a:gd name="T48" fmla="*/ 48 w 56"/>
                  <a:gd name="T49" fmla="*/ 72 h 80"/>
                  <a:gd name="T50" fmla="*/ 8 w 56"/>
                  <a:gd name="T5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6" h="80">
                    <a:moveTo>
                      <a:pt x="52" y="12"/>
                    </a:move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2" y="2"/>
                      <a:pt x="12" y="4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2" y="12"/>
                      <a:pt x="0" y="14"/>
                      <a:pt x="0" y="16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8" y="80"/>
                      <a:pt x="48" y="80"/>
                      <a:pt x="48" y="80"/>
                    </a:cubicBezTo>
                    <a:cubicBezTo>
                      <a:pt x="52" y="80"/>
                      <a:pt x="56" y="76"/>
                      <a:pt x="56" y="72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4"/>
                      <a:pt x="54" y="12"/>
                      <a:pt x="52" y="12"/>
                    </a:cubicBezTo>
                    <a:close/>
                    <a:moveTo>
                      <a:pt x="8" y="72"/>
                    </a:moveTo>
                    <a:cubicBezTo>
                      <a:pt x="8" y="20"/>
                      <a:pt x="8" y="20"/>
                      <a:pt x="8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8" y="20"/>
                      <a:pt x="20" y="18"/>
                      <a:pt x="20" y="16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8"/>
                      <a:pt x="38" y="20"/>
                      <a:pt x="40" y="20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72"/>
                      <a:pt x="48" y="72"/>
                      <a:pt x="48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48"/>
              <p:cNvSpPr>
                <a:spLocks/>
              </p:cNvSpPr>
              <p:nvPr/>
            </p:nvSpPr>
            <p:spPr bwMode="auto">
              <a:xfrm>
                <a:off x="3932238" y="1858963"/>
                <a:ext cx="101600" cy="127000"/>
              </a:xfrm>
              <a:custGeom>
                <a:avLst/>
                <a:gdLst>
                  <a:gd name="T0" fmla="*/ 40 w 64"/>
                  <a:gd name="T1" fmla="*/ 0 h 80"/>
                  <a:gd name="T2" fmla="*/ 0 w 64"/>
                  <a:gd name="T3" fmla="*/ 48 h 80"/>
                  <a:gd name="T4" fmla="*/ 24 w 64"/>
                  <a:gd name="T5" fmla="*/ 48 h 80"/>
                  <a:gd name="T6" fmla="*/ 24 w 64"/>
                  <a:gd name="T7" fmla="*/ 80 h 80"/>
                  <a:gd name="T8" fmla="*/ 64 w 64"/>
                  <a:gd name="T9" fmla="*/ 32 h 80"/>
                  <a:gd name="T10" fmla="*/ 40 w 64"/>
                  <a:gd name="T11" fmla="*/ 32 h 80"/>
                  <a:gd name="T12" fmla="*/ 40 w 64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80">
                    <a:moveTo>
                      <a:pt x="40" y="0"/>
                    </a:moveTo>
                    <a:lnTo>
                      <a:pt x="0" y="48"/>
                    </a:lnTo>
                    <a:lnTo>
                      <a:pt x="24" y="48"/>
                    </a:lnTo>
                    <a:lnTo>
                      <a:pt x="24" y="80"/>
                    </a:lnTo>
                    <a:lnTo>
                      <a:pt x="64" y="32"/>
                    </a:lnTo>
                    <a:lnTo>
                      <a:pt x="4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1" name="Freeform 49"/>
            <p:cNvSpPr>
              <a:spLocks noEditPoints="1"/>
            </p:cNvSpPr>
            <p:nvPr/>
          </p:nvSpPr>
          <p:spPr bwMode="auto">
            <a:xfrm>
              <a:off x="3287713" y="1782763"/>
              <a:ext cx="176213" cy="254000"/>
            </a:xfrm>
            <a:custGeom>
              <a:avLst/>
              <a:gdLst>
                <a:gd name="T0" fmla="*/ 52 w 56"/>
                <a:gd name="T1" fmla="*/ 12 h 80"/>
                <a:gd name="T2" fmla="*/ 44 w 56"/>
                <a:gd name="T3" fmla="*/ 12 h 80"/>
                <a:gd name="T4" fmla="*/ 44 w 56"/>
                <a:gd name="T5" fmla="*/ 4 h 80"/>
                <a:gd name="T6" fmla="*/ 40 w 56"/>
                <a:gd name="T7" fmla="*/ 0 h 80"/>
                <a:gd name="T8" fmla="*/ 16 w 56"/>
                <a:gd name="T9" fmla="*/ 0 h 80"/>
                <a:gd name="T10" fmla="*/ 12 w 56"/>
                <a:gd name="T11" fmla="*/ 4 h 80"/>
                <a:gd name="T12" fmla="*/ 12 w 56"/>
                <a:gd name="T13" fmla="*/ 12 h 80"/>
                <a:gd name="T14" fmla="*/ 4 w 56"/>
                <a:gd name="T15" fmla="*/ 12 h 80"/>
                <a:gd name="T16" fmla="*/ 0 w 56"/>
                <a:gd name="T17" fmla="*/ 16 h 80"/>
                <a:gd name="T18" fmla="*/ 0 w 56"/>
                <a:gd name="T19" fmla="*/ 72 h 80"/>
                <a:gd name="T20" fmla="*/ 8 w 56"/>
                <a:gd name="T21" fmla="*/ 80 h 80"/>
                <a:gd name="T22" fmla="*/ 48 w 56"/>
                <a:gd name="T23" fmla="*/ 80 h 80"/>
                <a:gd name="T24" fmla="*/ 56 w 56"/>
                <a:gd name="T25" fmla="*/ 72 h 80"/>
                <a:gd name="T26" fmla="*/ 56 w 56"/>
                <a:gd name="T27" fmla="*/ 16 h 80"/>
                <a:gd name="T28" fmla="*/ 52 w 56"/>
                <a:gd name="T29" fmla="*/ 12 h 80"/>
                <a:gd name="T30" fmla="*/ 16 w 56"/>
                <a:gd name="T31" fmla="*/ 20 h 80"/>
                <a:gd name="T32" fmla="*/ 20 w 56"/>
                <a:gd name="T33" fmla="*/ 16 h 80"/>
                <a:gd name="T34" fmla="*/ 20 w 56"/>
                <a:gd name="T35" fmla="*/ 8 h 80"/>
                <a:gd name="T36" fmla="*/ 36 w 56"/>
                <a:gd name="T37" fmla="*/ 8 h 80"/>
                <a:gd name="T38" fmla="*/ 36 w 56"/>
                <a:gd name="T39" fmla="*/ 16 h 80"/>
                <a:gd name="T40" fmla="*/ 40 w 56"/>
                <a:gd name="T41" fmla="*/ 20 h 80"/>
                <a:gd name="T42" fmla="*/ 48 w 56"/>
                <a:gd name="T43" fmla="*/ 20 h 80"/>
                <a:gd name="T44" fmla="*/ 48 w 56"/>
                <a:gd name="T45" fmla="*/ 56 h 80"/>
                <a:gd name="T46" fmla="*/ 8 w 56"/>
                <a:gd name="T47" fmla="*/ 56 h 80"/>
                <a:gd name="T48" fmla="*/ 8 w 56"/>
                <a:gd name="T49" fmla="*/ 20 h 80"/>
                <a:gd name="T50" fmla="*/ 16 w 56"/>
                <a:gd name="T51" fmla="*/ 20 h 80"/>
                <a:gd name="T52" fmla="*/ 8 w 56"/>
                <a:gd name="T53" fmla="*/ 72 h 80"/>
                <a:gd name="T54" fmla="*/ 8 w 56"/>
                <a:gd name="T55" fmla="*/ 64 h 80"/>
                <a:gd name="T56" fmla="*/ 48 w 56"/>
                <a:gd name="T57" fmla="*/ 64 h 80"/>
                <a:gd name="T58" fmla="*/ 48 w 56"/>
                <a:gd name="T59" fmla="*/ 72 h 80"/>
                <a:gd name="T60" fmla="*/ 8 w 56"/>
                <a:gd name="T6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80">
                  <a:moveTo>
                    <a:pt x="52" y="12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2"/>
                    <a:pt x="12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2"/>
                    <a:pt x="0" y="14"/>
                    <a:pt x="0" y="1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lose/>
                  <a:moveTo>
                    <a:pt x="16" y="20"/>
                  </a:moveTo>
                  <a:cubicBezTo>
                    <a:pt x="18" y="20"/>
                    <a:pt x="20" y="18"/>
                    <a:pt x="20" y="16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8"/>
                    <a:pt x="38" y="20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20"/>
                    <a:pt x="8" y="20"/>
                    <a:pt x="8" y="20"/>
                  </a:cubicBezTo>
                  <a:lnTo>
                    <a:pt x="16" y="20"/>
                  </a:lnTo>
                  <a:close/>
                  <a:moveTo>
                    <a:pt x="8" y="72"/>
                  </a:moveTo>
                  <a:cubicBezTo>
                    <a:pt x="8" y="64"/>
                    <a:pt x="8" y="64"/>
                    <a:pt x="8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48" y="72"/>
                    <a:pt x="48" y="72"/>
                    <a:pt x="48" y="72"/>
                  </a:cubicBezTo>
                  <a:lnTo>
                    <a:pt x="8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4462463" y="1782763"/>
              <a:ext cx="252413" cy="254000"/>
              <a:chOff x="4462463" y="1782763"/>
              <a:chExt cx="252413" cy="254000"/>
            </a:xfrm>
          </p:grpSpPr>
          <p:sp>
            <p:nvSpPr>
              <p:cNvPr id="52" name="Freeform 50"/>
              <p:cNvSpPr>
                <a:spLocks noEditPoints="1"/>
              </p:cNvSpPr>
              <p:nvPr/>
            </p:nvSpPr>
            <p:spPr bwMode="auto">
              <a:xfrm>
                <a:off x="4462463" y="1782763"/>
                <a:ext cx="203200" cy="254000"/>
              </a:xfrm>
              <a:custGeom>
                <a:avLst/>
                <a:gdLst>
                  <a:gd name="T0" fmla="*/ 40 w 64"/>
                  <a:gd name="T1" fmla="*/ 72 h 80"/>
                  <a:gd name="T2" fmla="*/ 8 w 64"/>
                  <a:gd name="T3" fmla="*/ 72 h 80"/>
                  <a:gd name="T4" fmla="*/ 8 w 64"/>
                  <a:gd name="T5" fmla="*/ 68 h 80"/>
                  <a:gd name="T6" fmla="*/ 40 w 64"/>
                  <a:gd name="T7" fmla="*/ 68 h 80"/>
                  <a:gd name="T8" fmla="*/ 40 w 64"/>
                  <a:gd name="T9" fmla="*/ 60 h 80"/>
                  <a:gd name="T10" fmla="*/ 8 w 64"/>
                  <a:gd name="T11" fmla="*/ 60 h 80"/>
                  <a:gd name="T12" fmla="*/ 8 w 64"/>
                  <a:gd name="T13" fmla="*/ 20 h 80"/>
                  <a:gd name="T14" fmla="*/ 56 w 64"/>
                  <a:gd name="T15" fmla="*/ 20 h 80"/>
                  <a:gd name="T16" fmla="*/ 56 w 64"/>
                  <a:gd name="T17" fmla="*/ 24 h 80"/>
                  <a:gd name="T18" fmla="*/ 64 w 64"/>
                  <a:gd name="T19" fmla="*/ 24 h 80"/>
                  <a:gd name="T20" fmla="*/ 64 w 64"/>
                  <a:gd name="T21" fmla="*/ 8 h 80"/>
                  <a:gd name="T22" fmla="*/ 56 w 64"/>
                  <a:gd name="T23" fmla="*/ 0 h 80"/>
                  <a:gd name="T24" fmla="*/ 8 w 64"/>
                  <a:gd name="T25" fmla="*/ 0 h 80"/>
                  <a:gd name="T26" fmla="*/ 0 w 64"/>
                  <a:gd name="T27" fmla="*/ 8 h 80"/>
                  <a:gd name="T28" fmla="*/ 0 w 64"/>
                  <a:gd name="T29" fmla="*/ 72 h 80"/>
                  <a:gd name="T30" fmla="*/ 8 w 64"/>
                  <a:gd name="T31" fmla="*/ 80 h 80"/>
                  <a:gd name="T32" fmla="*/ 40 w 64"/>
                  <a:gd name="T33" fmla="*/ 80 h 80"/>
                  <a:gd name="T34" fmla="*/ 40 w 64"/>
                  <a:gd name="T35" fmla="*/ 72 h 80"/>
                  <a:gd name="T36" fmla="*/ 8 w 64"/>
                  <a:gd name="T37" fmla="*/ 8 h 80"/>
                  <a:gd name="T38" fmla="*/ 56 w 64"/>
                  <a:gd name="T39" fmla="*/ 8 h 80"/>
                  <a:gd name="T40" fmla="*/ 56 w 64"/>
                  <a:gd name="T41" fmla="*/ 12 h 80"/>
                  <a:gd name="T42" fmla="*/ 8 w 64"/>
                  <a:gd name="T43" fmla="*/ 12 h 80"/>
                  <a:gd name="T44" fmla="*/ 8 w 64"/>
                  <a:gd name="T4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" h="80">
                    <a:moveTo>
                      <a:pt x="40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0" y="80"/>
                      <a:pt x="40" y="80"/>
                      <a:pt x="40" y="80"/>
                    </a:cubicBezTo>
                    <a:lnTo>
                      <a:pt x="40" y="72"/>
                    </a:lnTo>
                    <a:close/>
                    <a:moveTo>
                      <a:pt x="8" y="8"/>
                    </a:moveTo>
                    <a:cubicBezTo>
                      <a:pt x="56" y="8"/>
                      <a:pt x="56" y="8"/>
                      <a:pt x="56" y="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51"/>
              <p:cNvSpPr>
                <a:spLocks noEditPoints="1"/>
              </p:cNvSpPr>
              <p:nvPr/>
            </p:nvSpPr>
            <p:spPr bwMode="auto">
              <a:xfrm>
                <a:off x="4614863" y="1884363"/>
                <a:ext cx="100013" cy="152400"/>
              </a:xfrm>
              <a:custGeom>
                <a:avLst/>
                <a:gdLst>
                  <a:gd name="T0" fmla="*/ 24 w 32"/>
                  <a:gd name="T1" fmla="*/ 0 h 48"/>
                  <a:gd name="T2" fmla="*/ 8 w 32"/>
                  <a:gd name="T3" fmla="*/ 0 h 48"/>
                  <a:gd name="T4" fmla="*/ 0 w 32"/>
                  <a:gd name="T5" fmla="*/ 8 h 48"/>
                  <a:gd name="T6" fmla="*/ 0 w 32"/>
                  <a:gd name="T7" fmla="*/ 40 h 48"/>
                  <a:gd name="T8" fmla="*/ 8 w 32"/>
                  <a:gd name="T9" fmla="*/ 48 h 48"/>
                  <a:gd name="T10" fmla="*/ 24 w 32"/>
                  <a:gd name="T11" fmla="*/ 48 h 48"/>
                  <a:gd name="T12" fmla="*/ 32 w 32"/>
                  <a:gd name="T13" fmla="*/ 40 h 48"/>
                  <a:gd name="T14" fmla="*/ 32 w 32"/>
                  <a:gd name="T15" fmla="*/ 8 h 48"/>
                  <a:gd name="T16" fmla="*/ 24 w 32"/>
                  <a:gd name="T17" fmla="*/ 0 h 48"/>
                  <a:gd name="T18" fmla="*/ 24 w 32"/>
                  <a:gd name="T19" fmla="*/ 8 h 48"/>
                  <a:gd name="T20" fmla="*/ 24 w 32"/>
                  <a:gd name="T21" fmla="*/ 28 h 48"/>
                  <a:gd name="T22" fmla="*/ 8 w 32"/>
                  <a:gd name="T23" fmla="*/ 28 h 48"/>
                  <a:gd name="T24" fmla="*/ 8 w 32"/>
                  <a:gd name="T25" fmla="*/ 8 h 48"/>
                  <a:gd name="T26" fmla="*/ 24 w 32"/>
                  <a:gd name="T27" fmla="*/ 8 h 48"/>
                  <a:gd name="T28" fmla="*/ 8 w 32"/>
                  <a:gd name="T29" fmla="*/ 40 h 48"/>
                  <a:gd name="T30" fmla="*/ 8 w 32"/>
                  <a:gd name="T31" fmla="*/ 36 h 48"/>
                  <a:gd name="T32" fmla="*/ 24 w 32"/>
                  <a:gd name="T33" fmla="*/ 36 h 48"/>
                  <a:gd name="T34" fmla="*/ 24 w 32"/>
                  <a:gd name="T35" fmla="*/ 40 h 48"/>
                  <a:gd name="T36" fmla="*/ 8 w 32"/>
                  <a:gd name="T3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2" h="48">
                    <a:moveTo>
                      <a:pt x="2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8" y="48"/>
                      <a:pt x="32" y="44"/>
                      <a:pt x="32" y="40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4"/>
                      <a:pt x="28" y="0"/>
                      <a:pt x="24" y="0"/>
                    </a:cubicBezTo>
                    <a:close/>
                    <a:moveTo>
                      <a:pt x="24" y="8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24" y="8"/>
                    </a:lnTo>
                    <a:close/>
                    <a:moveTo>
                      <a:pt x="8" y="40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40"/>
                      <a:pt x="24" y="40"/>
                      <a:pt x="24" y="40"/>
                    </a:cubicBezTo>
                    <a:lnTo>
                      <a:pt x="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5700713" y="1757363"/>
              <a:ext cx="203200" cy="303213"/>
              <a:chOff x="5700713" y="1757363"/>
              <a:chExt cx="203200" cy="303213"/>
            </a:xfrm>
          </p:grpSpPr>
          <p:sp>
            <p:nvSpPr>
              <p:cNvPr id="54" name="Freeform 52"/>
              <p:cNvSpPr>
                <a:spLocks noEditPoints="1"/>
              </p:cNvSpPr>
              <p:nvPr/>
            </p:nvSpPr>
            <p:spPr bwMode="auto">
              <a:xfrm>
                <a:off x="5700713" y="1757363"/>
                <a:ext cx="203200" cy="303213"/>
              </a:xfrm>
              <a:custGeom>
                <a:avLst/>
                <a:gdLst>
                  <a:gd name="T0" fmla="*/ 54 w 64"/>
                  <a:gd name="T1" fmla="*/ 25 h 96"/>
                  <a:gd name="T2" fmla="*/ 47 w 64"/>
                  <a:gd name="T3" fmla="*/ 0 h 96"/>
                  <a:gd name="T4" fmla="*/ 17 w 64"/>
                  <a:gd name="T5" fmla="*/ 0 h 96"/>
                  <a:gd name="T6" fmla="*/ 10 w 64"/>
                  <a:gd name="T7" fmla="*/ 25 h 96"/>
                  <a:gd name="T8" fmla="*/ 0 w 64"/>
                  <a:gd name="T9" fmla="*/ 48 h 96"/>
                  <a:gd name="T10" fmla="*/ 10 w 64"/>
                  <a:gd name="T11" fmla="*/ 71 h 96"/>
                  <a:gd name="T12" fmla="*/ 17 w 64"/>
                  <a:gd name="T13" fmla="*/ 96 h 96"/>
                  <a:gd name="T14" fmla="*/ 47 w 64"/>
                  <a:gd name="T15" fmla="*/ 96 h 96"/>
                  <a:gd name="T16" fmla="*/ 54 w 64"/>
                  <a:gd name="T17" fmla="*/ 71 h 96"/>
                  <a:gd name="T18" fmla="*/ 64 w 64"/>
                  <a:gd name="T19" fmla="*/ 48 h 96"/>
                  <a:gd name="T20" fmla="*/ 54 w 64"/>
                  <a:gd name="T21" fmla="*/ 25 h 96"/>
                  <a:gd name="T22" fmla="*/ 23 w 64"/>
                  <a:gd name="T23" fmla="*/ 8 h 96"/>
                  <a:gd name="T24" fmla="*/ 41 w 64"/>
                  <a:gd name="T25" fmla="*/ 8 h 96"/>
                  <a:gd name="T26" fmla="*/ 44 w 64"/>
                  <a:gd name="T27" fmla="*/ 18 h 96"/>
                  <a:gd name="T28" fmla="*/ 32 w 64"/>
                  <a:gd name="T29" fmla="*/ 16 h 96"/>
                  <a:gd name="T30" fmla="*/ 20 w 64"/>
                  <a:gd name="T31" fmla="*/ 18 h 96"/>
                  <a:gd name="T32" fmla="*/ 23 w 64"/>
                  <a:gd name="T33" fmla="*/ 8 h 96"/>
                  <a:gd name="T34" fmla="*/ 41 w 64"/>
                  <a:gd name="T35" fmla="*/ 88 h 96"/>
                  <a:gd name="T36" fmla="*/ 23 w 64"/>
                  <a:gd name="T37" fmla="*/ 88 h 96"/>
                  <a:gd name="T38" fmla="*/ 20 w 64"/>
                  <a:gd name="T39" fmla="*/ 78 h 96"/>
                  <a:gd name="T40" fmla="*/ 32 w 64"/>
                  <a:gd name="T41" fmla="*/ 80 h 96"/>
                  <a:gd name="T42" fmla="*/ 44 w 64"/>
                  <a:gd name="T43" fmla="*/ 78 h 96"/>
                  <a:gd name="T44" fmla="*/ 41 w 64"/>
                  <a:gd name="T45" fmla="*/ 88 h 96"/>
                  <a:gd name="T46" fmla="*/ 32 w 64"/>
                  <a:gd name="T47" fmla="*/ 72 h 96"/>
                  <a:gd name="T48" fmla="*/ 8 w 64"/>
                  <a:gd name="T49" fmla="*/ 48 h 96"/>
                  <a:gd name="T50" fmla="*/ 32 w 64"/>
                  <a:gd name="T51" fmla="*/ 24 h 96"/>
                  <a:gd name="T52" fmla="*/ 56 w 64"/>
                  <a:gd name="T53" fmla="*/ 48 h 96"/>
                  <a:gd name="T54" fmla="*/ 32 w 64"/>
                  <a:gd name="T55" fmla="*/ 7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4" h="96">
                    <a:moveTo>
                      <a:pt x="54" y="25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4" y="31"/>
                      <a:pt x="0" y="39"/>
                      <a:pt x="0" y="48"/>
                    </a:cubicBezTo>
                    <a:cubicBezTo>
                      <a:pt x="0" y="57"/>
                      <a:pt x="4" y="65"/>
                      <a:pt x="10" y="71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47" y="96"/>
                      <a:pt x="47" y="96"/>
                      <a:pt x="47" y="96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60" y="65"/>
                      <a:pt x="64" y="57"/>
                      <a:pt x="64" y="48"/>
                    </a:cubicBezTo>
                    <a:cubicBezTo>
                      <a:pt x="64" y="39"/>
                      <a:pt x="60" y="31"/>
                      <a:pt x="54" y="25"/>
                    </a:cubicBezTo>
                    <a:close/>
                    <a:moveTo>
                      <a:pt x="23" y="8"/>
                    </a:moveTo>
                    <a:cubicBezTo>
                      <a:pt x="41" y="8"/>
                      <a:pt x="41" y="8"/>
                      <a:pt x="41" y="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0" y="17"/>
                      <a:pt x="36" y="16"/>
                      <a:pt x="32" y="16"/>
                    </a:cubicBezTo>
                    <a:cubicBezTo>
                      <a:pt x="28" y="16"/>
                      <a:pt x="24" y="17"/>
                      <a:pt x="20" y="18"/>
                    </a:cubicBezTo>
                    <a:lnTo>
                      <a:pt x="23" y="8"/>
                    </a:lnTo>
                    <a:close/>
                    <a:moveTo>
                      <a:pt x="41" y="88"/>
                    </a:moveTo>
                    <a:cubicBezTo>
                      <a:pt x="23" y="88"/>
                      <a:pt x="23" y="88"/>
                      <a:pt x="23" y="88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4" y="79"/>
                      <a:pt x="28" y="80"/>
                      <a:pt x="32" y="80"/>
                    </a:cubicBezTo>
                    <a:cubicBezTo>
                      <a:pt x="36" y="80"/>
                      <a:pt x="40" y="79"/>
                      <a:pt x="44" y="78"/>
                    </a:cubicBezTo>
                    <a:lnTo>
                      <a:pt x="41" y="88"/>
                    </a:lnTo>
                    <a:close/>
                    <a:moveTo>
                      <a:pt x="32" y="72"/>
                    </a:moveTo>
                    <a:cubicBezTo>
                      <a:pt x="19" y="72"/>
                      <a:pt x="8" y="61"/>
                      <a:pt x="8" y="48"/>
                    </a:cubicBezTo>
                    <a:cubicBezTo>
                      <a:pt x="8" y="35"/>
                      <a:pt x="19" y="24"/>
                      <a:pt x="32" y="24"/>
                    </a:cubicBezTo>
                    <a:cubicBezTo>
                      <a:pt x="45" y="24"/>
                      <a:pt x="56" y="35"/>
                      <a:pt x="56" y="48"/>
                    </a:cubicBezTo>
                    <a:cubicBezTo>
                      <a:pt x="56" y="61"/>
                      <a:pt x="45" y="72"/>
                      <a:pt x="32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53"/>
              <p:cNvSpPr>
                <a:spLocks/>
              </p:cNvSpPr>
              <p:nvPr/>
            </p:nvSpPr>
            <p:spPr bwMode="auto">
              <a:xfrm>
                <a:off x="5764213" y="1871663"/>
                <a:ext cx="76200" cy="76200"/>
              </a:xfrm>
              <a:custGeom>
                <a:avLst/>
                <a:gdLst>
                  <a:gd name="T0" fmla="*/ 0 w 48"/>
                  <a:gd name="T1" fmla="*/ 48 h 48"/>
                  <a:gd name="T2" fmla="*/ 24 w 48"/>
                  <a:gd name="T3" fmla="*/ 0 h 48"/>
                  <a:gd name="T4" fmla="*/ 48 w 48"/>
                  <a:gd name="T5" fmla="*/ 48 h 48"/>
                  <a:gd name="T6" fmla="*/ 24 w 48"/>
                  <a:gd name="T7" fmla="*/ 32 h 48"/>
                  <a:gd name="T8" fmla="*/ 0 w 48"/>
                  <a:gd name="T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48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  <a:lnTo>
                      <a:pt x="24" y="3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5084763" y="1757363"/>
              <a:ext cx="238125" cy="303213"/>
              <a:chOff x="5084763" y="1757363"/>
              <a:chExt cx="238125" cy="303213"/>
            </a:xfrm>
          </p:grpSpPr>
          <p:sp>
            <p:nvSpPr>
              <p:cNvPr id="56" name="Freeform 54"/>
              <p:cNvSpPr>
                <a:spLocks/>
              </p:cNvSpPr>
              <p:nvPr/>
            </p:nvSpPr>
            <p:spPr bwMode="auto">
              <a:xfrm>
                <a:off x="5221288" y="1897063"/>
                <a:ext cx="101600" cy="163513"/>
              </a:xfrm>
              <a:custGeom>
                <a:avLst/>
                <a:gdLst>
                  <a:gd name="T0" fmla="*/ 24 w 64"/>
                  <a:gd name="T1" fmla="*/ 0 h 103"/>
                  <a:gd name="T2" fmla="*/ 48 w 64"/>
                  <a:gd name="T3" fmla="*/ 24 h 103"/>
                  <a:gd name="T4" fmla="*/ 48 w 64"/>
                  <a:gd name="T5" fmla="*/ 64 h 103"/>
                  <a:gd name="T6" fmla="*/ 64 w 64"/>
                  <a:gd name="T7" fmla="*/ 103 h 103"/>
                  <a:gd name="T8" fmla="*/ 24 w 64"/>
                  <a:gd name="T9" fmla="*/ 103 h 103"/>
                  <a:gd name="T10" fmla="*/ 24 w 64"/>
                  <a:gd name="T11" fmla="*/ 72 h 103"/>
                  <a:gd name="T12" fmla="*/ 0 w 64"/>
                  <a:gd name="T13" fmla="*/ 48 h 103"/>
                  <a:gd name="T14" fmla="*/ 8 w 64"/>
                  <a:gd name="T15" fmla="*/ 40 h 103"/>
                  <a:gd name="T16" fmla="*/ 24 w 64"/>
                  <a:gd name="T17" fmla="*/ 48 h 103"/>
                  <a:gd name="T18" fmla="*/ 24 w 64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103">
                    <a:moveTo>
                      <a:pt x="24" y="0"/>
                    </a:moveTo>
                    <a:lnTo>
                      <a:pt x="48" y="24"/>
                    </a:lnTo>
                    <a:lnTo>
                      <a:pt x="48" y="64"/>
                    </a:lnTo>
                    <a:lnTo>
                      <a:pt x="64" y="103"/>
                    </a:lnTo>
                    <a:lnTo>
                      <a:pt x="24" y="103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8" y="40"/>
                    </a:lnTo>
                    <a:lnTo>
                      <a:pt x="24" y="48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55"/>
              <p:cNvSpPr>
                <a:spLocks/>
              </p:cNvSpPr>
              <p:nvPr/>
            </p:nvSpPr>
            <p:spPr bwMode="auto">
              <a:xfrm>
                <a:off x="5119688" y="1871663"/>
                <a:ext cx="127000" cy="177800"/>
              </a:xfrm>
              <a:custGeom>
                <a:avLst/>
                <a:gdLst>
                  <a:gd name="T0" fmla="*/ 32 w 40"/>
                  <a:gd name="T1" fmla="*/ 56 h 56"/>
                  <a:gd name="T2" fmla="*/ 8 w 40"/>
                  <a:gd name="T3" fmla="*/ 56 h 56"/>
                  <a:gd name="T4" fmla="*/ 0 w 40"/>
                  <a:gd name="T5" fmla="*/ 48 h 56"/>
                  <a:gd name="T6" fmla="*/ 0 w 40"/>
                  <a:gd name="T7" fmla="*/ 8 h 56"/>
                  <a:gd name="T8" fmla="*/ 8 w 40"/>
                  <a:gd name="T9" fmla="*/ 0 h 56"/>
                  <a:gd name="T10" fmla="*/ 32 w 40"/>
                  <a:gd name="T11" fmla="*/ 0 h 56"/>
                  <a:gd name="T12" fmla="*/ 40 w 40"/>
                  <a:gd name="T13" fmla="*/ 8 h 56"/>
                  <a:gd name="T14" fmla="*/ 40 w 40"/>
                  <a:gd name="T15" fmla="*/ 24 h 56"/>
                  <a:gd name="T16" fmla="*/ 32 w 40"/>
                  <a:gd name="T17" fmla="*/ 24 h 56"/>
                  <a:gd name="T18" fmla="*/ 32 w 40"/>
                  <a:gd name="T19" fmla="*/ 8 h 56"/>
                  <a:gd name="T20" fmla="*/ 8 w 40"/>
                  <a:gd name="T21" fmla="*/ 8 h 56"/>
                  <a:gd name="T22" fmla="*/ 8 w 40"/>
                  <a:gd name="T23" fmla="*/ 48 h 56"/>
                  <a:gd name="T24" fmla="*/ 32 w 40"/>
                  <a:gd name="T25" fmla="*/ 48 h 56"/>
                  <a:gd name="T26" fmla="*/ 32 w 40"/>
                  <a:gd name="T27" fmla="*/ 44 h 56"/>
                  <a:gd name="T28" fmla="*/ 40 w 40"/>
                  <a:gd name="T29" fmla="*/ 44 h 56"/>
                  <a:gd name="T30" fmla="*/ 40 w 40"/>
                  <a:gd name="T31" fmla="*/ 48 h 56"/>
                  <a:gd name="T32" fmla="*/ 32 w 40"/>
                  <a:gd name="T3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" h="56">
                    <a:moveTo>
                      <a:pt x="32" y="56"/>
                    </a:moveTo>
                    <a:cubicBezTo>
                      <a:pt x="8" y="56"/>
                      <a:pt x="8" y="56"/>
                      <a:pt x="8" y="56"/>
                    </a:cubicBezTo>
                    <a:cubicBezTo>
                      <a:pt x="4" y="56"/>
                      <a:pt x="0" y="52"/>
                      <a:pt x="0" y="4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6" y="0"/>
                      <a:pt x="40" y="4"/>
                      <a:pt x="40" y="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2"/>
                      <a:pt x="36" y="56"/>
                      <a:pt x="32" y="5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6"/>
              <p:cNvSpPr>
                <a:spLocks/>
              </p:cNvSpPr>
              <p:nvPr/>
            </p:nvSpPr>
            <p:spPr bwMode="auto">
              <a:xfrm>
                <a:off x="5084763" y="1757363"/>
                <a:ext cx="196850" cy="60325"/>
              </a:xfrm>
              <a:custGeom>
                <a:avLst/>
                <a:gdLst>
                  <a:gd name="T0" fmla="*/ 7 w 62"/>
                  <a:gd name="T1" fmla="*/ 19 h 19"/>
                  <a:gd name="T2" fmla="*/ 0 w 62"/>
                  <a:gd name="T3" fmla="*/ 14 h 19"/>
                  <a:gd name="T4" fmla="*/ 31 w 62"/>
                  <a:gd name="T5" fmla="*/ 0 h 19"/>
                  <a:gd name="T6" fmla="*/ 62 w 62"/>
                  <a:gd name="T7" fmla="*/ 14 h 19"/>
                  <a:gd name="T8" fmla="*/ 55 w 62"/>
                  <a:gd name="T9" fmla="*/ 19 h 19"/>
                  <a:gd name="T10" fmla="*/ 31 w 62"/>
                  <a:gd name="T11" fmla="*/ 8 h 19"/>
                  <a:gd name="T12" fmla="*/ 7 w 62"/>
                  <a:gd name="T13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19">
                    <a:moveTo>
                      <a:pt x="7" y="19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8" y="5"/>
                      <a:pt x="19" y="0"/>
                      <a:pt x="31" y="0"/>
                    </a:cubicBezTo>
                    <a:cubicBezTo>
                      <a:pt x="43" y="0"/>
                      <a:pt x="54" y="5"/>
                      <a:pt x="62" y="14"/>
                    </a:cubicBezTo>
                    <a:cubicBezTo>
                      <a:pt x="55" y="19"/>
                      <a:pt x="55" y="19"/>
                      <a:pt x="55" y="19"/>
                    </a:cubicBezTo>
                    <a:cubicBezTo>
                      <a:pt x="49" y="12"/>
                      <a:pt x="40" y="8"/>
                      <a:pt x="31" y="8"/>
                    </a:cubicBezTo>
                    <a:cubicBezTo>
                      <a:pt x="22" y="8"/>
                      <a:pt x="13" y="12"/>
                      <a:pt x="7" y="19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7"/>
              <p:cNvSpPr>
                <a:spLocks/>
              </p:cNvSpPr>
              <p:nvPr/>
            </p:nvSpPr>
            <p:spPr bwMode="auto">
              <a:xfrm>
                <a:off x="5122863" y="1808163"/>
                <a:ext cx="120650" cy="44450"/>
              </a:xfrm>
              <a:custGeom>
                <a:avLst/>
                <a:gdLst>
                  <a:gd name="T0" fmla="*/ 32 w 38"/>
                  <a:gd name="T1" fmla="*/ 14 h 14"/>
                  <a:gd name="T2" fmla="*/ 19 w 38"/>
                  <a:gd name="T3" fmla="*/ 8 h 14"/>
                  <a:gd name="T4" fmla="*/ 6 w 38"/>
                  <a:gd name="T5" fmla="*/ 14 h 14"/>
                  <a:gd name="T6" fmla="*/ 0 w 38"/>
                  <a:gd name="T7" fmla="*/ 10 h 14"/>
                  <a:gd name="T8" fmla="*/ 19 w 38"/>
                  <a:gd name="T9" fmla="*/ 0 h 14"/>
                  <a:gd name="T10" fmla="*/ 38 w 38"/>
                  <a:gd name="T11" fmla="*/ 10 h 14"/>
                  <a:gd name="T12" fmla="*/ 32 w 38"/>
                  <a:gd name="T13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4">
                    <a:moveTo>
                      <a:pt x="32" y="14"/>
                    </a:moveTo>
                    <a:cubicBezTo>
                      <a:pt x="29" y="10"/>
                      <a:pt x="24" y="8"/>
                      <a:pt x="19" y="8"/>
                    </a:cubicBezTo>
                    <a:cubicBezTo>
                      <a:pt x="14" y="8"/>
                      <a:pt x="9" y="10"/>
                      <a:pt x="6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4"/>
                      <a:pt x="12" y="0"/>
                      <a:pt x="19" y="0"/>
                    </a:cubicBezTo>
                    <a:cubicBezTo>
                      <a:pt x="27" y="0"/>
                      <a:pt x="34" y="4"/>
                      <a:pt x="38" y="10"/>
                    </a:cubicBezTo>
                    <a:lnTo>
                      <a:pt x="32" y="1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Oval 58"/>
              <p:cNvSpPr>
                <a:spLocks noChangeArrowheads="1"/>
              </p:cNvSpPr>
              <p:nvPr/>
            </p:nvSpPr>
            <p:spPr bwMode="auto">
              <a:xfrm>
                <a:off x="5167313" y="1970088"/>
                <a:ext cx="31750" cy="3175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Oval 59"/>
              <p:cNvSpPr>
                <a:spLocks noChangeArrowheads="1"/>
              </p:cNvSpPr>
              <p:nvPr/>
            </p:nvSpPr>
            <p:spPr bwMode="auto">
              <a:xfrm>
                <a:off x="5167313" y="1919288"/>
                <a:ext cx="31750" cy="3175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2" name="Freeform 60"/>
            <p:cNvSpPr>
              <a:spLocks noEditPoints="1"/>
            </p:cNvSpPr>
            <p:nvPr/>
          </p:nvSpPr>
          <p:spPr bwMode="auto">
            <a:xfrm>
              <a:off x="6307138" y="1833563"/>
              <a:ext cx="215900" cy="152400"/>
            </a:xfrm>
            <a:custGeom>
              <a:avLst/>
              <a:gdLst>
                <a:gd name="T0" fmla="*/ 66 w 68"/>
                <a:gd name="T1" fmla="*/ 9 h 48"/>
                <a:gd name="T2" fmla="*/ 62 w 68"/>
                <a:gd name="T3" fmla="*/ 8 h 48"/>
                <a:gd name="T4" fmla="*/ 52 w 68"/>
                <a:gd name="T5" fmla="*/ 14 h 48"/>
                <a:gd name="T6" fmla="*/ 52 w 68"/>
                <a:gd name="T7" fmla="*/ 8 h 48"/>
                <a:gd name="T8" fmla="*/ 44 w 68"/>
                <a:gd name="T9" fmla="*/ 0 h 48"/>
                <a:gd name="T10" fmla="*/ 8 w 68"/>
                <a:gd name="T11" fmla="*/ 0 h 48"/>
                <a:gd name="T12" fmla="*/ 0 w 68"/>
                <a:gd name="T13" fmla="*/ 8 h 48"/>
                <a:gd name="T14" fmla="*/ 0 w 68"/>
                <a:gd name="T15" fmla="*/ 40 h 48"/>
                <a:gd name="T16" fmla="*/ 8 w 68"/>
                <a:gd name="T17" fmla="*/ 48 h 48"/>
                <a:gd name="T18" fmla="*/ 44 w 68"/>
                <a:gd name="T19" fmla="*/ 48 h 48"/>
                <a:gd name="T20" fmla="*/ 52 w 68"/>
                <a:gd name="T21" fmla="*/ 40 h 48"/>
                <a:gd name="T22" fmla="*/ 52 w 68"/>
                <a:gd name="T23" fmla="*/ 34 h 48"/>
                <a:gd name="T24" fmla="*/ 62 w 68"/>
                <a:gd name="T25" fmla="*/ 40 h 48"/>
                <a:gd name="T26" fmla="*/ 64 w 68"/>
                <a:gd name="T27" fmla="*/ 40 h 48"/>
                <a:gd name="T28" fmla="*/ 66 w 68"/>
                <a:gd name="T29" fmla="*/ 39 h 48"/>
                <a:gd name="T30" fmla="*/ 68 w 68"/>
                <a:gd name="T31" fmla="*/ 36 h 48"/>
                <a:gd name="T32" fmla="*/ 68 w 68"/>
                <a:gd name="T33" fmla="*/ 12 h 48"/>
                <a:gd name="T34" fmla="*/ 66 w 68"/>
                <a:gd name="T35" fmla="*/ 9 h 48"/>
                <a:gd name="T36" fmla="*/ 44 w 68"/>
                <a:gd name="T37" fmla="*/ 40 h 48"/>
                <a:gd name="T38" fmla="*/ 8 w 68"/>
                <a:gd name="T39" fmla="*/ 40 h 48"/>
                <a:gd name="T40" fmla="*/ 8 w 68"/>
                <a:gd name="T41" fmla="*/ 8 h 48"/>
                <a:gd name="T42" fmla="*/ 44 w 68"/>
                <a:gd name="T43" fmla="*/ 8 h 48"/>
                <a:gd name="T44" fmla="*/ 44 w 68"/>
                <a:gd name="T45" fmla="*/ 40 h 48"/>
                <a:gd name="T46" fmla="*/ 60 w 68"/>
                <a:gd name="T47" fmla="*/ 30 h 48"/>
                <a:gd name="T48" fmla="*/ 52 w 68"/>
                <a:gd name="T49" fmla="*/ 26 h 48"/>
                <a:gd name="T50" fmla="*/ 52 w 68"/>
                <a:gd name="T51" fmla="*/ 22 h 48"/>
                <a:gd name="T52" fmla="*/ 60 w 68"/>
                <a:gd name="T53" fmla="*/ 18 h 48"/>
                <a:gd name="T54" fmla="*/ 60 w 68"/>
                <a:gd name="T55" fmla="*/ 3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48">
                  <a:moveTo>
                    <a:pt x="66" y="9"/>
                  </a:moveTo>
                  <a:cubicBezTo>
                    <a:pt x="65" y="8"/>
                    <a:pt x="63" y="8"/>
                    <a:pt x="62" y="8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4"/>
                    <a:pt x="48" y="0"/>
                    <a:pt x="4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4"/>
                    <a:pt x="4" y="48"/>
                    <a:pt x="8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8" y="48"/>
                    <a:pt x="52" y="44"/>
                    <a:pt x="52" y="40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2" y="40"/>
                    <a:pt x="62" y="40"/>
                    <a:pt x="62" y="40"/>
                  </a:cubicBezTo>
                  <a:cubicBezTo>
                    <a:pt x="63" y="40"/>
                    <a:pt x="63" y="40"/>
                    <a:pt x="64" y="40"/>
                  </a:cubicBezTo>
                  <a:cubicBezTo>
                    <a:pt x="65" y="40"/>
                    <a:pt x="65" y="40"/>
                    <a:pt x="66" y="39"/>
                  </a:cubicBezTo>
                  <a:cubicBezTo>
                    <a:pt x="67" y="39"/>
                    <a:pt x="68" y="37"/>
                    <a:pt x="68" y="36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11"/>
                    <a:pt x="67" y="9"/>
                    <a:pt x="66" y="9"/>
                  </a:cubicBezTo>
                  <a:close/>
                  <a:moveTo>
                    <a:pt x="44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4" y="8"/>
                    <a:pt x="44" y="8"/>
                    <a:pt x="44" y="8"/>
                  </a:cubicBezTo>
                  <a:lnTo>
                    <a:pt x="44" y="40"/>
                  </a:lnTo>
                  <a:close/>
                  <a:moveTo>
                    <a:pt x="60" y="30"/>
                  </a:moveTo>
                  <a:cubicBezTo>
                    <a:pt x="52" y="26"/>
                    <a:pt x="52" y="26"/>
                    <a:pt x="52" y="26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60" y="18"/>
                    <a:pt x="60" y="18"/>
                    <a:pt x="60" y="18"/>
                  </a:cubicBezTo>
                  <a:lnTo>
                    <a:pt x="60" y="3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6889751" y="1770063"/>
              <a:ext cx="265112" cy="290513"/>
              <a:chOff x="6889751" y="1770063"/>
              <a:chExt cx="265112" cy="290513"/>
            </a:xfrm>
          </p:grpSpPr>
          <p:sp>
            <p:nvSpPr>
              <p:cNvPr id="63" name="Freeform 61"/>
              <p:cNvSpPr>
                <a:spLocks noEditPoints="1"/>
              </p:cNvSpPr>
              <p:nvPr/>
            </p:nvSpPr>
            <p:spPr bwMode="auto">
              <a:xfrm>
                <a:off x="6889751" y="1782763"/>
                <a:ext cx="201613" cy="277813"/>
              </a:xfrm>
              <a:custGeom>
                <a:avLst/>
                <a:gdLst>
                  <a:gd name="T0" fmla="*/ 56 w 64"/>
                  <a:gd name="T1" fmla="*/ 64 h 88"/>
                  <a:gd name="T2" fmla="*/ 8 w 64"/>
                  <a:gd name="T3" fmla="*/ 64 h 88"/>
                  <a:gd name="T4" fmla="*/ 8 w 64"/>
                  <a:gd name="T5" fmla="*/ 24 h 88"/>
                  <a:gd name="T6" fmla="*/ 40 w 64"/>
                  <a:gd name="T7" fmla="*/ 24 h 88"/>
                  <a:gd name="T8" fmla="*/ 40 w 64"/>
                  <a:gd name="T9" fmla="*/ 16 h 88"/>
                  <a:gd name="T10" fmla="*/ 8 w 64"/>
                  <a:gd name="T11" fmla="*/ 16 h 88"/>
                  <a:gd name="T12" fmla="*/ 8 w 64"/>
                  <a:gd name="T13" fmla="*/ 8 h 88"/>
                  <a:gd name="T14" fmla="*/ 40 w 64"/>
                  <a:gd name="T15" fmla="*/ 8 h 88"/>
                  <a:gd name="T16" fmla="*/ 40 w 64"/>
                  <a:gd name="T17" fmla="*/ 0 h 88"/>
                  <a:gd name="T18" fmla="*/ 8 w 64"/>
                  <a:gd name="T19" fmla="*/ 0 h 88"/>
                  <a:gd name="T20" fmla="*/ 0 w 64"/>
                  <a:gd name="T21" fmla="*/ 8 h 88"/>
                  <a:gd name="T22" fmla="*/ 0 w 64"/>
                  <a:gd name="T23" fmla="*/ 80 h 88"/>
                  <a:gd name="T24" fmla="*/ 8 w 64"/>
                  <a:gd name="T25" fmla="*/ 88 h 88"/>
                  <a:gd name="T26" fmla="*/ 56 w 64"/>
                  <a:gd name="T27" fmla="*/ 88 h 88"/>
                  <a:gd name="T28" fmla="*/ 64 w 64"/>
                  <a:gd name="T29" fmla="*/ 80 h 88"/>
                  <a:gd name="T30" fmla="*/ 64 w 64"/>
                  <a:gd name="T31" fmla="*/ 28 h 88"/>
                  <a:gd name="T32" fmla="*/ 56 w 64"/>
                  <a:gd name="T33" fmla="*/ 28 h 88"/>
                  <a:gd name="T34" fmla="*/ 56 w 64"/>
                  <a:gd name="T35" fmla="*/ 64 h 88"/>
                  <a:gd name="T36" fmla="*/ 8 w 64"/>
                  <a:gd name="T37" fmla="*/ 80 h 88"/>
                  <a:gd name="T38" fmla="*/ 8 w 64"/>
                  <a:gd name="T39" fmla="*/ 72 h 88"/>
                  <a:gd name="T40" fmla="*/ 56 w 64"/>
                  <a:gd name="T41" fmla="*/ 72 h 88"/>
                  <a:gd name="T42" fmla="*/ 56 w 64"/>
                  <a:gd name="T43" fmla="*/ 80 h 88"/>
                  <a:gd name="T44" fmla="*/ 8 w 64"/>
                  <a:gd name="T45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" h="88">
                    <a:moveTo>
                      <a:pt x="56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4"/>
                      <a:pt x="4" y="88"/>
                      <a:pt x="8" y="88"/>
                    </a:cubicBezTo>
                    <a:cubicBezTo>
                      <a:pt x="56" y="88"/>
                      <a:pt x="56" y="88"/>
                      <a:pt x="56" y="88"/>
                    </a:cubicBezTo>
                    <a:cubicBezTo>
                      <a:pt x="60" y="88"/>
                      <a:pt x="64" y="84"/>
                      <a:pt x="64" y="80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56" y="28"/>
                      <a:pt x="56" y="28"/>
                      <a:pt x="56" y="28"/>
                    </a:cubicBezTo>
                    <a:lnTo>
                      <a:pt x="56" y="64"/>
                    </a:lnTo>
                    <a:close/>
                    <a:moveTo>
                      <a:pt x="8" y="80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80"/>
                      <a:pt x="56" y="80"/>
                      <a:pt x="56" y="80"/>
                    </a:cubicBezTo>
                    <a:lnTo>
                      <a:pt x="8" y="8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62"/>
              <p:cNvSpPr>
                <a:spLocks/>
              </p:cNvSpPr>
              <p:nvPr/>
            </p:nvSpPr>
            <p:spPr bwMode="auto">
              <a:xfrm>
                <a:off x="6951663" y="1935163"/>
                <a:ext cx="76200" cy="38100"/>
              </a:xfrm>
              <a:custGeom>
                <a:avLst/>
                <a:gdLst>
                  <a:gd name="T0" fmla="*/ 0 w 24"/>
                  <a:gd name="T1" fmla="*/ 12 h 12"/>
                  <a:gd name="T2" fmla="*/ 24 w 24"/>
                  <a:gd name="T3" fmla="*/ 12 h 12"/>
                  <a:gd name="T4" fmla="*/ 12 w 24"/>
                  <a:gd name="T5" fmla="*/ 0 h 12"/>
                  <a:gd name="T6" fmla="*/ 0 w 24"/>
                  <a:gd name="T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12">
                    <a:moveTo>
                      <a:pt x="0" y="12"/>
                    </a:move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Oval 63"/>
              <p:cNvSpPr>
                <a:spLocks noChangeArrowheads="1"/>
              </p:cNvSpPr>
              <p:nvPr/>
            </p:nvSpPr>
            <p:spPr bwMode="auto">
              <a:xfrm>
                <a:off x="6964363" y="1871663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64"/>
              <p:cNvSpPr>
                <a:spLocks/>
              </p:cNvSpPr>
              <p:nvPr/>
            </p:nvSpPr>
            <p:spPr bwMode="auto">
              <a:xfrm>
                <a:off x="7040563" y="1770063"/>
                <a:ext cx="114300" cy="76200"/>
              </a:xfrm>
              <a:custGeom>
                <a:avLst/>
                <a:gdLst>
                  <a:gd name="T0" fmla="*/ 24 w 36"/>
                  <a:gd name="T1" fmla="*/ 8 h 24"/>
                  <a:gd name="T2" fmla="*/ 24 w 36"/>
                  <a:gd name="T3" fmla="*/ 4 h 24"/>
                  <a:gd name="T4" fmla="*/ 20 w 36"/>
                  <a:gd name="T5" fmla="*/ 0 h 24"/>
                  <a:gd name="T6" fmla="*/ 4 w 36"/>
                  <a:gd name="T7" fmla="*/ 0 h 24"/>
                  <a:gd name="T8" fmla="*/ 0 w 36"/>
                  <a:gd name="T9" fmla="*/ 4 h 24"/>
                  <a:gd name="T10" fmla="*/ 0 w 36"/>
                  <a:gd name="T11" fmla="*/ 20 h 24"/>
                  <a:gd name="T12" fmla="*/ 4 w 36"/>
                  <a:gd name="T13" fmla="*/ 24 h 24"/>
                  <a:gd name="T14" fmla="*/ 20 w 36"/>
                  <a:gd name="T15" fmla="*/ 24 h 24"/>
                  <a:gd name="T16" fmla="*/ 24 w 36"/>
                  <a:gd name="T17" fmla="*/ 20 h 24"/>
                  <a:gd name="T18" fmla="*/ 24 w 36"/>
                  <a:gd name="T19" fmla="*/ 16 h 24"/>
                  <a:gd name="T20" fmla="*/ 36 w 36"/>
                  <a:gd name="T21" fmla="*/ 20 h 24"/>
                  <a:gd name="T22" fmla="*/ 36 w 36"/>
                  <a:gd name="T23" fmla="*/ 4 h 24"/>
                  <a:gd name="T24" fmla="*/ 24 w 36"/>
                  <a:gd name="T25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24">
                    <a:moveTo>
                      <a:pt x="24" y="8"/>
                    </a:move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2"/>
                      <a:pt x="2" y="24"/>
                      <a:pt x="4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2" y="24"/>
                      <a:pt x="24" y="22"/>
                      <a:pt x="24" y="20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24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7" name="Freeform 65"/>
            <p:cNvSpPr>
              <a:spLocks noEditPoints="1"/>
            </p:cNvSpPr>
            <p:nvPr/>
          </p:nvSpPr>
          <p:spPr bwMode="auto">
            <a:xfrm>
              <a:off x="7521576" y="1808163"/>
              <a:ext cx="198438" cy="200025"/>
            </a:xfrm>
            <a:custGeom>
              <a:avLst/>
              <a:gdLst>
                <a:gd name="T0" fmla="*/ 63 w 63"/>
                <a:gd name="T1" fmla="*/ 57 h 63"/>
                <a:gd name="T2" fmla="*/ 42 w 63"/>
                <a:gd name="T3" fmla="*/ 36 h 63"/>
                <a:gd name="T4" fmla="*/ 55 w 63"/>
                <a:gd name="T5" fmla="*/ 23 h 63"/>
                <a:gd name="T6" fmla="*/ 56 w 63"/>
                <a:gd name="T7" fmla="*/ 19 h 63"/>
                <a:gd name="T8" fmla="*/ 53 w 63"/>
                <a:gd name="T9" fmla="*/ 16 h 63"/>
                <a:gd name="T10" fmla="*/ 5 w 63"/>
                <a:gd name="T11" fmla="*/ 0 h 63"/>
                <a:gd name="T12" fmla="*/ 1 w 63"/>
                <a:gd name="T13" fmla="*/ 1 h 63"/>
                <a:gd name="T14" fmla="*/ 0 w 63"/>
                <a:gd name="T15" fmla="*/ 5 h 63"/>
                <a:gd name="T16" fmla="*/ 16 w 63"/>
                <a:gd name="T17" fmla="*/ 53 h 63"/>
                <a:gd name="T18" fmla="*/ 19 w 63"/>
                <a:gd name="T19" fmla="*/ 56 h 63"/>
                <a:gd name="T20" fmla="*/ 20 w 63"/>
                <a:gd name="T21" fmla="*/ 56 h 63"/>
                <a:gd name="T22" fmla="*/ 23 w 63"/>
                <a:gd name="T23" fmla="*/ 55 h 63"/>
                <a:gd name="T24" fmla="*/ 36 w 63"/>
                <a:gd name="T25" fmla="*/ 42 h 63"/>
                <a:gd name="T26" fmla="*/ 57 w 63"/>
                <a:gd name="T27" fmla="*/ 63 h 63"/>
                <a:gd name="T28" fmla="*/ 63 w 63"/>
                <a:gd name="T29" fmla="*/ 57 h 63"/>
                <a:gd name="T30" fmla="*/ 22 w 63"/>
                <a:gd name="T31" fmla="*/ 45 h 63"/>
                <a:gd name="T32" fmla="*/ 10 w 63"/>
                <a:gd name="T33" fmla="*/ 10 h 63"/>
                <a:gd name="T34" fmla="*/ 45 w 63"/>
                <a:gd name="T35" fmla="*/ 22 h 63"/>
                <a:gd name="T36" fmla="*/ 22 w 63"/>
                <a:gd name="T37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3" h="63">
                  <a:moveTo>
                    <a:pt x="63" y="57"/>
                  </a:moveTo>
                  <a:cubicBezTo>
                    <a:pt x="42" y="36"/>
                    <a:pt x="42" y="36"/>
                    <a:pt x="42" y="36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6" y="22"/>
                    <a:pt x="56" y="20"/>
                    <a:pt x="56" y="19"/>
                  </a:cubicBezTo>
                  <a:cubicBezTo>
                    <a:pt x="56" y="18"/>
                    <a:pt x="55" y="17"/>
                    <a:pt x="53" y="1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0" y="5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7" y="55"/>
                    <a:pt x="18" y="56"/>
                    <a:pt x="19" y="56"/>
                  </a:cubicBezTo>
                  <a:cubicBezTo>
                    <a:pt x="19" y="56"/>
                    <a:pt x="20" y="56"/>
                    <a:pt x="20" y="56"/>
                  </a:cubicBezTo>
                  <a:cubicBezTo>
                    <a:pt x="21" y="56"/>
                    <a:pt x="22" y="56"/>
                    <a:pt x="23" y="5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57" y="63"/>
                    <a:pt x="57" y="63"/>
                    <a:pt x="57" y="63"/>
                  </a:cubicBezTo>
                  <a:lnTo>
                    <a:pt x="63" y="57"/>
                  </a:lnTo>
                  <a:close/>
                  <a:moveTo>
                    <a:pt x="22" y="45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45" y="22"/>
                    <a:pt x="45" y="22"/>
                    <a:pt x="45" y="22"/>
                  </a:cubicBezTo>
                  <a:lnTo>
                    <a:pt x="22" y="45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 noEditPoints="1"/>
            </p:cNvSpPr>
            <p:nvPr/>
          </p:nvSpPr>
          <p:spPr bwMode="auto">
            <a:xfrm>
              <a:off x="8115301" y="1795463"/>
              <a:ext cx="239713" cy="241300"/>
            </a:xfrm>
            <a:custGeom>
              <a:avLst/>
              <a:gdLst>
                <a:gd name="T0" fmla="*/ 32 w 76"/>
                <a:gd name="T1" fmla="*/ 76 h 76"/>
                <a:gd name="T2" fmla="*/ 28 w 76"/>
                <a:gd name="T3" fmla="*/ 74 h 76"/>
                <a:gd name="T4" fmla="*/ 0 w 76"/>
                <a:gd name="T5" fmla="*/ 6 h 76"/>
                <a:gd name="T6" fmla="*/ 1 w 76"/>
                <a:gd name="T7" fmla="*/ 1 h 76"/>
                <a:gd name="T8" fmla="*/ 6 w 76"/>
                <a:gd name="T9" fmla="*/ 0 h 76"/>
                <a:gd name="T10" fmla="*/ 74 w 76"/>
                <a:gd name="T11" fmla="*/ 28 h 76"/>
                <a:gd name="T12" fmla="*/ 76 w 76"/>
                <a:gd name="T13" fmla="*/ 32 h 76"/>
                <a:gd name="T14" fmla="*/ 73 w 76"/>
                <a:gd name="T15" fmla="*/ 36 h 76"/>
                <a:gd name="T16" fmla="*/ 43 w 76"/>
                <a:gd name="T17" fmla="*/ 43 h 76"/>
                <a:gd name="T18" fmla="*/ 36 w 76"/>
                <a:gd name="T19" fmla="*/ 73 h 76"/>
                <a:gd name="T20" fmla="*/ 32 w 76"/>
                <a:gd name="T21" fmla="*/ 76 h 76"/>
                <a:gd name="T22" fmla="*/ 32 w 76"/>
                <a:gd name="T23" fmla="*/ 76 h 76"/>
                <a:gd name="T24" fmla="*/ 11 w 76"/>
                <a:gd name="T25" fmla="*/ 11 h 76"/>
                <a:gd name="T26" fmla="*/ 31 w 76"/>
                <a:gd name="T27" fmla="*/ 59 h 76"/>
                <a:gd name="T28" fmla="*/ 36 w 76"/>
                <a:gd name="T29" fmla="*/ 39 h 76"/>
                <a:gd name="T30" fmla="*/ 39 w 76"/>
                <a:gd name="T31" fmla="*/ 36 h 76"/>
                <a:gd name="T32" fmla="*/ 59 w 76"/>
                <a:gd name="T33" fmla="*/ 31 h 76"/>
                <a:gd name="T34" fmla="*/ 11 w 76"/>
                <a:gd name="T35" fmla="*/ 1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6" h="76">
                  <a:moveTo>
                    <a:pt x="32" y="76"/>
                  </a:moveTo>
                  <a:cubicBezTo>
                    <a:pt x="30" y="76"/>
                    <a:pt x="29" y="75"/>
                    <a:pt x="28" y="7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4" y="28"/>
                    <a:pt x="74" y="28"/>
                    <a:pt x="74" y="28"/>
                  </a:cubicBezTo>
                  <a:cubicBezTo>
                    <a:pt x="75" y="29"/>
                    <a:pt x="76" y="31"/>
                    <a:pt x="76" y="32"/>
                  </a:cubicBezTo>
                  <a:cubicBezTo>
                    <a:pt x="76" y="34"/>
                    <a:pt x="75" y="35"/>
                    <a:pt x="73" y="36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5" y="75"/>
                    <a:pt x="34" y="76"/>
                    <a:pt x="32" y="76"/>
                  </a:cubicBezTo>
                  <a:cubicBezTo>
                    <a:pt x="32" y="76"/>
                    <a:pt x="32" y="76"/>
                    <a:pt x="32" y="76"/>
                  </a:cubicBezTo>
                  <a:close/>
                  <a:moveTo>
                    <a:pt x="11" y="11"/>
                  </a:moveTo>
                  <a:cubicBezTo>
                    <a:pt x="31" y="59"/>
                    <a:pt x="31" y="59"/>
                    <a:pt x="31" y="5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38"/>
                    <a:pt x="38" y="36"/>
                    <a:pt x="39" y="36"/>
                  </a:cubicBezTo>
                  <a:cubicBezTo>
                    <a:pt x="59" y="31"/>
                    <a:pt x="59" y="31"/>
                    <a:pt x="59" y="31"/>
                  </a:cubicBezTo>
                  <a:lnTo>
                    <a:pt x="11" y="1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8" name="组合 137"/>
            <p:cNvGrpSpPr/>
            <p:nvPr/>
          </p:nvGrpSpPr>
          <p:grpSpPr>
            <a:xfrm>
              <a:off x="8734426" y="1782763"/>
              <a:ext cx="201613" cy="254000"/>
              <a:chOff x="8734426" y="1782763"/>
              <a:chExt cx="201613" cy="254000"/>
            </a:xfrm>
          </p:grpSpPr>
          <p:sp>
            <p:nvSpPr>
              <p:cNvPr id="69" name="Freeform 67"/>
              <p:cNvSpPr>
                <a:spLocks noEditPoints="1"/>
              </p:cNvSpPr>
              <p:nvPr/>
            </p:nvSpPr>
            <p:spPr bwMode="auto">
              <a:xfrm>
                <a:off x="8785226" y="1846263"/>
                <a:ext cx="150813" cy="190500"/>
              </a:xfrm>
              <a:custGeom>
                <a:avLst/>
                <a:gdLst>
                  <a:gd name="T0" fmla="*/ 44 w 48"/>
                  <a:gd name="T1" fmla="*/ 60 h 60"/>
                  <a:gd name="T2" fmla="*/ 16 w 48"/>
                  <a:gd name="T3" fmla="*/ 60 h 60"/>
                  <a:gd name="T4" fmla="*/ 12 w 48"/>
                  <a:gd name="T5" fmla="*/ 58 h 60"/>
                  <a:gd name="T6" fmla="*/ 0 w 48"/>
                  <a:gd name="T7" fmla="*/ 34 h 60"/>
                  <a:gd name="T8" fmla="*/ 1 w 48"/>
                  <a:gd name="T9" fmla="*/ 30 h 60"/>
                  <a:gd name="T10" fmla="*/ 4 w 48"/>
                  <a:gd name="T11" fmla="*/ 28 h 60"/>
                  <a:gd name="T12" fmla="*/ 12 w 48"/>
                  <a:gd name="T13" fmla="*/ 28 h 60"/>
                  <a:gd name="T14" fmla="*/ 12 w 48"/>
                  <a:gd name="T15" fmla="*/ 4 h 60"/>
                  <a:gd name="T16" fmla="*/ 14 w 48"/>
                  <a:gd name="T17" fmla="*/ 1 h 60"/>
                  <a:gd name="T18" fmla="*/ 17 w 48"/>
                  <a:gd name="T19" fmla="*/ 0 h 60"/>
                  <a:gd name="T20" fmla="*/ 29 w 48"/>
                  <a:gd name="T21" fmla="*/ 4 h 60"/>
                  <a:gd name="T22" fmla="*/ 32 w 48"/>
                  <a:gd name="T23" fmla="*/ 8 h 60"/>
                  <a:gd name="T24" fmla="*/ 32 w 48"/>
                  <a:gd name="T25" fmla="*/ 25 h 60"/>
                  <a:gd name="T26" fmla="*/ 45 w 48"/>
                  <a:gd name="T27" fmla="*/ 28 h 60"/>
                  <a:gd name="T28" fmla="*/ 48 w 48"/>
                  <a:gd name="T29" fmla="*/ 32 h 60"/>
                  <a:gd name="T30" fmla="*/ 48 w 48"/>
                  <a:gd name="T31" fmla="*/ 56 h 60"/>
                  <a:gd name="T32" fmla="*/ 44 w 48"/>
                  <a:gd name="T33" fmla="*/ 60 h 60"/>
                  <a:gd name="T34" fmla="*/ 18 w 48"/>
                  <a:gd name="T35" fmla="*/ 52 h 60"/>
                  <a:gd name="T36" fmla="*/ 40 w 48"/>
                  <a:gd name="T37" fmla="*/ 52 h 60"/>
                  <a:gd name="T38" fmla="*/ 40 w 48"/>
                  <a:gd name="T39" fmla="*/ 35 h 60"/>
                  <a:gd name="T40" fmla="*/ 27 w 48"/>
                  <a:gd name="T41" fmla="*/ 32 h 60"/>
                  <a:gd name="T42" fmla="*/ 24 w 48"/>
                  <a:gd name="T43" fmla="*/ 28 h 60"/>
                  <a:gd name="T44" fmla="*/ 24 w 48"/>
                  <a:gd name="T45" fmla="*/ 11 h 60"/>
                  <a:gd name="T46" fmla="*/ 20 w 48"/>
                  <a:gd name="T47" fmla="*/ 10 h 60"/>
                  <a:gd name="T48" fmla="*/ 20 w 48"/>
                  <a:gd name="T49" fmla="*/ 32 h 60"/>
                  <a:gd name="T50" fmla="*/ 16 w 48"/>
                  <a:gd name="T51" fmla="*/ 36 h 60"/>
                  <a:gd name="T52" fmla="*/ 10 w 48"/>
                  <a:gd name="T53" fmla="*/ 36 h 60"/>
                  <a:gd name="T54" fmla="*/ 18 w 48"/>
                  <a:gd name="T55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" h="60">
                    <a:moveTo>
                      <a:pt x="44" y="60"/>
                    </a:moveTo>
                    <a:cubicBezTo>
                      <a:pt x="16" y="60"/>
                      <a:pt x="16" y="60"/>
                      <a:pt x="16" y="60"/>
                    </a:cubicBezTo>
                    <a:cubicBezTo>
                      <a:pt x="14" y="60"/>
                      <a:pt x="13" y="59"/>
                      <a:pt x="12" y="58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1"/>
                      <a:pt x="1" y="30"/>
                    </a:cubicBezTo>
                    <a:cubicBezTo>
                      <a:pt x="1" y="29"/>
                      <a:pt x="3" y="28"/>
                      <a:pt x="4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3"/>
                      <a:pt x="13" y="2"/>
                      <a:pt x="14" y="1"/>
                    </a:cubicBezTo>
                    <a:cubicBezTo>
                      <a:pt x="15" y="0"/>
                      <a:pt x="16" y="0"/>
                      <a:pt x="17" y="0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1" y="5"/>
                      <a:pt x="32" y="6"/>
                      <a:pt x="32" y="8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7" y="29"/>
                      <a:pt x="48" y="30"/>
                      <a:pt x="48" y="32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48" y="58"/>
                      <a:pt x="46" y="60"/>
                      <a:pt x="44" y="60"/>
                    </a:cubicBezTo>
                    <a:close/>
                    <a:moveTo>
                      <a:pt x="18" y="52"/>
                    </a:move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5" y="31"/>
                      <a:pt x="24" y="30"/>
                      <a:pt x="24" y="28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4"/>
                      <a:pt x="18" y="36"/>
                      <a:pt x="16" y="36"/>
                    </a:cubicBezTo>
                    <a:cubicBezTo>
                      <a:pt x="10" y="36"/>
                      <a:pt x="10" y="36"/>
                      <a:pt x="10" y="36"/>
                    </a:cubicBezTo>
                    <a:lnTo>
                      <a:pt x="18" y="5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68"/>
              <p:cNvSpPr>
                <a:spLocks/>
              </p:cNvSpPr>
              <p:nvPr/>
            </p:nvSpPr>
            <p:spPr bwMode="auto">
              <a:xfrm>
                <a:off x="8734426" y="1782763"/>
                <a:ext cx="201613" cy="139700"/>
              </a:xfrm>
              <a:custGeom>
                <a:avLst/>
                <a:gdLst>
                  <a:gd name="T0" fmla="*/ 56 w 64"/>
                  <a:gd name="T1" fmla="*/ 0 h 44"/>
                  <a:gd name="T2" fmla="*/ 8 w 64"/>
                  <a:gd name="T3" fmla="*/ 0 h 44"/>
                  <a:gd name="T4" fmla="*/ 0 w 64"/>
                  <a:gd name="T5" fmla="*/ 8 h 44"/>
                  <a:gd name="T6" fmla="*/ 0 w 64"/>
                  <a:gd name="T7" fmla="*/ 36 h 44"/>
                  <a:gd name="T8" fmla="*/ 8 w 64"/>
                  <a:gd name="T9" fmla="*/ 44 h 44"/>
                  <a:gd name="T10" fmla="*/ 20 w 64"/>
                  <a:gd name="T11" fmla="*/ 44 h 44"/>
                  <a:gd name="T12" fmla="*/ 20 w 64"/>
                  <a:gd name="T13" fmla="*/ 36 h 44"/>
                  <a:gd name="T14" fmla="*/ 8 w 64"/>
                  <a:gd name="T15" fmla="*/ 36 h 44"/>
                  <a:gd name="T16" fmla="*/ 8 w 64"/>
                  <a:gd name="T17" fmla="*/ 8 h 44"/>
                  <a:gd name="T18" fmla="*/ 56 w 64"/>
                  <a:gd name="T19" fmla="*/ 8 h 44"/>
                  <a:gd name="T20" fmla="*/ 56 w 64"/>
                  <a:gd name="T21" fmla="*/ 36 h 44"/>
                  <a:gd name="T22" fmla="*/ 64 w 64"/>
                  <a:gd name="T23" fmla="*/ 36 h 44"/>
                  <a:gd name="T24" fmla="*/ 64 w 64"/>
                  <a:gd name="T25" fmla="*/ 8 h 44"/>
                  <a:gd name="T26" fmla="*/ 56 w 64"/>
                  <a:gd name="T2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44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3236913" y="2378076"/>
              <a:ext cx="277813" cy="277813"/>
              <a:chOff x="3236913" y="2378076"/>
              <a:chExt cx="277813" cy="277813"/>
            </a:xfrm>
          </p:grpSpPr>
          <p:sp>
            <p:nvSpPr>
              <p:cNvPr id="71" name="Freeform 69"/>
              <p:cNvSpPr>
                <a:spLocks noEditPoints="1"/>
              </p:cNvSpPr>
              <p:nvPr/>
            </p:nvSpPr>
            <p:spPr bwMode="auto">
              <a:xfrm>
                <a:off x="3236913" y="2378076"/>
                <a:ext cx="277813" cy="277813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0 h 88"/>
                  <a:gd name="T12" fmla="*/ 8 w 88"/>
                  <a:gd name="T13" fmla="*/ 44 h 88"/>
                  <a:gd name="T14" fmla="*/ 44 w 88"/>
                  <a:gd name="T15" fmla="*/ 8 h 88"/>
                  <a:gd name="T16" fmla="*/ 80 w 88"/>
                  <a:gd name="T17" fmla="*/ 44 h 88"/>
                  <a:gd name="T18" fmla="*/ 44 w 88"/>
                  <a:gd name="T19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0"/>
                    </a:moveTo>
                    <a:cubicBezTo>
                      <a:pt x="24" y="80"/>
                      <a:pt x="8" y="64"/>
                      <a:pt x="8" y="44"/>
                    </a:cubicBezTo>
                    <a:cubicBezTo>
                      <a:pt x="8" y="24"/>
                      <a:pt x="24" y="8"/>
                      <a:pt x="44" y="8"/>
                    </a:cubicBezTo>
                    <a:cubicBezTo>
                      <a:pt x="64" y="8"/>
                      <a:pt x="80" y="24"/>
                      <a:pt x="80" y="44"/>
                    </a:cubicBezTo>
                    <a:cubicBezTo>
                      <a:pt x="80" y="64"/>
                      <a:pt x="64" y="80"/>
                      <a:pt x="44" y="8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70"/>
              <p:cNvSpPr>
                <a:spLocks/>
              </p:cNvSpPr>
              <p:nvPr/>
            </p:nvSpPr>
            <p:spPr bwMode="auto">
              <a:xfrm>
                <a:off x="3294063" y="2435226"/>
                <a:ext cx="157163" cy="146050"/>
              </a:xfrm>
              <a:custGeom>
                <a:avLst/>
                <a:gdLst>
                  <a:gd name="T0" fmla="*/ 34 w 50"/>
                  <a:gd name="T1" fmla="*/ 14 h 46"/>
                  <a:gd name="T2" fmla="*/ 16 w 50"/>
                  <a:gd name="T3" fmla="*/ 14 h 46"/>
                  <a:gd name="T4" fmla="*/ 24 w 50"/>
                  <a:gd name="T5" fmla="*/ 6 h 46"/>
                  <a:gd name="T6" fmla="*/ 18 w 50"/>
                  <a:gd name="T7" fmla="*/ 0 h 46"/>
                  <a:gd name="T8" fmla="*/ 0 w 50"/>
                  <a:gd name="T9" fmla="*/ 18 h 46"/>
                  <a:gd name="T10" fmla="*/ 18 w 50"/>
                  <a:gd name="T11" fmla="*/ 36 h 46"/>
                  <a:gd name="T12" fmla="*/ 24 w 50"/>
                  <a:gd name="T13" fmla="*/ 30 h 46"/>
                  <a:gd name="T14" fmla="*/ 16 w 50"/>
                  <a:gd name="T15" fmla="*/ 22 h 46"/>
                  <a:gd name="T16" fmla="*/ 34 w 50"/>
                  <a:gd name="T17" fmla="*/ 22 h 46"/>
                  <a:gd name="T18" fmla="*/ 42 w 50"/>
                  <a:gd name="T19" fmla="*/ 30 h 46"/>
                  <a:gd name="T20" fmla="*/ 34 w 50"/>
                  <a:gd name="T21" fmla="*/ 38 h 46"/>
                  <a:gd name="T22" fmla="*/ 30 w 50"/>
                  <a:gd name="T23" fmla="*/ 38 h 46"/>
                  <a:gd name="T24" fmla="*/ 30 w 50"/>
                  <a:gd name="T25" fmla="*/ 46 h 46"/>
                  <a:gd name="T26" fmla="*/ 34 w 50"/>
                  <a:gd name="T27" fmla="*/ 46 h 46"/>
                  <a:gd name="T28" fmla="*/ 50 w 50"/>
                  <a:gd name="T29" fmla="*/ 30 h 46"/>
                  <a:gd name="T30" fmla="*/ 34 w 50"/>
                  <a:gd name="T31" fmla="*/ 1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0" h="46">
                    <a:moveTo>
                      <a:pt x="34" y="14"/>
                    </a:moveTo>
                    <a:cubicBezTo>
                      <a:pt x="16" y="14"/>
                      <a:pt x="16" y="14"/>
                      <a:pt x="16" y="14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8" y="22"/>
                      <a:pt x="42" y="26"/>
                      <a:pt x="42" y="30"/>
                    </a:cubicBezTo>
                    <a:cubicBezTo>
                      <a:pt x="42" y="34"/>
                      <a:pt x="38" y="38"/>
                      <a:pt x="34" y="38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46"/>
                      <a:pt x="30" y="46"/>
                      <a:pt x="30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43" y="46"/>
                      <a:pt x="50" y="39"/>
                      <a:pt x="50" y="30"/>
                    </a:cubicBezTo>
                    <a:cubicBezTo>
                      <a:pt x="50" y="21"/>
                      <a:pt x="43" y="14"/>
                      <a:pt x="34" y="1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3843338" y="2378076"/>
              <a:ext cx="277813" cy="277813"/>
              <a:chOff x="3843338" y="2378076"/>
              <a:chExt cx="277813" cy="277813"/>
            </a:xfrm>
          </p:grpSpPr>
          <p:sp>
            <p:nvSpPr>
              <p:cNvPr id="73" name="Freeform 71"/>
              <p:cNvSpPr>
                <a:spLocks noEditPoints="1"/>
              </p:cNvSpPr>
              <p:nvPr/>
            </p:nvSpPr>
            <p:spPr bwMode="auto">
              <a:xfrm>
                <a:off x="3843338" y="2378076"/>
                <a:ext cx="277813" cy="277813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0 h 88"/>
                  <a:gd name="T12" fmla="*/ 8 w 88"/>
                  <a:gd name="T13" fmla="*/ 44 h 88"/>
                  <a:gd name="T14" fmla="*/ 44 w 88"/>
                  <a:gd name="T15" fmla="*/ 8 h 88"/>
                  <a:gd name="T16" fmla="*/ 80 w 88"/>
                  <a:gd name="T17" fmla="*/ 44 h 88"/>
                  <a:gd name="T18" fmla="*/ 44 w 88"/>
                  <a:gd name="T19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0"/>
                    </a:moveTo>
                    <a:cubicBezTo>
                      <a:pt x="24" y="80"/>
                      <a:pt x="8" y="64"/>
                      <a:pt x="8" y="44"/>
                    </a:cubicBezTo>
                    <a:cubicBezTo>
                      <a:pt x="8" y="24"/>
                      <a:pt x="24" y="8"/>
                      <a:pt x="44" y="8"/>
                    </a:cubicBezTo>
                    <a:cubicBezTo>
                      <a:pt x="64" y="8"/>
                      <a:pt x="80" y="24"/>
                      <a:pt x="80" y="44"/>
                    </a:cubicBezTo>
                    <a:cubicBezTo>
                      <a:pt x="80" y="64"/>
                      <a:pt x="64" y="80"/>
                      <a:pt x="44" y="8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72"/>
              <p:cNvSpPr>
                <a:spLocks/>
              </p:cNvSpPr>
              <p:nvPr/>
            </p:nvSpPr>
            <p:spPr bwMode="auto">
              <a:xfrm>
                <a:off x="3906838" y="2435226"/>
                <a:ext cx="158750" cy="146050"/>
              </a:xfrm>
              <a:custGeom>
                <a:avLst/>
                <a:gdLst>
                  <a:gd name="T0" fmla="*/ 32 w 50"/>
                  <a:gd name="T1" fmla="*/ 0 h 46"/>
                  <a:gd name="T2" fmla="*/ 26 w 50"/>
                  <a:gd name="T3" fmla="*/ 6 h 46"/>
                  <a:gd name="T4" fmla="*/ 34 w 50"/>
                  <a:gd name="T5" fmla="*/ 14 h 46"/>
                  <a:gd name="T6" fmla="*/ 16 w 50"/>
                  <a:gd name="T7" fmla="*/ 14 h 46"/>
                  <a:gd name="T8" fmla="*/ 0 w 50"/>
                  <a:gd name="T9" fmla="*/ 30 h 46"/>
                  <a:gd name="T10" fmla="*/ 16 w 50"/>
                  <a:gd name="T11" fmla="*/ 46 h 46"/>
                  <a:gd name="T12" fmla="*/ 20 w 50"/>
                  <a:gd name="T13" fmla="*/ 46 h 46"/>
                  <a:gd name="T14" fmla="*/ 20 w 50"/>
                  <a:gd name="T15" fmla="*/ 38 h 46"/>
                  <a:gd name="T16" fmla="*/ 16 w 50"/>
                  <a:gd name="T17" fmla="*/ 38 h 46"/>
                  <a:gd name="T18" fmla="*/ 8 w 50"/>
                  <a:gd name="T19" fmla="*/ 30 h 46"/>
                  <a:gd name="T20" fmla="*/ 16 w 50"/>
                  <a:gd name="T21" fmla="*/ 22 h 46"/>
                  <a:gd name="T22" fmla="*/ 34 w 50"/>
                  <a:gd name="T23" fmla="*/ 22 h 46"/>
                  <a:gd name="T24" fmla="*/ 26 w 50"/>
                  <a:gd name="T25" fmla="*/ 30 h 46"/>
                  <a:gd name="T26" fmla="*/ 32 w 50"/>
                  <a:gd name="T27" fmla="*/ 36 h 46"/>
                  <a:gd name="T28" fmla="*/ 50 w 50"/>
                  <a:gd name="T29" fmla="*/ 18 h 46"/>
                  <a:gd name="T30" fmla="*/ 32 w 50"/>
                  <a:gd name="T3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0" h="46">
                    <a:moveTo>
                      <a:pt x="32" y="0"/>
                    </a:moveTo>
                    <a:cubicBezTo>
                      <a:pt x="26" y="6"/>
                      <a:pt x="26" y="6"/>
                      <a:pt x="26" y="6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7" y="14"/>
                      <a:pt x="0" y="21"/>
                      <a:pt x="0" y="30"/>
                    </a:cubicBezTo>
                    <a:cubicBezTo>
                      <a:pt x="0" y="39"/>
                      <a:pt x="7" y="46"/>
                      <a:pt x="16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2" y="38"/>
                      <a:pt x="8" y="34"/>
                      <a:pt x="8" y="30"/>
                    </a:cubicBezTo>
                    <a:cubicBezTo>
                      <a:pt x="8" y="26"/>
                      <a:pt x="12" y="22"/>
                      <a:pt x="16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50" y="18"/>
                      <a:pt x="50" y="18"/>
                      <a:pt x="50" y="18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5" name="Freeform 73"/>
            <p:cNvSpPr>
              <a:spLocks noEditPoints="1"/>
            </p:cNvSpPr>
            <p:nvPr/>
          </p:nvSpPr>
          <p:spPr bwMode="auto">
            <a:xfrm>
              <a:off x="4462463" y="2416176"/>
              <a:ext cx="252413" cy="214313"/>
            </a:xfrm>
            <a:custGeom>
              <a:avLst/>
              <a:gdLst>
                <a:gd name="T0" fmla="*/ 76 w 80"/>
                <a:gd name="T1" fmla="*/ 0 h 68"/>
                <a:gd name="T2" fmla="*/ 48 w 80"/>
                <a:gd name="T3" fmla="*/ 0 h 68"/>
                <a:gd name="T4" fmla="*/ 45 w 80"/>
                <a:gd name="T5" fmla="*/ 1 h 68"/>
                <a:gd name="T6" fmla="*/ 40 w 80"/>
                <a:gd name="T7" fmla="*/ 6 h 68"/>
                <a:gd name="T8" fmla="*/ 35 w 80"/>
                <a:gd name="T9" fmla="*/ 1 h 68"/>
                <a:gd name="T10" fmla="*/ 32 w 80"/>
                <a:gd name="T11" fmla="*/ 0 h 68"/>
                <a:gd name="T12" fmla="*/ 4 w 80"/>
                <a:gd name="T13" fmla="*/ 0 h 68"/>
                <a:gd name="T14" fmla="*/ 0 w 80"/>
                <a:gd name="T15" fmla="*/ 4 h 68"/>
                <a:gd name="T16" fmla="*/ 0 w 80"/>
                <a:gd name="T17" fmla="*/ 56 h 68"/>
                <a:gd name="T18" fmla="*/ 4 w 80"/>
                <a:gd name="T19" fmla="*/ 60 h 68"/>
                <a:gd name="T20" fmla="*/ 30 w 80"/>
                <a:gd name="T21" fmla="*/ 60 h 68"/>
                <a:gd name="T22" fmla="*/ 37 w 80"/>
                <a:gd name="T23" fmla="*/ 67 h 68"/>
                <a:gd name="T24" fmla="*/ 40 w 80"/>
                <a:gd name="T25" fmla="*/ 68 h 68"/>
                <a:gd name="T26" fmla="*/ 43 w 80"/>
                <a:gd name="T27" fmla="*/ 67 h 68"/>
                <a:gd name="T28" fmla="*/ 50 w 80"/>
                <a:gd name="T29" fmla="*/ 60 h 68"/>
                <a:gd name="T30" fmla="*/ 76 w 80"/>
                <a:gd name="T31" fmla="*/ 60 h 68"/>
                <a:gd name="T32" fmla="*/ 80 w 80"/>
                <a:gd name="T33" fmla="*/ 56 h 68"/>
                <a:gd name="T34" fmla="*/ 80 w 80"/>
                <a:gd name="T35" fmla="*/ 4 h 68"/>
                <a:gd name="T36" fmla="*/ 76 w 80"/>
                <a:gd name="T37" fmla="*/ 0 h 68"/>
                <a:gd name="T38" fmla="*/ 32 w 80"/>
                <a:gd name="T39" fmla="*/ 52 h 68"/>
                <a:gd name="T40" fmla="*/ 8 w 80"/>
                <a:gd name="T41" fmla="*/ 52 h 68"/>
                <a:gd name="T42" fmla="*/ 8 w 80"/>
                <a:gd name="T43" fmla="*/ 8 h 68"/>
                <a:gd name="T44" fmla="*/ 30 w 80"/>
                <a:gd name="T45" fmla="*/ 8 h 68"/>
                <a:gd name="T46" fmla="*/ 36 w 80"/>
                <a:gd name="T47" fmla="*/ 14 h 68"/>
                <a:gd name="T48" fmla="*/ 36 w 80"/>
                <a:gd name="T49" fmla="*/ 54 h 68"/>
                <a:gd name="T50" fmla="*/ 35 w 80"/>
                <a:gd name="T51" fmla="*/ 53 h 68"/>
                <a:gd name="T52" fmla="*/ 32 w 80"/>
                <a:gd name="T53" fmla="*/ 52 h 68"/>
                <a:gd name="T54" fmla="*/ 72 w 80"/>
                <a:gd name="T55" fmla="*/ 52 h 68"/>
                <a:gd name="T56" fmla="*/ 48 w 80"/>
                <a:gd name="T57" fmla="*/ 52 h 68"/>
                <a:gd name="T58" fmla="*/ 45 w 80"/>
                <a:gd name="T59" fmla="*/ 53 h 68"/>
                <a:gd name="T60" fmla="*/ 44 w 80"/>
                <a:gd name="T61" fmla="*/ 54 h 68"/>
                <a:gd name="T62" fmla="*/ 44 w 80"/>
                <a:gd name="T63" fmla="*/ 14 h 68"/>
                <a:gd name="T64" fmla="*/ 50 w 80"/>
                <a:gd name="T65" fmla="*/ 8 h 68"/>
                <a:gd name="T66" fmla="*/ 72 w 80"/>
                <a:gd name="T67" fmla="*/ 8 h 68"/>
                <a:gd name="T68" fmla="*/ 72 w 80"/>
                <a:gd name="T69" fmla="*/ 5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" h="68">
                  <a:moveTo>
                    <a:pt x="76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7" y="0"/>
                    <a:pt x="46" y="0"/>
                    <a:pt x="45" y="1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8"/>
                    <a:pt x="2" y="60"/>
                    <a:pt x="4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38" y="68"/>
                    <a:pt x="39" y="68"/>
                    <a:pt x="40" y="68"/>
                  </a:cubicBezTo>
                  <a:cubicBezTo>
                    <a:pt x="41" y="68"/>
                    <a:pt x="42" y="68"/>
                    <a:pt x="43" y="67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78" y="60"/>
                    <a:pt x="80" y="58"/>
                    <a:pt x="80" y="56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2"/>
                    <a:pt x="78" y="0"/>
                    <a:pt x="76" y="0"/>
                  </a:cubicBezTo>
                  <a:close/>
                  <a:moveTo>
                    <a:pt x="32" y="52"/>
                  </a:moveTo>
                  <a:cubicBezTo>
                    <a:pt x="8" y="52"/>
                    <a:pt x="8" y="52"/>
                    <a:pt x="8" y="5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2"/>
                    <a:pt x="33" y="52"/>
                    <a:pt x="32" y="52"/>
                  </a:cubicBezTo>
                  <a:close/>
                  <a:moveTo>
                    <a:pt x="72" y="52"/>
                  </a:moveTo>
                  <a:cubicBezTo>
                    <a:pt x="48" y="52"/>
                    <a:pt x="48" y="52"/>
                    <a:pt x="48" y="52"/>
                  </a:cubicBezTo>
                  <a:cubicBezTo>
                    <a:pt x="47" y="52"/>
                    <a:pt x="46" y="52"/>
                    <a:pt x="45" y="53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72" y="8"/>
                    <a:pt x="72" y="8"/>
                    <a:pt x="72" y="8"/>
                  </a:cubicBezTo>
                  <a:lnTo>
                    <a:pt x="72" y="5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 noEditPoints="1"/>
            </p:cNvSpPr>
            <p:nvPr/>
          </p:nvSpPr>
          <p:spPr bwMode="auto">
            <a:xfrm>
              <a:off x="5081588" y="2390776"/>
              <a:ext cx="228600" cy="252413"/>
            </a:xfrm>
            <a:custGeom>
              <a:avLst/>
              <a:gdLst>
                <a:gd name="T0" fmla="*/ 68 w 72"/>
                <a:gd name="T1" fmla="*/ 0 h 80"/>
                <a:gd name="T2" fmla="*/ 4 w 72"/>
                <a:gd name="T3" fmla="*/ 0 h 80"/>
                <a:gd name="T4" fmla="*/ 0 w 72"/>
                <a:gd name="T5" fmla="*/ 4 h 80"/>
                <a:gd name="T6" fmla="*/ 0 w 72"/>
                <a:gd name="T7" fmla="*/ 76 h 80"/>
                <a:gd name="T8" fmla="*/ 4 w 72"/>
                <a:gd name="T9" fmla="*/ 80 h 80"/>
                <a:gd name="T10" fmla="*/ 68 w 72"/>
                <a:gd name="T11" fmla="*/ 80 h 80"/>
                <a:gd name="T12" fmla="*/ 72 w 72"/>
                <a:gd name="T13" fmla="*/ 76 h 80"/>
                <a:gd name="T14" fmla="*/ 72 w 72"/>
                <a:gd name="T15" fmla="*/ 4 h 80"/>
                <a:gd name="T16" fmla="*/ 68 w 72"/>
                <a:gd name="T17" fmla="*/ 0 h 80"/>
                <a:gd name="T18" fmla="*/ 8 w 72"/>
                <a:gd name="T19" fmla="*/ 8 h 80"/>
                <a:gd name="T20" fmla="*/ 16 w 72"/>
                <a:gd name="T21" fmla="*/ 8 h 80"/>
                <a:gd name="T22" fmla="*/ 16 w 72"/>
                <a:gd name="T23" fmla="*/ 72 h 80"/>
                <a:gd name="T24" fmla="*/ 8 w 72"/>
                <a:gd name="T25" fmla="*/ 72 h 80"/>
                <a:gd name="T26" fmla="*/ 8 w 72"/>
                <a:gd name="T27" fmla="*/ 8 h 80"/>
                <a:gd name="T28" fmla="*/ 64 w 72"/>
                <a:gd name="T29" fmla="*/ 72 h 80"/>
                <a:gd name="T30" fmla="*/ 24 w 72"/>
                <a:gd name="T31" fmla="*/ 72 h 80"/>
                <a:gd name="T32" fmla="*/ 24 w 72"/>
                <a:gd name="T33" fmla="*/ 8 h 80"/>
                <a:gd name="T34" fmla="*/ 64 w 72"/>
                <a:gd name="T35" fmla="*/ 8 h 80"/>
                <a:gd name="T36" fmla="*/ 64 w 72"/>
                <a:gd name="T37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80">
                  <a:moveTo>
                    <a:pt x="6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70" y="80"/>
                    <a:pt x="72" y="78"/>
                    <a:pt x="72" y="76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2"/>
                    <a:pt x="70" y="0"/>
                    <a:pt x="68" y="0"/>
                  </a:cubicBezTo>
                  <a:close/>
                  <a:moveTo>
                    <a:pt x="8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8" y="72"/>
                    <a:pt x="8" y="72"/>
                    <a:pt x="8" y="72"/>
                  </a:cubicBezTo>
                  <a:lnTo>
                    <a:pt x="8" y="8"/>
                  </a:lnTo>
                  <a:close/>
                  <a:moveTo>
                    <a:pt x="64" y="72"/>
                  </a:moveTo>
                  <a:cubicBezTo>
                    <a:pt x="24" y="72"/>
                    <a:pt x="24" y="72"/>
                    <a:pt x="24" y="72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64" y="8"/>
                    <a:pt x="64" y="8"/>
                    <a:pt x="64" y="8"/>
                  </a:cubicBezTo>
                  <a:lnTo>
                    <a:pt x="64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 noEditPoints="1"/>
            </p:cNvSpPr>
            <p:nvPr/>
          </p:nvSpPr>
          <p:spPr bwMode="auto">
            <a:xfrm>
              <a:off x="5688013" y="2390776"/>
              <a:ext cx="228600" cy="252413"/>
            </a:xfrm>
            <a:custGeom>
              <a:avLst/>
              <a:gdLst>
                <a:gd name="T0" fmla="*/ 68 w 72"/>
                <a:gd name="T1" fmla="*/ 0 h 80"/>
                <a:gd name="T2" fmla="*/ 4 w 72"/>
                <a:gd name="T3" fmla="*/ 0 h 80"/>
                <a:gd name="T4" fmla="*/ 0 w 72"/>
                <a:gd name="T5" fmla="*/ 4 h 80"/>
                <a:gd name="T6" fmla="*/ 0 w 72"/>
                <a:gd name="T7" fmla="*/ 76 h 80"/>
                <a:gd name="T8" fmla="*/ 4 w 72"/>
                <a:gd name="T9" fmla="*/ 80 h 80"/>
                <a:gd name="T10" fmla="*/ 68 w 72"/>
                <a:gd name="T11" fmla="*/ 80 h 80"/>
                <a:gd name="T12" fmla="*/ 72 w 72"/>
                <a:gd name="T13" fmla="*/ 76 h 80"/>
                <a:gd name="T14" fmla="*/ 72 w 72"/>
                <a:gd name="T15" fmla="*/ 4 h 80"/>
                <a:gd name="T16" fmla="*/ 68 w 72"/>
                <a:gd name="T17" fmla="*/ 0 h 80"/>
                <a:gd name="T18" fmla="*/ 8 w 72"/>
                <a:gd name="T19" fmla="*/ 8 h 80"/>
                <a:gd name="T20" fmla="*/ 16 w 72"/>
                <a:gd name="T21" fmla="*/ 8 h 80"/>
                <a:gd name="T22" fmla="*/ 16 w 72"/>
                <a:gd name="T23" fmla="*/ 72 h 80"/>
                <a:gd name="T24" fmla="*/ 8 w 72"/>
                <a:gd name="T25" fmla="*/ 72 h 80"/>
                <a:gd name="T26" fmla="*/ 8 w 72"/>
                <a:gd name="T27" fmla="*/ 8 h 80"/>
                <a:gd name="T28" fmla="*/ 64 w 72"/>
                <a:gd name="T29" fmla="*/ 72 h 80"/>
                <a:gd name="T30" fmla="*/ 24 w 72"/>
                <a:gd name="T31" fmla="*/ 72 h 80"/>
                <a:gd name="T32" fmla="*/ 24 w 72"/>
                <a:gd name="T33" fmla="*/ 8 h 80"/>
                <a:gd name="T34" fmla="*/ 36 w 72"/>
                <a:gd name="T35" fmla="*/ 8 h 80"/>
                <a:gd name="T36" fmla="*/ 36 w 72"/>
                <a:gd name="T37" fmla="*/ 44 h 80"/>
                <a:gd name="T38" fmla="*/ 46 w 72"/>
                <a:gd name="T39" fmla="*/ 36 h 80"/>
                <a:gd name="T40" fmla="*/ 56 w 72"/>
                <a:gd name="T41" fmla="*/ 44 h 80"/>
                <a:gd name="T42" fmla="*/ 56 w 72"/>
                <a:gd name="T43" fmla="*/ 8 h 80"/>
                <a:gd name="T44" fmla="*/ 64 w 72"/>
                <a:gd name="T45" fmla="*/ 8 h 80"/>
                <a:gd name="T46" fmla="*/ 64 w 72"/>
                <a:gd name="T47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80">
                  <a:moveTo>
                    <a:pt x="6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70" y="80"/>
                    <a:pt x="72" y="78"/>
                    <a:pt x="72" y="76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2"/>
                    <a:pt x="70" y="0"/>
                    <a:pt x="68" y="0"/>
                  </a:cubicBezTo>
                  <a:close/>
                  <a:moveTo>
                    <a:pt x="8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8" y="72"/>
                    <a:pt x="8" y="72"/>
                    <a:pt x="8" y="72"/>
                  </a:cubicBezTo>
                  <a:lnTo>
                    <a:pt x="8" y="8"/>
                  </a:lnTo>
                  <a:close/>
                  <a:moveTo>
                    <a:pt x="64" y="72"/>
                  </a:moveTo>
                  <a:cubicBezTo>
                    <a:pt x="24" y="72"/>
                    <a:pt x="24" y="72"/>
                    <a:pt x="24" y="72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64" y="8"/>
                    <a:pt x="64" y="8"/>
                    <a:pt x="64" y="8"/>
                  </a:cubicBezTo>
                  <a:lnTo>
                    <a:pt x="64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6296026" y="2403476"/>
              <a:ext cx="227013" cy="227013"/>
              <a:chOff x="6296026" y="2403476"/>
              <a:chExt cx="227013" cy="227013"/>
            </a:xfrm>
          </p:grpSpPr>
          <p:sp>
            <p:nvSpPr>
              <p:cNvPr id="78" name="Freeform 76"/>
              <p:cNvSpPr>
                <a:spLocks noEditPoints="1"/>
              </p:cNvSpPr>
              <p:nvPr/>
            </p:nvSpPr>
            <p:spPr bwMode="auto">
              <a:xfrm>
                <a:off x="6296026" y="2403476"/>
                <a:ext cx="227013" cy="227013"/>
              </a:xfrm>
              <a:custGeom>
                <a:avLst/>
                <a:gdLst>
                  <a:gd name="T0" fmla="*/ 60 w 72"/>
                  <a:gd name="T1" fmla="*/ 0 h 72"/>
                  <a:gd name="T2" fmla="*/ 12 w 72"/>
                  <a:gd name="T3" fmla="*/ 0 h 72"/>
                  <a:gd name="T4" fmla="*/ 0 w 72"/>
                  <a:gd name="T5" fmla="*/ 12 h 72"/>
                  <a:gd name="T6" fmla="*/ 0 w 72"/>
                  <a:gd name="T7" fmla="*/ 64 h 72"/>
                  <a:gd name="T8" fmla="*/ 8 w 72"/>
                  <a:gd name="T9" fmla="*/ 72 h 72"/>
                  <a:gd name="T10" fmla="*/ 64 w 72"/>
                  <a:gd name="T11" fmla="*/ 72 h 72"/>
                  <a:gd name="T12" fmla="*/ 72 w 72"/>
                  <a:gd name="T13" fmla="*/ 64 h 72"/>
                  <a:gd name="T14" fmla="*/ 72 w 72"/>
                  <a:gd name="T15" fmla="*/ 12 h 72"/>
                  <a:gd name="T16" fmla="*/ 60 w 72"/>
                  <a:gd name="T17" fmla="*/ 0 h 72"/>
                  <a:gd name="T18" fmla="*/ 64 w 72"/>
                  <a:gd name="T19" fmla="*/ 12 h 72"/>
                  <a:gd name="T20" fmla="*/ 64 w 72"/>
                  <a:gd name="T21" fmla="*/ 16 h 72"/>
                  <a:gd name="T22" fmla="*/ 52 w 72"/>
                  <a:gd name="T23" fmla="*/ 16 h 72"/>
                  <a:gd name="T24" fmla="*/ 52 w 72"/>
                  <a:gd name="T25" fmla="*/ 8 h 72"/>
                  <a:gd name="T26" fmla="*/ 60 w 72"/>
                  <a:gd name="T27" fmla="*/ 8 h 72"/>
                  <a:gd name="T28" fmla="*/ 64 w 72"/>
                  <a:gd name="T29" fmla="*/ 12 h 72"/>
                  <a:gd name="T30" fmla="*/ 28 w 72"/>
                  <a:gd name="T31" fmla="*/ 16 h 72"/>
                  <a:gd name="T32" fmla="*/ 28 w 72"/>
                  <a:gd name="T33" fmla="*/ 8 h 72"/>
                  <a:gd name="T34" fmla="*/ 44 w 72"/>
                  <a:gd name="T35" fmla="*/ 8 h 72"/>
                  <a:gd name="T36" fmla="*/ 44 w 72"/>
                  <a:gd name="T37" fmla="*/ 16 h 72"/>
                  <a:gd name="T38" fmla="*/ 28 w 72"/>
                  <a:gd name="T39" fmla="*/ 16 h 72"/>
                  <a:gd name="T40" fmla="*/ 12 w 72"/>
                  <a:gd name="T41" fmla="*/ 8 h 72"/>
                  <a:gd name="T42" fmla="*/ 20 w 72"/>
                  <a:gd name="T43" fmla="*/ 8 h 72"/>
                  <a:gd name="T44" fmla="*/ 20 w 72"/>
                  <a:gd name="T45" fmla="*/ 16 h 72"/>
                  <a:gd name="T46" fmla="*/ 8 w 72"/>
                  <a:gd name="T47" fmla="*/ 16 h 72"/>
                  <a:gd name="T48" fmla="*/ 8 w 72"/>
                  <a:gd name="T49" fmla="*/ 12 h 72"/>
                  <a:gd name="T50" fmla="*/ 12 w 72"/>
                  <a:gd name="T51" fmla="*/ 8 h 72"/>
                  <a:gd name="T52" fmla="*/ 8 w 72"/>
                  <a:gd name="T53" fmla="*/ 64 h 72"/>
                  <a:gd name="T54" fmla="*/ 8 w 72"/>
                  <a:gd name="T55" fmla="*/ 24 h 72"/>
                  <a:gd name="T56" fmla="*/ 64 w 72"/>
                  <a:gd name="T57" fmla="*/ 24 h 72"/>
                  <a:gd name="T58" fmla="*/ 64 w 72"/>
                  <a:gd name="T59" fmla="*/ 64 h 72"/>
                  <a:gd name="T60" fmla="*/ 8 w 72"/>
                  <a:gd name="T61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2">
                    <a:moveTo>
                      <a:pt x="6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5"/>
                      <a:pt x="67" y="0"/>
                      <a:pt x="60" y="0"/>
                    </a:cubicBezTo>
                    <a:close/>
                    <a:moveTo>
                      <a:pt x="64" y="12"/>
                    </a:moveTo>
                    <a:cubicBezTo>
                      <a:pt x="64" y="16"/>
                      <a:pt x="64" y="16"/>
                      <a:pt x="64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4" y="10"/>
                      <a:pt x="64" y="12"/>
                    </a:cubicBezTo>
                    <a:close/>
                    <a:moveTo>
                      <a:pt x="28" y="16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28" y="16"/>
                    </a:lnTo>
                    <a:close/>
                    <a:moveTo>
                      <a:pt x="12" y="8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lose/>
                    <a:moveTo>
                      <a:pt x="8" y="64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64"/>
                      <a:pt x="64" y="64"/>
                      <a:pt x="64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77"/>
              <p:cNvSpPr>
                <a:spLocks/>
              </p:cNvSpPr>
              <p:nvPr/>
            </p:nvSpPr>
            <p:spPr bwMode="auto">
              <a:xfrm>
                <a:off x="6418263" y="2492376"/>
                <a:ext cx="53975" cy="101600"/>
              </a:xfrm>
              <a:custGeom>
                <a:avLst/>
                <a:gdLst>
                  <a:gd name="T0" fmla="*/ 15 w 17"/>
                  <a:gd name="T1" fmla="*/ 1 h 32"/>
                  <a:gd name="T2" fmla="*/ 11 w 17"/>
                  <a:gd name="T3" fmla="*/ 0 h 32"/>
                  <a:gd name="T4" fmla="*/ 0 w 17"/>
                  <a:gd name="T5" fmla="*/ 6 h 32"/>
                  <a:gd name="T6" fmla="*/ 3 w 17"/>
                  <a:gd name="T7" fmla="*/ 13 h 32"/>
                  <a:gd name="T8" fmla="*/ 9 w 17"/>
                  <a:gd name="T9" fmla="*/ 10 h 32"/>
                  <a:gd name="T10" fmla="*/ 9 w 17"/>
                  <a:gd name="T11" fmla="*/ 32 h 32"/>
                  <a:gd name="T12" fmla="*/ 17 w 17"/>
                  <a:gd name="T13" fmla="*/ 32 h 32"/>
                  <a:gd name="T14" fmla="*/ 17 w 17"/>
                  <a:gd name="T15" fmla="*/ 4 h 32"/>
                  <a:gd name="T16" fmla="*/ 15 w 17"/>
                  <a:gd name="T17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32">
                    <a:moveTo>
                      <a:pt x="15" y="1"/>
                    </a:moveTo>
                    <a:cubicBezTo>
                      <a:pt x="14" y="0"/>
                      <a:pt x="12" y="0"/>
                      <a:pt x="11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3"/>
                      <a:pt x="16" y="1"/>
                      <a:pt x="15" y="1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78"/>
              <p:cNvSpPr>
                <a:spLocks/>
              </p:cNvSpPr>
              <p:nvPr/>
            </p:nvSpPr>
            <p:spPr bwMode="auto">
              <a:xfrm>
                <a:off x="6332538" y="2505076"/>
                <a:ext cx="76200" cy="76200"/>
              </a:xfrm>
              <a:custGeom>
                <a:avLst/>
                <a:gdLst>
                  <a:gd name="T0" fmla="*/ 32 w 48"/>
                  <a:gd name="T1" fmla="*/ 0 h 48"/>
                  <a:gd name="T2" fmla="*/ 16 w 48"/>
                  <a:gd name="T3" fmla="*/ 0 h 48"/>
                  <a:gd name="T4" fmla="*/ 16 w 48"/>
                  <a:gd name="T5" fmla="*/ 16 h 48"/>
                  <a:gd name="T6" fmla="*/ 0 w 48"/>
                  <a:gd name="T7" fmla="*/ 16 h 48"/>
                  <a:gd name="T8" fmla="*/ 0 w 48"/>
                  <a:gd name="T9" fmla="*/ 32 h 48"/>
                  <a:gd name="T10" fmla="*/ 16 w 48"/>
                  <a:gd name="T11" fmla="*/ 32 h 48"/>
                  <a:gd name="T12" fmla="*/ 16 w 48"/>
                  <a:gd name="T13" fmla="*/ 48 h 48"/>
                  <a:gd name="T14" fmla="*/ 32 w 48"/>
                  <a:gd name="T15" fmla="*/ 48 h 48"/>
                  <a:gd name="T16" fmla="*/ 32 w 48"/>
                  <a:gd name="T17" fmla="*/ 32 h 48"/>
                  <a:gd name="T18" fmla="*/ 48 w 48"/>
                  <a:gd name="T19" fmla="*/ 32 h 48"/>
                  <a:gd name="T20" fmla="*/ 48 w 48"/>
                  <a:gd name="T21" fmla="*/ 16 h 48"/>
                  <a:gd name="T22" fmla="*/ 32 w 48"/>
                  <a:gd name="T23" fmla="*/ 16 h 48"/>
                  <a:gd name="T24" fmla="*/ 32 w 48"/>
                  <a:gd name="T2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" h="48">
                    <a:moveTo>
                      <a:pt x="32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6" y="32"/>
                    </a:lnTo>
                    <a:lnTo>
                      <a:pt x="16" y="48"/>
                    </a:lnTo>
                    <a:lnTo>
                      <a:pt x="32" y="48"/>
                    </a:lnTo>
                    <a:lnTo>
                      <a:pt x="32" y="32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32" y="1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1" name="Freeform 79"/>
            <p:cNvSpPr>
              <a:spLocks noEditPoints="1"/>
            </p:cNvSpPr>
            <p:nvPr/>
          </p:nvSpPr>
          <p:spPr bwMode="auto">
            <a:xfrm>
              <a:off x="6889751" y="2387601"/>
              <a:ext cx="252413" cy="255588"/>
            </a:xfrm>
            <a:custGeom>
              <a:avLst/>
              <a:gdLst>
                <a:gd name="T0" fmla="*/ 60 w 80"/>
                <a:gd name="T1" fmla="*/ 25 h 81"/>
                <a:gd name="T2" fmla="*/ 64 w 80"/>
                <a:gd name="T3" fmla="*/ 5 h 81"/>
                <a:gd name="T4" fmla="*/ 40 w 80"/>
                <a:gd name="T5" fmla="*/ 25 h 81"/>
                <a:gd name="T6" fmla="*/ 16 w 80"/>
                <a:gd name="T7" fmla="*/ 5 h 81"/>
                <a:gd name="T8" fmla="*/ 16 w 80"/>
                <a:gd name="T9" fmla="*/ 21 h 81"/>
                <a:gd name="T10" fmla="*/ 8 w 80"/>
                <a:gd name="T11" fmla="*/ 25 h 81"/>
                <a:gd name="T12" fmla="*/ 0 w 80"/>
                <a:gd name="T13" fmla="*/ 45 h 81"/>
                <a:gd name="T14" fmla="*/ 4 w 80"/>
                <a:gd name="T15" fmla="*/ 73 h 81"/>
                <a:gd name="T16" fmla="*/ 68 w 80"/>
                <a:gd name="T17" fmla="*/ 81 h 81"/>
                <a:gd name="T18" fmla="*/ 76 w 80"/>
                <a:gd name="T19" fmla="*/ 49 h 81"/>
                <a:gd name="T20" fmla="*/ 80 w 80"/>
                <a:gd name="T21" fmla="*/ 33 h 81"/>
                <a:gd name="T22" fmla="*/ 24 w 80"/>
                <a:gd name="T23" fmla="*/ 73 h 81"/>
                <a:gd name="T24" fmla="*/ 12 w 80"/>
                <a:gd name="T25" fmla="*/ 49 h 81"/>
                <a:gd name="T26" fmla="*/ 24 w 80"/>
                <a:gd name="T27" fmla="*/ 73 h 81"/>
                <a:gd name="T28" fmla="*/ 8 w 80"/>
                <a:gd name="T29" fmla="*/ 41 h 81"/>
                <a:gd name="T30" fmla="*/ 24 w 80"/>
                <a:gd name="T31" fmla="*/ 33 h 81"/>
                <a:gd name="T32" fmla="*/ 21 w 80"/>
                <a:gd name="T33" fmla="*/ 16 h 81"/>
                <a:gd name="T34" fmla="*/ 21 w 80"/>
                <a:gd name="T35" fmla="*/ 10 h 81"/>
                <a:gd name="T36" fmla="*/ 27 w 80"/>
                <a:gd name="T37" fmla="*/ 10 h 81"/>
                <a:gd name="T38" fmla="*/ 21 w 80"/>
                <a:gd name="T39" fmla="*/ 16 h 81"/>
                <a:gd name="T40" fmla="*/ 32 w 80"/>
                <a:gd name="T41" fmla="*/ 73 h 81"/>
                <a:gd name="T42" fmla="*/ 48 w 80"/>
                <a:gd name="T43" fmla="*/ 49 h 81"/>
                <a:gd name="T44" fmla="*/ 48 w 80"/>
                <a:gd name="T45" fmla="*/ 41 h 81"/>
                <a:gd name="T46" fmla="*/ 32 w 80"/>
                <a:gd name="T47" fmla="*/ 33 h 81"/>
                <a:gd name="T48" fmla="*/ 48 w 80"/>
                <a:gd name="T49" fmla="*/ 41 h 81"/>
                <a:gd name="T50" fmla="*/ 56 w 80"/>
                <a:gd name="T51" fmla="*/ 9 h 81"/>
                <a:gd name="T52" fmla="*/ 59 w 80"/>
                <a:gd name="T53" fmla="*/ 16 h 81"/>
                <a:gd name="T54" fmla="*/ 53 w 80"/>
                <a:gd name="T55" fmla="*/ 10 h 81"/>
                <a:gd name="T56" fmla="*/ 56 w 80"/>
                <a:gd name="T57" fmla="*/ 73 h 81"/>
                <a:gd name="T58" fmla="*/ 68 w 80"/>
                <a:gd name="T59" fmla="*/ 49 h 81"/>
                <a:gd name="T60" fmla="*/ 72 w 80"/>
                <a:gd name="T61" fmla="*/ 41 h 81"/>
                <a:gd name="T62" fmla="*/ 56 w 80"/>
                <a:gd name="T63" fmla="*/ 33 h 81"/>
                <a:gd name="T64" fmla="*/ 72 w 80"/>
                <a:gd name="T65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0" h="81">
                  <a:moveTo>
                    <a:pt x="72" y="25"/>
                  </a:moveTo>
                  <a:cubicBezTo>
                    <a:pt x="60" y="25"/>
                    <a:pt x="60" y="25"/>
                    <a:pt x="60" y="25"/>
                  </a:cubicBezTo>
                  <a:cubicBezTo>
                    <a:pt x="61" y="24"/>
                    <a:pt x="63" y="23"/>
                    <a:pt x="64" y="21"/>
                  </a:cubicBezTo>
                  <a:cubicBezTo>
                    <a:pt x="69" y="17"/>
                    <a:pt x="69" y="9"/>
                    <a:pt x="64" y="5"/>
                  </a:cubicBezTo>
                  <a:cubicBezTo>
                    <a:pt x="60" y="0"/>
                    <a:pt x="52" y="0"/>
                    <a:pt x="48" y="5"/>
                  </a:cubicBezTo>
                  <a:cubicBezTo>
                    <a:pt x="41" y="11"/>
                    <a:pt x="40" y="23"/>
                    <a:pt x="40" y="25"/>
                  </a:cubicBezTo>
                  <a:cubicBezTo>
                    <a:pt x="40" y="23"/>
                    <a:pt x="39" y="11"/>
                    <a:pt x="32" y="5"/>
                  </a:cubicBezTo>
                  <a:cubicBezTo>
                    <a:pt x="28" y="0"/>
                    <a:pt x="20" y="0"/>
                    <a:pt x="16" y="5"/>
                  </a:cubicBezTo>
                  <a:cubicBezTo>
                    <a:pt x="13" y="7"/>
                    <a:pt x="12" y="10"/>
                    <a:pt x="12" y="13"/>
                  </a:cubicBezTo>
                  <a:cubicBezTo>
                    <a:pt x="12" y="16"/>
                    <a:pt x="13" y="19"/>
                    <a:pt x="16" y="21"/>
                  </a:cubicBezTo>
                  <a:cubicBezTo>
                    <a:pt x="17" y="23"/>
                    <a:pt x="19" y="24"/>
                    <a:pt x="20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4" y="25"/>
                    <a:pt x="0" y="29"/>
                    <a:pt x="0" y="3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2" y="49"/>
                    <a:pt x="4" y="49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4" y="77"/>
                    <a:pt x="8" y="81"/>
                    <a:pt x="12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72" y="81"/>
                    <a:pt x="76" y="77"/>
                    <a:pt x="76" y="73"/>
                  </a:cubicBezTo>
                  <a:cubicBezTo>
                    <a:pt x="76" y="49"/>
                    <a:pt x="76" y="49"/>
                    <a:pt x="76" y="49"/>
                  </a:cubicBezTo>
                  <a:cubicBezTo>
                    <a:pt x="78" y="49"/>
                    <a:pt x="80" y="47"/>
                    <a:pt x="80" y="4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29"/>
                    <a:pt x="76" y="25"/>
                    <a:pt x="72" y="25"/>
                  </a:cubicBezTo>
                  <a:close/>
                  <a:moveTo>
                    <a:pt x="24" y="73"/>
                  </a:moveTo>
                  <a:cubicBezTo>
                    <a:pt x="12" y="73"/>
                    <a:pt x="12" y="73"/>
                    <a:pt x="12" y="73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24" y="49"/>
                    <a:pt x="24" y="49"/>
                    <a:pt x="24" y="49"/>
                  </a:cubicBezTo>
                  <a:lnTo>
                    <a:pt x="24" y="73"/>
                  </a:lnTo>
                  <a:close/>
                  <a:moveTo>
                    <a:pt x="24" y="41"/>
                  </a:moveTo>
                  <a:cubicBezTo>
                    <a:pt x="8" y="41"/>
                    <a:pt x="8" y="41"/>
                    <a:pt x="8" y="4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24" y="33"/>
                    <a:pt x="24" y="33"/>
                    <a:pt x="24" y="33"/>
                  </a:cubicBezTo>
                  <a:lnTo>
                    <a:pt x="24" y="41"/>
                  </a:lnTo>
                  <a:close/>
                  <a:moveTo>
                    <a:pt x="21" y="16"/>
                  </a:moveTo>
                  <a:cubicBezTo>
                    <a:pt x="20" y="15"/>
                    <a:pt x="20" y="14"/>
                    <a:pt x="20" y="13"/>
                  </a:cubicBezTo>
                  <a:cubicBezTo>
                    <a:pt x="20" y="12"/>
                    <a:pt x="20" y="11"/>
                    <a:pt x="21" y="10"/>
                  </a:cubicBezTo>
                  <a:cubicBezTo>
                    <a:pt x="22" y="9"/>
                    <a:pt x="23" y="9"/>
                    <a:pt x="24" y="9"/>
                  </a:cubicBezTo>
                  <a:cubicBezTo>
                    <a:pt x="25" y="9"/>
                    <a:pt x="26" y="9"/>
                    <a:pt x="27" y="10"/>
                  </a:cubicBezTo>
                  <a:cubicBezTo>
                    <a:pt x="29" y="13"/>
                    <a:pt x="31" y="17"/>
                    <a:pt x="31" y="20"/>
                  </a:cubicBezTo>
                  <a:cubicBezTo>
                    <a:pt x="28" y="20"/>
                    <a:pt x="24" y="18"/>
                    <a:pt x="21" y="16"/>
                  </a:cubicBezTo>
                  <a:close/>
                  <a:moveTo>
                    <a:pt x="48" y="73"/>
                  </a:moveTo>
                  <a:cubicBezTo>
                    <a:pt x="32" y="73"/>
                    <a:pt x="32" y="73"/>
                    <a:pt x="32" y="73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48" y="49"/>
                    <a:pt x="48" y="49"/>
                    <a:pt x="48" y="49"/>
                  </a:cubicBezTo>
                  <a:lnTo>
                    <a:pt x="48" y="73"/>
                  </a:lnTo>
                  <a:close/>
                  <a:moveTo>
                    <a:pt x="48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48" y="33"/>
                    <a:pt x="48" y="33"/>
                    <a:pt x="48" y="33"/>
                  </a:cubicBezTo>
                  <a:lnTo>
                    <a:pt x="48" y="41"/>
                  </a:lnTo>
                  <a:close/>
                  <a:moveTo>
                    <a:pt x="53" y="10"/>
                  </a:moveTo>
                  <a:cubicBezTo>
                    <a:pt x="54" y="9"/>
                    <a:pt x="55" y="9"/>
                    <a:pt x="56" y="9"/>
                  </a:cubicBezTo>
                  <a:cubicBezTo>
                    <a:pt x="57" y="9"/>
                    <a:pt x="58" y="9"/>
                    <a:pt x="59" y="10"/>
                  </a:cubicBezTo>
                  <a:cubicBezTo>
                    <a:pt x="60" y="12"/>
                    <a:pt x="60" y="14"/>
                    <a:pt x="59" y="16"/>
                  </a:cubicBezTo>
                  <a:cubicBezTo>
                    <a:pt x="56" y="18"/>
                    <a:pt x="52" y="20"/>
                    <a:pt x="49" y="20"/>
                  </a:cubicBezTo>
                  <a:cubicBezTo>
                    <a:pt x="49" y="17"/>
                    <a:pt x="51" y="13"/>
                    <a:pt x="53" y="10"/>
                  </a:cubicBezTo>
                  <a:close/>
                  <a:moveTo>
                    <a:pt x="68" y="73"/>
                  </a:moveTo>
                  <a:cubicBezTo>
                    <a:pt x="56" y="73"/>
                    <a:pt x="56" y="73"/>
                    <a:pt x="56" y="7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68" y="49"/>
                    <a:pt x="68" y="49"/>
                    <a:pt x="68" y="49"/>
                  </a:cubicBezTo>
                  <a:lnTo>
                    <a:pt x="68" y="73"/>
                  </a:lnTo>
                  <a:close/>
                  <a:moveTo>
                    <a:pt x="72" y="41"/>
                  </a:moveTo>
                  <a:cubicBezTo>
                    <a:pt x="56" y="41"/>
                    <a:pt x="56" y="41"/>
                    <a:pt x="56" y="41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72" y="33"/>
                    <a:pt x="72" y="33"/>
                    <a:pt x="72" y="33"/>
                  </a:cubicBezTo>
                  <a:lnTo>
                    <a:pt x="72" y="4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2" name="组合 141"/>
            <p:cNvGrpSpPr/>
            <p:nvPr/>
          </p:nvGrpSpPr>
          <p:grpSpPr>
            <a:xfrm>
              <a:off x="7534276" y="2390776"/>
              <a:ext cx="176213" cy="252413"/>
              <a:chOff x="7534276" y="2390776"/>
              <a:chExt cx="176213" cy="252413"/>
            </a:xfrm>
          </p:grpSpPr>
          <p:sp>
            <p:nvSpPr>
              <p:cNvPr id="82" name="Freeform 80"/>
              <p:cNvSpPr>
                <a:spLocks/>
              </p:cNvSpPr>
              <p:nvPr/>
            </p:nvSpPr>
            <p:spPr bwMode="auto">
              <a:xfrm>
                <a:off x="7534276" y="2390776"/>
                <a:ext cx="176213" cy="130175"/>
              </a:xfrm>
              <a:custGeom>
                <a:avLst/>
                <a:gdLst>
                  <a:gd name="T0" fmla="*/ 55 w 56"/>
                  <a:gd name="T1" fmla="*/ 1 h 41"/>
                  <a:gd name="T2" fmla="*/ 52 w 56"/>
                  <a:gd name="T3" fmla="*/ 0 h 41"/>
                  <a:gd name="T4" fmla="*/ 4 w 56"/>
                  <a:gd name="T5" fmla="*/ 0 h 41"/>
                  <a:gd name="T6" fmla="*/ 1 w 56"/>
                  <a:gd name="T7" fmla="*/ 1 h 41"/>
                  <a:gd name="T8" fmla="*/ 0 w 56"/>
                  <a:gd name="T9" fmla="*/ 5 h 41"/>
                  <a:gd name="T10" fmla="*/ 8 w 56"/>
                  <a:gd name="T11" fmla="*/ 41 h 41"/>
                  <a:gd name="T12" fmla="*/ 16 w 56"/>
                  <a:gd name="T13" fmla="*/ 39 h 41"/>
                  <a:gd name="T14" fmla="*/ 9 w 56"/>
                  <a:gd name="T15" fmla="*/ 8 h 41"/>
                  <a:gd name="T16" fmla="*/ 21 w 56"/>
                  <a:gd name="T17" fmla="*/ 8 h 41"/>
                  <a:gd name="T18" fmla="*/ 24 w 56"/>
                  <a:gd name="T19" fmla="*/ 24 h 41"/>
                  <a:gd name="T20" fmla="*/ 32 w 56"/>
                  <a:gd name="T21" fmla="*/ 24 h 41"/>
                  <a:gd name="T22" fmla="*/ 35 w 56"/>
                  <a:gd name="T23" fmla="*/ 8 h 41"/>
                  <a:gd name="T24" fmla="*/ 47 w 56"/>
                  <a:gd name="T25" fmla="*/ 8 h 41"/>
                  <a:gd name="T26" fmla="*/ 40 w 56"/>
                  <a:gd name="T27" fmla="*/ 39 h 41"/>
                  <a:gd name="T28" fmla="*/ 48 w 56"/>
                  <a:gd name="T29" fmla="*/ 41 h 41"/>
                  <a:gd name="T30" fmla="*/ 56 w 56"/>
                  <a:gd name="T31" fmla="*/ 5 h 41"/>
                  <a:gd name="T32" fmla="*/ 55 w 56"/>
                  <a:gd name="T33" fmla="*/ 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6" h="41">
                    <a:moveTo>
                      <a:pt x="55" y="1"/>
                    </a:moveTo>
                    <a:cubicBezTo>
                      <a:pt x="54" y="1"/>
                      <a:pt x="53" y="0"/>
                      <a:pt x="5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0" y="39"/>
                      <a:pt x="40" y="39"/>
                      <a:pt x="40" y="39"/>
                    </a:cubicBezTo>
                    <a:cubicBezTo>
                      <a:pt x="48" y="41"/>
                      <a:pt x="48" y="41"/>
                      <a:pt x="48" y="41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4"/>
                      <a:pt x="56" y="2"/>
                      <a:pt x="55" y="1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81"/>
              <p:cNvSpPr>
                <a:spLocks noEditPoints="1"/>
              </p:cNvSpPr>
              <p:nvPr/>
            </p:nvSpPr>
            <p:spPr bwMode="auto">
              <a:xfrm>
                <a:off x="7546976" y="2479676"/>
                <a:ext cx="150813" cy="163513"/>
              </a:xfrm>
              <a:custGeom>
                <a:avLst/>
                <a:gdLst>
                  <a:gd name="T0" fmla="*/ 40 w 48"/>
                  <a:gd name="T1" fmla="*/ 52 h 52"/>
                  <a:gd name="T2" fmla="*/ 38 w 48"/>
                  <a:gd name="T3" fmla="*/ 52 h 52"/>
                  <a:gd name="T4" fmla="*/ 24 w 48"/>
                  <a:gd name="T5" fmla="*/ 44 h 52"/>
                  <a:gd name="T6" fmla="*/ 10 w 48"/>
                  <a:gd name="T7" fmla="*/ 52 h 52"/>
                  <a:gd name="T8" fmla="*/ 5 w 48"/>
                  <a:gd name="T9" fmla="*/ 51 h 52"/>
                  <a:gd name="T10" fmla="*/ 4 w 48"/>
                  <a:gd name="T11" fmla="*/ 47 h 52"/>
                  <a:gd name="T12" fmla="*/ 8 w 48"/>
                  <a:gd name="T13" fmla="*/ 33 h 52"/>
                  <a:gd name="T14" fmla="*/ 1 w 48"/>
                  <a:gd name="T15" fmla="*/ 22 h 52"/>
                  <a:gd name="T16" fmla="*/ 0 w 48"/>
                  <a:gd name="T17" fmla="*/ 18 h 52"/>
                  <a:gd name="T18" fmla="*/ 4 w 48"/>
                  <a:gd name="T19" fmla="*/ 16 h 52"/>
                  <a:gd name="T20" fmla="*/ 14 w 48"/>
                  <a:gd name="T21" fmla="*/ 16 h 52"/>
                  <a:gd name="T22" fmla="*/ 20 w 48"/>
                  <a:gd name="T23" fmla="*/ 2 h 52"/>
                  <a:gd name="T24" fmla="*/ 28 w 48"/>
                  <a:gd name="T25" fmla="*/ 2 h 52"/>
                  <a:gd name="T26" fmla="*/ 34 w 48"/>
                  <a:gd name="T27" fmla="*/ 16 h 52"/>
                  <a:gd name="T28" fmla="*/ 44 w 48"/>
                  <a:gd name="T29" fmla="*/ 16 h 52"/>
                  <a:gd name="T30" fmla="*/ 48 w 48"/>
                  <a:gd name="T31" fmla="*/ 18 h 52"/>
                  <a:gd name="T32" fmla="*/ 47 w 48"/>
                  <a:gd name="T33" fmla="*/ 22 h 52"/>
                  <a:gd name="T34" fmla="*/ 40 w 48"/>
                  <a:gd name="T35" fmla="*/ 33 h 52"/>
                  <a:gd name="T36" fmla="*/ 44 w 48"/>
                  <a:gd name="T37" fmla="*/ 47 h 52"/>
                  <a:gd name="T38" fmla="*/ 43 w 48"/>
                  <a:gd name="T39" fmla="*/ 51 h 52"/>
                  <a:gd name="T40" fmla="*/ 40 w 48"/>
                  <a:gd name="T41" fmla="*/ 52 h 52"/>
                  <a:gd name="T42" fmla="*/ 24 w 48"/>
                  <a:gd name="T43" fmla="*/ 36 h 52"/>
                  <a:gd name="T44" fmla="*/ 26 w 48"/>
                  <a:gd name="T45" fmla="*/ 36 h 52"/>
                  <a:gd name="T46" fmla="*/ 34 w 48"/>
                  <a:gd name="T47" fmla="*/ 41 h 52"/>
                  <a:gd name="T48" fmla="*/ 32 w 48"/>
                  <a:gd name="T49" fmla="*/ 33 h 52"/>
                  <a:gd name="T50" fmla="*/ 33 w 48"/>
                  <a:gd name="T51" fmla="*/ 30 h 52"/>
                  <a:gd name="T52" fmla="*/ 37 w 48"/>
                  <a:gd name="T53" fmla="*/ 24 h 52"/>
                  <a:gd name="T54" fmla="*/ 32 w 48"/>
                  <a:gd name="T55" fmla="*/ 24 h 52"/>
                  <a:gd name="T56" fmla="*/ 28 w 48"/>
                  <a:gd name="T57" fmla="*/ 22 h 52"/>
                  <a:gd name="T58" fmla="*/ 24 w 48"/>
                  <a:gd name="T59" fmla="*/ 13 h 52"/>
                  <a:gd name="T60" fmla="*/ 20 w 48"/>
                  <a:gd name="T61" fmla="*/ 22 h 52"/>
                  <a:gd name="T62" fmla="*/ 16 w 48"/>
                  <a:gd name="T63" fmla="*/ 24 h 52"/>
                  <a:gd name="T64" fmla="*/ 11 w 48"/>
                  <a:gd name="T65" fmla="*/ 24 h 52"/>
                  <a:gd name="T66" fmla="*/ 15 w 48"/>
                  <a:gd name="T67" fmla="*/ 30 h 52"/>
                  <a:gd name="T68" fmla="*/ 16 w 48"/>
                  <a:gd name="T69" fmla="*/ 33 h 52"/>
                  <a:gd name="T70" fmla="*/ 14 w 48"/>
                  <a:gd name="T71" fmla="*/ 41 h 52"/>
                  <a:gd name="T72" fmla="*/ 22 w 48"/>
                  <a:gd name="T73" fmla="*/ 36 h 52"/>
                  <a:gd name="T74" fmla="*/ 24 w 48"/>
                  <a:gd name="T75" fmla="*/ 3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8" h="52">
                    <a:moveTo>
                      <a:pt x="40" y="52"/>
                    </a:moveTo>
                    <a:cubicBezTo>
                      <a:pt x="39" y="52"/>
                      <a:pt x="39" y="52"/>
                      <a:pt x="38" y="52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10" y="52"/>
                      <a:pt x="10" y="52"/>
                      <a:pt x="10" y="52"/>
                    </a:cubicBezTo>
                    <a:cubicBezTo>
                      <a:pt x="8" y="52"/>
                      <a:pt x="7" y="52"/>
                      <a:pt x="5" y="51"/>
                    </a:cubicBezTo>
                    <a:cubicBezTo>
                      <a:pt x="4" y="50"/>
                      <a:pt x="4" y="49"/>
                      <a:pt x="4" y="47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1"/>
                      <a:pt x="0" y="19"/>
                      <a:pt x="0" y="18"/>
                    </a:cubicBezTo>
                    <a:cubicBezTo>
                      <a:pt x="1" y="17"/>
                      <a:pt x="3" y="16"/>
                      <a:pt x="4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2" y="0"/>
                      <a:pt x="26" y="0"/>
                      <a:pt x="28" y="2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5" y="16"/>
                      <a:pt x="47" y="17"/>
                      <a:pt x="48" y="18"/>
                    </a:cubicBezTo>
                    <a:cubicBezTo>
                      <a:pt x="48" y="19"/>
                      <a:pt x="48" y="21"/>
                      <a:pt x="47" y="22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9"/>
                      <a:pt x="44" y="50"/>
                      <a:pt x="43" y="51"/>
                    </a:cubicBezTo>
                    <a:cubicBezTo>
                      <a:pt x="42" y="52"/>
                      <a:pt x="41" y="52"/>
                      <a:pt x="40" y="52"/>
                    </a:cubicBezTo>
                    <a:close/>
                    <a:moveTo>
                      <a:pt x="24" y="36"/>
                    </a:moveTo>
                    <a:cubicBezTo>
                      <a:pt x="25" y="36"/>
                      <a:pt x="25" y="36"/>
                      <a:pt x="26" y="36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2"/>
                      <a:pt x="32" y="31"/>
                      <a:pt x="33" y="30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0" y="24"/>
                      <a:pt x="29" y="23"/>
                      <a:pt x="28" y="22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3"/>
                      <a:pt x="18" y="24"/>
                      <a:pt x="16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6" y="31"/>
                      <a:pt x="16" y="32"/>
                      <a:pt x="16" y="33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3" y="36"/>
                      <a:pt x="23" y="36"/>
                      <a:pt x="24" y="3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3" name="组合 142"/>
            <p:cNvGrpSpPr/>
            <p:nvPr/>
          </p:nvGrpSpPr>
          <p:grpSpPr>
            <a:xfrm>
              <a:off x="8153401" y="2390776"/>
              <a:ext cx="176213" cy="252413"/>
              <a:chOff x="8153401" y="2390776"/>
              <a:chExt cx="176213" cy="252413"/>
            </a:xfrm>
          </p:grpSpPr>
          <p:sp>
            <p:nvSpPr>
              <p:cNvPr id="84" name="Freeform 82"/>
              <p:cNvSpPr>
                <a:spLocks/>
              </p:cNvSpPr>
              <p:nvPr/>
            </p:nvSpPr>
            <p:spPr bwMode="auto">
              <a:xfrm>
                <a:off x="8153401" y="2390776"/>
                <a:ext cx="176213" cy="252413"/>
              </a:xfrm>
              <a:custGeom>
                <a:avLst/>
                <a:gdLst>
                  <a:gd name="T0" fmla="*/ 48 w 56"/>
                  <a:gd name="T1" fmla="*/ 40 h 80"/>
                  <a:gd name="T2" fmla="*/ 48 w 56"/>
                  <a:gd name="T3" fmla="*/ 69 h 80"/>
                  <a:gd name="T4" fmla="*/ 30 w 56"/>
                  <a:gd name="T5" fmla="*/ 57 h 80"/>
                  <a:gd name="T6" fmla="*/ 26 w 56"/>
                  <a:gd name="T7" fmla="*/ 57 h 80"/>
                  <a:gd name="T8" fmla="*/ 8 w 56"/>
                  <a:gd name="T9" fmla="*/ 69 h 80"/>
                  <a:gd name="T10" fmla="*/ 8 w 56"/>
                  <a:gd name="T11" fmla="*/ 8 h 80"/>
                  <a:gd name="T12" fmla="*/ 56 w 56"/>
                  <a:gd name="T13" fmla="*/ 8 h 80"/>
                  <a:gd name="T14" fmla="*/ 48 w 56"/>
                  <a:gd name="T15" fmla="*/ 0 h 80"/>
                  <a:gd name="T16" fmla="*/ 8 w 56"/>
                  <a:gd name="T17" fmla="*/ 0 h 80"/>
                  <a:gd name="T18" fmla="*/ 0 w 56"/>
                  <a:gd name="T19" fmla="*/ 8 h 80"/>
                  <a:gd name="T20" fmla="*/ 0 w 56"/>
                  <a:gd name="T21" fmla="*/ 76 h 80"/>
                  <a:gd name="T22" fmla="*/ 2 w 56"/>
                  <a:gd name="T23" fmla="*/ 80 h 80"/>
                  <a:gd name="T24" fmla="*/ 6 w 56"/>
                  <a:gd name="T25" fmla="*/ 79 h 80"/>
                  <a:gd name="T26" fmla="*/ 28 w 56"/>
                  <a:gd name="T27" fmla="*/ 65 h 80"/>
                  <a:gd name="T28" fmla="*/ 50 w 56"/>
                  <a:gd name="T29" fmla="*/ 79 h 80"/>
                  <a:gd name="T30" fmla="*/ 52 w 56"/>
                  <a:gd name="T31" fmla="*/ 80 h 80"/>
                  <a:gd name="T32" fmla="*/ 54 w 56"/>
                  <a:gd name="T33" fmla="*/ 80 h 80"/>
                  <a:gd name="T34" fmla="*/ 56 w 56"/>
                  <a:gd name="T35" fmla="*/ 76 h 80"/>
                  <a:gd name="T36" fmla="*/ 56 w 56"/>
                  <a:gd name="T37" fmla="*/ 40 h 80"/>
                  <a:gd name="T38" fmla="*/ 48 w 56"/>
                  <a:gd name="T3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6" h="80">
                    <a:moveTo>
                      <a:pt x="48" y="40"/>
                    </a:moveTo>
                    <a:cubicBezTo>
                      <a:pt x="48" y="69"/>
                      <a:pt x="48" y="69"/>
                      <a:pt x="48" y="6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29" y="56"/>
                      <a:pt x="27" y="56"/>
                      <a:pt x="26" y="57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2" y="0"/>
                      <a:pt x="4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7"/>
                      <a:pt x="1" y="79"/>
                      <a:pt x="2" y="80"/>
                    </a:cubicBezTo>
                    <a:cubicBezTo>
                      <a:pt x="3" y="80"/>
                      <a:pt x="5" y="80"/>
                      <a:pt x="6" y="79"/>
                    </a:cubicBezTo>
                    <a:cubicBezTo>
                      <a:pt x="28" y="65"/>
                      <a:pt x="28" y="65"/>
                      <a:pt x="28" y="65"/>
                    </a:cubicBezTo>
                    <a:cubicBezTo>
                      <a:pt x="50" y="79"/>
                      <a:pt x="50" y="79"/>
                      <a:pt x="50" y="79"/>
                    </a:cubicBezTo>
                    <a:cubicBezTo>
                      <a:pt x="50" y="80"/>
                      <a:pt x="51" y="80"/>
                      <a:pt x="52" y="80"/>
                    </a:cubicBezTo>
                    <a:cubicBezTo>
                      <a:pt x="53" y="80"/>
                      <a:pt x="53" y="80"/>
                      <a:pt x="54" y="80"/>
                    </a:cubicBezTo>
                    <a:cubicBezTo>
                      <a:pt x="55" y="79"/>
                      <a:pt x="56" y="77"/>
                      <a:pt x="56" y="7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4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83"/>
              <p:cNvSpPr>
                <a:spLocks/>
              </p:cNvSpPr>
              <p:nvPr/>
            </p:nvSpPr>
            <p:spPr bwMode="auto">
              <a:xfrm>
                <a:off x="8191501" y="2441576"/>
                <a:ext cx="125413" cy="98425"/>
              </a:xfrm>
              <a:custGeom>
                <a:avLst/>
                <a:gdLst>
                  <a:gd name="T0" fmla="*/ 31 w 79"/>
                  <a:gd name="T1" fmla="*/ 62 h 62"/>
                  <a:gd name="T2" fmla="*/ 0 w 79"/>
                  <a:gd name="T3" fmla="*/ 32 h 62"/>
                  <a:gd name="T4" fmla="*/ 15 w 79"/>
                  <a:gd name="T5" fmla="*/ 16 h 62"/>
                  <a:gd name="T6" fmla="*/ 31 w 79"/>
                  <a:gd name="T7" fmla="*/ 34 h 62"/>
                  <a:gd name="T8" fmla="*/ 63 w 79"/>
                  <a:gd name="T9" fmla="*/ 0 h 62"/>
                  <a:gd name="T10" fmla="*/ 79 w 79"/>
                  <a:gd name="T11" fmla="*/ 16 h 62"/>
                  <a:gd name="T12" fmla="*/ 31 w 79"/>
                  <a:gd name="T13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62">
                    <a:moveTo>
                      <a:pt x="31" y="62"/>
                    </a:moveTo>
                    <a:lnTo>
                      <a:pt x="0" y="32"/>
                    </a:lnTo>
                    <a:lnTo>
                      <a:pt x="15" y="16"/>
                    </a:lnTo>
                    <a:lnTo>
                      <a:pt x="31" y="34"/>
                    </a:lnTo>
                    <a:lnTo>
                      <a:pt x="63" y="0"/>
                    </a:lnTo>
                    <a:lnTo>
                      <a:pt x="79" y="16"/>
                    </a:lnTo>
                    <a:lnTo>
                      <a:pt x="31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6" name="Freeform 84"/>
            <p:cNvSpPr>
              <a:spLocks noEditPoints="1"/>
            </p:cNvSpPr>
            <p:nvPr/>
          </p:nvSpPr>
          <p:spPr bwMode="auto">
            <a:xfrm>
              <a:off x="3249613" y="3049588"/>
              <a:ext cx="252413" cy="163513"/>
            </a:xfrm>
            <a:custGeom>
              <a:avLst/>
              <a:gdLst>
                <a:gd name="T0" fmla="*/ 76 w 80"/>
                <a:gd name="T1" fmla="*/ 20 h 52"/>
                <a:gd name="T2" fmla="*/ 56 w 80"/>
                <a:gd name="T3" fmla="*/ 20 h 52"/>
                <a:gd name="T4" fmla="*/ 56 w 80"/>
                <a:gd name="T5" fmla="*/ 4 h 52"/>
                <a:gd name="T6" fmla="*/ 52 w 80"/>
                <a:gd name="T7" fmla="*/ 0 h 52"/>
                <a:gd name="T8" fmla="*/ 28 w 80"/>
                <a:gd name="T9" fmla="*/ 0 h 52"/>
                <a:gd name="T10" fmla="*/ 24 w 80"/>
                <a:gd name="T11" fmla="*/ 4 h 52"/>
                <a:gd name="T12" fmla="*/ 24 w 80"/>
                <a:gd name="T13" fmla="*/ 16 h 52"/>
                <a:gd name="T14" fmla="*/ 4 w 80"/>
                <a:gd name="T15" fmla="*/ 16 h 52"/>
                <a:gd name="T16" fmla="*/ 0 w 80"/>
                <a:gd name="T17" fmla="*/ 20 h 52"/>
                <a:gd name="T18" fmla="*/ 0 w 80"/>
                <a:gd name="T19" fmla="*/ 48 h 52"/>
                <a:gd name="T20" fmla="*/ 4 w 80"/>
                <a:gd name="T21" fmla="*/ 52 h 52"/>
                <a:gd name="T22" fmla="*/ 28 w 80"/>
                <a:gd name="T23" fmla="*/ 52 h 52"/>
                <a:gd name="T24" fmla="*/ 52 w 80"/>
                <a:gd name="T25" fmla="*/ 52 h 52"/>
                <a:gd name="T26" fmla="*/ 76 w 80"/>
                <a:gd name="T27" fmla="*/ 52 h 52"/>
                <a:gd name="T28" fmla="*/ 80 w 80"/>
                <a:gd name="T29" fmla="*/ 48 h 52"/>
                <a:gd name="T30" fmla="*/ 80 w 80"/>
                <a:gd name="T31" fmla="*/ 24 h 52"/>
                <a:gd name="T32" fmla="*/ 76 w 80"/>
                <a:gd name="T33" fmla="*/ 20 h 52"/>
                <a:gd name="T34" fmla="*/ 8 w 80"/>
                <a:gd name="T35" fmla="*/ 24 h 52"/>
                <a:gd name="T36" fmla="*/ 24 w 80"/>
                <a:gd name="T37" fmla="*/ 24 h 52"/>
                <a:gd name="T38" fmla="*/ 24 w 80"/>
                <a:gd name="T39" fmla="*/ 44 h 52"/>
                <a:gd name="T40" fmla="*/ 8 w 80"/>
                <a:gd name="T41" fmla="*/ 44 h 52"/>
                <a:gd name="T42" fmla="*/ 8 w 80"/>
                <a:gd name="T43" fmla="*/ 24 h 52"/>
                <a:gd name="T44" fmla="*/ 32 w 80"/>
                <a:gd name="T45" fmla="*/ 8 h 52"/>
                <a:gd name="T46" fmla="*/ 48 w 80"/>
                <a:gd name="T47" fmla="*/ 8 h 52"/>
                <a:gd name="T48" fmla="*/ 48 w 80"/>
                <a:gd name="T49" fmla="*/ 44 h 52"/>
                <a:gd name="T50" fmla="*/ 32 w 80"/>
                <a:gd name="T51" fmla="*/ 44 h 52"/>
                <a:gd name="T52" fmla="*/ 32 w 80"/>
                <a:gd name="T53" fmla="*/ 8 h 52"/>
                <a:gd name="T54" fmla="*/ 72 w 80"/>
                <a:gd name="T55" fmla="*/ 44 h 52"/>
                <a:gd name="T56" fmla="*/ 56 w 80"/>
                <a:gd name="T57" fmla="*/ 44 h 52"/>
                <a:gd name="T58" fmla="*/ 56 w 80"/>
                <a:gd name="T59" fmla="*/ 28 h 52"/>
                <a:gd name="T60" fmla="*/ 72 w 80"/>
                <a:gd name="T61" fmla="*/ 28 h 52"/>
                <a:gd name="T62" fmla="*/ 72 w 80"/>
                <a:gd name="T63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" h="52">
                  <a:moveTo>
                    <a:pt x="76" y="20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2"/>
                    <a:pt x="24" y="4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0"/>
                    <a:pt x="2" y="52"/>
                    <a:pt x="4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8" y="52"/>
                    <a:pt x="80" y="50"/>
                    <a:pt x="80" y="48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2"/>
                    <a:pt x="78" y="20"/>
                    <a:pt x="76" y="20"/>
                  </a:cubicBezTo>
                  <a:close/>
                  <a:moveTo>
                    <a:pt x="8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24"/>
                  </a:lnTo>
                  <a:close/>
                  <a:moveTo>
                    <a:pt x="32" y="8"/>
                  </a:moveTo>
                  <a:cubicBezTo>
                    <a:pt x="48" y="8"/>
                    <a:pt x="48" y="8"/>
                    <a:pt x="48" y="8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32" y="44"/>
                    <a:pt x="32" y="44"/>
                    <a:pt x="32" y="44"/>
                  </a:cubicBezTo>
                  <a:lnTo>
                    <a:pt x="32" y="8"/>
                  </a:lnTo>
                  <a:close/>
                  <a:moveTo>
                    <a:pt x="72" y="44"/>
                  </a:moveTo>
                  <a:cubicBezTo>
                    <a:pt x="56" y="44"/>
                    <a:pt x="56" y="44"/>
                    <a:pt x="56" y="44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72" y="28"/>
                    <a:pt x="72" y="28"/>
                    <a:pt x="72" y="28"/>
                  </a:cubicBezTo>
                  <a:lnTo>
                    <a:pt x="72" y="4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 noEditPoints="1"/>
            </p:cNvSpPr>
            <p:nvPr/>
          </p:nvSpPr>
          <p:spPr bwMode="auto">
            <a:xfrm>
              <a:off x="8709026" y="2390776"/>
              <a:ext cx="252413" cy="252413"/>
            </a:xfrm>
            <a:custGeom>
              <a:avLst/>
              <a:gdLst>
                <a:gd name="T0" fmla="*/ 76 w 80"/>
                <a:gd name="T1" fmla="*/ 4 h 80"/>
                <a:gd name="T2" fmla="*/ 63 w 80"/>
                <a:gd name="T3" fmla="*/ 4 h 80"/>
                <a:gd name="T4" fmla="*/ 56 w 80"/>
                <a:gd name="T5" fmla="*/ 0 h 80"/>
                <a:gd name="T6" fmla="*/ 24 w 80"/>
                <a:gd name="T7" fmla="*/ 0 h 80"/>
                <a:gd name="T8" fmla="*/ 17 w 80"/>
                <a:gd name="T9" fmla="*/ 4 h 80"/>
                <a:gd name="T10" fmla="*/ 4 w 80"/>
                <a:gd name="T11" fmla="*/ 4 h 80"/>
                <a:gd name="T12" fmla="*/ 0 w 80"/>
                <a:gd name="T13" fmla="*/ 8 h 80"/>
                <a:gd name="T14" fmla="*/ 0 w 80"/>
                <a:gd name="T15" fmla="*/ 20 h 80"/>
                <a:gd name="T16" fmla="*/ 5 w 80"/>
                <a:gd name="T17" fmla="*/ 30 h 80"/>
                <a:gd name="T18" fmla="*/ 21 w 80"/>
                <a:gd name="T19" fmla="*/ 43 h 80"/>
                <a:gd name="T20" fmla="*/ 36 w 80"/>
                <a:gd name="T21" fmla="*/ 52 h 80"/>
                <a:gd name="T22" fmla="*/ 36 w 80"/>
                <a:gd name="T23" fmla="*/ 60 h 80"/>
                <a:gd name="T24" fmla="*/ 28 w 80"/>
                <a:gd name="T25" fmla="*/ 60 h 80"/>
                <a:gd name="T26" fmla="*/ 24 w 80"/>
                <a:gd name="T27" fmla="*/ 64 h 80"/>
                <a:gd name="T28" fmla="*/ 24 w 80"/>
                <a:gd name="T29" fmla="*/ 72 h 80"/>
                <a:gd name="T30" fmla="*/ 20 w 80"/>
                <a:gd name="T31" fmla="*/ 72 h 80"/>
                <a:gd name="T32" fmla="*/ 20 w 80"/>
                <a:gd name="T33" fmla="*/ 80 h 80"/>
                <a:gd name="T34" fmla="*/ 28 w 80"/>
                <a:gd name="T35" fmla="*/ 80 h 80"/>
                <a:gd name="T36" fmla="*/ 52 w 80"/>
                <a:gd name="T37" fmla="*/ 80 h 80"/>
                <a:gd name="T38" fmla="*/ 60 w 80"/>
                <a:gd name="T39" fmla="*/ 80 h 80"/>
                <a:gd name="T40" fmla="*/ 60 w 80"/>
                <a:gd name="T41" fmla="*/ 72 h 80"/>
                <a:gd name="T42" fmla="*/ 56 w 80"/>
                <a:gd name="T43" fmla="*/ 72 h 80"/>
                <a:gd name="T44" fmla="*/ 56 w 80"/>
                <a:gd name="T45" fmla="*/ 64 h 80"/>
                <a:gd name="T46" fmla="*/ 52 w 80"/>
                <a:gd name="T47" fmla="*/ 60 h 80"/>
                <a:gd name="T48" fmla="*/ 44 w 80"/>
                <a:gd name="T49" fmla="*/ 60 h 80"/>
                <a:gd name="T50" fmla="*/ 44 w 80"/>
                <a:gd name="T51" fmla="*/ 52 h 80"/>
                <a:gd name="T52" fmla="*/ 59 w 80"/>
                <a:gd name="T53" fmla="*/ 43 h 80"/>
                <a:gd name="T54" fmla="*/ 75 w 80"/>
                <a:gd name="T55" fmla="*/ 30 h 80"/>
                <a:gd name="T56" fmla="*/ 80 w 80"/>
                <a:gd name="T57" fmla="*/ 20 h 80"/>
                <a:gd name="T58" fmla="*/ 80 w 80"/>
                <a:gd name="T59" fmla="*/ 8 h 80"/>
                <a:gd name="T60" fmla="*/ 76 w 80"/>
                <a:gd name="T61" fmla="*/ 4 h 80"/>
                <a:gd name="T62" fmla="*/ 48 w 80"/>
                <a:gd name="T63" fmla="*/ 72 h 80"/>
                <a:gd name="T64" fmla="*/ 32 w 80"/>
                <a:gd name="T65" fmla="*/ 72 h 80"/>
                <a:gd name="T66" fmla="*/ 32 w 80"/>
                <a:gd name="T67" fmla="*/ 68 h 80"/>
                <a:gd name="T68" fmla="*/ 48 w 80"/>
                <a:gd name="T69" fmla="*/ 68 h 80"/>
                <a:gd name="T70" fmla="*/ 48 w 80"/>
                <a:gd name="T71" fmla="*/ 72 h 80"/>
                <a:gd name="T72" fmla="*/ 10 w 80"/>
                <a:gd name="T73" fmla="*/ 23 h 80"/>
                <a:gd name="T74" fmla="*/ 8 w 80"/>
                <a:gd name="T75" fmla="*/ 20 h 80"/>
                <a:gd name="T76" fmla="*/ 8 w 80"/>
                <a:gd name="T77" fmla="*/ 12 h 80"/>
                <a:gd name="T78" fmla="*/ 16 w 80"/>
                <a:gd name="T79" fmla="*/ 12 h 80"/>
                <a:gd name="T80" fmla="*/ 16 w 80"/>
                <a:gd name="T81" fmla="*/ 28 h 80"/>
                <a:gd name="T82" fmla="*/ 16 w 80"/>
                <a:gd name="T83" fmla="*/ 28 h 80"/>
                <a:gd name="T84" fmla="*/ 10 w 80"/>
                <a:gd name="T85" fmla="*/ 23 h 80"/>
                <a:gd name="T86" fmla="*/ 40 w 80"/>
                <a:gd name="T87" fmla="*/ 44 h 80"/>
                <a:gd name="T88" fmla="*/ 24 w 80"/>
                <a:gd name="T89" fmla="*/ 28 h 80"/>
                <a:gd name="T90" fmla="*/ 24 w 80"/>
                <a:gd name="T91" fmla="*/ 8 h 80"/>
                <a:gd name="T92" fmla="*/ 56 w 80"/>
                <a:gd name="T93" fmla="*/ 8 h 80"/>
                <a:gd name="T94" fmla="*/ 56 w 80"/>
                <a:gd name="T95" fmla="*/ 28 h 80"/>
                <a:gd name="T96" fmla="*/ 40 w 80"/>
                <a:gd name="T97" fmla="*/ 44 h 80"/>
                <a:gd name="T98" fmla="*/ 72 w 80"/>
                <a:gd name="T99" fmla="*/ 20 h 80"/>
                <a:gd name="T100" fmla="*/ 70 w 80"/>
                <a:gd name="T101" fmla="*/ 23 h 80"/>
                <a:gd name="T102" fmla="*/ 64 w 80"/>
                <a:gd name="T103" fmla="*/ 28 h 80"/>
                <a:gd name="T104" fmla="*/ 64 w 80"/>
                <a:gd name="T105" fmla="*/ 28 h 80"/>
                <a:gd name="T106" fmla="*/ 64 w 80"/>
                <a:gd name="T107" fmla="*/ 12 h 80"/>
                <a:gd name="T108" fmla="*/ 72 w 80"/>
                <a:gd name="T109" fmla="*/ 12 h 80"/>
                <a:gd name="T110" fmla="*/ 72 w 80"/>
                <a:gd name="T111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" h="80">
                  <a:moveTo>
                    <a:pt x="76" y="4"/>
                  </a:moveTo>
                  <a:cubicBezTo>
                    <a:pt x="63" y="4"/>
                    <a:pt x="63" y="4"/>
                    <a:pt x="63" y="4"/>
                  </a:cubicBezTo>
                  <a:cubicBezTo>
                    <a:pt x="61" y="2"/>
                    <a:pt x="59" y="0"/>
                    <a:pt x="5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1" y="0"/>
                    <a:pt x="18" y="2"/>
                    <a:pt x="17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0" y="6"/>
                    <a:pt x="0" y="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4"/>
                    <a:pt x="2" y="27"/>
                    <a:pt x="5" y="30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5" y="47"/>
                    <a:pt x="30" y="51"/>
                    <a:pt x="36" y="52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6" y="60"/>
                    <a:pt x="24" y="62"/>
                    <a:pt x="24" y="64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62"/>
                    <a:pt x="54" y="60"/>
                    <a:pt x="52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50" y="51"/>
                    <a:pt x="55" y="47"/>
                    <a:pt x="59" y="43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8" y="27"/>
                    <a:pt x="80" y="24"/>
                    <a:pt x="80" y="20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6"/>
                    <a:pt x="78" y="4"/>
                    <a:pt x="76" y="4"/>
                  </a:cubicBezTo>
                  <a:close/>
                  <a:moveTo>
                    <a:pt x="48" y="72"/>
                  </a:moveTo>
                  <a:cubicBezTo>
                    <a:pt x="32" y="72"/>
                    <a:pt x="32" y="72"/>
                    <a:pt x="32" y="72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48" y="68"/>
                    <a:pt x="48" y="68"/>
                    <a:pt x="48" y="68"/>
                  </a:cubicBezTo>
                  <a:lnTo>
                    <a:pt x="48" y="72"/>
                  </a:lnTo>
                  <a:close/>
                  <a:moveTo>
                    <a:pt x="10" y="23"/>
                  </a:moveTo>
                  <a:cubicBezTo>
                    <a:pt x="9" y="23"/>
                    <a:pt x="8" y="21"/>
                    <a:pt x="8" y="20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0" y="23"/>
                  </a:lnTo>
                  <a:close/>
                  <a:moveTo>
                    <a:pt x="40" y="44"/>
                  </a:moveTo>
                  <a:cubicBezTo>
                    <a:pt x="31" y="44"/>
                    <a:pt x="24" y="37"/>
                    <a:pt x="24" y="2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37"/>
                    <a:pt x="49" y="44"/>
                    <a:pt x="40" y="44"/>
                  </a:cubicBezTo>
                  <a:close/>
                  <a:moveTo>
                    <a:pt x="72" y="20"/>
                  </a:moveTo>
                  <a:cubicBezTo>
                    <a:pt x="72" y="21"/>
                    <a:pt x="71" y="23"/>
                    <a:pt x="70" y="23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2"/>
                    <a:pt x="72" y="12"/>
                    <a:pt x="72" y="12"/>
                  </a:cubicBezTo>
                  <a:lnTo>
                    <a:pt x="72" y="2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3856038" y="2998788"/>
              <a:ext cx="252413" cy="252413"/>
              <a:chOff x="3856038" y="2998788"/>
              <a:chExt cx="252413" cy="252413"/>
            </a:xfrm>
          </p:grpSpPr>
          <p:sp>
            <p:nvSpPr>
              <p:cNvPr id="88" name="Freeform 86"/>
              <p:cNvSpPr>
                <a:spLocks noEditPoints="1"/>
              </p:cNvSpPr>
              <p:nvPr/>
            </p:nvSpPr>
            <p:spPr bwMode="auto">
              <a:xfrm>
                <a:off x="3856038" y="2998788"/>
                <a:ext cx="252413" cy="252413"/>
              </a:xfrm>
              <a:custGeom>
                <a:avLst/>
                <a:gdLst>
                  <a:gd name="T0" fmla="*/ 40 w 80"/>
                  <a:gd name="T1" fmla="*/ 80 h 80"/>
                  <a:gd name="T2" fmla="*/ 0 w 80"/>
                  <a:gd name="T3" fmla="*/ 40 h 80"/>
                  <a:gd name="T4" fmla="*/ 40 w 80"/>
                  <a:gd name="T5" fmla="*/ 0 h 80"/>
                  <a:gd name="T6" fmla="*/ 80 w 80"/>
                  <a:gd name="T7" fmla="*/ 40 h 80"/>
                  <a:gd name="T8" fmla="*/ 40 w 80"/>
                  <a:gd name="T9" fmla="*/ 80 h 80"/>
                  <a:gd name="T10" fmla="*/ 40 w 80"/>
                  <a:gd name="T11" fmla="*/ 8 h 80"/>
                  <a:gd name="T12" fmla="*/ 8 w 80"/>
                  <a:gd name="T13" fmla="*/ 40 h 80"/>
                  <a:gd name="T14" fmla="*/ 40 w 80"/>
                  <a:gd name="T15" fmla="*/ 72 h 80"/>
                  <a:gd name="T16" fmla="*/ 72 w 80"/>
                  <a:gd name="T17" fmla="*/ 40 h 80"/>
                  <a:gd name="T18" fmla="*/ 40 w 80"/>
                  <a:gd name="T19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80"/>
                    </a:move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0" y="18"/>
                      <a:pt x="80" y="40"/>
                    </a:cubicBezTo>
                    <a:cubicBezTo>
                      <a:pt x="80" y="62"/>
                      <a:pt x="62" y="80"/>
                      <a:pt x="40" y="80"/>
                    </a:cubicBezTo>
                    <a:close/>
                    <a:moveTo>
                      <a:pt x="40" y="8"/>
                    </a:moveTo>
                    <a:cubicBezTo>
                      <a:pt x="22" y="8"/>
                      <a:pt x="8" y="22"/>
                      <a:pt x="8" y="40"/>
                    </a:cubicBezTo>
                    <a:cubicBezTo>
                      <a:pt x="8" y="58"/>
                      <a:pt x="22" y="72"/>
                      <a:pt x="40" y="72"/>
                    </a:cubicBezTo>
                    <a:cubicBezTo>
                      <a:pt x="58" y="72"/>
                      <a:pt x="72" y="58"/>
                      <a:pt x="72" y="40"/>
                    </a:cubicBezTo>
                    <a:cubicBezTo>
                      <a:pt x="72" y="22"/>
                      <a:pt x="58" y="8"/>
                      <a:pt x="40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87"/>
              <p:cNvSpPr>
                <a:spLocks noEditPoints="1"/>
              </p:cNvSpPr>
              <p:nvPr/>
            </p:nvSpPr>
            <p:spPr bwMode="auto">
              <a:xfrm>
                <a:off x="3906838" y="3062288"/>
                <a:ext cx="152400" cy="138113"/>
              </a:xfrm>
              <a:custGeom>
                <a:avLst/>
                <a:gdLst>
                  <a:gd name="T0" fmla="*/ 24 w 48"/>
                  <a:gd name="T1" fmla="*/ 44 h 44"/>
                  <a:gd name="T2" fmla="*/ 22 w 48"/>
                  <a:gd name="T3" fmla="*/ 43 h 44"/>
                  <a:gd name="T4" fmla="*/ 0 w 48"/>
                  <a:gd name="T5" fmla="*/ 16 h 44"/>
                  <a:gd name="T6" fmla="*/ 16 w 48"/>
                  <a:gd name="T7" fmla="*/ 0 h 44"/>
                  <a:gd name="T8" fmla="*/ 24 w 48"/>
                  <a:gd name="T9" fmla="*/ 3 h 44"/>
                  <a:gd name="T10" fmla="*/ 32 w 48"/>
                  <a:gd name="T11" fmla="*/ 0 h 44"/>
                  <a:gd name="T12" fmla="*/ 48 w 48"/>
                  <a:gd name="T13" fmla="*/ 16 h 44"/>
                  <a:gd name="T14" fmla="*/ 26 w 48"/>
                  <a:gd name="T15" fmla="*/ 43 h 44"/>
                  <a:gd name="T16" fmla="*/ 24 w 48"/>
                  <a:gd name="T17" fmla="*/ 44 h 44"/>
                  <a:gd name="T18" fmla="*/ 16 w 48"/>
                  <a:gd name="T19" fmla="*/ 8 h 44"/>
                  <a:gd name="T20" fmla="*/ 8 w 48"/>
                  <a:gd name="T21" fmla="*/ 16 h 44"/>
                  <a:gd name="T22" fmla="*/ 24 w 48"/>
                  <a:gd name="T23" fmla="*/ 35 h 44"/>
                  <a:gd name="T24" fmla="*/ 40 w 48"/>
                  <a:gd name="T25" fmla="*/ 16 h 44"/>
                  <a:gd name="T26" fmla="*/ 32 w 48"/>
                  <a:gd name="T27" fmla="*/ 8 h 44"/>
                  <a:gd name="T28" fmla="*/ 28 w 48"/>
                  <a:gd name="T29" fmla="*/ 12 h 44"/>
                  <a:gd name="T30" fmla="*/ 24 w 48"/>
                  <a:gd name="T31" fmla="*/ 16 h 44"/>
                  <a:gd name="T32" fmla="*/ 20 w 48"/>
                  <a:gd name="T33" fmla="*/ 12 h 44"/>
                  <a:gd name="T34" fmla="*/ 16 w 48"/>
                  <a:gd name="T35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44">
                    <a:moveTo>
                      <a:pt x="24" y="44"/>
                    </a:moveTo>
                    <a:cubicBezTo>
                      <a:pt x="23" y="44"/>
                      <a:pt x="23" y="44"/>
                      <a:pt x="22" y="43"/>
                    </a:cubicBezTo>
                    <a:cubicBezTo>
                      <a:pt x="20" y="42"/>
                      <a:pt x="0" y="30"/>
                      <a:pt x="0" y="16"/>
                    </a:cubicBezTo>
                    <a:cubicBezTo>
                      <a:pt x="0" y="6"/>
                      <a:pt x="6" y="0"/>
                      <a:pt x="16" y="0"/>
                    </a:cubicBezTo>
                    <a:cubicBezTo>
                      <a:pt x="19" y="0"/>
                      <a:pt x="22" y="1"/>
                      <a:pt x="24" y="3"/>
                    </a:cubicBezTo>
                    <a:cubicBezTo>
                      <a:pt x="26" y="1"/>
                      <a:pt x="29" y="0"/>
                      <a:pt x="32" y="0"/>
                    </a:cubicBezTo>
                    <a:cubicBezTo>
                      <a:pt x="42" y="0"/>
                      <a:pt x="48" y="6"/>
                      <a:pt x="48" y="16"/>
                    </a:cubicBezTo>
                    <a:cubicBezTo>
                      <a:pt x="48" y="30"/>
                      <a:pt x="28" y="42"/>
                      <a:pt x="26" y="43"/>
                    </a:cubicBezTo>
                    <a:cubicBezTo>
                      <a:pt x="25" y="44"/>
                      <a:pt x="25" y="44"/>
                      <a:pt x="24" y="44"/>
                    </a:cubicBezTo>
                    <a:close/>
                    <a:moveTo>
                      <a:pt x="16" y="8"/>
                    </a:moveTo>
                    <a:cubicBezTo>
                      <a:pt x="9" y="8"/>
                      <a:pt x="8" y="14"/>
                      <a:pt x="8" y="16"/>
                    </a:cubicBezTo>
                    <a:cubicBezTo>
                      <a:pt x="8" y="23"/>
                      <a:pt x="18" y="31"/>
                      <a:pt x="24" y="35"/>
                    </a:cubicBezTo>
                    <a:cubicBezTo>
                      <a:pt x="30" y="31"/>
                      <a:pt x="40" y="23"/>
                      <a:pt x="40" y="16"/>
                    </a:cubicBezTo>
                    <a:cubicBezTo>
                      <a:pt x="40" y="14"/>
                      <a:pt x="39" y="8"/>
                      <a:pt x="32" y="8"/>
                    </a:cubicBezTo>
                    <a:cubicBezTo>
                      <a:pt x="30" y="8"/>
                      <a:pt x="28" y="10"/>
                      <a:pt x="28" y="12"/>
                    </a:cubicBezTo>
                    <a:cubicBezTo>
                      <a:pt x="28" y="14"/>
                      <a:pt x="26" y="16"/>
                      <a:pt x="24" y="16"/>
                    </a:cubicBezTo>
                    <a:cubicBezTo>
                      <a:pt x="22" y="16"/>
                      <a:pt x="20" y="14"/>
                      <a:pt x="20" y="12"/>
                    </a:cubicBezTo>
                    <a:cubicBezTo>
                      <a:pt x="20" y="10"/>
                      <a:pt x="18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0" name="Freeform 88"/>
            <p:cNvSpPr>
              <a:spLocks noEditPoints="1"/>
            </p:cNvSpPr>
            <p:nvPr/>
          </p:nvSpPr>
          <p:spPr bwMode="auto">
            <a:xfrm>
              <a:off x="4462463" y="2998788"/>
              <a:ext cx="265113" cy="227013"/>
            </a:xfrm>
            <a:custGeom>
              <a:avLst/>
              <a:gdLst>
                <a:gd name="T0" fmla="*/ 83 w 84"/>
                <a:gd name="T1" fmla="*/ 21 h 72"/>
                <a:gd name="T2" fmla="*/ 80 w 84"/>
                <a:gd name="T3" fmla="*/ 20 h 72"/>
                <a:gd name="T4" fmla="*/ 56 w 84"/>
                <a:gd name="T5" fmla="*/ 20 h 72"/>
                <a:gd name="T6" fmla="*/ 56 w 84"/>
                <a:gd name="T7" fmla="*/ 4 h 72"/>
                <a:gd name="T8" fmla="*/ 52 w 84"/>
                <a:gd name="T9" fmla="*/ 0 h 72"/>
                <a:gd name="T10" fmla="*/ 40 w 84"/>
                <a:gd name="T11" fmla="*/ 0 h 72"/>
                <a:gd name="T12" fmla="*/ 36 w 84"/>
                <a:gd name="T13" fmla="*/ 2 h 72"/>
                <a:gd name="T14" fmla="*/ 25 w 84"/>
                <a:gd name="T15" fmla="*/ 28 h 72"/>
                <a:gd name="T16" fmla="*/ 24 w 84"/>
                <a:gd name="T17" fmla="*/ 28 h 72"/>
                <a:gd name="T18" fmla="*/ 20 w 84"/>
                <a:gd name="T19" fmla="*/ 24 h 72"/>
                <a:gd name="T20" fmla="*/ 4 w 84"/>
                <a:gd name="T21" fmla="*/ 24 h 72"/>
                <a:gd name="T22" fmla="*/ 0 w 84"/>
                <a:gd name="T23" fmla="*/ 28 h 72"/>
                <a:gd name="T24" fmla="*/ 0 w 84"/>
                <a:gd name="T25" fmla="*/ 68 h 72"/>
                <a:gd name="T26" fmla="*/ 4 w 84"/>
                <a:gd name="T27" fmla="*/ 72 h 72"/>
                <a:gd name="T28" fmla="*/ 20 w 84"/>
                <a:gd name="T29" fmla="*/ 72 h 72"/>
                <a:gd name="T30" fmla="*/ 24 w 84"/>
                <a:gd name="T31" fmla="*/ 68 h 72"/>
                <a:gd name="T32" fmla="*/ 24 w 84"/>
                <a:gd name="T33" fmla="*/ 66 h 72"/>
                <a:gd name="T34" fmla="*/ 39 w 84"/>
                <a:gd name="T35" fmla="*/ 72 h 72"/>
                <a:gd name="T36" fmla="*/ 40 w 84"/>
                <a:gd name="T37" fmla="*/ 72 h 72"/>
                <a:gd name="T38" fmla="*/ 72 w 84"/>
                <a:gd name="T39" fmla="*/ 72 h 72"/>
                <a:gd name="T40" fmla="*/ 76 w 84"/>
                <a:gd name="T41" fmla="*/ 69 h 72"/>
                <a:gd name="T42" fmla="*/ 84 w 84"/>
                <a:gd name="T43" fmla="*/ 25 h 72"/>
                <a:gd name="T44" fmla="*/ 83 w 84"/>
                <a:gd name="T45" fmla="*/ 21 h 72"/>
                <a:gd name="T46" fmla="*/ 16 w 84"/>
                <a:gd name="T47" fmla="*/ 64 h 72"/>
                <a:gd name="T48" fmla="*/ 8 w 84"/>
                <a:gd name="T49" fmla="*/ 64 h 72"/>
                <a:gd name="T50" fmla="*/ 8 w 84"/>
                <a:gd name="T51" fmla="*/ 32 h 72"/>
                <a:gd name="T52" fmla="*/ 16 w 84"/>
                <a:gd name="T53" fmla="*/ 32 h 72"/>
                <a:gd name="T54" fmla="*/ 16 w 84"/>
                <a:gd name="T55" fmla="*/ 64 h 72"/>
                <a:gd name="T56" fmla="*/ 69 w 84"/>
                <a:gd name="T57" fmla="*/ 64 h 72"/>
                <a:gd name="T58" fmla="*/ 41 w 84"/>
                <a:gd name="T59" fmla="*/ 64 h 72"/>
                <a:gd name="T60" fmla="*/ 24 w 84"/>
                <a:gd name="T61" fmla="*/ 57 h 72"/>
                <a:gd name="T62" fmla="*/ 24 w 84"/>
                <a:gd name="T63" fmla="*/ 36 h 72"/>
                <a:gd name="T64" fmla="*/ 28 w 84"/>
                <a:gd name="T65" fmla="*/ 36 h 72"/>
                <a:gd name="T66" fmla="*/ 32 w 84"/>
                <a:gd name="T67" fmla="*/ 34 h 72"/>
                <a:gd name="T68" fmla="*/ 43 w 84"/>
                <a:gd name="T69" fmla="*/ 8 h 72"/>
                <a:gd name="T70" fmla="*/ 48 w 84"/>
                <a:gd name="T71" fmla="*/ 8 h 72"/>
                <a:gd name="T72" fmla="*/ 48 w 84"/>
                <a:gd name="T73" fmla="*/ 24 h 72"/>
                <a:gd name="T74" fmla="*/ 52 w 84"/>
                <a:gd name="T75" fmla="*/ 28 h 72"/>
                <a:gd name="T76" fmla="*/ 75 w 84"/>
                <a:gd name="T77" fmla="*/ 28 h 72"/>
                <a:gd name="T78" fmla="*/ 69 w 84"/>
                <a:gd name="T79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4" h="72">
                  <a:moveTo>
                    <a:pt x="83" y="21"/>
                  </a:moveTo>
                  <a:cubicBezTo>
                    <a:pt x="82" y="21"/>
                    <a:pt x="81" y="20"/>
                    <a:pt x="80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7" y="1"/>
                    <a:pt x="36" y="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6"/>
                    <a:pt x="22" y="24"/>
                    <a:pt x="20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4"/>
                    <a:pt x="0" y="26"/>
                    <a:pt x="0" y="2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0"/>
                    <a:pt x="2" y="72"/>
                    <a:pt x="4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2" y="72"/>
                    <a:pt x="24" y="70"/>
                    <a:pt x="24" y="68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9" y="72"/>
                    <a:pt x="40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4" y="72"/>
                    <a:pt x="76" y="71"/>
                    <a:pt x="76" y="69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4" y="24"/>
                    <a:pt x="84" y="22"/>
                    <a:pt x="83" y="21"/>
                  </a:cubicBezTo>
                  <a:close/>
                  <a:moveTo>
                    <a:pt x="16" y="64"/>
                  </a:moveTo>
                  <a:cubicBezTo>
                    <a:pt x="8" y="64"/>
                    <a:pt x="8" y="64"/>
                    <a:pt x="8" y="64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6" y="64"/>
                  </a:lnTo>
                  <a:close/>
                  <a:moveTo>
                    <a:pt x="69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6"/>
                    <a:pt x="50" y="28"/>
                    <a:pt x="52" y="28"/>
                  </a:cubicBezTo>
                  <a:cubicBezTo>
                    <a:pt x="75" y="28"/>
                    <a:pt x="75" y="28"/>
                    <a:pt x="75" y="28"/>
                  </a:cubicBezTo>
                  <a:lnTo>
                    <a:pt x="69" y="6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 noEditPoints="1"/>
            </p:cNvSpPr>
            <p:nvPr/>
          </p:nvSpPr>
          <p:spPr bwMode="auto">
            <a:xfrm>
              <a:off x="5056188" y="2998788"/>
              <a:ext cx="266700" cy="227013"/>
            </a:xfrm>
            <a:custGeom>
              <a:avLst/>
              <a:gdLst>
                <a:gd name="T0" fmla="*/ 80 w 84"/>
                <a:gd name="T1" fmla="*/ 0 h 72"/>
                <a:gd name="T2" fmla="*/ 64 w 84"/>
                <a:gd name="T3" fmla="*/ 0 h 72"/>
                <a:gd name="T4" fmla="*/ 60 w 84"/>
                <a:gd name="T5" fmla="*/ 4 h 72"/>
                <a:gd name="T6" fmla="*/ 60 w 84"/>
                <a:gd name="T7" fmla="*/ 6 h 72"/>
                <a:gd name="T8" fmla="*/ 45 w 84"/>
                <a:gd name="T9" fmla="*/ 0 h 72"/>
                <a:gd name="T10" fmla="*/ 44 w 84"/>
                <a:gd name="T11" fmla="*/ 0 h 72"/>
                <a:gd name="T12" fmla="*/ 12 w 84"/>
                <a:gd name="T13" fmla="*/ 0 h 72"/>
                <a:gd name="T14" fmla="*/ 8 w 84"/>
                <a:gd name="T15" fmla="*/ 3 h 72"/>
                <a:gd name="T16" fmla="*/ 0 w 84"/>
                <a:gd name="T17" fmla="*/ 47 h 72"/>
                <a:gd name="T18" fmla="*/ 1 w 84"/>
                <a:gd name="T19" fmla="*/ 51 h 72"/>
                <a:gd name="T20" fmla="*/ 4 w 84"/>
                <a:gd name="T21" fmla="*/ 52 h 72"/>
                <a:gd name="T22" fmla="*/ 28 w 84"/>
                <a:gd name="T23" fmla="*/ 52 h 72"/>
                <a:gd name="T24" fmla="*/ 28 w 84"/>
                <a:gd name="T25" fmla="*/ 68 h 72"/>
                <a:gd name="T26" fmla="*/ 32 w 84"/>
                <a:gd name="T27" fmla="*/ 72 h 72"/>
                <a:gd name="T28" fmla="*/ 44 w 84"/>
                <a:gd name="T29" fmla="*/ 72 h 72"/>
                <a:gd name="T30" fmla="*/ 48 w 84"/>
                <a:gd name="T31" fmla="*/ 70 h 72"/>
                <a:gd name="T32" fmla="*/ 59 w 84"/>
                <a:gd name="T33" fmla="*/ 44 h 72"/>
                <a:gd name="T34" fmla="*/ 60 w 84"/>
                <a:gd name="T35" fmla="*/ 44 h 72"/>
                <a:gd name="T36" fmla="*/ 64 w 84"/>
                <a:gd name="T37" fmla="*/ 48 h 72"/>
                <a:gd name="T38" fmla="*/ 80 w 84"/>
                <a:gd name="T39" fmla="*/ 48 h 72"/>
                <a:gd name="T40" fmla="*/ 84 w 84"/>
                <a:gd name="T41" fmla="*/ 44 h 72"/>
                <a:gd name="T42" fmla="*/ 84 w 84"/>
                <a:gd name="T43" fmla="*/ 4 h 72"/>
                <a:gd name="T44" fmla="*/ 80 w 84"/>
                <a:gd name="T45" fmla="*/ 0 h 72"/>
                <a:gd name="T46" fmla="*/ 56 w 84"/>
                <a:gd name="T47" fmla="*/ 36 h 72"/>
                <a:gd name="T48" fmla="*/ 52 w 84"/>
                <a:gd name="T49" fmla="*/ 38 h 72"/>
                <a:gd name="T50" fmla="*/ 41 w 84"/>
                <a:gd name="T51" fmla="*/ 64 h 72"/>
                <a:gd name="T52" fmla="*/ 36 w 84"/>
                <a:gd name="T53" fmla="*/ 64 h 72"/>
                <a:gd name="T54" fmla="*/ 36 w 84"/>
                <a:gd name="T55" fmla="*/ 48 h 72"/>
                <a:gd name="T56" fmla="*/ 32 w 84"/>
                <a:gd name="T57" fmla="*/ 44 h 72"/>
                <a:gd name="T58" fmla="*/ 9 w 84"/>
                <a:gd name="T59" fmla="*/ 44 h 72"/>
                <a:gd name="T60" fmla="*/ 15 w 84"/>
                <a:gd name="T61" fmla="*/ 8 h 72"/>
                <a:gd name="T62" fmla="*/ 43 w 84"/>
                <a:gd name="T63" fmla="*/ 8 h 72"/>
                <a:gd name="T64" fmla="*/ 60 w 84"/>
                <a:gd name="T65" fmla="*/ 15 h 72"/>
                <a:gd name="T66" fmla="*/ 60 w 84"/>
                <a:gd name="T67" fmla="*/ 36 h 72"/>
                <a:gd name="T68" fmla="*/ 56 w 84"/>
                <a:gd name="T69" fmla="*/ 36 h 72"/>
                <a:gd name="T70" fmla="*/ 76 w 84"/>
                <a:gd name="T71" fmla="*/ 40 h 72"/>
                <a:gd name="T72" fmla="*/ 68 w 84"/>
                <a:gd name="T73" fmla="*/ 40 h 72"/>
                <a:gd name="T74" fmla="*/ 68 w 84"/>
                <a:gd name="T75" fmla="*/ 8 h 72"/>
                <a:gd name="T76" fmla="*/ 76 w 84"/>
                <a:gd name="T77" fmla="*/ 8 h 72"/>
                <a:gd name="T78" fmla="*/ 76 w 84"/>
                <a:gd name="T79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4" h="72">
                  <a:moveTo>
                    <a:pt x="8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2" y="0"/>
                    <a:pt x="60" y="2"/>
                    <a:pt x="60" y="4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8" y="1"/>
                    <a:pt x="8" y="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0" y="50"/>
                    <a:pt x="1" y="51"/>
                  </a:cubicBezTo>
                  <a:cubicBezTo>
                    <a:pt x="2" y="51"/>
                    <a:pt x="3" y="52"/>
                    <a:pt x="4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70"/>
                    <a:pt x="30" y="72"/>
                    <a:pt x="32" y="72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6" y="72"/>
                    <a:pt x="47" y="71"/>
                    <a:pt x="48" y="70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6"/>
                    <a:pt x="62" y="48"/>
                    <a:pt x="64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2" y="48"/>
                    <a:pt x="84" y="46"/>
                    <a:pt x="84" y="4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2"/>
                    <a:pt x="82" y="0"/>
                    <a:pt x="80" y="0"/>
                  </a:cubicBezTo>
                  <a:close/>
                  <a:moveTo>
                    <a:pt x="56" y="36"/>
                  </a:moveTo>
                  <a:cubicBezTo>
                    <a:pt x="54" y="36"/>
                    <a:pt x="53" y="37"/>
                    <a:pt x="52" y="38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46"/>
                    <a:pt x="34" y="44"/>
                    <a:pt x="32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60" y="36"/>
                    <a:pt x="60" y="36"/>
                    <a:pt x="60" y="36"/>
                  </a:cubicBezTo>
                  <a:lnTo>
                    <a:pt x="56" y="36"/>
                  </a:lnTo>
                  <a:close/>
                  <a:moveTo>
                    <a:pt x="7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76" y="8"/>
                    <a:pt x="76" y="8"/>
                    <a:pt x="76" y="8"/>
                  </a:cubicBezTo>
                  <a:lnTo>
                    <a:pt x="76" y="4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 noEditPoints="1"/>
            </p:cNvSpPr>
            <p:nvPr/>
          </p:nvSpPr>
          <p:spPr bwMode="auto">
            <a:xfrm>
              <a:off x="6283326" y="3644901"/>
              <a:ext cx="252413" cy="176213"/>
            </a:xfrm>
            <a:custGeom>
              <a:avLst/>
              <a:gdLst>
                <a:gd name="T0" fmla="*/ 52 w 80"/>
                <a:gd name="T1" fmla="*/ 56 h 56"/>
                <a:gd name="T2" fmla="*/ 20 w 80"/>
                <a:gd name="T3" fmla="*/ 56 h 56"/>
                <a:gd name="T4" fmla="*/ 0 w 80"/>
                <a:gd name="T5" fmla="*/ 36 h 56"/>
                <a:gd name="T6" fmla="*/ 20 w 80"/>
                <a:gd name="T7" fmla="*/ 16 h 56"/>
                <a:gd name="T8" fmla="*/ 26 w 80"/>
                <a:gd name="T9" fmla="*/ 17 h 56"/>
                <a:gd name="T10" fmla="*/ 52 w 80"/>
                <a:gd name="T11" fmla="*/ 0 h 56"/>
                <a:gd name="T12" fmla="*/ 80 w 80"/>
                <a:gd name="T13" fmla="*/ 28 h 56"/>
                <a:gd name="T14" fmla="*/ 52 w 80"/>
                <a:gd name="T15" fmla="*/ 56 h 56"/>
                <a:gd name="T16" fmla="*/ 20 w 80"/>
                <a:gd name="T17" fmla="*/ 24 h 56"/>
                <a:gd name="T18" fmla="*/ 8 w 80"/>
                <a:gd name="T19" fmla="*/ 36 h 56"/>
                <a:gd name="T20" fmla="*/ 20 w 80"/>
                <a:gd name="T21" fmla="*/ 48 h 56"/>
                <a:gd name="T22" fmla="*/ 52 w 80"/>
                <a:gd name="T23" fmla="*/ 48 h 56"/>
                <a:gd name="T24" fmla="*/ 72 w 80"/>
                <a:gd name="T25" fmla="*/ 28 h 56"/>
                <a:gd name="T26" fmla="*/ 52 w 80"/>
                <a:gd name="T27" fmla="*/ 8 h 56"/>
                <a:gd name="T28" fmla="*/ 33 w 80"/>
                <a:gd name="T29" fmla="*/ 23 h 56"/>
                <a:gd name="T30" fmla="*/ 30 w 80"/>
                <a:gd name="T31" fmla="*/ 26 h 56"/>
                <a:gd name="T32" fmla="*/ 26 w 80"/>
                <a:gd name="T33" fmla="*/ 26 h 56"/>
                <a:gd name="T34" fmla="*/ 20 w 80"/>
                <a:gd name="T35" fmla="*/ 2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56">
                  <a:moveTo>
                    <a:pt x="52" y="56"/>
                  </a:moveTo>
                  <a:cubicBezTo>
                    <a:pt x="20" y="56"/>
                    <a:pt x="20" y="56"/>
                    <a:pt x="20" y="56"/>
                  </a:cubicBezTo>
                  <a:cubicBezTo>
                    <a:pt x="9" y="56"/>
                    <a:pt x="0" y="47"/>
                    <a:pt x="0" y="36"/>
                  </a:cubicBezTo>
                  <a:cubicBezTo>
                    <a:pt x="0" y="25"/>
                    <a:pt x="9" y="16"/>
                    <a:pt x="20" y="16"/>
                  </a:cubicBezTo>
                  <a:cubicBezTo>
                    <a:pt x="22" y="16"/>
                    <a:pt x="24" y="16"/>
                    <a:pt x="26" y="17"/>
                  </a:cubicBezTo>
                  <a:cubicBezTo>
                    <a:pt x="31" y="7"/>
                    <a:pt x="41" y="0"/>
                    <a:pt x="52" y="0"/>
                  </a:cubicBezTo>
                  <a:cubicBezTo>
                    <a:pt x="67" y="0"/>
                    <a:pt x="80" y="13"/>
                    <a:pt x="80" y="28"/>
                  </a:cubicBezTo>
                  <a:cubicBezTo>
                    <a:pt x="80" y="43"/>
                    <a:pt x="67" y="56"/>
                    <a:pt x="52" y="56"/>
                  </a:cubicBezTo>
                  <a:close/>
                  <a:moveTo>
                    <a:pt x="20" y="24"/>
                  </a:moveTo>
                  <a:cubicBezTo>
                    <a:pt x="13" y="24"/>
                    <a:pt x="8" y="29"/>
                    <a:pt x="8" y="36"/>
                  </a:cubicBezTo>
                  <a:cubicBezTo>
                    <a:pt x="8" y="43"/>
                    <a:pt x="13" y="48"/>
                    <a:pt x="20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63" y="48"/>
                    <a:pt x="72" y="39"/>
                    <a:pt x="72" y="28"/>
                  </a:cubicBezTo>
                  <a:cubicBezTo>
                    <a:pt x="72" y="17"/>
                    <a:pt x="63" y="8"/>
                    <a:pt x="52" y="8"/>
                  </a:cubicBezTo>
                  <a:cubicBezTo>
                    <a:pt x="43" y="8"/>
                    <a:pt x="35" y="14"/>
                    <a:pt x="33" y="23"/>
                  </a:cubicBezTo>
                  <a:cubicBezTo>
                    <a:pt x="32" y="25"/>
                    <a:pt x="31" y="26"/>
                    <a:pt x="30" y="26"/>
                  </a:cubicBezTo>
                  <a:cubicBezTo>
                    <a:pt x="29" y="27"/>
                    <a:pt x="28" y="27"/>
                    <a:pt x="26" y="26"/>
                  </a:cubicBezTo>
                  <a:cubicBezTo>
                    <a:pt x="25" y="25"/>
                    <a:pt x="22" y="24"/>
                    <a:pt x="20" y="2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5" name="组合 154"/>
            <p:cNvGrpSpPr/>
            <p:nvPr/>
          </p:nvGrpSpPr>
          <p:grpSpPr>
            <a:xfrm>
              <a:off x="6902451" y="3581401"/>
              <a:ext cx="227013" cy="303212"/>
              <a:chOff x="6902451" y="3581401"/>
              <a:chExt cx="227013" cy="303212"/>
            </a:xfrm>
          </p:grpSpPr>
          <p:sp>
            <p:nvSpPr>
              <p:cNvPr id="93" name="Freeform 91"/>
              <p:cNvSpPr>
                <a:spLocks noEditPoints="1"/>
              </p:cNvSpPr>
              <p:nvPr/>
            </p:nvSpPr>
            <p:spPr bwMode="auto">
              <a:xfrm>
                <a:off x="6927851" y="3581401"/>
                <a:ext cx="176213" cy="127000"/>
              </a:xfrm>
              <a:custGeom>
                <a:avLst/>
                <a:gdLst>
                  <a:gd name="T0" fmla="*/ 16 w 56"/>
                  <a:gd name="T1" fmla="*/ 40 h 40"/>
                  <a:gd name="T2" fmla="*/ 36 w 56"/>
                  <a:gd name="T3" fmla="*/ 40 h 40"/>
                  <a:gd name="T4" fmla="*/ 56 w 56"/>
                  <a:gd name="T5" fmla="*/ 20 h 40"/>
                  <a:gd name="T6" fmla="*/ 36 w 56"/>
                  <a:gd name="T7" fmla="*/ 0 h 40"/>
                  <a:gd name="T8" fmla="*/ 20 w 56"/>
                  <a:gd name="T9" fmla="*/ 8 h 40"/>
                  <a:gd name="T10" fmla="*/ 16 w 56"/>
                  <a:gd name="T11" fmla="*/ 8 h 40"/>
                  <a:gd name="T12" fmla="*/ 0 w 56"/>
                  <a:gd name="T13" fmla="*/ 24 h 40"/>
                  <a:gd name="T14" fmla="*/ 16 w 56"/>
                  <a:gd name="T15" fmla="*/ 40 h 40"/>
                  <a:gd name="T16" fmla="*/ 16 w 56"/>
                  <a:gd name="T17" fmla="*/ 16 h 40"/>
                  <a:gd name="T18" fmla="*/ 20 w 56"/>
                  <a:gd name="T19" fmla="*/ 17 h 40"/>
                  <a:gd name="T20" fmla="*/ 23 w 56"/>
                  <a:gd name="T21" fmla="*/ 17 h 40"/>
                  <a:gd name="T22" fmla="*/ 25 w 56"/>
                  <a:gd name="T23" fmla="*/ 15 h 40"/>
                  <a:gd name="T24" fmla="*/ 36 w 56"/>
                  <a:gd name="T25" fmla="*/ 8 h 40"/>
                  <a:gd name="T26" fmla="*/ 48 w 56"/>
                  <a:gd name="T27" fmla="*/ 20 h 40"/>
                  <a:gd name="T28" fmla="*/ 36 w 56"/>
                  <a:gd name="T29" fmla="*/ 32 h 40"/>
                  <a:gd name="T30" fmla="*/ 16 w 56"/>
                  <a:gd name="T31" fmla="*/ 32 h 40"/>
                  <a:gd name="T32" fmla="*/ 8 w 56"/>
                  <a:gd name="T33" fmla="*/ 24 h 40"/>
                  <a:gd name="T34" fmla="*/ 16 w 56"/>
                  <a:gd name="T35" fmla="*/ 1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6" h="40">
                    <a:moveTo>
                      <a:pt x="16" y="40"/>
                    </a:moveTo>
                    <a:cubicBezTo>
                      <a:pt x="36" y="40"/>
                      <a:pt x="36" y="40"/>
                      <a:pt x="36" y="40"/>
                    </a:cubicBezTo>
                    <a:cubicBezTo>
                      <a:pt x="47" y="40"/>
                      <a:pt x="56" y="31"/>
                      <a:pt x="56" y="20"/>
                    </a:cubicBezTo>
                    <a:cubicBezTo>
                      <a:pt x="56" y="9"/>
                      <a:pt x="47" y="0"/>
                      <a:pt x="36" y="0"/>
                    </a:cubicBezTo>
                    <a:cubicBezTo>
                      <a:pt x="29" y="0"/>
                      <a:pt x="23" y="3"/>
                      <a:pt x="20" y="8"/>
                    </a:cubicBezTo>
                    <a:cubicBezTo>
                      <a:pt x="18" y="8"/>
                      <a:pt x="17" y="8"/>
                      <a:pt x="16" y="8"/>
                    </a:cubicBezTo>
                    <a:cubicBezTo>
                      <a:pt x="7" y="8"/>
                      <a:pt x="0" y="15"/>
                      <a:pt x="0" y="24"/>
                    </a:cubicBezTo>
                    <a:cubicBezTo>
                      <a:pt x="0" y="33"/>
                      <a:pt x="7" y="40"/>
                      <a:pt x="16" y="40"/>
                    </a:cubicBezTo>
                    <a:close/>
                    <a:moveTo>
                      <a:pt x="16" y="16"/>
                    </a:moveTo>
                    <a:cubicBezTo>
                      <a:pt x="17" y="16"/>
                      <a:pt x="18" y="16"/>
                      <a:pt x="20" y="17"/>
                    </a:cubicBezTo>
                    <a:cubicBezTo>
                      <a:pt x="21" y="17"/>
                      <a:pt x="22" y="18"/>
                      <a:pt x="23" y="17"/>
                    </a:cubicBezTo>
                    <a:cubicBezTo>
                      <a:pt x="24" y="17"/>
                      <a:pt x="25" y="16"/>
                      <a:pt x="25" y="15"/>
                    </a:cubicBezTo>
                    <a:cubicBezTo>
                      <a:pt x="27" y="11"/>
                      <a:pt x="31" y="8"/>
                      <a:pt x="36" y="8"/>
                    </a:cubicBezTo>
                    <a:cubicBezTo>
                      <a:pt x="43" y="8"/>
                      <a:pt x="48" y="13"/>
                      <a:pt x="48" y="20"/>
                    </a:cubicBezTo>
                    <a:cubicBezTo>
                      <a:pt x="48" y="27"/>
                      <a:pt x="43" y="32"/>
                      <a:pt x="3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2" y="32"/>
                      <a:pt x="8" y="28"/>
                      <a:pt x="8" y="24"/>
                    </a:cubicBezTo>
                    <a:cubicBezTo>
                      <a:pt x="8" y="20"/>
                      <a:pt x="12" y="16"/>
                      <a:pt x="16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92"/>
              <p:cNvSpPr>
                <a:spLocks noEditPoints="1"/>
              </p:cNvSpPr>
              <p:nvPr/>
            </p:nvSpPr>
            <p:spPr bwMode="auto">
              <a:xfrm>
                <a:off x="6902451" y="3732213"/>
                <a:ext cx="227013" cy="152400"/>
              </a:xfrm>
              <a:custGeom>
                <a:avLst/>
                <a:gdLst>
                  <a:gd name="T0" fmla="*/ 64 w 72"/>
                  <a:gd name="T1" fmla="*/ 0 h 48"/>
                  <a:gd name="T2" fmla="*/ 8 w 72"/>
                  <a:gd name="T3" fmla="*/ 0 h 48"/>
                  <a:gd name="T4" fmla="*/ 0 w 72"/>
                  <a:gd name="T5" fmla="*/ 8 h 48"/>
                  <a:gd name="T6" fmla="*/ 0 w 72"/>
                  <a:gd name="T7" fmla="*/ 40 h 48"/>
                  <a:gd name="T8" fmla="*/ 8 w 72"/>
                  <a:gd name="T9" fmla="*/ 48 h 48"/>
                  <a:gd name="T10" fmla="*/ 64 w 72"/>
                  <a:gd name="T11" fmla="*/ 48 h 48"/>
                  <a:gd name="T12" fmla="*/ 72 w 72"/>
                  <a:gd name="T13" fmla="*/ 40 h 48"/>
                  <a:gd name="T14" fmla="*/ 72 w 72"/>
                  <a:gd name="T15" fmla="*/ 8 h 48"/>
                  <a:gd name="T16" fmla="*/ 64 w 72"/>
                  <a:gd name="T17" fmla="*/ 0 h 48"/>
                  <a:gd name="T18" fmla="*/ 64 w 72"/>
                  <a:gd name="T19" fmla="*/ 8 h 48"/>
                  <a:gd name="T20" fmla="*/ 64 w 72"/>
                  <a:gd name="T21" fmla="*/ 20 h 48"/>
                  <a:gd name="T22" fmla="*/ 8 w 72"/>
                  <a:gd name="T23" fmla="*/ 20 h 48"/>
                  <a:gd name="T24" fmla="*/ 8 w 72"/>
                  <a:gd name="T25" fmla="*/ 8 h 48"/>
                  <a:gd name="T26" fmla="*/ 64 w 72"/>
                  <a:gd name="T27" fmla="*/ 8 h 48"/>
                  <a:gd name="T28" fmla="*/ 8 w 72"/>
                  <a:gd name="T29" fmla="*/ 40 h 48"/>
                  <a:gd name="T30" fmla="*/ 8 w 72"/>
                  <a:gd name="T31" fmla="*/ 28 h 48"/>
                  <a:gd name="T32" fmla="*/ 64 w 72"/>
                  <a:gd name="T33" fmla="*/ 28 h 48"/>
                  <a:gd name="T34" fmla="*/ 64 w 72"/>
                  <a:gd name="T35" fmla="*/ 40 h 48"/>
                  <a:gd name="T36" fmla="*/ 8 w 72"/>
                  <a:gd name="T3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2" h="48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8" y="48"/>
                      <a:pt x="72" y="44"/>
                      <a:pt x="72" y="40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64" y="8"/>
                    </a:moveTo>
                    <a:cubicBezTo>
                      <a:pt x="64" y="20"/>
                      <a:pt x="64" y="20"/>
                      <a:pt x="64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64" y="8"/>
                    </a:lnTo>
                    <a:close/>
                    <a:moveTo>
                      <a:pt x="8" y="40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40"/>
                      <a:pt x="64" y="40"/>
                      <a:pt x="64" y="40"/>
                    </a:cubicBezTo>
                    <a:lnTo>
                      <a:pt x="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Oval 93"/>
              <p:cNvSpPr>
                <a:spLocks noChangeArrowheads="1"/>
              </p:cNvSpPr>
              <p:nvPr/>
            </p:nvSpPr>
            <p:spPr bwMode="auto">
              <a:xfrm>
                <a:off x="7021513" y="38274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Oval 94"/>
              <p:cNvSpPr>
                <a:spLocks noChangeArrowheads="1"/>
              </p:cNvSpPr>
              <p:nvPr/>
            </p:nvSpPr>
            <p:spPr bwMode="auto">
              <a:xfrm>
                <a:off x="7059613" y="38274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Oval 95"/>
              <p:cNvSpPr>
                <a:spLocks noChangeArrowheads="1"/>
              </p:cNvSpPr>
              <p:nvPr/>
            </p:nvSpPr>
            <p:spPr bwMode="auto">
              <a:xfrm>
                <a:off x="7021513" y="37639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Oval 96"/>
              <p:cNvSpPr>
                <a:spLocks noChangeArrowheads="1"/>
              </p:cNvSpPr>
              <p:nvPr/>
            </p:nvSpPr>
            <p:spPr bwMode="auto">
              <a:xfrm>
                <a:off x="7059613" y="37639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9" name="Freeform 97"/>
            <p:cNvSpPr>
              <a:spLocks/>
            </p:cNvSpPr>
            <p:nvPr/>
          </p:nvSpPr>
          <p:spPr bwMode="auto">
            <a:xfrm>
              <a:off x="7496176" y="3606801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12 w 80"/>
                <a:gd name="T3" fmla="*/ 12 h 80"/>
                <a:gd name="T4" fmla="*/ 4 w 80"/>
                <a:gd name="T5" fmla="*/ 4 h 80"/>
                <a:gd name="T6" fmla="*/ 4 w 80"/>
                <a:gd name="T7" fmla="*/ 28 h 80"/>
                <a:gd name="T8" fmla="*/ 28 w 80"/>
                <a:gd name="T9" fmla="*/ 28 h 80"/>
                <a:gd name="T10" fmla="*/ 17 w 80"/>
                <a:gd name="T11" fmla="*/ 17 h 80"/>
                <a:gd name="T12" fmla="*/ 40 w 80"/>
                <a:gd name="T13" fmla="*/ 8 h 80"/>
                <a:gd name="T14" fmla="*/ 72 w 80"/>
                <a:gd name="T15" fmla="*/ 40 h 80"/>
                <a:gd name="T16" fmla="*/ 40 w 80"/>
                <a:gd name="T17" fmla="*/ 72 h 80"/>
                <a:gd name="T18" fmla="*/ 8 w 80"/>
                <a:gd name="T19" fmla="*/ 40 h 80"/>
                <a:gd name="T20" fmla="*/ 0 w 80"/>
                <a:gd name="T21" fmla="*/ 40 h 80"/>
                <a:gd name="T22" fmla="*/ 40 w 80"/>
                <a:gd name="T23" fmla="*/ 80 h 80"/>
                <a:gd name="T24" fmla="*/ 80 w 80"/>
                <a:gd name="T25" fmla="*/ 40 h 80"/>
                <a:gd name="T26" fmla="*/ 40 w 80"/>
                <a:gd name="T2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2" y="1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3" y="11"/>
                    <a:pt x="31" y="8"/>
                    <a:pt x="40" y="8"/>
                  </a:cubicBezTo>
                  <a:cubicBezTo>
                    <a:pt x="58" y="8"/>
                    <a:pt x="72" y="22"/>
                    <a:pt x="72" y="40"/>
                  </a:cubicBezTo>
                  <a:cubicBezTo>
                    <a:pt x="72" y="58"/>
                    <a:pt x="58" y="72"/>
                    <a:pt x="40" y="72"/>
                  </a:cubicBezTo>
                  <a:cubicBezTo>
                    <a:pt x="22" y="72"/>
                    <a:pt x="8" y="58"/>
                    <a:pt x="8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6" name="组合 155"/>
            <p:cNvGrpSpPr/>
            <p:nvPr/>
          </p:nvGrpSpPr>
          <p:grpSpPr>
            <a:xfrm>
              <a:off x="8102601" y="3606801"/>
              <a:ext cx="252413" cy="252412"/>
              <a:chOff x="8102601" y="3606801"/>
              <a:chExt cx="252413" cy="252412"/>
            </a:xfrm>
          </p:grpSpPr>
          <p:sp>
            <p:nvSpPr>
              <p:cNvPr id="100" name="Freeform 98"/>
              <p:cNvSpPr>
                <a:spLocks/>
              </p:cNvSpPr>
              <p:nvPr/>
            </p:nvSpPr>
            <p:spPr bwMode="auto">
              <a:xfrm>
                <a:off x="8115301" y="3606801"/>
                <a:ext cx="239713" cy="125413"/>
              </a:xfrm>
              <a:custGeom>
                <a:avLst/>
                <a:gdLst>
                  <a:gd name="T0" fmla="*/ 13 w 76"/>
                  <a:gd name="T1" fmla="*/ 17 h 40"/>
                  <a:gd name="T2" fmla="*/ 36 w 76"/>
                  <a:gd name="T3" fmla="*/ 8 h 40"/>
                  <a:gd name="T4" fmla="*/ 68 w 76"/>
                  <a:gd name="T5" fmla="*/ 40 h 40"/>
                  <a:gd name="T6" fmla="*/ 76 w 76"/>
                  <a:gd name="T7" fmla="*/ 40 h 40"/>
                  <a:gd name="T8" fmla="*/ 36 w 76"/>
                  <a:gd name="T9" fmla="*/ 0 h 40"/>
                  <a:gd name="T10" fmla="*/ 8 w 76"/>
                  <a:gd name="T11" fmla="*/ 12 h 40"/>
                  <a:gd name="T12" fmla="*/ 0 w 76"/>
                  <a:gd name="T13" fmla="*/ 4 h 40"/>
                  <a:gd name="T14" fmla="*/ 0 w 76"/>
                  <a:gd name="T15" fmla="*/ 28 h 40"/>
                  <a:gd name="T16" fmla="*/ 24 w 76"/>
                  <a:gd name="T17" fmla="*/ 28 h 40"/>
                  <a:gd name="T18" fmla="*/ 13 w 76"/>
                  <a:gd name="T19" fmla="*/ 1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40">
                    <a:moveTo>
                      <a:pt x="13" y="17"/>
                    </a:moveTo>
                    <a:cubicBezTo>
                      <a:pt x="19" y="11"/>
                      <a:pt x="27" y="8"/>
                      <a:pt x="36" y="8"/>
                    </a:cubicBezTo>
                    <a:cubicBezTo>
                      <a:pt x="54" y="8"/>
                      <a:pt x="68" y="22"/>
                      <a:pt x="68" y="40"/>
                    </a:cubicBezTo>
                    <a:cubicBezTo>
                      <a:pt x="76" y="40"/>
                      <a:pt x="76" y="40"/>
                      <a:pt x="76" y="40"/>
                    </a:cubicBezTo>
                    <a:cubicBezTo>
                      <a:pt x="76" y="18"/>
                      <a:pt x="58" y="0"/>
                      <a:pt x="36" y="0"/>
                    </a:cubicBezTo>
                    <a:cubicBezTo>
                      <a:pt x="25" y="0"/>
                      <a:pt x="15" y="4"/>
                      <a:pt x="8" y="1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24" y="28"/>
                      <a:pt x="24" y="28"/>
                      <a:pt x="24" y="28"/>
                    </a:cubicBezTo>
                    <a:lnTo>
                      <a:pt x="13" y="17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99"/>
              <p:cNvSpPr>
                <a:spLocks/>
              </p:cNvSpPr>
              <p:nvPr/>
            </p:nvSpPr>
            <p:spPr bwMode="auto">
              <a:xfrm>
                <a:off x="8102601" y="3732213"/>
                <a:ext cx="239713" cy="127000"/>
              </a:xfrm>
              <a:custGeom>
                <a:avLst/>
                <a:gdLst>
                  <a:gd name="T0" fmla="*/ 63 w 76"/>
                  <a:gd name="T1" fmla="*/ 23 h 40"/>
                  <a:gd name="T2" fmla="*/ 40 w 76"/>
                  <a:gd name="T3" fmla="*/ 32 h 40"/>
                  <a:gd name="T4" fmla="*/ 8 w 76"/>
                  <a:gd name="T5" fmla="*/ 0 h 40"/>
                  <a:gd name="T6" fmla="*/ 0 w 76"/>
                  <a:gd name="T7" fmla="*/ 0 h 40"/>
                  <a:gd name="T8" fmla="*/ 40 w 76"/>
                  <a:gd name="T9" fmla="*/ 40 h 40"/>
                  <a:gd name="T10" fmla="*/ 68 w 76"/>
                  <a:gd name="T11" fmla="*/ 28 h 40"/>
                  <a:gd name="T12" fmla="*/ 76 w 76"/>
                  <a:gd name="T13" fmla="*/ 36 h 40"/>
                  <a:gd name="T14" fmla="*/ 76 w 76"/>
                  <a:gd name="T15" fmla="*/ 12 h 40"/>
                  <a:gd name="T16" fmla="*/ 52 w 76"/>
                  <a:gd name="T17" fmla="*/ 12 h 40"/>
                  <a:gd name="T18" fmla="*/ 63 w 76"/>
                  <a:gd name="T1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40">
                    <a:moveTo>
                      <a:pt x="63" y="23"/>
                    </a:moveTo>
                    <a:cubicBezTo>
                      <a:pt x="57" y="29"/>
                      <a:pt x="49" y="32"/>
                      <a:pt x="40" y="32"/>
                    </a:cubicBezTo>
                    <a:cubicBezTo>
                      <a:pt x="22" y="32"/>
                      <a:pt x="8" y="18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2"/>
                      <a:pt x="18" y="40"/>
                      <a:pt x="40" y="40"/>
                    </a:cubicBezTo>
                    <a:cubicBezTo>
                      <a:pt x="51" y="40"/>
                      <a:pt x="61" y="36"/>
                      <a:pt x="68" y="28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52" y="12"/>
                      <a:pt x="52" y="12"/>
                      <a:pt x="52" y="12"/>
                    </a:cubicBezTo>
                    <a:lnTo>
                      <a:pt x="63" y="23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Oval 100"/>
              <p:cNvSpPr>
                <a:spLocks noChangeArrowheads="1"/>
              </p:cNvSpPr>
              <p:nvPr/>
            </p:nvSpPr>
            <p:spPr bwMode="auto">
              <a:xfrm>
                <a:off x="8204201" y="3708401"/>
                <a:ext cx="49213" cy="4921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3" name="Freeform 101"/>
            <p:cNvSpPr>
              <a:spLocks noEditPoints="1"/>
            </p:cNvSpPr>
            <p:nvPr/>
          </p:nvSpPr>
          <p:spPr bwMode="auto">
            <a:xfrm>
              <a:off x="3262313" y="4214813"/>
              <a:ext cx="227013" cy="252413"/>
            </a:xfrm>
            <a:custGeom>
              <a:avLst/>
              <a:gdLst>
                <a:gd name="T0" fmla="*/ 36 w 72"/>
                <a:gd name="T1" fmla="*/ 0 h 80"/>
                <a:gd name="T2" fmla="*/ 0 w 72"/>
                <a:gd name="T3" fmla="*/ 16 h 80"/>
                <a:gd name="T4" fmla="*/ 0 w 72"/>
                <a:gd name="T5" fmla="*/ 64 h 80"/>
                <a:gd name="T6" fmla="*/ 36 w 72"/>
                <a:gd name="T7" fmla="*/ 80 h 80"/>
                <a:gd name="T8" fmla="*/ 72 w 72"/>
                <a:gd name="T9" fmla="*/ 64 h 80"/>
                <a:gd name="T10" fmla="*/ 72 w 72"/>
                <a:gd name="T11" fmla="*/ 16 h 80"/>
                <a:gd name="T12" fmla="*/ 36 w 72"/>
                <a:gd name="T13" fmla="*/ 0 h 80"/>
                <a:gd name="T14" fmla="*/ 36 w 72"/>
                <a:gd name="T15" fmla="*/ 8 h 80"/>
                <a:gd name="T16" fmla="*/ 64 w 72"/>
                <a:gd name="T17" fmla="*/ 16 h 80"/>
                <a:gd name="T18" fmla="*/ 36 w 72"/>
                <a:gd name="T19" fmla="*/ 24 h 80"/>
                <a:gd name="T20" fmla="*/ 8 w 72"/>
                <a:gd name="T21" fmla="*/ 16 h 80"/>
                <a:gd name="T22" fmla="*/ 36 w 72"/>
                <a:gd name="T23" fmla="*/ 8 h 80"/>
                <a:gd name="T24" fmla="*/ 36 w 72"/>
                <a:gd name="T25" fmla="*/ 72 h 80"/>
                <a:gd name="T26" fmla="*/ 8 w 72"/>
                <a:gd name="T27" fmla="*/ 64 h 80"/>
                <a:gd name="T28" fmla="*/ 8 w 72"/>
                <a:gd name="T29" fmla="*/ 58 h 80"/>
                <a:gd name="T30" fmla="*/ 36 w 72"/>
                <a:gd name="T31" fmla="*/ 64 h 80"/>
                <a:gd name="T32" fmla="*/ 64 w 72"/>
                <a:gd name="T33" fmla="*/ 58 h 80"/>
                <a:gd name="T34" fmla="*/ 64 w 72"/>
                <a:gd name="T35" fmla="*/ 64 h 80"/>
                <a:gd name="T36" fmla="*/ 36 w 72"/>
                <a:gd name="T37" fmla="*/ 72 h 80"/>
                <a:gd name="T38" fmla="*/ 36 w 72"/>
                <a:gd name="T39" fmla="*/ 56 h 80"/>
                <a:gd name="T40" fmla="*/ 8 w 72"/>
                <a:gd name="T41" fmla="*/ 48 h 80"/>
                <a:gd name="T42" fmla="*/ 8 w 72"/>
                <a:gd name="T43" fmla="*/ 42 h 80"/>
                <a:gd name="T44" fmla="*/ 36 w 72"/>
                <a:gd name="T45" fmla="*/ 48 h 80"/>
                <a:gd name="T46" fmla="*/ 64 w 72"/>
                <a:gd name="T47" fmla="*/ 42 h 80"/>
                <a:gd name="T48" fmla="*/ 64 w 72"/>
                <a:gd name="T49" fmla="*/ 48 h 80"/>
                <a:gd name="T50" fmla="*/ 36 w 72"/>
                <a:gd name="T51" fmla="*/ 56 h 80"/>
                <a:gd name="T52" fmla="*/ 36 w 72"/>
                <a:gd name="T53" fmla="*/ 40 h 80"/>
                <a:gd name="T54" fmla="*/ 8 w 72"/>
                <a:gd name="T55" fmla="*/ 32 h 80"/>
                <a:gd name="T56" fmla="*/ 8 w 72"/>
                <a:gd name="T57" fmla="*/ 26 h 80"/>
                <a:gd name="T58" fmla="*/ 36 w 72"/>
                <a:gd name="T59" fmla="*/ 32 h 80"/>
                <a:gd name="T60" fmla="*/ 64 w 72"/>
                <a:gd name="T61" fmla="*/ 26 h 80"/>
                <a:gd name="T62" fmla="*/ 64 w 72"/>
                <a:gd name="T63" fmla="*/ 32 h 80"/>
                <a:gd name="T64" fmla="*/ 36 w 72"/>
                <a:gd name="T65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80">
                  <a:moveTo>
                    <a:pt x="36" y="0"/>
                  </a:moveTo>
                  <a:cubicBezTo>
                    <a:pt x="18" y="0"/>
                    <a:pt x="0" y="5"/>
                    <a:pt x="0" y="1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75"/>
                    <a:pt x="18" y="80"/>
                    <a:pt x="36" y="80"/>
                  </a:cubicBezTo>
                  <a:cubicBezTo>
                    <a:pt x="54" y="80"/>
                    <a:pt x="72" y="75"/>
                    <a:pt x="72" y="64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5"/>
                    <a:pt x="54" y="0"/>
                    <a:pt x="36" y="0"/>
                  </a:cubicBezTo>
                  <a:close/>
                  <a:moveTo>
                    <a:pt x="36" y="8"/>
                  </a:moveTo>
                  <a:cubicBezTo>
                    <a:pt x="54" y="8"/>
                    <a:pt x="64" y="14"/>
                    <a:pt x="64" y="16"/>
                  </a:cubicBezTo>
                  <a:cubicBezTo>
                    <a:pt x="64" y="18"/>
                    <a:pt x="54" y="24"/>
                    <a:pt x="36" y="24"/>
                  </a:cubicBezTo>
                  <a:cubicBezTo>
                    <a:pt x="18" y="24"/>
                    <a:pt x="8" y="18"/>
                    <a:pt x="8" y="16"/>
                  </a:cubicBezTo>
                  <a:cubicBezTo>
                    <a:pt x="8" y="14"/>
                    <a:pt x="18" y="8"/>
                    <a:pt x="36" y="8"/>
                  </a:cubicBezTo>
                  <a:close/>
                  <a:moveTo>
                    <a:pt x="36" y="72"/>
                  </a:moveTo>
                  <a:cubicBezTo>
                    <a:pt x="18" y="72"/>
                    <a:pt x="8" y="66"/>
                    <a:pt x="8" y="64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15" y="62"/>
                    <a:pt x="25" y="64"/>
                    <a:pt x="36" y="64"/>
                  </a:cubicBezTo>
                  <a:cubicBezTo>
                    <a:pt x="47" y="64"/>
                    <a:pt x="57" y="62"/>
                    <a:pt x="64" y="5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66"/>
                    <a:pt x="54" y="72"/>
                    <a:pt x="36" y="72"/>
                  </a:cubicBezTo>
                  <a:close/>
                  <a:moveTo>
                    <a:pt x="36" y="56"/>
                  </a:moveTo>
                  <a:cubicBezTo>
                    <a:pt x="18" y="56"/>
                    <a:pt x="8" y="50"/>
                    <a:pt x="8" y="4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5" y="46"/>
                    <a:pt x="25" y="48"/>
                    <a:pt x="36" y="48"/>
                  </a:cubicBezTo>
                  <a:cubicBezTo>
                    <a:pt x="47" y="48"/>
                    <a:pt x="57" y="46"/>
                    <a:pt x="64" y="42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50"/>
                    <a:pt x="54" y="56"/>
                    <a:pt x="36" y="56"/>
                  </a:cubicBezTo>
                  <a:close/>
                  <a:moveTo>
                    <a:pt x="36" y="40"/>
                  </a:moveTo>
                  <a:cubicBezTo>
                    <a:pt x="18" y="40"/>
                    <a:pt x="8" y="34"/>
                    <a:pt x="8" y="32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5" y="30"/>
                    <a:pt x="25" y="32"/>
                    <a:pt x="36" y="32"/>
                  </a:cubicBezTo>
                  <a:cubicBezTo>
                    <a:pt x="47" y="32"/>
                    <a:pt x="57" y="30"/>
                    <a:pt x="64" y="26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34"/>
                    <a:pt x="54" y="40"/>
                    <a:pt x="36" y="4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9" name="组合 158"/>
            <p:cNvGrpSpPr/>
            <p:nvPr/>
          </p:nvGrpSpPr>
          <p:grpSpPr>
            <a:xfrm>
              <a:off x="3830638" y="4189413"/>
              <a:ext cx="303213" cy="303213"/>
              <a:chOff x="3830638" y="4189413"/>
              <a:chExt cx="303213" cy="303213"/>
            </a:xfrm>
          </p:grpSpPr>
          <p:sp>
            <p:nvSpPr>
              <p:cNvPr id="104" name="Freeform 102"/>
              <p:cNvSpPr>
                <a:spLocks noEditPoints="1"/>
              </p:cNvSpPr>
              <p:nvPr/>
            </p:nvSpPr>
            <p:spPr bwMode="auto">
              <a:xfrm>
                <a:off x="3830638" y="4189413"/>
                <a:ext cx="228600" cy="252413"/>
              </a:xfrm>
              <a:custGeom>
                <a:avLst/>
                <a:gdLst>
                  <a:gd name="T0" fmla="*/ 44 w 72"/>
                  <a:gd name="T1" fmla="*/ 72 h 80"/>
                  <a:gd name="T2" fmla="*/ 36 w 72"/>
                  <a:gd name="T3" fmla="*/ 72 h 80"/>
                  <a:gd name="T4" fmla="*/ 8 w 72"/>
                  <a:gd name="T5" fmla="*/ 64 h 80"/>
                  <a:gd name="T6" fmla="*/ 8 w 72"/>
                  <a:gd name="T7" fmla="*/ 58 h 80"/>
                  <a:gd name="T8" fmla="*/ 36 w 72"/>
                  <a:gd name="T9" fmla="*/ 64 h 80"/>
                  <a:gd name="T10" fmla="*/ 44 w 72"/>
                  <a:gd name="T11" fmla="*/ 64 h 80"/>
                  <a:gd name="T12" fmla="*/ 44 w 72"/>
                  <a:gd name="T13" fmla="*/ 56 h 80"/>
                  <a:gd name="T14" fmla="*/ 36 w 72"/>
                  <a:gd name="T15" fmla="*/ 56 h 80"/>
                  <a:gd name="T16" fmla="*/ 8 w 72"/>
                  <a:gd name="T17" fmla="*/ 48 h 80"/>
                  <a:gd name="T18" fmla="*/ 8 w 72"/>
                  <a:gd name="T19" fmla="*/ 42 h 80"/>
                  <a:gd name="T20" fmla="*/ 36 w 72"/>
                  <a:gd name="T21" fmla="*/ 48 h 80"/>
                  <a:gd name="T22" fmla="*/ 52 w 72"/>
                  <a:gd name="T23" fmla="*/ 46 h 80"/>
                  <a:gd name="T24" fmla="*/ 52 w 72"/>
                  <a:gd name="T25" fmla="*/ 38 h 80"/>
                  <a:gd name="T26" fmla="*/ 36 w 72"/>
                  <a:gd name="T27" fmla="*/ 40 h 80"/>
                  <a:gd name="T28" fmla="*/ 8 w 72"/>
                  <a:gd name="T29" fmla="*/ 32 h 80"/>
                  <a:gd name="T30" fmla="*/ 8 w 72"/>
                  <a:gd name="T31" fmla="*/ 26 h 80"/>
                  <a:gd name="T32" fmla="*/ 36 w 72"/>
                  <a:gd name="T33" fmla="*/ 32 h 80"/>
                  <a:gd name="T34" fmla="*/ 64 w 72"/>
                  <a:gd name="T35" fmla="*/ 26 h 80"/>
                  <a:gd name="T36" fmla="*/ 64 w 72"/>
                  <a:gd name="T37" fmla="*/ 36 h 80"/>
                  <a:gd name="T38" fmla="*/ 72 w 72"/>
                  <a:gd name="T39" fmla="*/ 36 h 80"/>
                  <a:gd name="T40" fmla="*/ 72 w 72"/>
                  <a:gd name="T41" fmla="*/ 16 h 80"/>
                  <a:gd name="T42" fmla="*/ 36 w 72"/>
                  <a:gd name="T43" fmla="*/ 0 h 80"/>
                  <a:gd name="T44" fmla="*/ 0 w 72"/>
                  <a:gd name="T45" fmla="*/ 16 h 80"/>
                  <a:gd name="T46" fmla="*/ 0 w 72"/>
                  <a:gd name="T47" fmla="*/ 64 h 80"/>
                  <a:gd name="T48" fmla="*/ 36 w 72"/>
                  <a:gd name="T49" fmla="*/ 80 h 80"/>
                  <a:gd name="T50" fmla="*/ 44 w 72"/>
                  <a:gd name="T51" fmla="*/ 80 h 80"/>
                  <a:gd name="T52" fmla="*/ 44 w 72"/>
                  <a:gd name="T53" fmla="*/ 72 h 80"/>
                  <a:gd name="T54" fmla="*/ 36 w 72"/>
                  <a:gd name="T55" fmla="*/ 8 h 80"/>
                  <a:gd name="T56" fmla="*/ 64 w 72"/>
                  <a:gd name="T57" fmla="*/ 16 h 80"/>
                  <a:gd name="T58" fmla="*/ 36 w 72"/>
                  <a:gd name="T59" fmla="*/ 24 h 80"/>
                  <a:gd name="T60" fmla="*/ 8 w 72"/>
                  <a:gd name="T61" fmla="*/ 16 h 80"/>
                  <a:gd name="T62" fmla="*/ 36 w 72"/>
                  <a:gd name="T63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2" h="80">
                    <a:moveTo>
                      <a:pt x="44" y="72"/>
                    </a:moveTo>
                    <a:cubicBezTo>
                      <a:pt x="42" y="72"/>
                      <a:pt x="39" y="72"/>
                      <a:pt x="36" y="72"/>
                    </a:cubicBezTo>
                    <a:cubicBezTo>
                      <a:pt x="18" y="72"/>
                      <a:pt x="8" y="66"/>
                      <a:pt x="8" y="64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15" y="62"/>
                      <a:pt x="25" y="64"/>
                      <a:pt x="36" y="64"/>
                    </a:cubicBezTo>
                    <a:cubicBezTo>
                      <a:pt x="39" y="64"/>
                      <a:pt x="41" y="64"/>
                      <a:pt x="44" y="64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2" y="56"/>
                      <a:pt x="39" y="56"/>
                      <a:pt x="36" y="56"/>
                    </a:cubicBezTo>
                    <a:cubicBezTo>
                      <a:pt x="18" y="56"/>
                      <a:pt x="8" y="50"/>
                      <a:pt x="8" y="48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15" y="46"/>
                      <a:pt x="25" y="48"/>
                      <a:pt x="36" y="48"/>
                    </a:cubicBezTo>
                    <a:cubicBezTo>
                      <a:pt x="41" y="48"/>
                      <a:pt x="47" y="47"/>
                      <a:pt x="52" y="46"/>
                    </a:cubicBezTo>
                    <a:cubicBezTo>
                      <a:pt x="52" y="38"/>
                      <a:pt x="52" y="38"/>
                      <a:pt x="52" y="38"/>
                    </a:cubicBezTo>
                    <a:cubicBezTo>
                      <a:pt x="48" y="39"/>
                      <a:pt x="42" y="40"/>
                      <a:pt x="36" y="40"/>
                    </a:cubicBezTo>
                    <a:cubicBezTo>
                      <a:pt x="18" y="40"/>
                      <a:pt x="8" y="34"/>
                      <a:pt x="8" y="3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5" y="30"/>
                      <a:pt x="25" y="32"/>
                      <a:pt x="36" y="32"/>
                    </a:cubicBezTo>
                    <a:cubicBezTo>
                      <a:pt x="47" y="32"/>
                      <a:pt x="57" y="30"/>
                      <a:pt x="64" y="2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72" y="36"/>
                      <a:pt x="72" y="36"/>
                      <a:pt x="72" y="36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5"/>
                      <a:pt x="54" y="0"/>
                      <a:pt x="36" y="0"/>
                    </a:cubicBezTo>
                    <a:cubicBezTo>
                      <a:pt x="18" y="0"/>
                      <a:pt x="0" y="5"/>
                      <a:pt x="0" y="1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5"/>
                      <a:pt x="18" y="80"/>
                      <a:pt x="36" y="80"/>
                    </a:cubicBezTo>
                    <a:cubicBezTo>
                      <a:pt x="39" y="80"/>
                      <a:pt x="41" y="80"/>
                      <a:pt x="44" y="80"/>
                    </a:cubicBezTo>
                    <a:lnTo>
                      <a:pt x="44" y="72"/>
                    </a:lnTo>
                    <a:close/>
                    <a:moveTo>
                      <a:pt x="36" y="8"/>
                    </a:moveTo>
                    <a:cubicBezTo>
                      <a:pt x="54" y="8"/>
                      <a:pt x="64" y="14"/>
                      <a:pt x="64" y="16"/>
                    </a:cubicBezTo>
                    <a:cubicBezTo>
                      <a:pt x="64" y="18"/>
                      <a:pt x="54" y="24"/>
                      <a:pt x="36" y="24"/>
                    </a:cubicBezTo>
                    <a:cubicBezTo>
                      <a:pt x="18" y="24"/>
                      <a:pt x="8" y="18"/>
                      <a:pt x="8" y="16"/>
                    </a:cubicBezTo>
                    <a:cubicBezTo>
                      <a:pt x="8" y="14"/>
                      <a:pt x="18" y="8"/>
                      <a:pt x="3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103"/>
              <p:cNvSpPr>
                <a:spLocks/>
              </p:cNvSpPr>
              <p:nvPr/>
            </p:nvSpPr>
            <p:spPr bwMode="auto">
              <a:xfrm>
                <a:off x="4008438" y="4327526"/>
                <a:ext cx="100013" cy="50800"/>
              </a:xfrm>
              <a:custGeom>
                <a:avLst/>
                <a:gdLst>
                  <a:gd name="T0" fmla="*/ 16 w 32"/>
                  <a:gd name="T1" fmla="*/ 8 h 16"/>
                  <a:gd name="T2" fmla="*/ 24 w 32"/>
                  <a:gd name="T3" fmla="*/ 16 h 16"/>
                  <a:gd name="T4" fmla="*/ 32 w 32"/>
                  <a:gd name="T5" fmla="*/ 16 h 16"/>
                  <a:gd name="T6" fmla="*/ 16 w 32"/>
                  <a:gd name="T7" fmla="*/ 0 h 16"/>
                  <a:gd name="T8" fmla="*/ 0 w 32"/>
                  <a:gd name="T9" fmla="*/ 16 h 16"/>
                  <a:gd name="T10" fmla="*/ 8 w 32"/>
                  <a:gd name="T11" fmla="*/ 16 h 16"/>
                  <a:gd name="T12" fmla="*/ 16 w 32"/>
                  <a:gd name="T13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16">
                    <a:moveTo>
                      <a:pt x="16" y="8"/>
                    </a:moveTo>
                    <a:cubicBezTo>
                      <a:pt x="20" y="8"/>
                      <a:pt x="24" y="12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04"/>
              <p:cNvSpPr>
                <a:spLocks noEditPoints="1"/>
              </p:cNvSpPr>
              <p:nvPr/>
            </p:nvSpPr>
            <p:spPr bwMode="auto">
              <a:xfrm>
                <a:off x="3983038" y="4391026"/>
                <a:ext cx="150813" cy="101600"/>
              </a:xfrm>
              <a:custGeom>
                <a:avLst/>
                <a:gdLst>
                  <a:gd name="T0" fmla="*/ 48 w 48"/>
                  <a:gd name="T1" fmla="*/ 8 h 32"/>
                  <a:gd name="T2" fmla="*/ 48 w 48"/>
                  <a:gd name="T3" fmla="*/ 0 h 32"/>
                  <a:gd name="T4" fmla="*/ 36 w 48"/>
                  <a:gd name="T5" fmla="*/ 0 h 32"/>
                  <a:gd name="T6" fmla="*/ 12 w 48"/>
                  <a:gd name="T7" fmla="*/ 0 h 32"/>
                  <a:gd name="T8" fmla="*/ 0 w 48"/>
                  <a:gd name="T9" fmla="*/ 0 h 32"/>
                  <a:gd name="T10" fmla="*/ 0 w 48"/>
                  <a:gd name="T11" fmla="*/ 8 h 32"/>
                  <a:gd name="T12" fmla="*/ 8 w 48"/>
                  <a:gd name="T13" fmla="*/ 8 h 32"/>
                  <a:gd name="T14" fmla="*/ 8 w 48"/>
                  <a:gd name="T15" fmla="*/ 12 h 32"/>
                  <a:gd name="T16" fmla="*/ 0 w 48"/>
                  <a:gd name="T17" fmla="*/ 12 h 32"/>
                  <a:gd name="T18" fmla="*/ 0 w 48"/>
                  <a:gd name="T19" fmla="*/ 20 h 32"/>
                  <a:gd name="T20" fmla="*/ 8 w 48"/>
                  <a:gd name="T21" fmla="*/ 20 h 32"/>
                  <a:gd name="T22" fmla="*/ 10 w 48"/>
                  <a:gd name="T23" fmla="*/ 23 h 32"/>
                  <a:gd name="T24" fmla="*/ 22 w 48"/>
                  <a:gd name="T25" fmla="*/ 31 h 32"/>
                  <a:gd name="T26" fmla="*/ 24 w 48"/>
                  <a:gd name="T27" fmla="*/ 32 h 32"/>
                  <a:gd name="T28" fmla="*/ 26 w 48"/>
                  <a:gd name="T29" fmla="*/ 31 h 32"/>
                  <a:gd name="T30" fmla="*/ 38 w 48"/>
                  <a:gd name="T31" fmla="*/ 23 h 32"/>
                  <a:gd name="T32" fmla="*/ 40 w 48"/>
                  <a:gd name="T33" fmla="*/ 20 h 32"/>
                  <a:gd name="T34" fmla="*/ 48 w 48"/>
                  <a:gd name="T35" fmla="*/ 20 h 32"/>
                  <a:gd name="T36" fmla="*/ 48 w 48"/>
                  <a:gd name="T37" fmla="*/ 12 h 32"/>
                  <a:gd name="T38" fmla="*/ 40 w 48"/>
                  <a:gd name="T39" fmla="*/ 12 h 32"/>
                  <a:gd name="T40" fmla="*/ 40 w 48"/>
                  <a:gd name="T41" fmla="*/ 8 h 32"/>
                  <a:gd name="T42" fmla="*/ 48 w 48"/>
                  <a:gd name="T43" fmla="*/ 8 h 32"/>
                  <a:gd name="T44" fmla="*/ 32 w 48"/>
                  <a:gd name="T45" fmla="*/ 18 h 32"/>
                  <a:gd name="T46" fmla="*/ 24 w 48"/>
                  <a:gd name="T47" fmla="*/ 23 h 32"/>
                  <a:gd name="T48" fmla="*/ 16 w 48"/>
                  <a:gd name="T49" fmla="*/ 18 h 32"/>
                  <a:gd name="T50" fmla="*/ 16 w 48"/>
                  <a:gd name="T51" fmla="*/ 8 h 32"/>
                  <a:gd name="T52" fmla="*/ 32 w 48"/>
                  <a:gd name="T53" fmla="*/ 8 h 32"/>
                  <a:gd name="T54" fmla="*/ 32 w 48"/>
                  <a:gd name="T55" fmla="*/ 1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" h="32">
                    <a:moveTo>
                      <a:pt x="48" y="8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1"/>
                      <a:pt x="9" y="23"/>
                      <a:pt x="10" y="23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2" y="32"/>
                      <a:pt x="23" y="32"/>
                      <a:pt x="24" y="32"/>
                    </a:cubicBezTo>
                    <a:cubicBezTo>
                      <a:pt x="25" y="32"/>
                      <a:pt x="26" y="32"/>
                      <a:pt x="26" y="31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3"/>
                      <a:pt x="40" y="21"/>
                      <a:pt x="40" y="20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8" y="8"/>
                    </a:lnTo>
                    <a:close/>
                    <a:moveTo>
                      <a:pt x="32" y="18"/>
                    </a:moveTo>
                    <a:cubicBezTo>
                      <a:pt x="24" y="23"/>
                      <a:pt x="24" y="23"/>
                      <a:pt x="24" y="23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5651501" y="4189413"/>
              <a:ext cx="300037" cy="296863"/>
              <a:chOff x="5651501" y="4189413"/>
              <a:chExt cx="300037" cy="296863"/>
            </a:xfrm>
          </p:grpSpPr>
          <p:sp>
            <p:nvSpPr>
              <p:cNvPr id="107" name="Freeform 105"/>
              <p:cNvSpPr>
                <a:spLocks noEditPoints="1"/>
              </p:cNvSpPr>
              <p:nvPr/>
            </p:nvSpPr>
            <p:spPr bwMode="auto">
              <a:xfrm>
                <a:off x="5651501" y="4189413"/>
                <a:ext cx="227013" cy="252413"/>
              </a:xfrm>
              <a:custGeom>
                <a:avLst/>
                <a:gdLst>
                  <a:gd name="T0" fmla="*/ 52 w 72"/>
                  <a:gd name="T1" fmla="*/ 70 h 80"/>
                  <a:gd name="T2" fmla="*/ 36 w 72"/>
                  <a:gd name="T3" fmla="*/ 72 h 80"/>
                  <a:gd name="T4" fmla="*/ 8 w 72"/>
                  <a:gd name="T5" fmla="*/ 64 h 80"/>
                  <a:gd name="T6" fmla="*/ 8 w 72"/>
                  <a:gd name="T7" fmla="*/ 58 h 80"/>
                  <a:gd name="T8" fmla="*/ 36 w 72"/>
                  <a:gd name="T9" fmla="*/ 64 h 80"/>
                  <a:gd name="T10" fmla="*/ 64 w 72"/>
                  <a:gd name="T11" fmla="*/ 58 h 80"/>
                  <a:gd name="T12" fmla="*/ 64 w 72"/>
                  <a:gd name="T13" fmla="*/ 64 h 80"/>
                  <a:gd name="T14" fmla="*/ 72 w 72"/>
                  <a:gd name="T15" fmla="*/ 64 h 80"/>
                  <a:gd name="T16" fmla="*/ 72 w 72"/>
                  <a:gd name="T17" fmla="*/ 16 h 80"/>
                  <a:gd name="T18" fmla="*/ 36 w 72"/>
                  <a:gd name="T19" fmla="*/ 0 h 80"/>
                  <a:gd name="T20" fmla="*/ 0 w 72"/>
                  <a:gd name="T21" fmla="*/ 16 h 80"/>
                  <a:gd name="T22" fmla="*/ 0 w 72"/>
                  <a:gd name="T23" fmla="*/ 64 h 80"/>
                  <a:gd name="T24" fmla="*/ 36 w 72"/>
                  <a:gd name="T25" fmla="*/ 80 h 80"/>
                  <a:gd name="T26" fmla="*/ 52 w 72"/>
                  <a:gd name="T27" fmla="*/ 78 h 80"/>
                  <a:gd name="T28" fmla="*/ 52 w 72"/>
                  <a:gd name="T29" fmla="*/ 70 h 80"/>
                  <a:gd name="T30" fmla="*/ 36 w 72"/>
                  <a:gd name="T31" fmla="*/ 8 h 80"/>
                  <a:gd name="T32" fmla="*/ 64 w 72"/>
                  <a:gd name="T33" fmla="*/ 16 h 80"/>
                  <a:gd name="T34" fmla="*/ 36 w 72"/>
                  <a:gd name="T35" fmla="*/ 24 h 80"/>
                  <a:gd name="T36" fmla="*/ 8 w 72"/>
                  <a:gd name="T37" fmla="*/ 16 h 80"/>
                  <a:gd name="T38" fmla="*/ 36 w 72"/>
                  <a:gd name="T39" fmla="*/ 8 h 80"/>
                  <a:gd name="T40" fmla="*/ 8 w 72"/>
                  <a:gd name="T41" fmla="*/ 26 h 80"/>
                  <a:gd name="T42" fmla="*/ 36 w 72"/>
                  <a:gd name="T43" fmla="*/ 32 h 80"/>
                  <a:gd name="T44" fmla="*/ 64 w 72"/>
                  <a:gd name="T45" fmla="*/ 26 h 80"/>
                  <a:gd name="T46" fmla="*/ 64 w 72"/>
                  <a:gd name="T47" fmla="*/ 32 h 80"/>
                  <a:gd name="T48" fmla="*/ 36 w 72"/>
                  <a:gd name="T49" fmla="*/ 40 h 80"/>
                  <a:gd name="T50" fmla="*/ 8 w 72"/>
                  <a:gd name="T51" fmla="*/ 32 h 80"/>
                  <a:gd name="T52" fmla="*/ 8 w 72"/>
                  <a:gd name="T53" fmla="*/ 26 h 80"/>
                  <a:gd name="T54" fmla="*/ 8 w 72"/>
                  <a:gd name="T55" fmla="*/ 42 h 80"/>
                  <a:gd name="T56" fmla="*/ 36 w 72"/>
                  <a:gd name="T57" fmla="*/ 48 h 80"/>
                  <a:gd name="T58" fmla="*/ 64 w 72"/>
                  <a:gd name="T59" fmla="*/ 42 h 80"/>
                  <a:gd name="T60" fmla="*/ 64 w 72"/>
                  <a:gd name="T61" fmla="*/ 48 h 80"/>
                  <a:gd name="T62" fmla="*/ 36 w 72"/>
                  <a:gd name="T63" fmla="*/ 56 h 80"/>
                  <a:gd name="T64" fmla="*/ 8 w 72"/>
                  <a:gd name="T65" fmla="*/ 48 h 80"/>
                  <a:gd name="T66" fmla="*/ 8 w 72"/>
                  <a:gd name="T67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2" h="80">
                    <a:moveTo>
                      <a:pt x="52" y="70"/>
                    </a:moveTo>
                    <a:cubicBezTo>
                      <a:pt x="48" y="71"/>
                      <a:pt x="42" y="72"/>
                      <a:pt x="36" y="72"/>
                    </a:cubicBezTo>
                    <a:cubicBezTo>
                      <a:pt x="18" y="72"/>
                      <a:pt x="8" y="66"/>
                      <a:pt x="8" y="64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15" y="62"/>
                      <a:pt x="25" y="64"/>
                      <a:pt x="36" y="64"/>
                    </a:cubicBezTo>
                    <a:cubicBezTo>
                      <a:pt x="47" y="64"/>
                      <a:pt x="57" y="62"/>
                      <a:pt x="64" y="58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5"/>
                      <a:pt x="54" y="0"/>
                      <a:pt x="36" y="0"/>
                    </a:cubicBezTo>
                    <a:cubicBezTo>
                      <a:pt x="18" y="0"/>
                      <a:pt x="0" y="5"/>
                      <a:pt x="0" y="1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5"/>
                      <a:pt x="18" y="80"/>
                      <a:pt x="36" y="80"/>
                    </a:cubicBezTo>
                    <a:cubicBezTo>
                      <a:pt x="41" y="80"/>
                      <a:pt x="47" y="79"/>
                      <a:pt x="52" y="78"/>
                    </a:cubicBezTo>
                    <a:lnTo>
                      <a:pt x="52" y="70"/>
                    </a:lnTo>
                    <a:close/>
                    <a:moveTo>
                      <a:pt x="36" y="8"/>
                    </a:moveTo>
                    <a:cubicBezTo>
                      <a:pt x="54" y="8"/>
                      <a:pt x="64" y="14"/>
                      <a:pt x="64" y="16"/>
                    </a:cubicBezTo>
                    <a:cubicBezTo>
                      <a:pt x="64" y="18"/>
                      <a:pt x="54" y="24"/>
                      <a:pt x="36" y="24"/>
                    </a:cubicBezTo>
                    <a:cubicBezTo>
                      <a:pt x="18" y="24"/>
                      <a:pt x="8" y="18"/>
                      <a:pt x="8" y="16"/>
                    </a:cubicBezTo>
                    <a:cubicBezTo>
                      <a:pt x="8" y="14"/>
                      <a:pt x="18" y="8"/>
                      <a:pt x="36" y="8"/>
                    </a:cubicBezTo>
                    <a:close/>
                    <a:moveTo>
                      <a:pt x="8" y="26"/>
                    </a:moveTo>
                    <a:cubicBezTo>
                      <a:pt x="15" y="30"/>
                      <a:pt x="25" y="32"/>
                      <a:pt x="36" y="32"/>
                    </a:cubicBezTo>
                    <a:cubicBezTo>
                      <a:pt x="47" y="32"/>
                      <a:pt x="57" y="30"/>
                      <a:pt x="64" y="26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4"/>
                      <a:pt x="54" y="40"/>
                      <a:pt x="36" y="40"/>
                    </a:cubicBezTo>
                    <a:cubicBezTo>
                      <a:pt x="18" y="40"/>
                      <a:pt x="8" y="34"/>
                      <a:pt x="8" y="32"/>
                    </a:cubicBezTo>
                    <a:lnTo>
                      <a:pt x="8" y="26"/>
                    </a:lnTo>
                    <a:close/>
                    <a:moveTo>
                      <a:pt x="8" y="42"/>
                    </a:moveTo>
                    <a:cubicBezTo>
                      <a:pt x="15" y="46"/>
                      <a:pt x="25" y="48"/>
                      <a:pt x="36" y="48"/>
                    </a:cubicBezTo>
                    <a:cubicBezTo>
                      <a:pt x="47" y="48"/>
                      <a:pt x="57" y="46"/>
                      <a:pt x="64" y="42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4" y="50"/>
                      <a:pt x="54" y="56"/>
                      <a:pt x="36" y="56"/>
                    </a:cubicBezTo>
                    <a:cubicBezTo>
                      <a:pt x="18" y="56"/>
                      <a:pt x="8" y="50"/>
                      <a:pt x="8" y="48"/>
                    </a:cubicBezTo>
                    <a:lnTo>
                      <a:pt x="8" y="4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6"/>
              <p:cNvSpPr>
                <a:spLocks/>
              </p:cNvSpPr>
              <p:nvPr/>
            </p:nvSpPr>
            <p:spPr bwMode="auto">
              <a:xfrm>
                <a:off x="5830888" y="4394201"/>
                <a:ext cx="120650" cy="92075"/>
              </a:xfrm>
              <a:custGeom>
                <a:avLst/>
                <a:gdLst>
                  <a:gd name="T0" fmla="*/ 30 w 76"/>
                  <a:gd name="T1" fmla="*/ 58 h 58"/>
                  <a:gd name="T2" fmla="*/ 0 w 76"/>
                  <a:gd name="T3" fmla="*/ 28 h 58"/>
                  <a:gd name="T4" fmla="*/ 12 w 76"/>
                  <a:gd name="T5" fmla="*/ 16 h 58"/>
                  <a:gd name="T6" fmla="*/ 30 w 76"/>
                  <a:gd name="T7" fmla="*/ 34 h 58"/>
                  <a:gd name="T8" fmla="*/ 64 w 76"/>
                  <a:gd name="T9" fmla="*/ 0 h 58"/>
                  <a:gd name="T10" fmla="*/ 76 w 76"/>
                  <a:gd name="T11" fmla="*/ 12 h 58"/>
                  <a:gd name="T12" fmla="*/ 30 w 76"/>
                  <a:gd name="T1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8">
                    <a:moveTo>
                      <a:pt x="30" y="58"/>
                    </a:moveTo>
                    <a:lnTo>
                      <a:pt x="0" y="28"/>
                    </a:lnTo>
                    <a:lnTo>
                      <a:pt x="12" y="16"/>
                    </a:lnTo>
                    <a:lnTo>
                      <a:pt x="30" y="34"/>
                    </a:lnTo>
                    <a:lnTo>
                      <a:pt x="64" y="0"/>
                    </a:lnTo>
                    <a:lnTo>
                      <a:pt x="76" y="12"/>
                    </a:lnTo>
                    <a:lnTo>
                      <a:pt x="30" y="5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6257926" y="4189413"/>
              <a:ext cx="300037" cy="300038"/>
              <a:chOff x="6257926" y="4189413"/>
              <a:chExt cx="300037" cy="300038"/>
            </a:xfrm>
          </p:grpSpPr>
          <p:sp>
            <p:nvSpPr>
              <p:cNvPr id="109" name="Freeform 107"/>
              <p:cNvSpPr>
                <a:spLocks noEditPoints="1"/>
              </p:cNvSpPr>
              <p:nvPr/>
            </p:nvSpPr>
            <p:spPr bwMode="auto">
              <a:xfrm>
                <a:off x="6257926" y="4189413"/>
                <a:ext cx="227013" cy="252413"/>
              </a:xfrm>
              <a:custGeom>
                <a:avLst/>
                <a:gdLst>
                  <a:gd name="T0" fmla="*/ 72 w 72"/>
                  <a:gd name="T1" fmla="*/ 60 h 80"/>
                  <a:gd name="T2" fmla="*/ 72 w 72"/>
                  <a:gd name="T3" fmla="*/ 16 h 80"/>
                  <a:gd name="T4" fmla="*/ 36 w 72"/>
                  <a:gd name="T5" fmla="*/ 0 h 80"/>
                  <a:gd name="T6" fmla="*/ 0 w 72"/>
                  <a:gd name="T7" fmla="*/ 16 h 80"/>
                  <a:gd name="T8" fmla="*/ 0 w 72"/>
                  <a:gd name="T9" fmla="*/ 64 h 80"/>
                  <a:gd name="T10" fmla="*/ 36 w 72"/>
                  <a:gd name="T11" fmla="*/ 80 h 80"/>
                  <a:gd name="T12" fmla="*/ 60 w 72"/>
                  <a:gd name="T13" fmla="*/ 76 h 80"/>
                  <a:gd name="T14" fmla="*/ 60 w 72"/>
                  <a:gd name="T15" fmla="*/ 68 h 80"/>
                  <a:gd name="T16" fmla="*/ 36 w 72"/>
                  <a:gd name="T17" fmla="*/ 72 h 80"/>
                  <a:gd name="T18" fmla="*/ 8 w 72"/>
                  <a:gd name="T19" fmla="*/ 64 h 80"/>
                  <a:gd name="T20" fmla="*/ 8 w 72"/>
                  <a:gd name="T21" fmla="*/ 58 h 80"/>
                  <a:gd name="T22" fmla="*/ 36 w 72"/>
                  <a:gd name="T23" fmla="*/ 64 h 80"/>
                  <a:gd name="T24" fmla="*/ 64 w 72"/>
                  <a:gd name="T25" fmla="*/ 58 h 80"/>
                  <a:gd name="T26" fmla="*/ 64 w 72"/>
                  <a:gd name="T27" fmla="*/ 60 h 80"/>
                  <a:gd name="T28" fmla="*/ 72 w 72"/>
                  <a:gd name="T29" fmla="*/ 60 h 80"/>
                  <a:gd name="T30" fmla="*/ 36 w 72"/>
                  <a:gd name="T31" fmla="*/ 8 h 80"/>
                  <a:gd name="T32" fmla="*/ 64 w 72"/>
                  <a:gd name="T33" fmla="*/ 16 h 80"/>
                  <a:gd name="T34" fmla="*/ 36 w 72"/>
                  <a:gd name="T35" fmla="*/ 24 h 80"/>
                  <a:gd name="T36" fmla="*/ 8 w 72"/>
                  <a:gd name="T37" fmla="*/ 16 h 80"/>
                  <a:gd name="T38" fmla="*/ 36 w 72"/>
                  <a:gd name="T39" fmla="*/ 8 h 80"/>
                  <a:gd name="T40" fmla="*/ 8 w 72"/>
                  <a:gd name="T41" fmla="*/ 26 h 80"/>
                  <a:gd name="T42" fmla="*/ 36 w 72"/>
                  <a:gd name="T43" fmla="*/ 32 h 80"/>
                  <a:gd name="T44" fmla="*/ 64 w 72"/>
                  <a:gd name="T45" fmla="*/ 26 h 80"/>
                  <a:gd name="T46" fmla="*/ 64 w 72"/>
                  <a:gd name="T47" fmla="*/ 32 h 80"/>
                  <a:gd name="T48" fmla="*/ 36 w 72"/>
                  <a:gd name="T49" fmla="*/ 40 h 80"/>
                  <a:gd name="T50" fmla="*/ 8 w 72"/>
                  <a:gd name="T51" fmla="*/ 32 h 80"/>
                  <a:gd name="T52" fmla="*/ 8 w 72"/>
                  <a:gd name="T53" fmla="*/ 26 h 80"/>
                  <a:gd name="T54" fmla="*/ 8 w 72"/>
                  <a:gd name="T55" fmla="*/ 48 h 80"/>
                  <a:gd name="T56" fmla="*/ 8 w 72"/>
                  <a:gd name="T57" fmla="*/ 42 h 80"/>
                  <a:gd name="T58" fmla="*/ 36 w 72"/>
                  <a:gd name="T59" fmla="*/ 48 h 80"/>
                  <a:gd name="T60" fmla="*/ 64 w 72"/>
                  <a:gd name="T61" fmla="*/ 42 h 80"/>
                  <a:gd name="T62" fmla="*/ 64 w 72"/>
                  <a:gd name="T63" fmla="*/ 48 h 80"/>
                  <a:gd name="T64" fmla="*/ 36 w 72"/>
                  <a:gd name="T65" fmla="*/ 56 h 80"/>
                  <a:gd name="T66" fmla="*/ 8 w 72"/>
                  <a:gd name="T67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2" h="80">
                    <a:moveTo>
                      <a:pt x="72" y="60"/>
                    </a:move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5"/>
                      <a:pt x="54" y="0"/>
                      <a:pt x="36" y="0"/>
                    </a:cubicBezTo>
                    <a:cubicBezTo>
                      <a:pt x="18" y="0"/>
                      <a:pt x="0" y="5"/>
                      <a:pt x="0" y="1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5"/>
                      <a:pt x="18" y="80"/>
                      <a:pt x="36" y="80"/>
                    </a:cubicBezTo>
                    <a:cubicBezTo>
                      <a:pt x="45" y="80"/>
                      <a:pt x="53" y="79"/>
                      <a:pt x="60" y="76"/>
                    </a:cubicBezTo>
                    <a:cubicBezTo>
                      <a:pt x="60" y="68"/>
                      <a:pt x="60" y="68"/>
                      <a:pt x="60" y="68"/>
                    </a:cubicBezTo>
                    <a:cubicBezTo>
                      <a:pt x="56" y="70"/>
                      <a:pt x="47" y="72"/>
                      <a:pt x="36" y="72"/>
                    </a:cubicBezTo>
                    <a:cubicBezTo>
                      <a:pt x="18" y="72"/>
                      <a:pt x="8" y="66"/>
                      <a:pt x="8" y="64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15" y="62"/>
                      <a:pt x="25" y="64"/>
                      <a:pt x="36" y="64"/>
                    </a:cubicBezTo>
                    <a:cubicBezTo>
                      <a:pt x="47" y="64"/>
                      <a:pt x="57" y="62"/>
                      <a:pt x="64" y="58"/>
                    </a:cubicBezTo>
                    <a:cubicBezTo>
                      <a:pt x="64" y="60"/>
                      <a:pt x="64" y="60"/>
                      <a:pt x="64" y="60"/>
                    </a:cubicBezTo>
                    <a:lnTo>
                      <a:pt x="72" y="60"/>
                    </a:lnTo>
                    <a:close/>
                    <a:moveTo>
                      <a:pt x="36" y="8"/>
                    </a:moveTo>
                    <a:cubicBezTo>
                      <a:pt x="54" y="8"/>
                      <a:pt x="64" y="14"/>
                      <a:pt x="64" y="16"/>
                    </a:cubicBezTo>
                    <a:cubicBezTo>
                      <a:pt x="64" y="18"/>
                      <a:pt x="54" y="24"/>
                      <a:pt x="36" y="24"/>
                    </a:cubicBezTo>
                    <a:cubicBezTo>
                      <a:pt x="18" y="24"/>
                      <a:pt x="8" y="18"/>
                      <a:pt x="8" y="16"/>
                    </a:cubicBezTo>
                    <a:cubicBezTo>
                      <a:pt x="8" y="14"/>
                      <a:pt x="18" y="8"/>
                      <a:pt x="36" y="8"/>
                    </a:cubicBezTo>
                    <a:close/>
                    <a:moveTo>
                      <a:pt x="8" y="26"/>
                    </a:moveTo>
                    <a:cubicBezTo>
                      <a:pt x="15" y="30"/>
                      <a:pt x="25" y="32"/>
                      <a:pt x="36" y="32"/>
                    </a:cubicBezTo>
                    <a:cubicBezTo>
                      <a:pt x="47" y="32"/>
                      <a:pt x="57" y="30"/>
                      <a:pt x="64" y="26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4"/>
                      <a:pt x="54" y="40"/>
                      <a:pt x="36" y="40"/>
                    </a:cubicBezTo>
                    <a:cubicBezTo>
                      <a:pt x="18" y="40"/>
                      <a:pt x="8" y="34"/>
                      <a:pt x="8" y="32"/>
                    </a:cubicBezTo>
                    <a:lnTo>
                      <a:pt x="8" y="26"/>
                    </a:lnTo>
                    <a:close/>
                    <a:moveTo>
                      <a:pt x="8" y="48"/>
                    </a:moveTo>
                    <a:cubicBezTo>
                      <a:pt x="8" y="42"/>
                      <a:pt x="8" y="42"/>
                      <a:pt x="8" y="42"/>
                    </a:cubicBezTo>
                    <a:cubicBezTo>
                      <a:pt x="15" y="46"/>
                      <a:pt x="25" y="48"/>
                      <a:pt x="36" y="48"/>
                    </a:cubicBezTo>
                    <a:cubicBezTo>
                      <a:pt x="47" y="48"/>
                      <a:pt x="57" y="46"/>
                      <a:pt x="64" y="42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4" y="50"/>
                      <a:pt x="54" y="56"/>
                      <a:pt x="36" y="56"/>
                    </a:cubicBezTo>
                    <a:cubicBezTo>
                      <a:pt x="18" y="56"/>
                      <a:pt x="8" y="50"/>
                      <a:pt x="8" y="4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108"/>
              <p:cNvSpPr>
                <a:spLocks/>
              </p:cNvSpPr>
              <p:nvPr/>
            </p:nvSpPr>
            <p:spPr bwMode="auto">
              <a:xfrm>
                <a:off x="6462713" y="4394201"/>
                <a:ext cx="95250" cy="95250"/>
              </a:xfrm>
              <a:custGeom>
                <a:avLst/>
                <a:gdLst>
                  <a:gd name="T0" fmla="*/ 60 w 60"/>
                  <a:gd name="T1" fmla="*/ 12 h 60"/>
                  <a:gd name="T2" fmla="*/ 48 w 60"/>
                  <a:gd name="T3" fmla="*/ 0 h 60"/>
                  <a:gd name="T4" fmla="*/ 30 w 60"/>
                  <a:gd name="T5" fmla="*/ 18 h 60"/>
                  <a:gd name="T6" fmla="*/ 12 w 60"/>
                  <a:gd name="T7" fmla="*/ 0 h 60"/>
                  <a:gd name="T8" fmla="*/ 0 w 60"/>
                  <a:gd name="T9" fmla="*/ 12 h 60"/>
                  <a:gd name="T10" fmla="*/ 18 w 60"/>
                  <a:gd name="T11" fmla="*/ 30 h 60"/>
                  <a:gd name="T12" fmla="*/ 0 w 60"/>
                  <a:gd name="T13" fmla="*/ 48 h 60"/>
                  <a:gd name="T14" fmla="*/ 12 w 60"/>
                  <a:gd name="T15" fmla="*/ 60 h 60"/>
                  <a:gd name="T16" fmla="*/ 30 w 60"/>
                  <a:gd name="T17" fmla="*/ 42 h 60"/>
                  <a:gd name="T18" fmla="*/ 48 w 60"/>
                  <a:gd name="T19" fmla="*/ 60 h 60"/>
                  <a:gd name="T20" fmla="*/ 60 w 60"/>
                  <a:gd name="T21" fmla="*/ 48 h 60"/>
                  <a:gd name="T22" fmla="*/ 42 w 60"/>
                  <a:gd name="T23" fmla="*/ 30 h 60"/>
                  <a:gd name="T24" fmla="*/ 60 w 60"/>
                  <a:gd name="T25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60">
                    <a:moveTo>
                      <a:pt x="60" y="12"/>
                    </a:moveTo>
                    <a:lnTo>
                      <a:pt x="48" y="0"/>
                    </a:ln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30" y="42"/>
                    </a:lnTo>
                    <a:lnTo>
                      <a:pt x="48" y="60"/>
                    </a:lnTo>
                    <a:lnTo>
                      <a:pt x="60" y="48"/>
                    </a:lnTo>
                    <a:lnTo>
                      <a:pt x="42" y="30"/>
                    </a:ln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8" name="组合 157"/>
            <p:cNvGrpSpPr/>
            <p:nvPr/>
          </p:nvGrpSpPr>
          <p:grpSpPr>
            <a:xfrm>
              <a:off x="8709026" y="3606801"/>
              <a:ext cx="252413" cy="252413"/>
              <a:chOff x="8709026" y="3606801"/>
              <a:chExt cx="252413" cy="252413"/>
            </a:xfrm>
          </p:grpSpPr>
          <p:sp>
            <p:nvSpPr>
              <p:cNvPr id="111" name="Freeform 109"/>
              <p:cNvSpPr>
                <a:spLocks noEditPoints="1"/>
              </p:cNvSpPr>
              <p:nvPr/>
            </p:nvSpPr>
            <p:spPr bwMode="auto">
              <a:xfrm>
                <a:off x="8709026" y="3606801"/>
                <a:ext cx="252413" cy="252413"/>
              </a:xfrm>
              <a:custGeom>
                <a:avLst/>
                <a:gdLst>
                  <a:gd name="T0" fmla="*/ 72 w 80"/>
                  <a:gd name="T1" fmla="*/ 0 h 80"/>
                  <a:gd name="T2" fmla="*/ 8 w 80"/>
                  <a:gd name="T3" fmla="*/ 0 h 80"/>
                  <a:gd name="T4" fmla="*/ 0 w 80"/>
                  <a:gd name="T5" fmla="*/ 8 h 80"/>
                  <a:gd name="T6" fmla="*/ 0 w 80"/>
                  <a:gd name="T7" fmla="*/ 48 h 80"/>
                  <a:gd name="T8" fmla="*/ 8 w 80"/>
                  <a:gd name="T9" fmla="*/ 56 h 80"/>
                  <a:gd name="T10" fmla="*/ 36 w 80"/>
                  <a:gd name="T11" fmla="*/ 56 h 80"/>
                  <a:gd name="T12" fmla="*/ 36 w 80"/>
                  <a:gd name="T13" fmla="*/ 72 h 80"/>
                  <a:gd name="T14" fmla="*/ 16 w 80"/>
                  <a:gd name="T15" fmla="*/ 72 h 80"/>
                  <a:gd name="T16" fmla="*/ 16 w 80"/>
                  <a:gd name="T17" fmla="*/ 80 h 80"/>
                  <a:gd name="T18" fmla="*/ 64 w 80"/>
                  <a:gd name="T19" fmla="*/ 80 h 80"/>
                  <a:gd name="T20" fmla="*/ 64 w 80"/>
                  <a:gd name="T21" fmla="*/ 72 h 80"/>
                  <a:gd name="T22" fmla="*/ 44 w 80"/>
                  <a:gd name="T23" fmla="*/ 72 h 80"/>
                  <a:gd name="T24" fmla="*/ 44 w 80"/>
                  <a:gd name="T25" fmla="*/ 56 h 80"/>
                  <a:gd name="T26" fmla="*/ 72 w 80"/>
                  <a:gd name="T27" fmla="*/ 56 h 80"/>
                  <a:gd name="T28" fmla="*/ 80 w 80"/>
                  <a:gd name="T29" fmla="*/ 48 h 80"/>
                  <a:gd name="T30" fmla="*/ 80 w 80"/>
                  <a:gd name="T31" fmla="*/ 8 h 80"/>
                  <a:gd name="T32" fmla="*/ 72 w 80"/>
                  <a:gd name="T33" fmla="*/ 0 h 80"/>
                  <a:gd name="T34" fmla="*/ 72 w 80"/>
                  <a:gd name="T35" fmla="*/ 8 h 80"/>
                  <a:gd name="T36" fmla="*/ 72 w 80"/>
                  <a:gd name="T37" fmla="*/ 24 h 80"/>
                  <a:gd name="T38" fmla="*/ 8 w 80"/>
                  <a:gd name="T39" fmla="*/ 24 h 80"/>
                  <a:gd name="T40" fmla="*/ 8 w 80"/>
                  <a:gd name="T41" fmla="*/ 8 h 80"/>
                  <a:gd name="T42" fmla="*/ 72 w 80"/>
                  <a:gd name="T43" fmla="*/ 8 h 80"/>
                  <a:gd name="T44" fmla="*/ 8 w 80"/>
                  <a:gd name="T45" fmla="*/ 48 h 80"/>
                  <a:gd name="T46" fmla="*/ 8 w 80"/>
                  <a:gd name="T47" fmla="*/ 32 h 80"/>
                  <a:gd name="T48" fmla="*/ 72 w 80"/>
                  <a:gd name="T49" fmla="*/ 32 h 80"/>
                  <a:gd name="T50" fmla="*/ 72 w 80"/>
                  <a:gd name="T51" fmla="*/ 48 h 80"/>
                  <a:gd name="T52" fmla="*/ 8 w 80"/>
                  <a:gd name="T53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" h="8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6" y="56"/>
                      <a:pt x="80" y="52"/>
                      <a:pt x="80" y="4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72" y="8"/>
                    </a:moveTo>
                    <a:cubicBezTo>
                      <a:pt x="72" y="24"/>
                      <a:pt x="72" y="24"/>
                      <a:pt x="72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72" y="8"/>
                    </a:lnTo>
                    <a:close/>
                    <a:moveTo>
                      <a:pt x="8" y="48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48"/>
                      <a:pt x="72" y="48"/>
                      <a:pt x="72" y="4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110"/>
              <p:cNvSpPr>
                <a:spLocks noChangeArrowheads="1"/>
              </p:cNvSpPr>
              <p:nvPr/>
            </p:nvSpPr>
            <p:spPr bwMode="auto">
              <a:xfrm>
                <a:off x="8747126" y="3644901"/>
                <a:ext cx="635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11"/>
              <p:cNvSpPr>
                <a:spLocks noChangeArrowheads="1"/>
              </p:cNvSpPr>
              <p:nvPr/>
            </p:nvSpPr>
            <p:spPr bwMode="auto">
              <a:xfrm>
                <a:off x="8747126" y="3721101"/>
                <a:ext cx="63500" cy="23813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Oval 112"/>
              <p:cNvSpPr>
                <a:spLocks noChangeArrowheads="1"/>
              </p:cNvSpPr>
              <p:nvPr/>
            </p:nvSpPr>
            <p:spPr bwMode="auto">
              <a:xfrm>
                <a:off x="8923338" y="383381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Oval 113"/>
              <p:cNvSpPr>
                <a:spLocks noChangeArrowheads="1"/>
              </p:cNvSpPr>
              <p:nvPr/>
            </p:nvSpPr>
            <p:spPr bwMode="auto">
              <a:xfrm>
                <a:off x="8721726" y="383381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Oval 114"/>
              <p:cNvSpPr>
                <a:spLocks noChangeArrowheads="1"/>
              </p:cNvSpPr>
              <p:nvPr/>
            </p:nvSpPr>
            <p:spPr bwMode="auto">
              <a:xfrm>
                <a:off x="8859838" y="3644901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Oval 115"/>
              <p:cNvSpPr>
                <a:spLocks noChangeArrowheads="1"/>
              </p:cNvSpPr>
              <p:nvPr/>
            </p:nvSpPr>
            <p:spPr bwMode="auto">
              <a:xfrm>
                <a:off x="8897938" y="3644901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Oval 116"/>
              <p:cNvSpPr>
                <a:spLocks noChangeArrowheads="1"/>
              </p:cNvSpPr>
              <p:nvPr/>
            </p:nvSpPr>
            <p:spPr bwMode="auto">
              <a:xfrm>
                <a:off x="8859838" y="3721101"/>
                <a:ext cx="25400" cy="2381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Oval 117"/>
              <p:cNvSpPr>
                <a:spLocks noChangeArrowheads="1"/>
              </p:cNvSpPr>
              <p:nvPr/>
            </p:nvSpPr>
            <p:spPr bwMode="auto">
              <a:xfrm>
                <a:off x="8897938" y="3721101"/>
                <a:ext cx="25400" cy="2381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5043488" y="4189413"/>
              <a:ext cx="292100" cy="265113"/>
              <a:chOff x="5043488" y="4189413"/>
              <a:chExt cx="292100" cy="265113"/>
            </a:xfrm>
          </p:grpSpPr>
          <p:sp>
            <p:nvSpPr>
              <p:cNvPr id="120" name="Freeform 118"/>
              <p:cNvSpPr>
                <a:spLocks noEditPoints="1"/>
              </p:cNvSpPr>
              <p:nvPr/>
            </p:nvSpPr>
            <p:spPr bwMode="auto">
              <a:xfrm>
                <a:off x="5043488" y="4189413"/>
                <a:ext cx="228600" cy="252413"/>
              </a:xfrm>
              <a:custGeom>
                <a:avLst/>
                <a:gdLst>
                  <a:gd name="T0" fmla="*/ 56 w 72"/>
                  <a:gd name="T1" fmla="*/ 69 h 80"/>
                  <a:gd name="T2" fmla="*/ 36 w 72"/>
                  <a:gd name="T3" fmla="*/ 72 h 80"/>
                  <a:gd name="T4" fmla="*/ 8 w 72"/>
                  <a:gd name="T5" fmla="*/ 64 h 80"/>
                  <a:gd name="T6" fmla="*/ 8 w 72"/>
                  <a:gd name="T7" fmla="*/ 58 h 80"/>
                  <a:gd name="T8" fmla="*/ 36 w 72"/>
                  <a:gd name="T9" fmla="*/ 64 h 80"/>
                  <a:gd name="T10" fmla="*/ 64 w 72"/>
                  <a:gd name="T11" fmla="*/ 58 h 80"/>
                  <a:gd name="T12" fmla="*/ 64 w 72"/>
                  <a:gd name="T13" fmla="*/ 64 h 80"/>
                  <a:gd name="T14" fmla="*/ 72 w 72"/>
                  <a:gd name="T15" fmla="*/ 64 h 80"/>
                  <a:gd name="T16" fmla="*/ 72 w 72"/>
                  <a:gd name="T17" fmla="*/ 16 h 80"/>
                  <a:gd name="T18" fmla="*/ 36 w 72"/>
                  <a:gd name="T19" fmla="*/ 0 h 80"/>
                  <a:gd name="T20" fmla="*/ 0 w 72"/>
                  <a:gd name="T21" fmla="*/ 16 h 80"/>
                  <a:gd name="T22" fmla="*/ 0 w 72"/>
                  <a:gd name="T23" fmla="*/ 64 h 80"/>
                  <a:gd name="T24" fmla="*/ 36 w 72"/>
                  <a:gd name="T25" fmla="*/ 80 h 80"/>
                  <a:gd name="T26" fmla="*/ 56 w 72"/>
                  <a:gd name="T27" fmla="*/ 77 h 80"/>
                  <a:gd name="T28" fmla="*/ 56 w 72"/>
                  <a:gd name="T29" fmla="*/ 69 h 80"/>
                  <a:gd name="T30" fmla="*/ 36 w 72"/>
                  <a:gd name="T31" fmla="*/ 8 h 80"/>
                  <a:gd name="T32" fmla="*/ 64 w 72"/>
                  <a:gd name="T33" fmla="*/ 16 h 80"/>
                  <a:gd name="T34" fmla="*/ 36 w 72"/>
                  <a:gd name="T35" fmla="*/ 24 h 80"/>
                  <a:gd name="T36" fmla="*/ 8 w 72"/>
                  <a:gd name="T37" fmla="*/ 16 h 80"/>
                  <a:gd name="T38" fmla="*/ 36 w 72"/>
                  <a:gd name="T39" fmla="*/ 8 h 80"/>
                  <a:gd name="T40" fmla="*/ 8 w 72"/>
                  <a:gd name="T41" fmla="*/ 26 h 80"/>
                  <a:gd name="T42" fmla="*/ 36 w 72"/>
                  <a:gd name="T43" fmla="*/ 32 h 80"/>
                  <a:gd name="T44" fmla="*/ 64 w 72"/>
                  <a:gd name="T45" fmla="*/ 26 h 80"/>
                  <a:gd name="T46" fmla="*/ 64 w 72"/>
                  <a:gd name="T47" fmla="*/ 32 h 80"/>
                  <a:gd name="T48" fmla="*/ 36 w 72"/>
                  <a:gd name="T49" fmla="*/ 40 h 80"/>
                  <a:gd name="T50" fmla="*/ 8 w 72"/>
                  <a:gd name="T51" fmla="*/ 32 h 80"/>
                  <a:gd name="T52" fmla="*/ 8 w 72"/>
                  <a:gd name="T53" fmla="*/ 26 h 80"/>
                  <a:gd name="T54" fmla="*/ 8 w 72"/>
                  <a:gd name="T55" fmla="*/ 42 h 80"/>
                  <a:gd name="T56" fmla="*/ 36 w 72"/>
                  <a:gd name="T57" fmla="*/ 48 h 80"/>
                  <a:gd name="T58" fmla="*/ 64 w 72"/>
                  <a:gd name="T59" fmla="*/ 42 h 80"/>
                  <a:gd name="T60" fmla="*/ 64 w 72"/>
                  <a:gd name="T61" fmla="*/ 48 h 80"/>
                  <a:gd name="T62" fmla="*/ 36 w 72"/>
                  <a:gd name="T63" fmla="*/ 56 h 80"/>
                  <a:gd name="T64" fmla="*/ 8 w 72"/>
                  <a:gd name="T65" fmla="*/ 48 h 80"/>
                  <a:gd name="T66" fmla="*/ 8 w 72"/>
                  <a:gd name="T67" fmla="*/ 4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2" h="80">
                    <a:moveTo>
                      <a:pt x="56" y="69"/>
                    </a:moveTo>
                    <a:cubicBezTo>
                      <a:pt x="51" y="71"/>
                      <a:pt x="45" y="72"/>
                      <a:pt x="36" y="72"/>
                    </a:cubicBezTo>
                    <a:cubicBezTo>
                      <a:pt x="18" y="72"/>
                      <a:pt x="8" y="66"/>
                      <a:pt x="8" y="64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15" y="62"/>
                      <a:pt x="25" y="64"/>
                      <a:pt x="36" y="64"/>
                    </a:cubicBezTo>
                    <a:cubicBezTo>
                      <a:pt x="47" y="64"/>
                      <a:pt x="57" y="62"/>
                      <a:pt x="64" y="58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5"/>
                      <a:pt x="54" y="0"/>
                      <a:pt x="36" y="0"/>
                    </a:cubicBezTo>
                    <a:cubicBezTo>
                      <a:pt x="18" y="0"/>
                      <a:pt x="0" y="5"/>
                      <a:pt x="0" y="1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5"/>
                      <a:pt x="18" y="80"/>
                      <a:pt x="36" y="80"/>
                    </a:cubicBezTo>
                    <a:cubicBezTo>
                      <a:pt x="43" y="80"/>
                      <a:pt x="50" y="79"/>
                      <a:pt x="56" y="77"/>
                    </a:cubicBezTo>
                    <a:lnTo>
                      <a:pt x="56" y="69"/>
                    </a:lnTo>
                    <a:close/>
                    <a:moveTo>
                      <a:pt x="36" y="8"/>
                    </a:moveTo>
                    <a:cubicBezTo>
                      <a:pt x="54" y="8"/>
                      <a:pt x="64" y="14"/>
                      <a:pt x="64" y="16"/>
                    </a:cubicBezTo>
                    <a:cubicBezTo>
                      <a:pt x="64" y="18"/>
                      <a:pt x="54" y="24"/>
                      <a:pt x="36" y="24"/>
                    </a:cubicBezTo>
                    <a:cubicBezTo>
                      <a:pt x="18" y="24"/>
                      <a:pt x="8" y="18"/>
                      <a:pt x="8" y="16"/>
                    </a:cubicBezTo>
                    <a:cubicBezTo>
                      <a:pt x="8" y="14"/>
                      <a:pt x="18" y="8"/>
                      <a:pt x="36" y="8"/>
                    </a:cubicBezTo>
                    <a:close/>
                    <a:moveTo>
                      <a:pt x="8" y="26"/>
                    </a:moveTo>
                    <a:cubicBezTo>
                      <a:pt x="15" y="30"/>
                      <a:pt x="25" y="32"/>
                      <a:pt x="36" y="32"/>
                    </a:cubicBezTo>
                    <a:cubicBezTo>
                      <a:pt x="47" y="32"/>
                      <a:pt x="57" y="30"/>
                      <a:pt x="64" y="26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4"/>
                      <a:pt x="54" y="40"/>
                      <a:pt x="36" y="40"/>
                    </a:cubicBezTo>
                    <a:cubicBezTo>
                      <a:pt x="18" y="40"/>
                      <a:pt x="8" y="34"/>
                      <a:pt x="8" y="32"/>
                    </a:cubicBezTo>
                    <a:lnTo>
                      <a:pt x="8" y="26"/>
                    </a:lnTo>
                    <a:close/>
                    <a:moveTo>
                      <a:pt x="8" y="42"/>
                    </a:moveTo>
                    <a:cubicBezTo>
                      <a:pt x="15" y="46"/>
                      <a:pt x="25" y="48"/>
                      <a:pt x="36" y="48"/>
                    </a:cubicBezTo>
                    <a:cubicBezTo>
                      <a:pt x="47" y="48"/>
                      <a:pt x="57" y="46"/>
                      <a:pt x="64" y="42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4" y="50"/>
                      <a:pt x="54" y="56"/>
                      <a:pt x="36" y="56"/>
                    </a:cubicBezTo>
                    <a:cubicBezTo>
                      <a:pt x="18" y="56"/>
                      <a:pt x="8" y="50"/>
                      <a:pt x="8" y="48"/>
                    </a:cubicBezTo>
                    <a:lnTo>
                      <a:pt x="8" y="4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Rectangle 119"/>
              <p:cNvSpPr>
                <a:spLocks noChangeArrowheads="1"/>
              </p:cNvSpPr>
              <p:nvPr/>
            </p:nvSpPr>
            <p:spPr bwMode="auto">
              <a:xfrm>
                <a:off x="5259388" y="4429126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4437063" y="4189413"/>
              <a:ext cx="303213" cy="303213"/>
              <a:chOff x="4437063" y="4189413"/>
              <a:chExt cx="303213" cy="303213"/>
            </a:xfrm>
          </p:grpSpPr>
          <p:sp>
            <p:nvSpPr>
              <p:cNvPr id="122" name="Freeform 120"/>
              <p:cNvSpPr>
                <a:spLocks noEditPoints="1"/>
              </p:cNvSpPr>
              <p:nvPr/>
            </p:nvSpPr>
            <p:spPr bwMode="auto">
              <a:xfrm>
                <a:off x="4437063" y="4189413"/>
                <a:ext cx="228600" cy="252413"/>
              </a:xfrm>
              <a:custGeom>
                <a:avLst/>
                <a:gdLst>
                  <a:gd name="T0" fmla="*/ 56 w 72"/>
                  <a:gd name="T1" fmla="*/ 69 h 80"/>
                  <a:gd name="T2" fmla="*/ 36 w 72"/>
                  <a:gd name="T3" fmla="*/ 72 h 80"/>
                  <a:gd name="T4" fmla="*/ 8 w 72"/>
                  <a:gd name="T5" fmla="*/ 64 h 80"/>
                  <a:gd name="T6" fmla="*/ 8 w 72"/>
                  <a:gd name="T7" fmla="*/ 58 h 80"/>
                  <a:gd name="T8" fmla="*/ 36 w 72"/>
                  <a:gd name="T9" fmla="*/ 64 h 80"/>
                  <a:gd name="T10" fmla="*/ 56 w 72"/>
                  <a:gd name="T11" fmla="*/ 61 h 80"/>
                  <a:gd name="T12" fmla="*/ 56 w 72"/>
                  <a:gd name="T13" fmla="*/ 53 h 80"/>
                  <a:gd name="T14" fmla="*/ 36 w 72"/>
                  <a:gd name="T15" fmla="*/ 56 h 80"/>
                  <a:gd name="T16" fmla="*/ 8 w 72"/>
                  <a:gd name="T17" fmla="*/ 48 h 80"/>
                  <a:gd name="T18" fmla="*/ 8 w 72"/>
                  <a:gd name="T19" fmla="*/ 42 h 80"/>
                  <a:gd name="T20" fmla="*/ 36 w 72"/>
                  <a:gd name="T21" fmla="*/ 48 h 80"/>
                  <a:gd name="T22" fmla="*/ 64 w 72"/>
                  <a:gd name="T23" fmla="*/ 42 h 80"/>
                  <a:gd name="T24" fmla="*/ 64 w 72"/>
                  <a:gd name="T25" fmla="*/ 48 h 80"/>
                  <a:gd name="T26" fmla="*/ 72 w 72"/>
                  <a:gd name="T27" fmla="*/ 48 h 80"/>
                  <a:gd name="T28" fmla="*/ 72 w 72"/>
                  <a:gd name="T29" fmla="*/ 16 h 80"/>
                  <a:gd name="T30" fmla="*/ 36 w 72"/>
                  <a:gd name="T31" fmla="*/ 0 h 80"/>
                  <a:gd name="T32" fmla="*/ 0 w 72"/>
                  <a:gd name="T33" fmla="*/ 16 h 80"/>
                  <a:gd name="T34" fmla="*/ 0 w 72"/>
                  <a:gd name="T35" fmla="*/ 64 h 80"/>
                  <a:gd name="T36" fmla="*/ 36 w 72"/>
                  <a:gd name="T37" fmla="*/ 80 h 80"/>
                  <a:gd name="T38" fmla="*/ 56 w 72"/>
                  <a:gd name="T39" fmla="*/ 77 h 80"/>
                  <a:gd name="T40" fmla="*/ 56 w 72"/>
                  <a:gd name="T41" fmla="*/ 69 h 80"/>
                  <a:gd name="T42" fmla="*/ 36 w 72"/>
                  <a:gd name="T43" fmla="*/ 8 h 80"/>
                  <a:gd name="T44" fmla="*/ 64 w 72"/>
                  <a:gd name="T45" fmla="*/ 16 h 80"/>
                  <a:gd name="T46" fmla="*/ 36 w 72"/>
                  <a:gd name="T47" fmla="*/ 24 h 80"/>
                  <a:gd name="T48" fmla="*/ 8 w 72"/>
                  <a:gd name="T49" fmla="*/ 16 h 80"/>
                  <a:gd name="T50" fmla="*/ 36 w 72"/>
                  <a:gd name="T51" fmla="*/ 8 h 80"/>
                  <a:gd name="T52" fmla="*/ 8 w 72"/>
                  <a:gd name="T53" fmla="*/ 26 h 80"/>
                  <a:gd name="T54" fmla="*/ 36 w 72"/>
                  <a:gd name="T55" fmla="*/ 32 h 80"/>
                  <a:gd name="T56" fmla="*/ 64 w 72"/>
                  <a:gd name="T57" fmla="*/ 26 h 80"/>
                  <a:gd name="T58" fmla="*/ 64 w 72"/>
                  <a:gd name="T59" fmla="*/ 32 h 80"/>
                  <a:gd name="T60" fmla="*/ 36 w 72"/>
                  <a:gd name="T61" fmla="*/ 40 h 80"/>
                  <a:gd name="T62" fmla="*/ 8 w 72"/>
                  <a:gd name="T63" fmla="*/ 32 h 80"/>
                  <a:gd name="T64" fmla="*/ 8 w 72"/>
                  <a:gd name="T65" fmla="*/ 2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2" h="80">
                    <a:moveTo>
                      <a:pt x="56" y="69"/>
                    </a:moveTo>
                    <a:cubicBezTo>
                      <a:pt x="51" y="71"/>
                      <a:pt x="45" y="72"/>
                      <a:pt x="36" y="72"/>
                    </a:cubicBezTo>
                    <a:cubicBezTo>
                      <a:pt x="18" y="72"/>
                      <a:pt x="8" y="66"/>
                      <a:pt x="8" y="64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15" y="62"/>
                      <a:pt x="25" y="64"/>
                      <a:pt x="36" y="64"/>
                    </a:cubicBezTo>
                    <a:cubicBezTo>
                      <a:pt x="43" y="64"/>
                      <a:pt x="50" y="63"/>
                      <a:pt x="56" y="61"/>
                    </a:cubicBezTo>
                    <a:cubicBezTo>
                      <a:pt x="56" y="53"/>
                      <a:pt x="56" y="53"/>
                      <a:pt x="56" y="53"/>
                    </a:cubicBezTo>
                    <a:cubicBezTo>
                      <a:pt x="51" y="55"/>
                      <a:pt x="45" y="56"/>
                      <a:pt x="36" y="56"/>
                    </a:cubicBezTo>
                    <a:cubicBezTo>
                      <a:pt x="18" y="56"/>
                      <a:pt x="8" y="50"/>
                      <a:pt x="8" y="48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15" y="46"/>
                      <a:pt x="25" y="48"/>
                      <a:pt x="36" y="48"/>
                    </a:cubicBezTo>
                    <a:cubicBezTo>
                      <a:pt x="47" y="48"/>
                      <a:pt x="57" y="46"/>
                      <a:pt x="64" y="42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72" y="48"/>
                      <a:pt x="72" y="48"/>
                      <a:pt x="72" y="48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5"/>
                      <a:pt x="54" y="0"/>
                      <a:pt x="36" y="0"/>
                    </a:cubicBezTo>
                    <a:cubicBezTo>
                      <a:pt x="18" y="0"/>
                      <a:pt x="0" y="5"/>
                      <a:pt x="0" y="1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5"/>
                      <a:pt x="18" y="80"/>
                      <a:pt x="36" y="80"/>
                    </a:cubicBezTo>
                    <a:cubicBezTo>
                      <a:pt x="43" y="80"/>
                      <a:pt x="50" y="79"/>
                      <a:pt x="56" y="77"/>
                    </a:cubicBezTo>
                    <a:lnTo>
                      <a:pt x="56" y="69"/>
                    </a:lnTo>
                    <a:close/>
                    <a:moveTo>
                      <a:pt x="36" y="8"/>
                    </a:moveTo>
                    <a:cubicBezTo>
                      <a:pt x="54" y="8"/>
                      <a:pt x="64" y="14"/>
                      <a:pt x="64" y="16"/>
                    </a:cubicBezTo>
                    <a:cubicBezTo>
                      <a:pt x="64" y="18"/>
                      <a:pt x="54" y="24"/>
                      <a:pt x="36" y="24"/>
                    </a:cubicBezTo>
                    <a:cubicBezTo>
                      <a:pt x="18" y="24"/>
                      <a:pt x="8" y="18"/>
                      <a:pt x="8" y="16"/>
                    </a:cubicBezTo>
                    <a:cubicBezTo>
                      <a:pt x="8" y="14"/>
                      <a:pt x="18" y="8"/>
                      <a:pt x="36" y="8"/>
                    </a:cubicBezTo>
                    <a:close/>
                    <a:moveTo>
                      <a:pt x="8" y="26"/>
                    </a:moveTo>
                    <a:cubicBezTo>
                      <a:pt x="15" y="30"/>
                      <a:pt x="25" y="32"/>
                      <a:pt x="36" y="32"/>
                    </a:cubicBezTo>
                    <a:cubicBezTo>
                      <a:pt x="47" y="32"/>
                      <a:pt x="57" y="30"/>
                      <a:pt x="64" y="26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34"/>
                      <a:pt x="54" y="40"/>
                      <a:pt x="36" y="40"/>
                    </a:cubicBezTo>
                    <a:cubicBezTo>
                      <a:pt x="18" y="40"/>
                      <a:pt x="8" y="34"/>
                      <a:pt x="8" y="32"/>
                    </a:cubicBezTo>
                    <a:lnTo>
                      <a:pt x="8" y="2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121"/>
              <p:cNvSpPr>
                <a:spLocks/>
              </p:cNvSpPr>
              <p:nvPr/>
            </p:nvSpPr>
            <p:spPr bwMode="auto">
              <a:xfrm>
                <a:off x="4640263" y="4391026"/>
                <a:ext cx="100013" cy="101600"/>
              </a:xfrm>
              <a:custGeom>
                <a:avLst/>
                <a:gdLst>
                  <a:gd name="T0" fmla="*/ 63 w 63"/>
                  <a:gd name="T1" fmla="*/ 24 h 64"/>
                  <a:gd name="T2" fmla="*/ 40 w 63"/>
                  <a:gd name="T3" fmla="*/ 24 h 64"/>
                  <a:gd name="T4" fmla="*/ 40 w 63"/>
                  <a:gd name="T5" fmla="*/ 0 h 64"/>
                  <a:gd name="T6" fmla="*/ 24 w 63"/>
                  <a:gd name="T7" fmla="*/ 0 h 64"/>
                  <a:gd name="T8" fmla="*/ 24 w 63"/>
                  <a:gd name="T9" fmla="*/ 24 h 64"/>
                  <a:gd name="T10" fmla="*/ 0 w 63"/>
                  <a:gd name="T11" fmla="*/ 24 h 64"/>
                  <a:gd name="T12" fmla="*/ 0 w 63"/>
                  <a:gd name="T13" fmla="*/ 40 h 64"/>
                  <a:gd name="T14" fmla="*/ 24 w 63"/>
                  <a:gd name="T15" fmla="*/ 40 h 64"/>
                  <a:gd name="T16" fmla="*/ 24 w 63"/>
                  <a:gd name="T17" fmla="*/ 64 h 64"/>
                  <a:gd name="T18" fmla="*/ 40 w 63"/>
                  <a:gd name="T19" fmla="*/ 64 h 64"/>
                  <a:gd name="T20" fmla="*/ 40 w 63"/>
                  <a:gd name="T21" fmla="*/ 40 h 64"/>
                  <a:gd name="T22" fmla="*/ 63 w 63"/>
                  <a:gd name="T23" fmla="*/ 40 h 64"/>
                  <a:gd name="T24" fmla="*/ 63 w 63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64">
                    <a:moveTo>
                      <a:pt x="63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3" y="40"/>
                    </a:lnTo>
                    <a:lnTo>
                      <a:pt x="63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6889751" y="4214813"/>
              <a:ext cx="252413" cy="252413"/>
              <a:chOff x="6889751" y="4214813"/>
              <a:chExt cx="252413" cy="252413"/>
            </a:xfrm>
          </p:grpSpPr>
          <p:sp>
            <p:nvSpPr>
              <p:cNvPr id="124" name="Freeform 122"/>
              <p:cNvSpPr>
                <a:spLocks noEditPoints="1"/>
              </p:cNvSpPr>
              <p:nvPr/>
            </p:nvSpPr>
            <p:spPr bwMode="auto">
              <a:xfrm>
                <a:off x="6889751" y="4214813"/>
                <a:ext cx="252413" cy="252413"/>
              </a:xfrm>
              <a:custGeom>
                <a:avLst/>
                <a:gdLst>
                  <a:gd name="T0" fmla="*/ 40 w 80"/>
                  <a:gd name="T1" fmla="*/ 0 h 80"/>
                  <a:gd name="T2" fmla="*/ 0 w 80"/>
                  <a:gd name="T3" fmla="*/ 40 h 80"/>
                  <a:gd name="T4" fmla="*/ 40 w 80"/>
                  <a:gd name="T5" fmla="*/ 80 h 80"/>
                  <a:gd name="T6" fmla="*/ 80 w 80"/>
                  <a:gd name="T7" fmla="*/ 40 h 80"/>
                  <a:gd name="T8" fmla="*/ 40 w 80"/>
                  <a:gd name="T9" fmla="*/ 0 h 80"/>
                  <a:gd name="T10" fmla="*/ 40 w 80"/>
                  <a:gd name="T11" fmla="*/ 72 h 80"/>
                  <a:gd name="T12" fmla="*/ 8 w 80"/>
                  <a:gd name="T13" fmla="*/ 40 h 80"/>
                  <a:gd name="T14" fmla="*/ 40 w 80"/>
                  <a:gd name="T15" fmla="*/ 8 h 80"/>
                  <a:gd name="T16" fmla="*/ 72 w 80"/>
                  <a:gd name="T17" fmla="*/ 40 h 80"/>
                  <a:gd name="T18" fmla="*/ 40 w 80"/>
                  <a:gd name="T19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40" y="72"/>
                    </a:moveTo>
                    <a:cubicBezTo>
                      <a:pt x="22" y="72"/>
                      <a:pt x="8" y="58"/>
                      <a:pt x="8" y="40"/>
                    </a:cubicBezTo>
                    <a:cubicBezTo>
                      <a:pt x="8" y="22"/>
                      <a:pt x="22" y="8"/>
                      <a:pt x="40" y="8"/>
                    </a:cubicBezTo>
                    <a:cubicBezTo>
                      <a:pt x="58" y="8"/>
                      <a:pt x="72" y="22"/>
                      <a:pt x="72" y="40"/>
                    </a:cubicBezTo>
                    <a:cubicBezTo>
                      <a:pt x="72" y="58"/>
                      <a:pt x="58" y="72"/>
                      <a:pt x="40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123"/>
              <p:cNvSpPr>
                <a:spLocks/>
              </p:cNvSpPr>
              <p:nvPr/>
            </p:nvSpPr>
            <p:spPr bwMode="auto">
              <a:xfrm>
                <a:off x="6951663" y="4278313"/>
                <a:ext cx="127000" cy="125413"/>
              </a:xfrm>
              <a:custGeom>
                <a:avLst/>
                <a:gdLst>
                  <a:gd name="T0" fmla="*/ 48 w 80"/>
                  <a:gd name="T1" fmla="*/ 0 h 79"/>
                  <a:gd name="T2" fmla="*/ 32 w 80"/>
                  <a:gd name="T3" fmla="*/ 0 h 79"/>
                  <a:gd name="T4" fmla="*/ 32 w 80"/>
                  <a:gd name="T5" fmla="*/ 31 h 79"/>
                  <a:gd name="T6" fmla="*/ 0 w 80"/>
                  <a:gd name="T7" fmla="*/ 31 h 79"/>
                  <a:gd name="T8" fmla="*/ 0 w 80"/>
                  <a:gd name="T9" fmla="*/ 47 h 79"/>
                  <a:gd name="T10" fmla="*/ 32 w 80"/>
                  <a:gd name="T11" fmla="*/ 47 h 79"/>
                  <a:gd name="T12" fmla="*/ 32 w 80"/>
                  <a:gd name="T13" fmla="*/ 79 h 79"/>
                  <a:gd name="T14" fmla="*/ 48 w 80"/>
                  <a:gd name="T15" fmla="*/ 79 h 79"/>
                  <a:gd name="T16" fmla="*/ 48 w 80"/>
                  <a:gd name="T17" fmla="*/ 47 h 79"/>
                  <a:gd name="T18" fmla="*/ 80 w 80"/>
                  <a:gd name="T19" fmla="*/ 47 h 79"/>
                  <a:gd name="T20" fmla="*/ 80 w 80"/>
                  <a:gd name="T21" fmla="*/ 31 h 79"/>
                  <a:gd name="T22" fmla="*/ 48 w 80"/>
                  <a:gd name="T23" fmla="*/ 31 h 79"/>
                  <a:gd name="T24" fmla="*/ 48 w 80"/>
                  <a:gd name="T25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" h="79">
                    <a:moveTo>
                      <a:pt x="48" y="0"/>
                    </a:moveTo>
                    <a:lnTo>
                      <a:pt x="32" y="0"/>
                    </a:lnTo>
                    <a:lnTo>
                      <a:pt x="32" y="31"/>
                    </a:lnTo>
                    <a:lnTo>
                      <a:pt x="0" y="31"/>
                    </a:lnTo>
                    <a:lnTo>
                      <a:pt x="0" y="47"/>
                    </a:lnTo>
                    <a:lnTo>
                      <a:pt x="32" y="47"/>
                    </a:lnTo>
                    <a:lnTo>
                      <a:pt x="32" y="79"/>
                    </a:lnTo>
                    <a:lnTo>
                      <a:pt x="48" y="79"/>
                    </a:lnTo>
                    <a:lnTo>
                      <a:pt x="48" y="47"/>
                    </a:lnTo>
                    <a:lnTo>
                      <a:pt x="80" y="47"/>
                    </a:lnTo>
                    <a:lnTo>
                      <a:pt x="80" y="31"/>
                    </a:lnTo>
                    <a:lnTo>
                      <a:pt x="48" y="31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7496176" y="4214813"/>
              <a:ext cx="252413" cy="252413"/>
              <a:chOff x="7496176" y="4214813"/>
              <a:chExt cx="252413" cy="252413"/>
            </a:xfrm>
          </p:grpSpPr>
          <p:sp>
            <p:nvSpPr>
              <p:cNvPr id="126" name="Freeform 124"/>
              <p:cNvSpPr>
                <a:spLocks noEditPoints="1"/>
              </p:cNvSpPr>
              <p:nvPr/>
            </p:nvSpPr>
            <p:spPr bwMode="auto">
              <a:xfrm>
                <a:off x="7496176" y="4214813"/>
                <a:ext cx="252413" cy="252413"/>
              </a:xfrm>
              <a:custGeom>
                <a:avLst/>
                <a:gdLst>
                  <a:gd name="T0" fmla="*/ 40 w 80"/>
                  <a:gd name="T1" fmla="*/ 80 h 80"/>
                  <a:gd name="T2" fmla="*/ 0 w 80"/>
                  <a:gd name="T3" fmla="*/ 40 h 80"/>
                  <a:gd name="T4" fmla="*/ 40 w 80"/>
                  <a:gd name="T5" fmla="*/ 0 h 80"/>
                  <a:gd name="T6" fmla="*/ 80 w 80"/>
                  <a:gd name="T7" fmla="*/ 40 h 80"/>
                  <a:gd name="T8" fmla="*/ 40 w 80"/>
                  <a:gd name="T9" fmla="*/ 80 h 80"/>
                  <a:gd name="T10" fmla="*/ 40 w 80"/>
                  <a:gd name="T11" fmla="*/ 8 h 80"/>
                  <a:gd name="T12" fmla="*/ 8 w 80"/>
                  <a:gd name="T13" fmla="*/ 40 h 80"/>
                  <a:gd name="T14" fmla="*/ 40 w 80"/>
                  <a:gd name="T15" fmla="*/ 72 h 80"/>
                  <a:gd name="T16" fmla="*/ 72 w 80"/>
                  <a:gd name="T17" fmla="*/ 40 h 80"/>
                  <a:gd name="T18" fmla="*/ 40 w 80"/>
                  <a:gd name="T19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80"/>
                    </a:move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0" y="18"/>
                      <a:pt x="80" y="40"/>
                    </a:cubicBezTo>
                    <a:cubicBezTo>
                      <a:pt x="80" y="62"/>
                      <a:pt x="62" y="80"/>
                      <a:pt x="40" y="80"/>
                    </a:cubicBezTo>
                    <a:close/>
                    <a:moveTo>
                      <a:pt x="40" y="8"/>
                    </a:moveTo>
                    <a:cubicBezTo>
                      <a:pt x="22" y="8"/>
                      <a:pt x="8" y="22"/>
                      <a:pt x="8" y="40"/>
                    </a:cubicBezTo>
                    <a:cubicBezTo>
                      <a:pt x="8" y="58"/>
                      <a:pt x="22" y="72"/>
                      <a:pt x="40" y="72"/>
                    </a:cubicBezTo>
                    <a:cubicBezTo>
                      <a:pt x="58" y="72"/>
                      <a:pt x="72" y="58"/>
                      <a:pt x="72" y="40"/>
                    </a:cubicBezTo>
                    <a:cubicBezTo>
                      <a:pt x="72" y="22"/>
                      <a:pt x="58" y="8"/>
                      <a:pt x="40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Rectangle 125"/>
              <p:cNvSpPr>
                <a:spLocks noChangeArrowheads="1"/>
              </p:cNvSpPr>
              <p:nvPr/>
            </p:nvSpPr>
            <p:spPr bwMode="auto">
              <a:xfrm>
                <a:off x="7559676" y="4327526"/>
                <a:ext cx="1254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8102601" y="4214813"/>
              <a:ext cx="252413" cy="252413"/>
              <a:chOff x="8102601" y="4214813"/>
              <a:chExt cx="252413" cy="252413"/>
            </a:xfrm>
          </p:grpSpPr>
          <p:sp>
            <p:nvSpPr>
              <p:cNvPr id="128" name="Freeform 126"/>
              <p:cNvSpPr>
                <a:spLocks noEditPoints="1"/>
              </p:cNvSpPr>
              <p:nvPr/>
            </p:nvSpPr>
            <p:spPr bwMode="auto">
              <a:xfrm>
                <a:off x="8102601" y="4214813"/>
                <a:ext cx="252413" cy="252413"/>
              </a:xfrm>
              <a:custGeom>
                <a:avLst/>
                <a:gdLst>
                  <a:gd name="T0" fmla="*/ 40 w 80"/>
                  <a:gd name="T1" fmla="*/ 0 h 80"/>
                  <a:gd name="T2" fmla="*/ 0 w 80"/>
                  <a:gd name="T3" fmla="*/ 40 h 80"/>
                  <a:gd name="T4" fmla="*/ 40 w 80"/>
                  <a:gd name="T5" fmla="*/ 80 h 80"/>
                  <a:gd name="T6" fmla="*/ 80 w 80"/>
                  <a:gd name="T7" fmla="*/ 40 h 80"/>
                  <a:gd name="T8" fmla="*/ 40 w 80"/>
                  <a:gd name="T9" fmla="*/ 0 h 80"/>
                  <a:gd name="T10" fmla="*/ 40 w 80"/>
                  <a:gd name="T11" fmla="*/ 72 h 80"/>
                  <a:gd name="T12" fmla="*/ 8 w 80"/>
                  <a:gd name="T13" fmla="*/ 40 h 80"/>
                  <a:gd name="T14" fmla="*/ 40 w 80"/>
                  <a:gd name="T15" fmla="*/ 8 h 80"/>
                  <a:gd name="T16" fmla="*/ 72 w 80"/>
                  <a:gd name="T17" fmla="*/ 40 h 80"/>
                  <a:gd name="T18" fmla="*/ 40 w 80"/>
                  <a:gd name="T19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40" y="72"/>
                    </a:moveTo>
                    <a:cubicBezTo>
                      <a:pt x="22" y="72"/>
                      <a:pt x="8" y="58"/>
                      <a:pt x="8" y="40"/>
                    </a:cubicBezTo>
                    <a:cubicBezTo>
                      <a:pt x="8" y="22"/>
                      <a:pt x="22" y="8"/>
                      <a:pt x="40" y="8"/>
                    </a:cubicBezTo>
                    <a:cubicBezTo>
                      <a:pt x="58" y="8"/>
                      <a:pt x="72" y="22"/>
                      <a:pt x="72" y="40"/>
                    </a:cubicBezTo>
                    <a:cubicBezTo>
                      <a:pt x="72" y="58"/>
                      <a:pt x="58" y="72"/>
                      <a:pt x="40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127"/>
              <p:cNvSpPr>
                <a:spLocks/>
              </p:cNvSpPr>
              <p:nvPr/>
            </p:nvSpPr>
            <p:spPr bwMode="auto">
              <a:xfrm>
                <a:off x="8181976" y="4292601"/>
                <a:ext cx="93663" cy="95250"/>
              </a:xfrm>
              <a:custGeom>
                <a:avLst/>
                <a:gdLst>
                  <a:gd name="T0" fmla="*/ 47 w 59"/>
                  <a:gd name="T1" fmla="*/ 0 h 60"/>
                  <a:gd name="T2" fmla="*/ 29 w 59"/>
                  <a:gd name="T3" fmla="*/ 18 h 60"/>
                  <a:gd name="T4" fmla="*/ 12 w 59"/>
                  <a:gd name="T5" fmla="*/ 0 h 60"/>
                  <a:gd name="T6" fmla="*/ 0 w 59"/>
                  <a:gd name="T7" fmla="*/ 12 h 60"/>
                  <a:gd name="T8" fmla="*/ 17 w 59"/>
                  <a:gd name="T9" fmla="*/ 30 h 60"/>
                  <a:gd name="T10" fmla="*/ 0 w 59"/>
                  <a:gd name="T11" fmla="*/ 48 h 60"/>
                  <a:gd name="T12" fmla="*/ 12 w 59"/>
                  <a:gd name="T13" fmla="*/ 60 h 60"/>
                  <a:gd name="T14" fmla="*/ 29 w 59"/>
                  <a:gd name="T15" fmla="*/ 42 h 60"/>
                  <a:gd name="T16" fmla="*/ 47 w 59"/>
                  <a:gd name="T17" fmla="*/ 60 h 60"/>
                  <a:gd name="T18" fmla="*/ 59 w 59"/>
                  <a:gd name="T19" fmla="*/ 48 h 60"/>
                  <a:gd name="T20" fmla="*/ 41 w 59"/>
                  <a:gd name="T21" fmla="*/ 30 h 60"/>
                  <a:gd name="T22" fmla="*/ 59 w 59"/>
                  <a:gd name="T23" fmla="*/ 12 h 60"/>
                  <a:gd name="T24" fmla="*/ 47 w 59"/>
                  <a:gd name="T2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60">
                    <a:moveTo>
                      <a:pt x="47" y="0"/>
                    </a:moveTo>
                    <a:lnTo>
                      <a:pt x="29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7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29" y="42"/>
                    </a:lnTo>
                    <a:lnTo>
                      <a:pt x="47" y="60"/>
                    </a:lnTo>
                    <a:lnTo>
                      <a:pt x="59" y="48"/>
                    </a:lnTo>
                    <a:lnTo>
                      <a:pt x="41" y="30"/>
                    </a:lnTo>
                    <a:lnTo>
                      <a:pt x="59" y="1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0" name="Freeform 128"/>
            <p:cNvSpPr>
              <a:spLocks noEditPoints="1"/>
            </p:cNvSpPr>
            <p:nvPr/>
          </p:nvSpPr>
          <p:spPr bwMode="auto">
            <a:xfrm>
              <a:off x="8709026" y="4214813"/>
              <a:ext cx="252413" cy="252413"/>
            </a:xfrm>
            <a:custGeom>
              <a:avLst/>
              <a:gdLst>
                <a:gd name="T0" fmla="*/ 76 w 80"/>
                <a:gd name="T1" fmla="*/ 52 h 80"/>
                <a:gd name="T2" fmla="*/ 68 w 80"/>
                <a:gd name="T3" fmla="*/ 52 h 80"/>
                <a:gd name="T4" fmla="*/ 68 w 80"/>
                <a:gd name="T5" fmla="*/ 48 h 80"/>
                <a:gd name="T6" fmla="*/ 56 w 80"/>
                <a:gd name="T7" fmla="*/ 36 h 80"/>
                <a:gd name="T8" fmla="*/ 44 w 80"/>
                <a:gd name="T9" fmla="*/ 36 h 80"/>
                <a:gd name="T10" fmla="*/ 44 w 80"/>
                <a:gd name="T11" fmla="*/ 28 h 80"/>
                <a:gd name="T12" fmla="*/ 52 w 80"/>
                <a:gd name="T13" fmla="*/ 28 h 80"/>
                <a:gd name="T14" fmla="*/ 56 w 80"/>
                <a:gd name="T15" fmla="*/ 24 h 80"/>
                <a:gd name="T16" fmla="*/ 56 w 80"/>
                <a:gd name="T17" fmla="*/ 4 h 80"/>
                <a:gd name="T18" fmla="*/ 52 w 80"/>
                <a:gd name="T19" fmla="*/ 0 h 80"/>
                <a:gd name="T20" fmla="*/ 28 w 80"/>
                <a:gd name="T21" fmla="*/ 0 h 80"/>
                <a:gd name="T22" fmla="*/ 24 w 80"/>
                <a:gd name="T23" fmla="*/ 4 h 80"/>
                <a:gd name="T24" fmla="*/ 24 w 80"/>
                <a:gd name="T25" fmla="*/ 24 h 80"/>
                <a:gd name="T26" fmla="*/ 28 w 80"/>
                <a:gd name="T27" fmla="*/ 28 h 80"/>
                <a:gd name="T28" fmla="*/ 36 w 80"/>
                <a:gd name="T29" fmla="*/ 28 h 80"/>
                <a:gd name="T30" fmla="*/ 36 w 80"/>
                <a:gd name="T31" fmla="*/ 36 h 80"/>
                <a:gd name="T32" fmla="*/ 24 w 80"/>
                <a:gd name="T33" fmla="*/ 36 h 80"/>
                <a:gd name="T34" fmla="*/ 12 w 80"/>
                <a:gd name="T35" fmla="*/ 48 h 80"/>
                <a:gd name="T36" fmla="*/ 12 w 80"/>
                <a:gd name="T37" fmla="*/ 52 h 80"/>
                <a:gd name="T38" fmla="*/ 4 w 80"/>
                <a:gd name="T39" fmla="*/ 52 h 80"/>
                <a:gd name="T40" fmla="*/ 0 w 80"/>
                <a:gd name="T41" fmla="*/ 56 h 80"/>
                <a:gd name="T42" fmla="*/ 0 w 80"/>
                <a:gd name="T43" fmla="*/ 76 h 80"/>
                <a:gd name="T44" fmla="*/ 4 w 80"/>
                <a:gd name="T45" fmla="*/ 80 h 80"/>
                <a:gd name="T46" fmla="*/ 28 w 80"/>
                <a:gd name="T47" fmla="*/ 80 h 80"/>
                <a:gd name="T48" fmla="*/ 32 w 80"/>
                <a:gd name="T49" fmla="*/ 76 h 80"/>
                <a:gd name="T50" fmla="*/ 32 w 80"/>
                <a:gd name="T51" fmla="*/ 56 h 80"/>
                <a:gd name="T52" fmla="*/ 28 w 80"/>
                <a:gd name="T53" fmla="*/ 52 h 80"/>
                <a:gd name="T54" fmla="*/ 20 w 80"/>
                <a:gd name="T55" fmla="*/ 52 h 80"/>
                <a:gd name="T56" fmla="*/ 20 w 80"/>
                <a:gd name="T57" fmla="*/ 48 h 80"/>
                <a:gd name="T58" fmla="*/ 24 w 80"/>
                <a:gd name="T59" fmla="*/ 44 h 80"/>
                <a:gd name="T60" fmla="*/ 56 w 80"/>
                <a:gd name="T61" fmla="*/ 44 h 80"/>
                <a:gd name="T62" fmla="*/ 60 w 80"/>
                <a:gd name="T63" fmla="*/ 48 h 80"/>
                <a:gd name="T64" fmla="*/ 60 w 80"/>
                <a:gd name="T65" fmla="*/ 52 h 80"/>
                <a:gd name="T66" fmla="*/ 52 w 80"/>
                <a:gd name="T67" fmla="*/ 52 h 80"/>
                <a:gd name="T68" fmla="*/ 48 w 80"/>
                <a:gd name="T69" fmla="*/ 56 h 80"/>
                <a:gd name="T70" fmla="*/ 48 w 80"/>
                <a:gd name="T71" fmla="*/ 76 h 80"/>
                <a:gd name="T72" fmla="*/ 52 w 80"/>
                <a:gd name="T73" fmla="*/ 80 h 80"/>
                <a:gd name="T74" fmla="*/ 76 w 80"/>
                <a:gd name="T75" fmla="*/ 80 h 80"/>
                <a:gd name="T76" fmla="*/ 80 w 80"/>
                <a:gd name="T77" fmla="*/ 76 h 80"/>
                <a:gd name="T78" fmla="*/ 80 w 80"/>
                <a:gd name="T79" fmla="*/ 56 h 80"/>
                <a:gd name="T80" fmla="*/ 76 w 80"/>
                <a:gd name="T81" fmla="*/ 52 h 80"/>
                <a:gd name="T82" fmla="*/ 32 w 80"/>
                <a:gd name="T83" fmla="*/ 20 h 80"/>
                <a:gd name="T84" fmla="*/ 32 w 80"/>
                <a:gd name="T85" fmla="*/ 8 h 80"/>
                <a:gd name="T86" fmla="*/ 48 w 80"/>
                <a:gd name="T87" fmla="*/ 8 h 80"/>
                <a:gd name="T88" fmla="*/ 48 w 80"/>
                <a:gd name="T89" fmla="*/ 20 h 80"/>
                <a:gd name="T90" fmla="*/ 32 w 80"/>
                <a:gd name="T91" fmla="*/ 20 h 80"/>
                <a:gd name="T92" fmla="*/ 24 w 80"/>
                <a:gd name="T93" fmla="*/ 72 h 80"/>
                <a:gd name="T94" fmla="*/ 8 w 80"/>
                <a:gd name="T95" fmla="*/ 72 h 80"/>
                <a:gd name="T96" fmla="*/ 8 w 80"/>
                <a:gd name="T97" fmla="*/ 60 h 80"/>
                <a:gd name="T98" fmla="*/ 24 w 80"/>
                <a:gd name="T99" fmla="*/ 60 h 80"/>
                <a:gd name="T100" fmla="*/ 24 w 80"/>
                <a:gd name="T101" fmla="*/ 72 h 80"/>
                <a:gd name="T102" fmla="*/ 72 w 80"/>
                <a:gd name="T103" fmla="*/ 72 h 80"/>
                <a:gd name="T104" fmla="*/ 56 w 80"/>
                <a:gd name="T105" fmla="*/ 72 h 80"/>
                <a:gd name="T106" fmla="*/ 56 w 80"/>
                <a:gd name="T107" fmla="*/ 60 h 80"/>
                <a:gd name="T108" fmla="*/ 72 w 80"/>
                <a:gd name="T109" fmla="*/ 60 h 80"/>
                <a:gd name="T110" fmla="*/ 72 w 80"/>
                <a:gd name="T11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" h="80">
                  <a:moveTo>
                    <a:pt x="76" y="52"/>
                  </a:moveTo>
                  <a:cubicBezTo>
                    <a:pt x="68" y="52"/>
                    <a:pt x="68" y="52"/>
                    <a:pt x="68" y="52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3" y="36"/>
                    <a:pt x="5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4" y="28"/>
                    <a:pt x="56" y="26"/>
                    <a:pt x="56" y="2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2"/>
                    <a:pt x="24" y="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6"/>
                    <a:pt x="26" y="28"/>
                    <a:pt x="28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17" y="36"/>
                    <a:pt x="12" y="41"/>
                    <a:pt x="12" y="48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2" y="52"/>
                    <a:pt x="0" y="54"/>
                    <a:pt x="0" y="5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30" y="80"/>
                    <a:pt x="32" y="78"/>
                    <a:pt x="32" y="7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2" y="54"/>
                    <a:pt x="30" y="52"/>
                    <a:pt x="28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6"/>
                    <a:pt x="22" y="44"/>
                    <a:pt x="24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8" y="44"/>
                    <a:pt x="60" y="46"/>
                    <a:pt x="60" y="48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0" y="52"/>
                    <a:pt x="48" y="54"/>
                    <a:pt x="48" y="56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8" y="78"/>
                    <a:pt x="50" y="80"/>
                    <a:pt x="52" y="80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8" y="80"/>
                    <a:pt x="80" y="78"/>
                    <a:pt x="80" y="7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4"/>
                    <a:pt x="78" y="52"/>
                    <a:pt x="76" y="52"/>
                  </a:cubicBezTo>
                  <a:close/>
                  <a:moveTo>
                    <a:pt x="32" y="20"/>
                  </a:moveTo>
                  <a:cubicBezTo>
                    <a:pt x="32" y="8"/>
                    <a:pt x="32" y="8"/>
                    <a:pt x="32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20"/>
                    <a:pt x="48" y="20"/>
                    <a:pt x="48" y="20"/>
                  </a:cubicBezTo>
                  <a:lnTo>
                    <a:pt x="32" y="20"/>
                  </a:lnTo>
                  <a:close/>
                  <a:moveTo>
                    <a:pt x="24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24" y="60"/>
                    <a:pt x="24" y="60"/>
                    <a:pt x="24" y="60"/>
                  </a:cubicBezTo>
                  <a:lnTo>
                    <a:pt x="24" y="72"/>
                  </a:lnTo>
                  <a:close/>
                  <a:moveTo>
                    <a:pt x="72" y="72"/>
                  </a:moveTo>
                  <a:cubicBezTo>
                    <a:pt x="56" y="72"/>
                    <a:pt x="56" y="72"/>
                    <a:pt x="56" y="72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72" y="60"/>
                    <a:pt x="72" y="60"/>
                    <a:pt x="72" y="60"/>
                  </a:cubicBezTo>
                  <a:lnTo>
                    <a:pt x="72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70" name="组合 169"/>
            <p:cNvGrpSpPr/>
            <p:nvPr/>
          </p:nvGrpSpPr>
          <p:grpSpPr>
            <a:xfrm>
              <a:off x="5081588" y="4810126"/>
              <a:ext cx="228600" cy="277813"/>
              <a:chOff x="5081588" y="4810126"/>
              <a:chExt cx="228600" cy="277813"/>
            </a:xfrm>
          </p:grpSpPr>
          <p:sp>
            <p:nvSpPr>
              <p:cNvPr id="131" name="Freeform 129"/>
              <p:cNvSpPr>
                <a:spLocks noEditPoints="1"/>
              </p:cNvSpPr>
              <p:nvPr/>
            </p:nvSpPr>
            <p:spPr bwMode="auto">
              <a:xfrm>
                <a:off x="5081588" y="4846638"/>
                <a:ext cx="76200" cy="238125"/>
              </a:xfrm>
              <a:custGeom>
                <a:avLst/>
                <a:gdLst>
                  <a:gd name="T0" fmla="*/ 12 w 24"/>
                  <a:gd name="T1" fmla="*/ 0 h 75"/>
                  <a:gd name="T2" fmla="*/ 0 w 24"/>
                  <a:gd name="T3" fmla="*/ 12 h 75"/>
                  <a:gd name="T4" fmla="*/ 0 w 24"/>
                  <a:gd name="T5" fmla="*/ 57 h 75"/>
                  <a:gd name="T6" fmla="*/ 12 w 24"/>
                  <a:gd name="T7" fmla="*/ 75 h 75"/>
                  <a:gd name="T8" fmla="*/ 24 w 24"/>
                  <a:gd name="T9" fmla="*/ 57 h 75"/>
                  <a:gd name="T10" fmla="*/ 24 w 24"/>
                  <a:gd name="T11" fmla="*/ 12 h 75"/>
                  <a:gd name="T12" fmla="*/ 12 w 24"/>
                  <a:gd name="T13" fmla="*/ 0 h 75"/>
                  <a:gd name="T14" fmla="*/ 16 w 24"/>
                  <a:gd name="T15" fmla="*/ 55 h 75"/>
                  <a:gd name="T16" fmla="*/ 12 w 24"/>
                  <a:gd name="T17" fmla="*/ 61 h 75"/>
                  <a:gd name="T18" fmla="*/ 8 w 24"/>
                  <a:gd name="T19" fmla="*/ 55 h 75"/>
                  <a:gd name="T20" fmla="*/ 8 w 24"/>
                  <a:gd name="T21" fmla="*/ 24 h 75"/>
                  <a:gd name="T22" fmla="*/ 16 w 24"/>
                  <a:gd name="T23" fmla="*/ 24 h 75"/>
                  <a:gd name="T24" fmla="*/ 16 w 24"/>
                  <a:gd name="T25" fmla="*/ 55 h 75"/>
                  <a:gd name="T26" fmla="*/ 8 w 24"/>
                  <a:gd name="T27" fmla="*/ 16 h 75"/>
                  <a:gd name="T28" fmla="*/ 8 w 24"/>
                  <a:gd name="T29" fmla="*/ 12 h 75"/>
                  <a:gd name="T30" fmla="*/ 12 w 24"/>
                  <a:gd name="T31" fmla="*/ 8 h 75"/>
                  <a:gd name="T32" fmla="*/ 16 w 24"/>
                  <a:gd name="T33" fmla="*/ 12 h 75"/>
                  <a:gd name="T34" fmla="*/ 16 w 24"/>
                  <a:gd name="T35" fmla="*/ 16 h 75"/>
                  <a:gd name="T36" fmla="*/ 8 w 24"/>
                  <a:gd name="T37" fmla="*/ 16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4" h="75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12" y="75"/>
                      <a:pt x="12" y="75"/>
                      <a:pt x="12" y="7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6" y="55"/>
                    </a:moveTo>
                    <a:cubicBezTo>
                      <a:pt x="12" y="61"/>
                      <a:pt x="12" y="61"/>
                      <a:pt x="12" y="61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6" y="55"/>
                    </a:lnTo>
                    <a:close/>
                    <a:moveTo>
                      <a:pt x="8" y="16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6"/>
                      <a:pt x="16" y="16"/>
                      <a:pt x="16" y="16"/>
                    </a:cubicBez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130"/>
              <p:cNvSpPr>
                <a:spLocks noEditPoints="1"/>
              </p:cNvSpPr>
              <p:nvPr/>
            </p:nvSpPr>
            <p:spPr bwMode="auto">
              <a:xfrm>
                <a:off x="5183188" y="4810126"/>
                <a:ext cx="127000" cy="277813"/>
              </a:xfrm>
              <a:custGeom>
                <a:avLst/>
                <a:gdLst>
                  <a:gd name="T0" fmla="*/ 32 w 40"/>
                  <a:gd name="T1" fmla="*/ 0 h 88"/>
                  <a:gd name="T2" fmla="*/ 8 w 40"/>
                  <a:gd name="T3" fmla="*/ 0 h 88"/>
                  <a:gd name="T4" fmla="*/ 0 w 40"/>
                  <a:gd name="T5" fmla="*/ 8 h 88"/>
                  <a:gd name="T6" fmla="*/ 0 w 40"/>
                  <a:gd name="T7" fmla="*/ 80 h 88"/>
                  <a:gd name="T8" fmla="*/ 8 w 40"/>
                  <a:gd name="T9" fmla="*/ 88 h 88"/>
                  <a:gd name="T10" fmla="*/ 32 w 40"/>
                  <a:gd name="T11" fmla="*/ 88 h 88"/>
                  <a:gd name="T12" fmla="*/ 40 w 40"/>
                  <a:gd name="T13" fmla="*/ 80 h 88"/>
                  <a:gd name="T14" fmla="*/ 40 w 40"/>
                  <a:gd name="T15" fmla="*/ 8 h 88"/>
                  <a:gd name="T16" fmla="*/ 32 w 40"/>
                  <a:gd name="T17" fmla="*/ 0 h 88"/>
                  <a:gd name="T18" fmla="*/ 8 w 40"/>
                  <a:gd name="T19" fmla="*/ 80 h 88"/>
                  <a:gd name="T20" fmla="*/ 8 w 40"/>
                  <a:gd name="T21" fmla="*/ 68 h 88"/>
                  <a:gd name="T22" fmla="*/ 20 w 40"/>
                  <a:gd name="T23" fmla="*/ 68 h 88"/>
                  <a:gd name="T24" fmla="*/ 20 w 40"/>
                  <a:gd name="T25" fmla="*/ 60 h 88"/>
                  <a:gd name="T26" fmla="*/ 8 w 40"/>
                  <a:gd name="T27" fmla="*/ 60 h 88"/>
                  <a:gd name="T28" fmla="*/ 8 w 40"/>
                  <a:gd name="T29" fmla="*/ 48 h 88"/>
                  <a:gd name="T30" fmla="*/ 20 w 40"/>
                  <a:gd name="T31" fmla="*/ 48 h 88"/>
                  <a:gd name="T32" fmla="*/ 20 w 40"/>
                  <a:gd name="T33" fmla="*/ 40 h 88"/>
                  <a:gd name="T34" fmla="*/ 8 w 40"/>
                  <a:gd name="T35" fmla="*/ 40 h 88"/>
                  <a:gd name="T36" fmla="*/ 8 w 40"/>
                  <a:gd name="T37" fmla="*/ 28 h 88"/>
                  <a:gd name="T38" fmla="*/ 20 w 40"/>
                  <a:gd name="T39" fmla="*/ 28 h 88"/>
                  <a:gd name="T40" fmla="*/ 20 w 40"/>
                  <a:gd name="T41" fmla="*/ 20 h 88"/>
                  <a:gd name="T42" fmla="*/ 8 w 40"/>
                  <a:gd name="T43" fmla="*/ 20 h 88"/>
                  <a:gd name="T44" fmla="*/ 8 w 40"/>
                  <a:gd name="T45" fmla="*/ 8 h 88"/>
                  <a:gd name="T46" fmla="*/ 32 w 40"/>
                  <a:gd name="T47" fmla="*/ 8 h 88"/>
                  <a:gd name="T48" fmla="*/ 32 w 40"/>
                  <a:gd name="T49" fmla="*/ 80 h 88"/>
                  <a:gd name="T50" fmla="*/ 8 w 40"/>
                  <a:gd name="T51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88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4"/>
                      <a:pt x="4" y="88"/>
                      <a:pt x="8" y="88"/>
                    </a:cubicBezTo>
                    <a:cubicBezTo>
                      <a:pt x="32" y="88"/>
                      <a:pt x="32" y="88"/>
                      <a:pt x="32" y="88"/>
                    </a:cubicBezTo>
                    <a:cubicBezTo>
                      <a:pt x="36" y="88"/>
                      <a:pt x="40" y="84"/>
                      <a:pt x="40" y="8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80"/>
                    </a:moveTo>
                    <a:cubicBezTo>
                      <a:pt x="8" y="68"/>
                      <a:pt x="8" y="68"/>
                      <a:pt x="8" y="68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0"/>
                      <a:pt x="32" y="80"/>
                      <a:pt x="32" y="80"/>
                    </a:cubicBezTo>
                    <a:lnTo>
                      <a:pt x="8" y="8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5153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068614"/>
            <a:ext cx="7200000" cy="4172818"/>
            <a:chOff x="3222625" y="1765300"/>
            <a:chExt cx="5746751" cy="3330576"/>
          </a:xfrm>
        </p:grpSpPr>
        <p:grpSp>
          <p:nvGrpSpPr>
            <p:cNvPr id="232" name="组合 231"/>
            <p:cNvGrpSpPr/>
            <p:nvPr/>
          </p:nvGrpSpPr>
          <p:grpSpPr>
            <a:xfrm>
              <a:off x="8707438" y="4792663"/>
              <a:ext cx="227013" cy="303212"/>
              <a:chOff x="8707438" y="4792663"/>
              <a:chExt cx="227013" cy="303212"/>
            </a:xfrm>
          </p:grpSpPr>
          <p:sp>
            <p:nvSpPr>
              <p:cNvPr id="5" name="Freeform 5"/>
              <p:cNvSpPr>
                <a:spLocks/>
              </p:cNvSpPr>
              <p:nvPr/>
            </p:nvSpPr>
            <p:spPr bwMode="auto">
              <a:xfrm>
                <a:off x="8732838" y="4792663"/>
                <a:ext cx="188913" cy="138113"/>
              </a:xfrm>
              <a:custGeom>
                <a:avLst/>
                <a:gdLst>
                  <a:gd name="T0" fmla="*/ 6 w 60"/>
                  <a:gd name="T1" fmla="*/ 44 h 44"/>
                  <a:gd name="T2" fmla="*/ 18 w 60"/>
                  <a:gd name="T3" fmla="*/ 44 h 44"/>
                  <a:gd name="T4" fmla="*/ 10 w 60"/>
                  <a:gd name="T5" fmla="*/ 36 h 44"/>
                  <a:gd name="T6" fmla="*/ 36 w 60"/>
                  <a:gd name="T7" fmla="*/ 10 h 44"/>
                  <a:gd name="T8" fmla="*/ 50 w 60"/>
                  <a:gd name="T9" fmla="*/ 24 h 44"/>
                  <a:gd name="T10" fmla="*/ 30 w 60"/>
                  <a:gd name="T11" fmla="*/ 44 h 44"/>
                  <a:gd name="T12" fmla="*/ 42 w 60"/>
                  <a:gd name="T13" fmla="*/ 44 h 44"/>
                  <a:gd name="T14" fmla="*/ 59 w 60"/>
                  <a:gd name="T15" fmla="*/ 27 h 44"/>
                  <a:gd name="T16" fmla="*/ 59 w 60"/>
                  <a:gd name="T17" fmla="*/ 21 h 44"/>
                  <a:gd name="T18" fmla="*/ 39 w 60"/>
                  <a:gd name="T19" fmla="*/ 1 h 44"/>
                  <a:gd name="T20" fmla="*/ 33 w 60"/>
                  <a:gd name="T21" fmla="*/ 1 h 44"/>
                  <a:gd name="T22" fmla="*/ 1 w 60"/>
                  <a:gd name="T23" fmla="*/ 33 h 44"/>
                  <a:gd name="T24" fmla="*/ 1 w 60"/>
                  <a:gd name="T25" fmla="*/ 39 h 44"/>
                  <a:gd name="T26" fmla="*/ 6 w 60"/>
                  <a:gd name="T2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44">
                    <a:moveTo>
                      <a:pt x="6" y="44"/>
                    </a:moveTo>
                    <a:cubicBezTo>
                      <a:pt x="18" y="44"/>
                      <a:pt x="18" y="44"/>
                      <a:pt x="18" y="44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30" y="44"/>
                      <a:pt x="30" y="44"/>
                      <a:pt x="30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60" y="25"/>
                      <a:pt x="60" y="23"/>
                      <a:pt x="59" y="21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0"/>
                      <a:pt x="35" y="0"/>
                      <a:pt x="33" y="1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5"/>
                      <a:pt x="0" y="37"/>
                      <a:pt x="1" y="39"/>
                    </a:cubicBezTo>
                    <a:lnTo>
                      <a:pt x="6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>
                <a:spLocks noEditPoints="1"/>
              </p:cNvSpPr>
              <p:nvPr/>
            </p:nvSpPr>
            <p:spPr bwMode="auto">
              <a:xfrm>
                <a:off x="8707438" y="4943475"/>
                <a:ext cx="227013" cy="152400"/>
              </a:xfrm>
              <a:custGeom>
                <a:avLst/>
                <a:gdLst>
                  <a:gd name="T0" fmla="*/ 68 w 72"/>
                  <a:gd name="T1" fmla="*/ 0 h 48"/>
                  <a:gd name="T2" fmla="*/ 4 w 72"/>
                  <a:gd name="T3" fmla="*/ 0 h 48"/>
                  <a:gd name="T4" fmla="*/ 0 w 72"/>
                  <a:gd name="T5" fmla="*/ 4 h 48"/>
                  <a:gd name="T6" fmla="*/ 0 w 72"/>
                  <a:gd name="T7" fmla="*/ 44 h 48"/>
                  <a:gd name="T8" fmla="*/ 4 w 72"/>
                  <a:gd name="T9" fmla="*/ 48 h 48"/>
                  <a:gd name="T10" fmla="*/ 68 w 72"/>
                  <a:gd name="T11" fmla="*/ 48 h 48"/>
                  <a:gd name="T12" fmla="*/ 72 w 72"/>
                  <a:gd name="T13" fmla="*/ 44 h 48"/>
                  <a:gd name="T14" fmla="*/ 72 w 72"/>
                  <a:gd name="T15" fmla="*/ 4 h 48"/>
                  <a:gd name="T16" fmla="*/ 68 w 72"/>
                  <a:gd name="T17" fmla="*/ 0 h 48"/>
                  <a:gd name="T18" fmla="*/ 64 w 72"/>
                  <a:gd name="T19" fmla="*/ 40 h 48"/>
                  <a:gd name="T20" fmla="*/ 8 w 72"/>
                  <a:gd name="T21" fmla="*/ 40 h 48"/>
                  <a:gd name="T22" fmla="*/ 8 w 72"/>
                  <a:gd name="T23" fmla="*/ 8 h 48"/>
                  <a:gd name="T24" fmla="*/ 64 w 72"/>
                  <a:gd name="T25" fmla="*/ 8 h 48"/>
                  <a:gd name="T26" fmla="*/ 64 w 72"/>
                  <a:gd name="T2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4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0" y="48"/>
                      <a:pt x="72" y="46"/>
                      <a:pt x="72" y="44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  <a:moveTo>
                      <a:pt x="64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64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>
                <a:spLocks/>
              </p:cNvSpPr>
              <p:nvPr/>
            </p:nvSpPr>
            <p:spPr bwMode="auto">
              <a:xfrm>
                <a:off x="8783638" y="4981575"/>
                <a:ext cx="74613" cy="76200"/>
              </a:xfrm>
              <a:custGeom>
                <a:avLst/>
                <a:gdLst>
                  <a:gd name="T0" fmla="*/ 16 w 47"/>
                  <a:gd name="T1" fmla="*/ 48 h 48"/>
                  <a:gd name="T2" fmla="*/ 31 w 47"/>
                  <a:gd name="T3" fmla="*/ 48 h 48"/>
                  <a:gd name="T4" fmla="*/ 31 w 47"/>
                  <a:gd name="T5" fmla="*/ 32 h 48"/>
                  <a:gd name="T6" fmla="*/ 47 w 47"/>
                  <a:gd name="T7" fmla="*/ 32 h 48"/>
                  <a:gd name="T8" fmla="*/ 47 w 47"/>
                  <a:gd name="T9" fmla="*/ 16 h 48"/>
                  <a:gd name="T10" fmla="*/ 31 w 47"/>
                  <a:gd name="T11" fmla="*/ 16 h 48"/>
                  <a:gd name="T12" fmla="*/ 31 w 47"/>
                  <a:gd name="T13" fmla="*/ 0 h 48"/>
                  <a:gd name="T14" fmla="*/ 16 w 47"/>
                  <a:gd name="T15" fmla="*/ 0 h 48"/>
                  <a:gd name="T16" fmla="*/ 16 w 47"/>
                  <a:gd name="T17" fmla="*/ 16 h 48"/>
                  <a:gd name="T18" fmla="*/ 0 w 47"/>
                  <a:gd name="T19" fmla="*/ 16 h 48"/>
                  <a:gd name="T20" fmla="*/ 0 w 47"/>
                  <a:gd name="T21" fmla="*/ 32 h 48"/>
                  <a:gd name="T22" fmla="*/ 16 w 47"/>
                  <a:gd name="T23" fmla="*/ 32 h 48"/>
                  <a:gd name="T24" fmla="*/ 16 w 47"/>
                  <a:gd name="T2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48">
                    <a:moveTo>
                      <a:pt x="16" y="48"/>
                    </a:moveTo>
                    <a:lnTo>
                      <a:pt x="31" y="48"/>
                    </a:lnTo>
                    <a:lnTo>
                      <a:pt x="31" y="32"/>
                    </a:lnTo>
                    <a:lnTo>
                      <a:pt x="47" y="32"/>
                    </a:lnTo>
                    <a:lnTo>
                      <a:pt x="47" y="16"/>
                    </a:lnTo>
                    <a:lnTo>
                      <a:pt x="31" y="16"/>
                    </a:lnTo>
                    <a:lnTo>
                      <a:pt x="31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6" y="32"/>
                    </a:lnTo>
                    <a:lnTo>
                      <a:pt x="16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8809038" y="4867275"/>
                <a:ext cx="36513" cy="381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7456488" y="4830763"/>
              <a:ext cx="303213" cy="227013"/>
            </a:xfrm>
            <a:custGeom>
              <a:avLst/>
              <a:gdLst>
                <a:gd name="T0" fmla="*/ 88 w 96"/>
                <a:gd name="T1" fmla="*/ 0 h 72"/>
                <a:gd name="T2" fmla="*/ 40 w 96"/>
                <a:gd name="T3" fmla="*/ 0 h 72"/>
                <a:gd name="T4" fmla="*/ 32 w 96"/>
                <a:gd name="T5" fmla="*/ 8 h 72"/>
                <a:gd name="T6" fmla="*/ 32 w 96"/>
                <a:gd name="T7" fmla="*/ 12 h 72"/>
                <a:gd name="T8" fmla="*/ 40 w 96"/>
                <a:gd name="T9" fmla="*/ 12 h 72"/>
                <a:gd name="T10" fmla="*/ 40 w 96"/>
                <a:gd name="T11" fmla="*/ 8 h 72"/>
                <a:gd name="T12" fmla="*/ 88 w 96"/>
                <a:gd name="T13" fmla="*/ 8 h 72"/>
                <a:gd name="T14" fmla="*/ 88 w 96"/>
                <a:gd name="T15" fmla="*/ 16 h 72"/>
                <a:gd name="T16" fmla="*/ 60 w 96"/>
                <a:gd name="T17" fmla="*/ 16 h 72"/>
                <a:gd name="T18" fmla="*/ 60 w 96"/>
                <a:gd name="T19" fmla="*/ 24 h 72"/>
                <a:gd name="T20" fmla="*/ 88 w 96"/>
                <a:gd name="T21" fmla="*/ 24 h 72"/>
                <a:gd name="T22" fmla="*/ 88 w 96"/>
                <a:gd name="T23" fmla="*/ 48 h 72"/>
                <a:gd name="T24" fmla="*/ 40 w 96"/>
                <a:gd name="T25" fmla="*/ 48 h 72"/>
                <a:gd name="T26" fmla="*/ 40 w 96"/>
                <a:gd name="T27" fmla="*/ 44 h 72"/>
                <a:gd name="T28" fmla="*/ 32 w 96"/>
                <a:gd name="T29" fmla="*/ 44 h 72"/>
                <a:gd name="T30" fmla="*/ 32 w 96"/>
                <a:gd name="T31" fmla="*/ 48 h 72"/>
                <a:gd name="T32" fmla="*/ 40 w 96"/>
                <a:gd name="T33" fmla="*/ 56 h 72"/>
                <a:gd name="T34" fmla="*/ 66 w 96"/>
                <a:gd name="T35" fmla="*/ 56 h 72"/>
                <a:gd name="T36" fmla="*/ 63 w 96"/>
                <a:gd name="T37" fmla="*/ 62 h 72"/>
                <a:gd name="T38" fmla="*/ 59 w 96"/>
                <a:gd name="T39" fmla="*/ 64 h 72"/>
                <a:gd name="T40" fmla="*/ 34 w 96"/>
                <a:gd name="T41" fmla="*/ 64 h 72"/>
                <a:gd name="T42" fmla="*/ 24 w 96"/>
                <a:gd name="T43" fmla="*/ 54 h 72"/>
                <a:gd name="T44" fmla="*/ 24 w 96"/>
                <a:gd name="T45" fmla="*/ 34 h 72"/>
                <a:gd name="T46" fmla="*/ 34 w 96"/>
                <a:gd name="T47" fmla="*/ 24 h 72"/>
                <a:gd name="T48" fmla="*/ 48 w 96"/>
                <a:gd name="T49" fmla="*/ 24 h 72"/>
                <a:gd name="T50" fmla="*/ 48 w 96"/>
                <a:gd name="T51" fmla="*/ 28 h 72"/>
                <a:gd name="T52" fmla="*/ 44 w 96"/>
                <a:gd name="T53" fmla="*/ 32 h 72"/>
                <a:gd name="T54" fmla="*/ 36 w 96"/>
                <a:gd name="T55" fmla="*/ 32 h 72"/>
                <a:gd name="T56" fmla="*/ 36 w 96"/>
                <a:gd name="T57" fmla="*/ 40 h 72"/>
                <a:gd name="T58" fmla="*/ 44 w 96"/>
                <a:gd name="T59" fmla="*/ 40 h 72"/>
                <a:gd name="T60" fmla="*/ 56 w 96"/>
                <a:gd name="T61" fmla="*/ 28 h 72"/>
                <a:gd name="T62" fmla="*/ 56 w 96"/>
                <a:gd name="T63" fmla="*/ 20 h 72"/>
                <a:gd name="T64" fmla="*/ 52 w 96"/>
                <a:gd name="T65" fmla="*/ 16 h 72"/>
                <a:gd name="T66" fmla="*/ 32 w 96"/>
                <a:gd name="T67" fmla="*/ 16 h 72"/>
                <a:gd name="T68" fmla="*/ 29 w 96"/>
                <a:gd name="T69" fmla="*/ 17 h 72"/>
                <a:gd name="T70" fmla="*/ 22 w 96"/>
                <a:gd name="T71" fmla="*/ 25 h 72"/>
                <a:gd name="T72" fmla="*/ 20 w 96"/>
                <a:gd name="T73" fmla="*/ 24 h 72"/>
                <a:gd name="T74" fmla="*/ 4 w 96"/>
                <a:gd name="T75" fmla="*/ 24 h 72"/>
                <a:gd name="T76" fmla="*/ 0 w 96"/>
                <a:gd name="T77" fmla="*/ 28 h 72"/>
                <a:gd name="T78" fmla="*/ 0 w 96"/>
                <a:gd name="T79" fmla="*/ 60 h 72"/>
                <a:gd name="T80" fmla="*/ 4 w 96"/>
                <a:gd name="T81" fmla="*/ 64 h 72"/>
                <a:gd name="T82" fmla="*/ 20 w 96"/>
                <a:gd name="T83" fmla="*/ 64 h 72"/>
                <a:gd name="T84" fmla="*/ 22 w 96"/>
                <a:gd name="T85" fmla="*/ 63 h 72"/>
                <a:gd name="T86" fmla="*/ 29 w 96"/>
                <a:gd name="T87" fmla="*/ 71 h 72"/>
                <a:gd name="T88" fmla="*/ 32 w 96"/>
                <a:gd name="T89" fmla="*/ 72 h 72"/>
                <a:gd name="T90" fmla="*/ 59 w 96"/>
                <a:gd name="T91" fmla="*/ 72 h 72"/>
                <a:gd name="T92" fmla="*/ 70 w 96"/>
                <a:gd name="T93" fmla="*/ 65 h 72"/>
                <a:gd name="T94" fmla="*/ 74 w 96"/>
                <a:gd name="T95" fmla="*/ 56 h 72"/>
                <a:gd name="T96" fmla="*/ 88 w 96"/>
                <a:gd name="T97" fmla="*/ 56 h 72"/>
                <a:gd name="T98" fmla="*/ 96 w 96"/>
                <a:gd name="T99" fmla="*/ 48 h 72"/>
                <a:gd name="T100" fmla="*/ 96 w 96"/>
                <a:gd name="T101" fmla="*/ 8 h 72"/>
                <a:gd name="T102" fmla="*/ 88 w 96"/>
                <a:gd name="T103" fmla="*/ 0 h 72"/>
                <a:gd name="T104" fmla="*/ 16 w 96"/>
                <a:gd name="T105" fmla="*/ 56 h 72"/>
                <a:gd name="T106" fmla="*/ 8 w 96"/>
                <a:gd name="T107" fmla="*/ 56 h 72"/>
                <a:gd name="T108" fmla="*/ 8 w 96"/>
                <a:gd name="T109" fmla="*/ 32 h 72"/>
                <a:gd name="T110" fmla="*/ 16 w 96"/>
                <a:gd name="T111" fmla="*/ 32 h 72"/>
                <a:gd name="T112" fmla="*/ 16 w 96"/>
                <a:gd name="T113" fmla="*/ 5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72">
                  <a:moveTo>
                    <a:pt x="8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52"/>
                    <a:pt x="36" y="56"/>
                    <a:pt x="40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3" y="62"/>
                    <a:pt x="63" y="62"/>
                    <a:pt x="63" y="62"/>
                  </a:cubicBezTo>
                  <a:cubicBezTo>
                    <a:pt x="62" y="63"/>
                    <a:pt x="61" y="64"/>
                    <a:pt x="59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30"/>
                    <a:pt x="46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51" y="40"/>
                    <a:pt x="56" y="35"/>
                    <a:pt x="56" y="28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18"/>
                    <a:pt x="54" y="16"/>
                    <a:pt x="5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6"/>
                    <a:pt x="30" y="16"/>
                    <a:pt x="29" y="17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1" y="24"/>
                    <a:pt x="21" y="24"/>
                    <a:pt x="20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4"/>
                    <a:pt x="0" y="26"/>
                    <a:pt x="0" y="2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2"/>
                    <a:pt x="2" y="64"/>
                    <a:pt x="4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1" y="64"/>
                    <a:pt x="21" y="64"/>
                    <a:pt x="22" y="63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30" y="72"/>
                    <a:pt x="31" y="72"/>
                    <a:pt x="32" y="72"/>
                  </a:cubicBezTo>
                  <a:cubicBezTo>
                    <a:pt x="59" y="72"/>
                    <a:pt x="59" y="72"/>
                    <a:pt x="59" y="72"/>
                  </a:cubicBezTo>
                  <a:cubicBezTo>
                    <a:pt x="64" y="72"/>
                    <a:pt x="68" y="69"/>
                    <a:pt x="70" y="65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92" y="56"/>
                    <a:pt x="96" y="52"/>
                    <a:pt x="96" y="4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lose/>
                  <a:moveTo>
                    <a:pt x="16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6" y="5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31" name="组合 230"/>
            <p:cNvGrpSpPr/>
            <p:nvPr/>
          </p:nvGrpSpPr>
          <p:grpSpPr>
            <a:xfrm>
              <a:off x="8062913" y="4805363"/>
              <a:ext cx="303213" cy="252413"/>
              <a:chOff x="8062913" y="4805363"/>
              <a:chExt cx="303213" cy="252413"/>
            </a:xfrm>
          </p:grpSpPr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8239125" y="4918075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8062913" y="4805363"/>
                <a:ext cx="303213" cy="252413"/>
              </a:xfrm>
              <a:custGeom>
                <a:avLst/>
                <a:gdLst>
                  <a:gd name="T0" fmla="*/ 92 w 96"/>
                  <a:gd name="T1" fmla="*/ 20 h 80"/>
                  <a:gd name="T2" fmla="*/ 86 w 96"/>
                  <a:gd name="T3" fmla="*/ 20 h 80"/>
                  <a:gd name="T4" fmla="*/ 75 w 96"/>
                  <a:gd name="T5" fmla="*/ 2 h 80"/>
                  <a:gd name="T6" fmla="*/ 73 w 96"/>
                  <a:gd name="T7" fmla="*/ 0 h 80"/>
                  <a:gd name="T8" fmla="*/ 70 w 96"/>
                  <a:gd name="T9" fmla="*/ 1 h 80"/>
                  <a:gd name="T10" fmla="*/ 43 w 96"/>
                  <a:gd name="T11" fmla="*/ 20 h 80"/>
                  <a:gd name="T12" fmla="*/ 56 w 96"/>
                  <a:gd name="T13" fmla="*/ 20 h 80"/>
                  <a:gd name="T14" fmla="*/ 71 w 96"/>
                  <a:gd name="T15" fmla="*/ 10 h 80"/>
                  <a:gd name="T16" fmla="*/ 77 w 96"/>
                  <a:gd name="T17" fmla="*/ 20 h 80"/>
                  <a:gd name="T18" fmla="*/ 60 w 96"/>
                  <a:gd name="T19" fmla="*/ 20 h 80"/>
                  <a:gd name="T20" fmla="*/ 60 w 96"/>
                  <a:gd name="T21" fmla="*/ 28 h 80"/>
                  <a:gd name="T22" fmla="*/ 88 w 96"/>
                  <a:gd name="T23" fmla="*/ 28 h 80"/>
                  <a:gd name="T24" fmla="*/ 88 w 96"/>
                  <a:gd name="T25" fmla="*/ 60 h 80"/>
                  <a:gd name="T26" fmla="*/ 40 w 96"/>
                  <a:gd name="T27" fmla="*/ 60 h 80"/>
                  <a:gd name="T28" fmla="*/ 40 w 96"/>
                  <a:gd name="T29" fmla="*/ 52 h 80"/>
                  <a:gd name="T30" fmla="*/ 32 w 96"/>
                  <a:gd name="T31" fmla="*/ 52 h 80"/>
                  <a:gd name="T32" fmla="*/ 32 w 96"/>
                  <a:gd name="T33" fmla="*/ 64 h 80"/>
                  <a:gd name="T34" fmla="*/ 36 w 96"/>
                  <a:gd name="T35" fmla="*/ 68 h 80"/>
                  <a:gd name="T36" fmla="*/ 64 w 96"/>
                  <a:gd name="T37" fmla="*/ 68 h 80"/>
                  <a:gd name="T38" fmla="*/ 63 w 96"/>
                  <a:gd name="T39" fmla="*/ 70 h 80"/>
                  <a:gd name="T40" fmla="*/ 59 w 96"/>
                  <a:gd name="T41" fmla="*/ 72 h 80"/>
                  <a:gd name="T42" fmla="*/ 34 w 96"/>
                  <a:gd name="T43" fmla="*/ 72 h 80"/>
                  <a:gd name="T44" fmla="*/ 24 w 96"/>
                  <a:gd name="T45" fmla="*/ 62 h 80"/>
                  <a:gd name="T46" fmla="*/ 24 w 96"/>
                  <a:gd name="T47" fmla="*/ 42 h 80"/>
                  <a:gd name="T48" fmla="*/ 34 w 96"/>
                  <a:gd name="T49" fmla="*/ 32 h 80"/>
                  <a:gd name="T50" fmla="*/ 48 w 96"/>
                  <a:gd name="T51" fmla="*/ 32 h 80"/>
                  <a:gd name="T52" fmla="*/ 48 w 96"/>
                  <a:gd name="T53" fmla="*/ 36 h 80"/>
                  <a:gd name="T54" fmla="*/ 44 w 96"/>
                  <a:gd name="T55" fmla="*/ 40 h 80"/>
                  <a:gd name="T56" fmla="*/ 36 w 96"/>
                  <a:gd name="T57" fmla="*/ 40 h 80"/>
                  <a:gd name="T58" fmla="*/ 36 w 96"/>
                  <a:gd name="T59" fmla="*/ 48 h 80"/>
                  <a:gd name="T60" fmla="*/ 44 w 96"/>
                  <a:gd name="T61" fmla="*/ 48 h 80"/>
                  <a:gd name="T62" fmla="*/ 56 w 96"/>
                  <a:gd name="T63" fmla="*/ 36 h 80"/>
                  <a:gd name="T64" fmla="*/ 56 w 96"/>
                  <a:gd name="T65" fmla="*/ 28 h 80"/>
                  <a:gd name="T66" fmla="*/ 52 w 96"/>
                  <a:gd name="T67" fmla="*/ 24 h 80"/>
                  <a:gd name="T68" fmla="*/ 32 w 96"/>
                  <a:gd name="T69" fmla="*/ 24 h 80"/>
                  <a:gd name="T70" fmla="*/ 29 w 96"/>
                  <a:gd name="T71" fmla="*/ 25 h 80"/>
                  <a:gd name="T72" fmla="*/ 22 w 96"/>
                  <a:gd name="T73" fmla="*/ 33 h 80"/>
                  <a:gd name="T74" fmla="*/ 20 w 96"/>
                  <a:gd name="T75" fmla="*/ 32 h 80"/>
                  <a:gd name="T76" fmla="*/ 4 w 96"/>
                  <a:gd name="T77" fmla="*/ 32 h 80"/>
                  <a:gd name="T78" fmla="*/ 0 w 96"/>
                  <a:gd name="T79" fmla="*/ 36 h 80"/>
                  <a:gd name="T80" fmla="*/ 0 w 96"/>
                  <a:gd name="T81" fmla="*/ 68 h 80"/>
                  <a:gd name="T82" fmla="*/ 4 w 96"/>
                  <a:gd name="T83" fmla="*/ 72 h 80"/>
                  <a:gd name="T84" fmla="*/ 20 w 96"/>
                  <a:gd name="T85" fmla="*/ 72 h 80"/>
                  <a:gd name="T86" fmla="*/ 22 w 96"/>
                  <a:gd name="T87" fmla="*/ 71 h 80"/>
                  <a:gd name="T88" fmla="*/ 29 w 96"/>
                  <a:gd name="T89" fmla="*/ 79 h 80"/>
                  <a:gd name="T90" fmla="*/ 32 w 96"/>
                  <a:gd name="T91" fmla="*/ 80 h 80"/>
                  <a:gd name="T92" fmla="*/ 59 w 96"/>
                  <a:gd name="T93" fmla="*/ 80 h 80"/>
                  <a:gd name="T94" fmla="*/ 70 w 96"/>
                  <a:gd name="T95" fmla="*/ 73 h 80"/>
                  <a:gd name="T96" fmla="*/ 72 w 96"/>
                  <a:gd name="T97" fmla="*/ 68 h 80"/>
                  <a:gd name="T98" fmla="*/ 92 w 96"/>
                  <a:gd name="T99" fmla="*/ 68 h 80"/>
                  <a:gd name="T100" fmla="*/ 96 w 96"/>
                  <a:gd name="T101" fmla="*/ 64 h 80"/>
                  <a:gd name="T102" fmla="*/ 96 w 96"/>
                  <a:gd name="T103" fmla="*/ 24 h 80"/>
                  <a:gd name="T104" fmla="*/ 92 w 96"/>
                  <a:gd name="T105" fmla="*/ 20 h 80"/>
                  <a:gd name="T106" fmla="*/ 16 w 96"/>
                  <a:gd name="T107" fmla="*/ 64 h 80"/>
                  <a:gd name="T108" fmla="*/ 8 w 96"/>
                  <a:gd name="T109" fmla="*/ 64 h 80"/>
                  <a:gd name="T110" fmla="*/ 8 w 96"/>
                  <a:gd name="T111" fmla="*/ 40 h 80"/>
                  <a:gd name="T112" fmla="*/ 16 w 96"/>
                  <a:gd name="T113" fmla="*/ 40 h 80"/>
                  <a:gd name="T114" fmla="*/ 16 w 96"/>
                  <a:gd name="T115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" h="80">
                    <a:moveTo>
                      <a:pt x="92" y="20"/>
                    </a:moveTo>
                    <a:cubicBezTo>
                      <a:pt x="86" y="20"/>
                      <a:pt x="86" y="20"/>
                      <a:pt x="86" y="20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5" y="1"/>
                      <a:pt x="74" y="0"/>
                      <a:pt x="73" y="0"/>
                    </a:cubicBezTo>
                    <a:cubicBezTo>
                      <a:pt x="72" y="0"/>
                      <a:pt x="71" y="0"/>
                      <a:pt x="70" y="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77" y="20"/>
                      <a:pt x="77" y="20"/>
                      <a:pt x="77" y="20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88" y="28"/>
                      <a:pt x="88" y="28"/>
                      <a:pt x="88" y="2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6"/>
                      <a:pt x="34" y="68"/>
                      <a:pt x="36" y="68"/>
                    </a:cubicBezTo>
                    <a:cubicBezTo>
                      <a:pt x="64" y="68"/>
                      <a:pt x="64" y="68"/>
                      <a:pt x="64" y="68"/>
                    </a:cubicBezTo>
                    <a:cubicBezTo>
                      <a:pt x="63" y="70"/>
                      <a:pt x="63" y="70"/>
                      <a:pt x="63" y="70"/>
                    </a:cubicBezTo>
                    <a:cubicBezTo>
                      <a:pt x="62" y="71"/>
                      <a:pt x="61" y="72"/>
                      <a:pt x="59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8"/>
                      <a:pt x="46" y="40"/>
                      <a:pt x="44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51" y="48"/>
                      <a:pt x="56" y="43"/>
                      <a:pt x="56" y="36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6"/>
                      <a:pt x="54" y="24"/>
                      <a:pt x="52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1" y="24"/>
                      <a:pt x="30" y="24"/>
                      <a:pt x="29" y="25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1" y="32"/>
                      <a:pt x="21" y="32"/>
                      <a:pt x="20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2" y="32"/>
                      <a:pt x="0" y="34"/>
                      <a:pt x="0" y="36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72"/>
                      <a:pt x="21" y="72"/>
                      <a:pt x="22" y="71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30" y="80"/>
                      <a:pt x="31" y="80"/>
                      <a:pt x="32" y="80"/>
                    </a:cubicBezTo>
                    <a:cubicBezTo>
                      <a:pt x="59" y="80"/>
                      <a:pt x="59" y="80"/>
                      <a:pt x="59" y="80"/>
                    </a:cubicBezTo>
                    <a:cubicBezTo>
                      <a:pt x="64" y="80"/>
                      <a:pt x="68" y="77"/>
                      <a:pt x="70" y="73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92" y="68"/>
                      <a:pt x="92" y="68"/>
                      <a:pt x="92" y="68"/>
                    </a:cubicBezTo>
                    <a:cubicBezTo>
                      <a:pt x="94" y="68"/>
                      <a:pt x="96" y="66"/>
                      <a:pt x="96" y="64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22"/>
                      <a:pt x="94" y="20"/>
                      <a:pt x="92" y="20"/>
                    </a:cubicBezTo>
                    <a:close/>
                    <a:moveTo>
                      <a:pt x="16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lnTo>
                      <a:pt x="16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0" name="组合 229"/>
            <p:cNvGrpSpPr/>
            <p:nvPr/>
          </p:nvGrpSpPr>
          <p:grpSpPr>
            <a:xfrm>
              <a:off x="6850063" y="4792663"/>
              <a:ext cx="303212" cy="303212"/>
              <a:chOff x="6850063" y="4792663"/>
              <a:chExt cx="303212" cy="303212"/>
            </a:xfrm>
          </p:grpSpPr>
          <p:sp>
            <p:nvSpPr>
              <p:cNvPr id="12" name="Freeform 12"/>
              <p:cNvSpPr>
                <a:spLocks/>
              </p:cNvSpPr>
              <p:nvPr/>
            </p:nvSpPr>
            <p:spPr bwMode="auto">
              <a:xfrm>
                <a:off x="7013575" y="4830763"/>
                <a:ext cx="76200" cy="125413"/>
              </a:xfrm>
              <a:custGeom>
                <a:avLst/>
                <a:gdLst>
                  <a:gd name="T0" fmla="*/ 8 w 24"/>
                  <a:gd name="T1" fmla="*/ 0 h 40"/>
                  <a:gd name="T2" fmla="*/ 8 w 24"/>
                  <a:gd name="T3" fmla="*/ 4 h 40"/>
                  <a:gd name="T4" fmla="*/ 0 w 24"/>
                  <a:gd name="T5" fmla="*/ 14 h 40"/>
                  <a:gd name="T6" fmla="*/ 10 w 24"/>
                  <a:gd name="T7" fmla="*/ 24 h 40"/>
                  <a:gd name="T8" fmla="*/ 14 w 24"/>
                  <a:gd name="T9" fmla="*/ 24 h 40"/>
                  <a:gd name="T10" fmla="*/ 16 w 24"/>
                  <a:gd name="T11" fmla="*/ 26 h 40"/>
                  <a:gd name="T12" fmla="*/ 14 w 24"/>
                  <a:gd name="T13" fmla="*/ 28 h 40"/>
                  <a:gd name="T14" fmla="*/ 8 w 24"/>
                  <a:gd name="T15" fmla="*/ 28 h 40"/>
                  <a:gd name="T16" fmla="*/ 8 w 24"/>
                  <a:gd name="T17" fmla="*/ 40 h 40"/>
                  <a:gd name="T18" fmla="*/ 16 w 24"/>
                  <a:gd name="T19" fmla="*/ 40 h 40"/>
                  <a:gd name="T20" fmla="*/ 16 w 24"/>
                  <a:gd name="T21" fmla="*/ 36 h 40"/>
                  <a:gd name="T22" fmla="*/ 24 w 24"/>
                  <a:gd name="T23" fmla="*/ 26 h 40"/>
                  <a:gd name="T24" fmla="*/ 14 w 24"/>
                  <a:gd name="T25" fmla="*/ 16 h 40"/>
                  <a:gd name="T26" fmla="*/ 10 w 24"/>
                  <a:gd name="T27" fmla="*/ 16 h 40"/>
                  <a:gd name="T28" fmla="*/ 8 w 24"/>
                  <a:gd name="T29" fmla="*/ 14 h 40"/>
                  <a:gd name="T30" fmla="*/ 10 w 24"/>
                  <a:gd name="T31" fmla="*/ 12 h 40"/>
                  <a:gd name="T32" fmla="*/ 24 w 24"/>
                  <a:gd name="T33" fmla="*/ 12 h 40"/>
                  <a:gd name="T34" fmla="*/ 24 w 24"/>
                  <a:gd name="T35" fmla="*/ 4 h 40"/>
                  <a:gd name="T36" fmla="*/ 16 w 24"/>
                  <a:gd name="T37" fmla="*/ 4 h 40"/>
                  <a:gd name="T38" fmla="*/ 16 w 24"/>
                  <a:gd name="T39" fmla="*/ 0 h 40"/>
                  <a:gd name="T40" fmla="*/ 8 w 24"/>
                  <a:gd name="T4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40">
                    <a:moveTo>
                      <a:pt x="8" y="0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3" y="5"/>
                      <a:pt x="0" y="9"/>
                      <a:pt x="0" y="14"/>
                    </a:cubicBezTo>
                    <a:cubicBezTo>
                      <a:pt x="0" y="20"/>
                      <a:pt x="4" y="24"/>
                      <a:pt x="10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0"/>
                      <a:pt x="20" y="16"/>
                      <a:pt x="14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9" y="16"/>
                      <a:pt x="8" y="15"/>
                      <a:pt x="8" y="14"/>
                    </a:cubicBezTo>
                    <a:cubicBezTo>
                      <a:pt x="8" y="13"/>
                      <a:pt x="9" y="12"/>
                      <a:pt x="1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>
                <a:spLocks noEditPoints="1"/>
              </p:cNvSpPr>
              <p:nvPr/>
            </p:nvSpPr>
            <p:spPr bwMode="auto">
              <a:xfrm>
                <a:off x="6850063" y="4918075"/>
                <a:ext cx="265113" cy="177800"/>
              </a:xfrm>
              <a:custGeom>
                <a:avLst/>
                <a:gdLst>
                  <a:gd name="T0" fmla="*/ 76 w 84"/>
                  <a:gd name="T1" fmla="*/ 32 h 56"/>
                  <a:gd name="T2" fmla="*/ 72 w 84"/>
                  <a:gd name="T3" fmla="*/ 36 h 56"/>
                  <a:gd name="T4" fmla="*/ 52 w 84"/>
                  <a:gd name="T5" fmla="*/ 36 h 56"/>
                  <a:gd name="T6" fmla="*/ 52 w 84"/>
                  <a:gd name="T7" fmla="*/ 44 h 56"/>
                  <a:gd name="T8" fmla="*/ 68 w 84"/>
                  <a:gd name="T9" fmla="*/ 44 h 56"/>
                  <a:gd name="T10" fmla="*/ 64 w 84"/>
                  <a:gd name="T11" fmla="*/ 48 h 56"/>
                  <a:gd name="T12" fmla="*/ 34 w 84"/>
                  <a:gd name="T13" fmla="*/ 48 h 56"/>
                  <a:gd name="T14" fmla="*/ 24 w 84"/>
                  <a:gd name="T15" fmla="*/ 38 h 56"/>
                  <a:gd name="T16" fmla="*/ 24 w 84"/>
                  <a:gd name="T17" fmla="*/ 18 h 56"/>
                  <a:gd name="T18" fmla="*/ 34 w 84"/>
                  <a:gd name="T19" fmla="*/ 8 h 56"/>
                  <a:gd name="T20" fmla="*/ 48 w 84"/>
                  <a:gd name="T21" fmla="*/ 8 h 56"/>
                  <a:gd name="T22" fmla="*/ 48 w 84"/>
                  <a:gd name="T23" fmla="*/ 12 h 56"/>
                  <a:gd name="T24" fmla="*/ 44 w 84"/>
                  <a:gd name="T25" fmla="*/ 16 h 56"/>
                  <a:gd name="T26" fmla="*/ 36 w 84"/>
                  <a:gd name="T27" fmla="*/ 16 h 56"/>
                  <a:gd name="T28" fmla="*/ 36 w 84"/>
                  <a:gd name="T29" fmla="*/ 24 h 56"/>
                  <a:gd name="T30" fmla="*/ 44 w 84"/>
                  <a:gd name="T31" fmla="*/ 24 h 56"/>
                  <a:gd name="T32" fmla="*/ 56 w 84"/>
                  <a:gd name="T33" fmla="*/ 12 h 56"/>
                  <a:gd name="T34" fmla="*/ 56 w 84"/>
                  <a:gd name="T35" fmla="*/ 4 h 56"/>
                  <a:gd name="T36" fmla="*/ 52 w 84"/>
                  <a:gd name="T37" fmla="*/ 0 h 56"/>
                  <a:gd name="T38" fmla="*/ 32 w 84"/>
                  <a:gd name="T39" fmla="*/ 0 h 56"/>
                  <a:gd name="T40" fmla="*/ 29 w 84"/>
                  <a:gd name="T41" fmla="*/ 1 h 56"/>
                  <a:gd name="T42" fmla="*/ 22 w 84"/>
                  <a:gd name="T43" fmla="*/ 9 h 56"/>
                  <a:gd name="T44" fmla="*/ 20 w 84"/>
                  <a:gd name="T45" fmla="*/ 8 h 56"/>
                  <a:gd name="T46" fmla="*/ 4 w 84"/>
                  <a:gd name="T47" fmla="*/ 8 h 56"/>
                  <a:gd name="T48" fmla="*/ 0 w 84"/>
                  <a:gd name="T49" fmla="*/ 12 h 56"/>
                  <a:gd name="T50" fmla="*/ 0 w 84"/>
                  <a:gd name="T51" fmla="*/ 44 h 56"/>
                  <a:gd name="T52" fmla="*/ 4 w 84"/>
                  <a:gd name="T53" fmla="*/ 48 h 56"/>
                  <a:gd name="T54" fmla="*/ 20 w 84"/>
                  <a:gd name="T55" fmla="*/ 48 h 56"/>
                  <a:gd name="T56" fmla="*/ 22 w 84"/>
                  <a:gd name="T57" fmla="*/ 47 h 56"/>
                  <a:gd name="T58" fmla="*/ 29 w 84"/>
                  <a:gd name="T59" fmla="*/ 55 h 56"/>
                  <a:gd name="T60" fmla="*/ 32 w 84"/>
                  <a:gd name="T61" fmla="*/ 56 h 56"/>
                  <a:gd name="T62" fmla="*/ 64 w 84"/>
                  <a:gd name="T63" fmla="*/ 56 h 56"/>
                  <a:gd name="T64" fmla="*/ 76 w 84"/>
                  <a:gd name="T65" fmla="*/ 44 h 56"/>
                  <a:gd name="T66" fmla="*/ 76 w 84"/>
                  <a:gd name="T67" fmla="*/ 43 h 56"/>
                  <a:gd name="T68" fmla="*/ 84 w 84"/>
                  <a:gd name="T69" fmla="*/ 32 h 56"/>
                  <a:gd name="T70" fmla="*/ 84 w 84"/>
                  <a:gd name="T71" fmla="*/ 28 h 56"/>
                  <a:gd name="T72" fmla="*/ 76 w 84"/>
                  <a:gd name="T73" fmla="*/ 28 h 56"/>
                  <a:gd name="T74" fmla="*/ 76 w 84"/>
                  <a:gd name="T75" fmla="*/ 32 h 56"/>
                  <a:gd name="T76" fmla="*/ 16 w 84"/>
                  <a:gd name="T77" fmla="*/ 40 h 56"/>
                  <a:gd name="T78" fmla="*/ 8 w 84"/>
                  <a:gd name="T79" fmla="*/ 40 h 56"/>
                  <a:gd name="T80" fmla="*/ 8 w 84"/>
                  <a:gd name="T81" fmla="*/ 16 h 56"/>
                  <a:gd name="T82" fmla="*/ 16 w 84"/>
                  <a:gd name="T83" fmla="*/ 16 h 56"/>
                  <a:gd name="T84" fmla="*/ 16 w 84"/>
                  <a:gd name="T85" fmla="*/ 4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4" h="56">
                    <a:moveTo>
                      <a:pt x="76" y="32"/>
                    </a:moveTo>
                    <a:cubicBezTo>
                      <a:pt x="76" y="34"/>
                      <a:pt x="74" y="36"/>
                      <a:pt x="7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8" y="46"/>
                      <a:pt x="66" y="48"/>
                      <a:pt x="64" y="48"/>
                    </a:cubicBezTo>
                    <a:cubicBezTo>
                      <a:pt x="34" y="48"/>
                      <a:pt x="34" y="48"/>
                      <a:pt x="34" y="4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4"/>
                      <a:pt x="46" y="16"/>
                      <a:pt x="44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51" y="24"/>
                      <a:pt x="56" y="19"/>
                      <a:pt x="56" y="12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2"/>
                      <a:pt x="54" y="0"/>
                      <a:pt x="5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0"/>
                      <a:pt x="30" y="0"/>
                      <a:pt x="29" y="1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1" y="8"/>
                      <a:pt x="21" y="8"/>
                      <a:pt x="2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10"/>
                      <a:pt x="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2" y="47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6"/>
                      <a:pt x="31" y="56"/>
                      <a:pt x="32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71" y="56"/>
                      <a:pt x="76" y="51"/>
                      <a:pt x="76" y="44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81" y="42"/>
                      <a:pt x="84" y="37"/>
                      <a:pt x="84" y="32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76" y="28"/>
                      <a:pt x="76" y="28"/>
                      <a:pt x="76" y="28"/>
                    </a:cubicBezTo>
                    <a:lnTo>
                      <a:pt x="76" y="32"/>
                    </a:lnTo>
                    <a:close/>
                    <a:moveTo>
                      <a:pt x="16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16" y="16"/>
                      <a:pt x="16" y="16"/>
                      <a:pt x="16" y="16"/>
                    </a:cubicBezTo>
                    <a:lnTo>
                      <a:pt x="16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>
                <a:spLocks/>
              </p:cNvSpPr>
              <p:nvPr/>
            </p:nvSpPr>
            <p:spPr bwMode="auto">
              <a:xfrm>
                <a:off x="6950075" y="4792663"/>
                <a:ext cx="203200" cy="201613"/>
              </a:xfrm>
              <a:custGeom>
                <a:avLst/>
                <a:gdLst>
                  <a:gd name="T0" fmla="*/ 32 w 64"/>
                  <a:gd name="T1" fmla="*/ 0 h 64"/>
                  <a:gd name="T2" fmla="*/ 0 w 64"/>
                  <a:gd name="T3" fmla="*/ 32 h 64"/>
                  <a:gd name="T4" fmla="*/ 0 w 64"/>
                  <a:gd name="T5" fmla="*/ 36 h 64"/>
                  <a:gd name="T6" fmla="*/ 8 w 64"/>
                  <a:gd name="T7" fmla="*/ 36 h 64"/>
                  <a:gd name="T8" fmla="*/ 8 w 64"/>
                  <a:gd name="T9" fmla="*/ 32 h 64"/>
                  <a:gd name="T10" fmla="*/ 32 w 64"/>
                  <a:gd name="T11" fmla="*/ 8 h 64"/>
                  <a:gd name="T12" fmla="*/ 56 w 64"/>
                  <a:gd name="T13" fmla="*/ 32 h 64"/>
                  <a:gd name="T14" fmla="*/ 32 w 64"/>
                  <a:gd name="T15" fmla="*/ 56 h 64"/>
                  <a:gd name="T16" fmla="*/ 28 w 64"/>
                  <a:gd name="T17" fmla="*/ 56 h 64"/>
                  <a:gd name="T18" fmla="*/ 28 w 64"/>
                  <a:gd name="T19" fmla="*/ 64 h 64"/>
                  <a:gd name="T20" fmla="*/ 32 w 64"/>
                  <a:gd name="T21" fmla="*/ 64 h 64"/>
                  <a:gd name="T22" fmla="*/ 64 w 64"/>
                  <a:gd name="T23" fmla="*/ 32 h 64"/>
                  <a:gd name="T24" fmla="*/ 32 w 64"/>
                  <a:gd name="T2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33"/>
                      <a:pt x="0" y="35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35"/>
                      <a:pt x="8" y="33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5" y="56"/>
                      <a:pt x="32" y="56"/>
                    </a:cubicBezTo>
                    <a:cubicBezTo>
                      <a:pt x="31" y="56"/>
                      <a:pt x="29" y="56"/>
                      <a:pt x="28" y="56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29" y="64"/>
                      <a:pt x="31" y="64"/>
                      <a:pt x="32" y="64"/>
                    </a:cubicBezTo>
                    <a:cubicBezTo>
                      <a:pt x="50" y="64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9" name="组合 228"/>
            <p:cNvGrpSpPr/>
            <p:nvPr/>
          </p:nvGrpSpPr>
          <p:grpSpPr>
            <a:xfrm>
              <a:off x="6243638" y="4792663"/>
              <a:ext cx="303212" cy="303213"/>
              <a:chOff x="6243638" y="4792663"/>
              <a:chExt cx="303212" cy="303213"/>
            </a:xfrm>
          </p:grpSpPr>
          <p:sp>
            <p:nvSpPr>
              <p:cNvPr id="15" name="Freeform 15"/>
              <p:cNvSpPr>
                <a:spLocks noEditPoints="1"/>
              </p:cNvSpPr>
              <p:nvPr/>
            </p:nvSpPr>
            <p:spPr bwMode="auto">
              <a:xfrm>
                <a:off x="6243638" y="4792663"/>
                <a:ext cx="176213" cy="303213"/>
              </a:xfrm>
              <a:custGeom>
                <a:avLst/>
                <a:gdLst>
                  <a:gd name="T0" fmla="*/ 52 w 56"/>
                  <a:gd name="T1" fmla="*/ 21 h 96"/>
                  <a:gd name="T2" fmla="*/ 52 w 56"/>
                  <a:gd name="T3" fmla="*/ 4 h 96"/>
                  <a:gd name="T4" fmla="*/ 50 w 56"/>
                  <a:gd name="T5" fmla="*/ 1 h 96"/>
                  <a:gd name="T6" fmla="*/ 47 w 56"/>
                  <a:gd name="T7" fmla="*/ 0 h 96"/>
                  <a:gd name="T8" fmla="*/ 36 w 56"/>
                  <a:gd name="T9" fmla="*/ 4 h 96"/>
                  <a:gd name="T10" fmla="*/ 30 w 56"/>
                  <a:gd name="T11" fmla="*/ 0 h 96"/>
                  <a:gd name="T12" fmla="*/ 26 w 56"/>
                  <a:gd name="T13" fmla="*/ 0 h 96"/>
                  <a:gd name="T14" fmla="*/ 20 w 56"/>
                  <a:gd name="T15" fmla="*/ 4 h 96"/>
                  <a:gd name="T16" fmla="*/ 9 w 56"/>
                  <a:gd name="T17" fmla="*/ 0 h 96"/>
                  <a:gd name="T18" fmla="*/ 6 w 56"/>
                  <a:gd name="T19" fmla="*/ 1 h 96"/>
                  <a:gd name="T20" fmla="*/ 4 w 56"/>
                  <a:gd name="T21" fmla="*/ 4 h 96"/>
                  <a:gd name="T22" fmla="*/ 4 w 56"/>
                  <a:gd name="T23" fmla="*/ 21 h 96"/>
                  <a:gd name="T24" fmla="*/ 0 w 56"/>
                  <a:gd name="T25" fmla="*/ 28 h 96"/>
                  <a:gd name="T26" fmla="*/ 0 w 56"/>
                  <a:gd name="T27" fmla="*/ 88 h 96"/>
                  <a:gd name="T28" fmla="*/ 8 w 56"/>
                  <a:gd name="T29" fmla="*/ 96 h 96"/>
                  <a:gd name="T30" fmla="*/ 48 w 56"/>
                  <a:gd name="T31" fmla="*/ 96 h 96"/>
                  <a:gd name="T32" fmla="*/ 56 w 56"/>
                  <a:gd name="T33" fmla="*/ 88 h 96"/>
                  <a:gd name="T34" fmla="*/ 56 w 56"/>
                  <a:gd name="T35" fmla="*/ 28 h 96"/>
                  <a:gd name="T36" fmla="*/ 52 w 56"/>
                  <a:gd name="T37" fmla="*/ 21 h 96"/>
                  <a:gd name="T38" fmla="*/ 19 w 56"/>
                  <a:gd name="T39" fmla="*/ 12 h 96"/>
                  <a:gd name="T40" fmla="*/ 22 w 56"/>
                  <a:gd name="T41" fmla="*/ 12 h 96"/>
                  <a:gd name="T42" fmla="*/ 28 w 56"/>
                  <a:gd name="T43" fmla="*/ 8 h 96"/>
                  <a:gd name="T44" fmla="*/ 34 w 56"/>
                  <a:gd name="T45" fmla="*/ 12 h 96"/>
                  <a:gd name="T46" fmla="*/ 37 w 56"/>
                  <a:gd name="T47" fmla="*/ 12 h 96"/>
                  <a:gd name="T48" fmla="*/ 44 w 56"/>
                  <a:gd name="T49" fmla="*/ 10 h 96"/>
                  <a:gd name="T50" fmla="*/ 44 w 56"/>
                  <a:gd name="T51" fmla="*/ 20 h 96"/>
                  <a:gd name="T52" fmla="*/ 12 w 56"/>
                  <a:gd name="T53" fmla="*/ 20 h 96"/>
                  <a:gd name="T54" fmla="*/ 12 w 56"/>
                  <a:gd name="T55" fmla="*/ 10 h 96"/>
                  <a:gd name="T56" fmla="*/ 19 w 56"/>
                  <a:gd name="T57" fmla="*/ 12 h 96"/>
                  <a:gd name="T58" fmla="*/ 48 w 56"/>
                  <a:gd name="T59" fmla="*/ 88 h 96"/>
                  <a:gd name="T60" fmla="*/ 8 w 56"/>
                  <a:gd name="T61" fmla="*/ 88 h 96"/>
                  <a:gd name="T62" fmla="*/ 8 w 56"/>
                  <a:gd name="T63" fmla="*/ 28 h 96"/>
                  <a:gd name="T64" fmla="*/ 48 w 56"/>
                  <a:gd name="T65" fmla="*/ 28 h 96"/>
                  <a:gd name="T66" fmla="*/ 48 w 56"/>
                  <a:gd name="T67" fmla="*/ 8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" h="96">
                    <a:moveTo>
                      <a:pt x="52" y="21"/>
                    </a:moveTo>
                    <a:cubicBezTo>
                      <a:pt x="52" y="4"/>
                      <a:pt x="52" y="4"/>
                      <a:pt x="52" y="4"/>
                    </a:cubicBezTo>
                    <a:cubicBezTo>
                      <a:pt x="52" y="3"/>
                      <a:pt x="51" y="2"/>
                      <a:pt x="50" y="1"/>
                    </a:cubicBezTo>
                    <a:cubicBezTo>
                      <a:pt x="49" y="0"/>
                      <a:pt x="48" y="0"/>
                      <a:pt x="47" y="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7" y="0"/>
                      <a:pt x="26" y="0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7" y="0"/>
                      <a:pt x="6" y="1"/>
                    </a:cubicBezTo>
                    <a:cubicBezTo>
                      <a:pt x="5" y="2"/>
                      <a:pt x="4" y="3"/>
                      <a:pt x="4" y="4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2" y="23"/>
                      <a:pt x="0" y="25"/>
                      <a:pt x="0" y="2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92"/>
                      <a:pt x="4" y="96"/>
                      <a:pt x="8" y="96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52" y="96"/>
                      <a:pt x="56" y="92"/>
                      <a:pt x="56" y="88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5"/>
                      <a:pt x="54" y="23"/>
                      <a:pt x="52" y="21"/>
                    </a:cubicBezTo>
                    <a:close/>
                    <a:moveTo>
                      <a:pt x="19" y="12"/>
                    </a:moveTo>
                    <a:cubicBezTo>
                      <a:pt x="20" y="12"/>
                      <a:pt x="21" y="12"/>
                      <a:pt x="22" y="12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5" y="12"/>
                      <a:pt x="36" y="12"/>
                      <a:pt x="37" y="12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10"/>
                      <a:pt x="12" y="10"/>
                      <a:pt x="12" y="10"/>
                    </a:cubicBezTo>
                    <a:lnTo>
                      <a:pt x="19" y="12"/>
                    </a:lnTo>
                    <a:close/>
                    <a:moveTo>
                      <a:pt x="48" y="88"/>
                    </a:moveTo>
                    <a:cubicBezTo>
                      <a:pt x="8" y="88"/>
                      <a:pt x="8" y="88"/>
                      <a:pt x="8" y="8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48" y="28"/>
                      <a:pt x="48" y="28"/>
                      <a:pt x="48" y="28"/>
                    </a:cubicBezTo>
                    <a:lnTo>
                      <a:pt x="48" y="8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Rectangle 16"/>
              <p:cNvSpPr>
                <a:spLocks noChangeArrowheads="1"/>
              </p:cNvSpPr>
              <p:nvPr/>
            </p:nvSpPr>
            <p:spPr bwMode="auto">
              <a:xfrm>
                <a:off x="6280150" y="4892675"/>
                <a:ext cx="1016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Oval 17"/>
              <p:cNvSpPr>
                <a:spLocks noChangeArrowheads="1"/>
              </p:cNvSpPr>
              <p:nvPr/>
            </p:nvSpPr>
            <p:spPr bwMode="auto">
              <a:xfrm>
                <a:off x="6280150" y="49561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Oval 18"/>
              <p:cNvSpPr>
                <a:spLocks noChangeArrowheads="1"/>
              </p:cNvSpPr>
              <p:nvPr/>
            </p:nvSpPr>
            <p:spPr bwMode="auto">
              <a:xfrm>
                <a:off x="6356350" y="49561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Oval 19"/>
              <p:cNvSpPr>
                <a:spLocks noChangeArrowheads="1"/>
              </p:cNvSpPr>
              <p:nvPr/>
            </p:nvSpPr>
            <p:spPr bwMode="auto">
              <a:xfrm>
                <a:off x="6318250" y="49561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Oval 20"/>
              <p:cNvSpPr>
                <a:spLocks noChangeArrowheads="1"/>
              </p:cNvSpPr>
              <p:nvPr/>
            </p:nvSpPr>
            <p:spPr bwMode="auto">
              <a:xfrm>
                <a:off x="6280150" y="49942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Oval 21"/>
              <p:cNvSpPr>
                <a:spLocks noChangeArrowheads="1"/>
              </p:cNvSpPr>
              <p:nvPr/>
            </p:nvSpPr>
            <p:spPr bwMode="auto">
              <a:xfrm>
                <a:off x="6356350" y="49942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Oval 22"/>
              <p:cNvSpPr>
                <a:spLocks noChangeArrowheads="1"/>
              </p:cNvSpPr>
              <p:nvPr/>
            </p:nvSpPr>
            <p:spPr bwMode="auto">
              <a:xfrm>
                <a:off x="6318250" y="49942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Oval 23"/>
              <p:cNvSpPr>
                <a:spLocks noChangeArrowheads="1"/>
              </p:cNvSpPr>
              <p:nvPr/>
            </p:nvSpPr>
            <p:spPr bwMode="auto">
              <a:xfrm>
                <a:off x="6280150" y="50323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Oval 24"/>
              <p:cNvSpPr>
                <a:spLocks noChangeArrowheads="1"/>
              </p:cNvSpPr>
              <p:nvPr/>
            </p:nvSpPr>
            <p:spPr bwMode="auto">
              <a:xfrm>
                <a:off x="6356350" y="50323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Oval 25"/>
              <p:cNvSpPr>
                <a:spLocks noChangeArrowheads="1"/>
              </p:cNvSpPr>
              <p:nvPr/>
            </p:nvSpPr>
            <p:spPr bwMode="auto">
              <a:xfrm>
                <a:off x="6318250" y="50323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6432550" y="4892675"/>
                <a:ext cx="114300" cy="152400"/>
              </a:xfrm>
              <a:custGeom>
                <a:avLst/>
                <a:gdLst>
                  <a:gd name="T0" fmla="*/ 32 w 36"/>
                  <a:gd name="T1" fmla="*/ 0 h 48"/>
                  <a:gd name="T2" fmla="*/ 4 w 36"/>
                  <a:gd name="T3" fmla="*/ 0 h 48"/>
                  <a:gd name="T4" fmla="*/ 0 w 36"/>
                  <a:gd name="T5" fmla="*/ 4 h 48"/>
                  <a:gd name="T6" fmla="*/ 0 w 36"/>
                  <a:gd name="T7" fmla="*/ 44 h 48"/>
                  <a:gd name="T8" fmla="*/ 4 w 36"/>
                  <a:gd name="T9" fmla="*/ 48 h 48"/>
                  <a:gd name="T10" fmla="*/ 32 w 36"/>
                  <a:gd name="T11" fmla="*/ 48 h 48"/>
                  <a:gd name="T12" fmla="*/ 36 w 36"/>
                  <a:gd name="T13" fmla="*/ 44 h 48"/>
                  <a:gd name="T14" fmla="*/ 36 w 36"/>
                  <a:gd name="T15" fmla="*/ 4 h 48"/>
                  <a:gd name="T16" fmla="*/ 32 w 36"/>
                  <a:gd name="T17" fmla="*/ 0 h 48"/>
                  <a:gd name="T18" fmla="*/ 8 w 36"/>
                  <a:gd name="T19" fmla="*/ 8 h 48"/>
                  <a:gd name="T20" fmla="*/ 12 w 36"/>
                  <a:gd name="T21" fmla="*/ 8 h 48"/>
                  <a:gd name="T22" fmla="*/ 12 w 36"/>
                  <a:gd name="T23" fmla="*/ 40 h 48"/>
                  <a:gd name="T24" fmla="*/ 8 w 36"/>
                  <a:gd name="T25" fmla="*/ 40 h 48"/>
                  <a:gd name="T26" fmla="*/ 8 w 36"/>
                  <a:gd name="T27" fmla="*/ 8 h 48"/>
                  <a:gd name="T28" fmla="*/ 28 w 36"/>
                  <a:gd name="T29" fmla="*/ 40 h 48"/>
                  <a:gd name="T30" fmla="*/ 20 w 36"/>
                  <a:gd name="T31" fmla="*/ 40 h 48"/>
                  <a:gd name="T32" fmla="*/ 20 w 36"/>
                  <a:gd name="T33" fmla="*/ 8 h 48"/>
                  <a:gd name="T34" fmla="*/ 28 w 36"/>
                  <a:gd name="T35" fmla="*/ 8 h 48"/>
                  <a:gd name="T36" fmla="*/ 28 w 36"/>
                  <a:gd name="T3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48">
                    <a:moveTo>
                      <a:pt x="3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4" y="48"/>
                      <a:pt x="36" y="46"/>
                      <a:pt x="36" y="4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lose/>
                    <a:moveTo>
                      <a:pt x="8" y="8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8"/>
                    </a:lnTo>
                    <a:close/>
                    <a:moveTo>
                      <a:pt x="28" y="40"/>
                    </a:move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8" y="8"/>
                      <a:pt x="28" y="8"/>
                      <a:pt x="28" y="8"/>
                    </a:cubicBezTo>
                    <a:lnTo>
                      <a:pt x="2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" name="Freeform 28"/>
            <p:cNvSpPr>
              <a:spLocks noEditPoints="1"/>
            </p:cNvSpPr>
            <p:nvPr/>
          </p:nvSpPr>
          <p:spPr bwMode="auto">
            <a:xfrm>
              <a:off x="5054600" y="3602038"/>
              <a:ext cx="254000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72 h 80"/>
                <a:gd name="T12" fmla="*/ 8 w 80"/>
                <a:gd name="T13" fmla="*/ 40 h 80"/>
                <a:gd name="T14" fmla="*/ 40 w 80"/>
                <a:gd name="T15" fmla="*/ 8 h 80"/>
                <a:gd name="T16" fmla="*/ 72 w 80"/>
                <a:gd name="T17" fmla="*/ 40 h 80"/>
                <a:gd name="T18" fmla="*/ 40 w 80"/>
                <a:gd name="T19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72"/>
                  </a:moveTo>
                  <a:cubicBezTo>
                    <a:pt x="22" y="72"/>
                    <a:pt x="8" y="58"/>
                    <a:pt x="8" y="40"/>
                  </a:cubicBezTo>
                  <a:cubicBezTo>
                    <a:pt x="8" y="22"/>
                    <a:pt x="22" y="8"/>
                    <a:pt x="40" y="8"/>
                  </a:cubicBezTo>
                  <a:cubicBezTo>
                    <a:pt x="58" y="8"/>
                    <a:pt x="72" y="22"/>
                    <a:pt x="72" y="40"/>
                  </a:cubicBezTo>
                  <a:cubicBezTo>
                    <a:pt x="72" y="58"/>
                    <a:pt x="58" y="72"/>
                    <a:pt x="40" y="7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11" name="组合 210"/>
            <p:cNvGrpSpPr/>
            <p:nvPr/>
          </p:nvGrpSpPr>
          <p:grpSpPr>
            <a:xfrm>
              <a:off x="5105400" y="3665538"/>
              <a:ext cx="152400" cy="150813"/>
              <a:chOff x="5105400" y="3665538"/>
              <a:chExt cx="152400" cy="150813"/>
            </a:xfrm>
          </p:grpSpPr>
          <p:sp>
            <p:nvSpPr>
              <p:cNvPr id="27" name="Freeform 27"/>
              <p:cNvSpPr>
                <a:spLocks noEditPoints="1"/>
              </p:cNvSpPr>
              <p:nvPr/>
            </p:nvSpPr>
            <p:spPr bwMode="auto">
              <a:xfrm>
                <a:off x="5105400" y="3741738"/>
                <a:ext cx="152400" cy="74613"/>
              </a:xfrm>
              <a:custGeom>
                <a:avLst/>
                <a:gdLst>
                  <a:gd name="T0" fmla="*/ 44 w 48"/>
                  <a:gd name="T1" fmla="*/ 0 h 24"/>
                  <a:gd name="T2" fmla="*/ 4 w 48"/>
                  <a:gd name="T3" fmla="*/ 0 h 24"/>
                  <a:gd name="T4" fmla="*/ 0 w 48"/>
                  <a:gd name="T5" fmla="*/ 4 h 24"/>
                  <a:gd name="T6" fmla="*/ 24 w 48"/>
                  <a:gd name="T7" fmla="*/ 24 h 24"/>
                  <a:gd name="T8" fmla="*/ 48 w 48"/>
                  <a:gd name="T9" fmla="*/ 4 h 24"/>
                  <a:gd name="T10" fmla="*/ 44 w 48"/>
                  <a:gd name="T11" fmla="*/ 0 h 24"/>
                  <a:gd name="T12" fmla="*/ 24 w 48"/>
                  <a:gd name="T13" fmla="*/ 16 h 24"/>
                  <a:gd name="T14" fmla="*/ 9 w 48"/>
                  <a:gd name="T15" fmla="*/ 8 h 24"/>
                  <a:gd name="T16" fmla="*/ 39 w 48"/>
                  <a:gd name="T17" fmla="*/ 8 h 24"/>
                  <a:gd name="T18" fmla="*/ 24 w 48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24">
                    <a:moveTo>
                      <a:pt x="4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4"/>
                      <a:pt x="11" y="24"/>
                      <a:pt x="24" y="24"/>
                    </a:cubicBezTo>
                    <a:cubicBezTo>
                      <a:pt x="37" y="24"/>
                      <a:pt x="48" y="1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lose/>
                    <a:moveTo>
                      <a:pt x="24" y="16"/>
                    </a:moveTo>
                    <a:cubicBezTo>
                      <a:pt x="17" y="16"/>
                      <a:pt x="12" y="12"/>
                      <a:pt x="9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6" y="12"/>
                      <a:pt x="31" y="16"/>
                      <a:pt x="24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Rectangle 29"/>
              <p:cNvSpPr>
                <a:spLocks noChangeArrowheads="1"/>
              </p:cNvSpPr>
              <p:nvPr/>
            </p:nvSpPr>
            <p:spPr bwMode="auto">
              <a:xfrm>
                <a:off x="5130800" y="3665538"/>
                <a:ext cx="254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Rectangle 30"/>
              <p:cNvSpPr>
                <a:spLocks noChangeArrowheads="1"/>
              </p:cNvSpPr>
              <p:nvPr/>
            </p:nvSpPr>
            <p:spPr bwMode="auto">
              <a:xfrm>
                <a:off x="5207000" y="3665538"/>
                <a:ext cx="254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2" name="组合 211"/>
            <p:cNvGrpSpPr/>
            <p:nvPr/>
          </p:nvGrpSpPr>
          <p:grpSpPr>
            <a:xfrm>
              <a:off x="5661025" y="3602038"/>
              <a:ext cx="254000" cy="252413"/>
              <a:chOff x="5661025" y="3602038"/>
              <a:chExt cx="254000" cy="252413"/>
            </a:xfrm>
          </p:grpSpPr>
          <p:sp>
            <p:nvSpPr>
              <p:cNvPr id="31" name="Freeform 31"/>
              <p:cNvSpPr>
                <a:spLocks noEditPoints="1"/>
              </p:cNvSpPr>
              <p:nvPr/>
            </p:nvSpPr>
            <p:spPr bwMode="auto">
              <a:xfrm>
                <a:off x="5727700" y="3678238"/>
                <a:ext cx="44450" cy="44450"/>
              </a:xfrm>
              <a:custGeom>
                <a:avLst/>
                <a:gdLst>
                  <a:gd name="T0" fmla="*/ 7 w 14"/>
                  <a:gd name="T1" fmla="*/ 14 h 14"/>
                  <a:gd name="T2" fmla="*/ 14 w 14"/>
                  <a:gd name="T3" fmla="*/ 7 h 14"/>
                  <a:gd name="T4" fmla="*/ 7 w 14"/>
                  <a:gd name="T5" fmla="*/ 0 h 14"/>
                  <a:gd name="T6" fmla="*/ 0 w 14"/>
                  <a:gd name="T7" fmla="*/ 7 h 14"/>
                  <a:gd name="T8" fmla="*/ 7 w 14"/>
                  <a:gd name="T9" fmla="*/ 14 h 14"/>
                  <a:gd name="T10" fmla="*/ 7 w 14"/>
                  <a:gd name="T11" fmla="*/ 6 h 14"/>
                  <a:gd name="T12" fmla="*/ 8 w 14"/>
                  <a:gd name="T13" fmla="*/ 7 h 14"/>
                  <a:gd name="T14" fmla="*/ 6 w 14"/>
                  <a:gd name="T15" fmla="*/ 7 h 14"/>
                  <a:gd name="T16" fmla="*/ 7 w 14"/>
                  <a:gd name="T17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14">
                    <a:moveTo>
                      <a:pt x="7" y="14"/>
                    </a:moveTo>
                    <a:cubicBezTo>
                      <a:pt x="11" y="14"/>
                      <a:pt x="14" y="11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lose/>
                    <a:moveTo>
                      <a:pt x="7" y="6"/>
                    </a:moveTo>
                    <a:cubicBezTo>
                      <a:pt x="8" y="6"/>
                      <a:pt x="8" y="6"/>
                      <a:pt x="8" y="7"/>
                    </a:cubicBezTo>
                    <a:cubicBezTo>
                      <a:pt x="8" y="8"/>
                      <a:pt x="6" y="8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>
                <a:spLocks noEditPoints="1"/>
              </p:cNvSpPr>
              <p:nvPr/>
            </p:nvSpPr>
            <p:spPr bwMode="auto">
              <a:xfrm>
                <a:off x="5661025" y="3602038"/>
                <a:ext cx="254000" cy="252413"/>
              </a:xfrm>
              <a:custGeom>
                <a:avLst/>
                <a:gdLst>
                  <a:gd name="T0" fmla="*/ 40 w 80"/>
                  <a:gd name="T1" fmla="*/ 0 h 80"/>
                  <a:gd name="T2" fmla="*/ 0 w 80"/>
                  <a:gd name="T3" fmla="*/ 40 h 80"/>
                  <a:gd name="T4" fmla="*/ 40 w 80"/>
                  <a:gd name="T5" fmla="*/ 80 h 80"/>
                  <a:gd name="T6" fmla="*/ 80 w 80"/>
                  <a:gd name="T7" fmla="*/ 40 h 80"/>
                  <a:gd name="T8" fmla="*/ 40 w 80"/>
                  <a:gd name="T9" fmla="*/ 0 h 80"/>
                  <a:gd name="T10" fmla="*/ 40 w 80"/>
                  <a:gd name="T11" fmla="*/ 72 h 80"/>
                  <a:gd name="T12" fmla="*/ 8 w 80"/>
                  <a:gd name="T13" fmla="*/ 40 h 80"/>
                  <a:gd name="T14" fmla="*/ 40 w 80"/>
                  <a:gd name="T15" fmla="*/ 8 h 80"/>
                  <a:gd name="T16" fmla="*/ 72 w 80"/>
                  <a:gd name="T17" fmla="*/ 40 h 80"/>
                  <a:gd name="T18" fmla="*/ 40 w 80"/>
                  <a:gd name="T19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40" y="72"/>
                    </a:moveTo>
                    <a:cubicBezTo>
                      <a:pt x="22" y="72"/>
                      <a:pt x="8" y="58"/>
                      <a:pt x="8" y="40"/>
                    </a:cubicBezTo>
                    <a:cubicBezTo>
                      <a:pt x="8" y="22"/>
                      <a:pt x="22" y="8"/>
                      <a:pt x="40" y="8"/>
                    </a:cubicBezTo>
                    <a:cubicBezTo>
                      <a:pt x="58" y="8"/>
                      <a:pt x="72" y="22"/>
                      <a:pt x="72" y="40"/>
                    </a:cubicBezTo>
                    <a:cubicBezTo>
                      <a:pt x="72" y="58"/>
                      <a:pt x="58" y="72"/>
                      <a:pt x="40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33"/>
              <p:cNvSpPr>
                <a:spLocks/>
              </p:cNvSpPr>
              <p:nvPr/>
            </p:nvSpPr>
            <p:spPr bwMode="auto">
              <a:xfrm>
                <a:off x="5727700" y="3759200"/>
                <a:ext cx="120650" cy="44450"/>
              </a:xfrm>
              <a:custGeom>
                <a:avLst/>
                <a:gdLst>
                  <a:gd name="T0" fmla="*/ 19 w 38"/>
                  <a:gd name="T1" fmla="*/ 6 h 14"/>
                  <a:gd name="T2" fmla="*/ 6 w 38"/>
                  <a:gd name="T3" fmla="*/ 0 h 14"/>
                  <a:gd name="T4" fmla="*/ 0 w 38"/>
                  <a:gd name="T5" fmla="*/ 4 h 14"/>
                  <a:gd name="T6" fmla="*/ 19 w 38"/>
                  <a:gd name="T7" fmla="*/ 14 h 14"/>
                  <a:gd name="T8" fmla="*/ 38 w 38"/>
                  <a:gd name="T9" fmla="*/ 4 h 14"/>
                  <a:gd name="T10" fmla="*/ 32 w 38"/>
                  <a:gd name="T11" fmla="*/ 0 h 14"/>
                  <a:gd name="T12" fmla="*/ 19 w 38"/>
                  <a:gd name="T13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4">
                    <a:moveTo>
                      <a:pt x="19" y="6"/>
                    </a:moveTo>
                    <a:cubicBezTo>
                      <a:pt x="14" y="6"/>
                      <a:pt x="9" y="4"/>
                      <a:pt x="6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11"/>
                      <a:pt x="11" y="14"/>
                      <a:pt x="19" y="14"/>
                    </a:cubicBezTo>
                    <a:cubicBezTo>
                      <a:pt x="27" y="14"/>
                      <a:pt x="34" y="11"/>
                      <a:pt x="38" y="4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9" y="4"/>
                      <a:pt x="24" y="6"/>
                      <a:pt x="19" y="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Rectangle 34"/>
              <p:cNvSpPr>
                <a:spLocks noChangeArrowheads="1"/>
              </p:cNvSpPr>
              <p:nvPr/>
            </p:nvSpPr>
            <p:spPr bwMode="auto">
              <a:xfrm>
                <a:off x="5800725" y="3690938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5" name="Freeform 35"/>
            <p:cNvSpPr>
              <a:spLocks noEditPoints="1"/>
            </p:cNvSpPr>
            <p:nvPr/>
          </p:nvSpPr>
          <p:spPr bwMode="auto">
            <a:xfrm>
              <a:off x="8088313" y="3602038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72 h 80"/>
                <a:gd name="T12" fmla="*/ 8 w 80"/>
                <a:gd name="T13" fmla="*/ 40 h 80"/>
                <a:gd name="T14" fmla="*/ 40 w 80"/>
                <a:gd name="T15" fmla="*/ 8 h 80"/>
                <a:gd name="T16" fmla="*/ 72 w 80"/>
                <a:gd name="T17" fmla="*/ 40 h 80"/>
                <a:gd name="T18" fmla="*/ 40 w 80"/>
                <a:gd name="T19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72"/>
                  </a:moveTo>
                  <a:cubicBezTo>
                    <a:pt x="22" y="72"/>
                    <a:pt x="8" y="58"/>
                    <a:pt x="8" y="40"/>
                  </a:cubicBezTo>
                  <a:cubicBezTo>
                    <a:pt x="8" y="22"/>
                    <a:pt x="22" y="8"/>
                    <a:pt x="40" y="8"/>
                  </a:cubicBezTo>
                  <a:cubicBezTo>
                    <a:pt x="58" y="8"/>
                    <a:pt x="72" y="22"/>
                    <a:pt x="72" y="40"/>
                  </a:cubicBezTo>
                  <a:cubicBezTo>
                    <a:pt x="72" y="58"/>
                    <a:pt x="58" y="72"/>
                    <a:pt x="40" y="7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16" name="组合 215"/>
            <p:cNvGrpSpPr/>
            <p:nvPr/>
          </p:nvGrpSpPr>
          <p:grpSpPr>
            <a:xfrm>
              <a:off x="8142288" y="3665538"/>
              <a:ext cx="144463" cy="128588"/>
              <a:chOff x="8142288" y="3665538"/>
              <a:chExt cx="144463" cy="128588"/>
            </a:xfrm>
          </p:grpSpPr>
          <p:sp>
            <p:nvSpPr>
              <p:cNvPr id="36" name="Rectangle 36"/>
              <p:cNvSpPr>
                <a:spLocks noChangeArrowheads="1"/>
              </p:cNvSpPr>
              <p:nvPr/>
            </p:nvSpPr>
            <p:spPr bwMode="auto">
              <a:xfrm>
                <a:off x="8164513" y="3665538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Rectangle 37"/>
              <p:cNvSpPr>
                <a:spLocks noChangeArrowheads="1"/>
              </p:cNvSpPr>
              <p:nvPr/>
            </p:nvSpPr>
            <p:spPr bwMode="auto">
              <a:xfrm>
                <a:off x="8239125" y="3665538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>
                <a:spLocks/>
              </p:cNvSpPr>
              <p:nvPr/>
            </p:nvSpPr>
            <p:spPr bwMode="auto">
              <a:xfrm>
                <a:off x="8142288" y="3738563"/>
                <a:ext cx="144463" cy="55563"/>
              </a:xfrm>
              <a:custGeom>
                <a:avLst/>
                <a:gdLst>
                  <a:gd name="T0" fmla="*/ 71 w 91"/>
                  <a:gd name="T1" fmla="*/ 0 h 35"/>
                  <a:gd name="T2" fmla="*/ 45 w 91"/>
                  <a:gd name="T3" fmla="*/ 15 h 35"/>
                  <a:gd name="T4" fmla="*/ 20 w 91"/>
                  <a:gd name="T5" fmla="*/ 0 h 35"/>
                  <a:gd name="T6" fmla="*/ 0 w 91"/>
                  <a:gd name="T7" fmla="*/ 19 h 35"/>
                  <a:gd name="T8" fmla="*/ 12 w 91"/>
                  <a:gd name="T9" fmla="*/ 31 h 35"/>
                  <a:gd name="T10" fmla="*/ 24 w 91"/>
                  <a:gd name="T11" fmla="*/ 19 h 35"/>
                  <a:gd name="T12" fmla="*/ 45 w 91"/>
                  <a:gd name="T13" fmla="*/ 35 h 35"/>
                  <a:gd name="T14" fmla="*/ 67 w 91"/>
                  <a:gd name="T15" fmla="*/ 19 h 35"/>
                  <a:gd name="T16" fmla="*/ 79 w 91"/>
                  <a:gd name="T17" fmla="*/ 31 h 35"/>
                  <a:gd name="T18" fmla="*/ 91 w 91"/>
                  <a:gd name="T19" fmla="*/ 19 h 35"/>
                  <a:gd name="T20" fmla="*/ 71 w 91"/>
                  <a:gd name="T2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35">
                    <a:moveTo>
                      <a:pt x="71" y="0"/>
                    </a:moveTo>
                    <a:lnTo>
                      <a:pt x="45" y="15"/>
                    </a:lnTo>
                    <a:lnTo>
                      <a:pt x="20" y="0"/>
                    </a:lnTo>
                    <a:lnTo>
                      <a:pt x="0" y="19"/>
                    </a:lnTo>
                    <a:lnTo>
                      <a:pt x="12" y="31"/>
                    </a:lnTo>
                    <a:lnTo>
                      <a:pt x="24" y="19"/>
                    </a:lnTo>
                    <a:lnTo>
                      <a:pt x="45" y="35"/>
                    </a:lnTo>
                    <a:lnTo>
                      <a:pt x="67" y="19"/>
                    </a:lnTo>
                    <a:lnTo>
                      <a:pt x="79" y="31"/>
                    </a:lnTo>
                    <a:lnTo>
                      <a:pt x="91" y="19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3" name="组合 212"/>
            <p:cNvGrpSpPr/>
            <p:nvPr/>
          </p:nvGrpSpPr>
          <p:grpSpPr>
            <a:xfrm>
              <a:off x="6269038" y="3602038"/>
              <a:ext cx="252413" cy="252413"/>
              <a:chOff x="6269038" y="3602038"/>
              <a:chExt cx="252413" cy="252413"/>
            </a:xfrm>
          </p:grpSpPr>
          <p:sp>
            <p:nvSpPr>
              <p:cNvPr id="39" name="Freeform 39"/>
              <p:cNvSpPr>
                <a:spLocks noEditPoints="1"/>
              </p:cNvSpPr>
              <p:nvPr/>
            </p:nvSpPr>
            <p:spPr bwMode="auto">
              <a:xfrm>
                <a:off x="6269038" y="3602038"/>
                <a:ext cx="252413" cy="252413"/>
              </a:xfrm>
              <a:custGeom>
                <a:avLst/>
                <a:gdLst>
                  <a:gd name="T0" fmla="*/ 40 w 80"/>
                  <a:gd name="T1" fmla="*/ 0 h 80"/>
                  <a:gd name="T2" fmla="*/ 0 w 80"/>
                  <a:gd name="T3" fmla="*/ 40 h 80"/>
                  <a:gd name="T4" fmla="*/ 40 w 80"/>
                  <a:gd name="T5" fmla="*/ 80 h 80"/>
                  <a:gd name="T6" fmla="*/ 80 w 80"/>
                  <a:gd name="T7" fmla="*/ 40 h 80"/>
                  <a:gd name="T8" fmla="*/ 40 w 80"/>
                  <a:gd name="T9" fmla="*/ 0 h 80"/>
                  <a:gd name="T10" fmla="*/ 40 w 80"/>
                  <a:gd name="T11" fmla="*/ 72 h 80"/>
                  <a:gd name="T12" fmla="*/ 8 w 80"/>
                  <a:gd name="T13" fmla="*/ 40 h 80"/>
                  <a:gd name="T14" fmla="*/ 40 w 80"/>
                  <a:gd name="T15" fmla="*/ 8 h 80"/>
                  <a:gd name="T16" fmla="*/ 72 w 80"/>
                  <a:gd name="T17" fmla="*/ 40 h 80"/>
                  <a:gd name="T18" fmla="*/ 40 w 80"/>
                  <a:gd name="T19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40" y="72"/>
                    </a:moveTo>
                    <a:cubicBezTo>
                      <a:pt x="22" y="72"/>
                      <a:pt x="8" y="58"/>
                      <a:pt x="8" y="40"/>
                    </a:cubicBezTo>
                    <a:cubicBezTo>
                      <a:pt x="8" y="22"/>
                      <a:pt x="22" y="8"/>
                      <a:pt x="40" y="8"/>
                    </a:cubicBezTo>
                    <a:cubicBezTo>
                      <a:pt x="58" y="8"/>
                      <a:pt x="72" y="22"/>
                      <a:pt x="72" y="40"/>
                    </a:cubicBezTo>
                    <a:cubicBezTo>
                      <a:pt x="72" y="58"/>
                      <a:pt x="58" y="72"/>
                      <a:pt x="40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Rectangle 40"/>
              <p:cNvSpPr>
                <a:spLocks noChangeArrowheads="1"/>
              </p:cNvSpPr>
              <p:nvPr/>
            </p:nvSpPr>
            <p:spPr bwMode="auto">
              <a:xfrm>
                <a:off x="6343650" y="3765550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Rectangle 41"/>
              <p:cNvSpPr>
                <a:spLocks noChangeArrowheads="1"/>
              </p:cNvSpPr>
              <p:nvPr/>
            </p:nvSpPr>
            <p:spPr bwMode="auto">
              <a:xfrm>
                <a:off x="6343650" y="3678238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Rectangle 42"/>
              <p:cNvSpPr>
                <a:spLocks noChangeArrowheads="1"/>
              </p:cNvSpPr>
              <p:nvPr/>
            </p:nvSpPr>
            <p:spPr bwMode="auto">
              <a:xfrm>
                <a:off x="6419850" y="3678238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5" name="Freeform 45"/>
            <p:cNvSpPr>
              <a:spLocks noEditPoints="1"/>
            </p:cNvSpPr>
            <p:nvPr/>
          </p:nvSpPr>
          <p:spPr bwMode="auto">
            <a:xfrm>
              <a:off x="7481888" y="3602038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72 h 80"/>
                <a:gd name="T12" fmla="*/ 8 w 80"/>
                <a:gd name="T13" fmla="*/ 40 h 80"/>
                <a:gd name="T14" fmla="*/ 40 w 80"/>
                <a:gd name="T15" fmla="*/ 8 h 80"/>
                <a:gd name="T16" fmla="*/ 72 w 80"/>
                <a:gd name="T17" fmla="*/ 40 h 80"/>
                <a:gd name="T18" fmla="*/ 40 w 80"/>
                <a:gd name="T19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72"/>
                  </a:moveTo>
                  <a:cubicBezTo>
                    <a:pt x="22" y="72"/>
                    <a:pt x="8" y="58"/>
                    <a:pt x="8" y="40"/>
                  </a:cubicBezTo>
                  <a:cubicBezTo>
                    <a:pt x="8" y="22"/>
                    <a:pt x="22" y="8"/>
                    <a:pt x="40" y="8"/>
                  </a:cubicBezTo>
                  <a:cubicBezTo>
                    <a:pt x="58" y="8"/>
                    <a:pt x="72" y="22"/>
                    <a:pt x="72" y="40"/>
                  </a:cubicBezTo>
                  <a:cubicBezTo>
                    <a:pt x="72" y="58"/>
                    <a:pt x="58" y="72"/>
                    <a:pt x="40" y="7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15" name="组合 214"/>
            <p:cNvGrpSpPr/>
            <p:nvPr/>
          </p:nvGrpSpPr>
          <p:grpSpPr>
            <a:xfrm>
              <a:off x="7545388" y="3665538"/>
              <a:ext cx="125412" cy="125412"/>
              <a:chOff x="7545388" y="3665538"/>
              <a:chExt cx="125412" cy="125412"/>
            </a:xfrm>
          </p:grpSpPr>
          <p:sp>
            <p:nvSpPr>
              <p:cNvPr id="43" name="Freeform 43"/>
              <p:cNvSpPr>
                <a:spLocks/>
              </p:cNvSpPr>
              <p:nvPr/>
            </p:nvSpPr>
            <p:spPr bwMode="auto">
              <a:xfrm>
                <a:off x="7616825" y="3665538"/>
                <a:ext cx="53975" cy="88900"/>
              </a:xfrm>
              <a:custGeom>
                <a:avLst/>
                <a:gdLst>
                  <a:gd name="T0" fmla="*/ 11 w 17"/>
                  <a:gd name="T1" fmla="*/ 0 h 28"/>
                  <a:gd name="T2" fmla="*/ 6 w 17"/>
                  <a:gd name="T3" fmla="*/ 0 h 28"/>
                  <a:gd name="T4" fmla="*/ 6 w 17"/>
                  <a:gd name="T5" fmla="*/ 3 h 28"/>
                  <a:gd name="T6" fmla="*/ 0 w 17"/>
                  <a:gd name="T7" fmla="*/ 10 h 28"/>
                  <a:gd name="T8" fmla="*/ 7 w 17"/>
                  <a:gd name="T9" fmla="*/ 17 h 28"/>
                  <a:gd name="T10" fmla="*/ 10 w 17"/>
                  <a:gd name="T11" fmla="*/ 17 h 28"/>
                  <a:gd name="T12" fmla="*/ 11 w 17"/>
                  <a:gd name="T13" fmla="*/ 18 h 28"/>
                  <a:gd name="T14" fmla="*/ 10 w 17"/>
                  <a:gd name="T15" fmla="*/ 20 h 28"/>
                  <a:gd name="T16" fmla="*/ 0 w 17"/>
                  <a:gd name="T17" fmla="*/ 20 h 28"/>
                  <a:gd name="T18" fmla="*/ 0 w 17"/>
                  <a:gd name="T19" fmla="*/ 25 h 28"/>
                  <a:gd name="T20" fmla="*/ 6 w 17"/>
                  <a:gd name="T21" fmla="*/ 25 h 28"/>
                  <a:gd name="T22" fmla="*/ 6 w 17"/>
                  <a:gd name="T23" fmla="*/ 28 h 28"/>
                  <a:gd name="T24" fmla="*/ 11 w 17"/>
                  <a:gd name="T25" fmla="*/ 28 h 28"/>
                  <a:gd name="T26" fmla="*/ 11 w 17"/>
                  <a:gd name="T27" fmla="*/ 25 h 28"/>
                  <a:gd name="T28" fmla="*/ 17 w 17"/>
                  <a:gd name="T29" fmla="*/ 18 h 28"/>
                  <a:gd name="T30" fmla="*/ 10 w 17"/>
                  <a:gd name="T31" fmla="*/ 11 h 28"/>
                  <a:gd name="T32" fmla="*/ 7 w 17"/>
                  <a:gd name="T33" fmla="*/ 11 h 28"/>
                  <a:gd name="T34" fmla="*/ 6 w 17"/>
                  <a:gd name="T35" fmla="*/ 10 h 28"/>
                  <a:gd name="T36" fmla="*/ 7 w 17"/>
                  <a:gd name="T37" fmla="*/ 8 h 28"/>
                  <a:gd name="T38" fmla="*/ 17 w 17"/>
                  <a:gd name="T39" fmla="*/ 8 h 28"/>
                  <a:gd name="T40" fmla="*/ 17 w 17"/>
                  <a:gd name="T41" fmla="*/ 3 h 28"/>
                  <a:gd name="T42" fmla="*/ 11 w 17"/>
                  <a:gd name="T43" fmla="*/ 3 h 28"/>
                  <a:gd name="T44" fmla="*/ 11 w 17"/>
                  <a:gd name="T4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" h="28">
                    <a:moveTo>
                      <a:pt x="11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4"/>
                      <a:pt x="0" y="6"/>
                      <a:pt x="0" y="10"/>
                    </a:cubicBezTo>
                    <a:cubicBezTo>
                      <a:pt x="0" y="14"/>
                      <a:pt x="3" y="17"/>
                      <a:pt x="7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17"/>
                      <a:pt x="11" y="17"/>
                      <a:pt x="11" y="18"/>
                    </a:cubicBezTo>
                    <a:cubicBezTo>
                      <a:pt x="11" y="19"/>
                      <a:pt x="11" y="20"/>
                      <a:pt x="1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5" y="24"/>
                      <a:pt x="17" y="22"/>
                      <a:pt x="17" y="18"/>
                    </a:cubicBezTo>
                    <a:cubicBezTo>
                      <a:pt x="17" y="14"/>
                      <a:pt x="14" y="11"/>
                      <a:pt x="1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6" y="11"/>
                      <a:pt x="6" y="11"/>
                      <a:pt x="6" y="10"/>
                    </a:cubicBezTo>
                    <a:cubicBezTo>
                      <a:pt x="6" y="9"/>
                      <a:pt x="6" y="8"/>
                      <a:pt x="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1" y="3"/>
                      <a:pt x="11" y="3"/>
                      <a:pt x="11" y="3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44"/>
              <p:cNvSpPr>
                <a:spLocks/>
              </p:cNvSpPr>
              <p:nvPr/>
            </p:nvSpPr>
            <p:spPr bwMode="auto">
              <a:xfrm>
                <a:off x="7545388" y="3665538"/>
                <a:ext cx="52388" cy="88900"/>
              </a:xfrm>
              <a:custGeom>
                <a:avLst/>
                <a:gdLst>
                  <a:gd name="T0" fmla="*/ 17 w 17"/>
                  <a:gd name="T1" fmla="*/ 18 h 28"/>
                  <a:gd name="T2" fmla="*/ 10 w 17"/>
                  <a:gd name="T3" fmla="*/ 11 h 28"/>
                  <a:gd name="T4" fmla="*/ 7 w 17"/>
                  <a:gd name="T5" fmla="*/ 11 h 28"/>
                  <a:gd name="T6" fmla="*/ 6 w 17"/>
                  <a:gd name="T7" fmla="*/ 10 h 28"/>
                  <a:gd name="T8" fmla="*/ 7 w 17"/>
                  <a:gd name="T9" fmla="*/ 8 h 28"/>
                  <a:gd name="T10" fmla="*/ 17 w 17"/>
                  <a:gd name="T11" fmla="*/ 8 h 28"/>
                  <a:gd name="T12" fmla="*/ 17 w 17"/>
                  <a:gd name="T13" fmla="*/ 3 h 28"/>
                  <a:gd name="T14" fmla="*/ 11 w 17"/>
                  <a:gd name="T15" fmla="*/ 3 h 28"/>
                  <a:gd name="T16" fmla="*/ 11 w 17"/>
                  <a:gd name="T17" fmla="*/ 0 h 28"/>
                  <a:gd name="T18" fmla="*/ 6 w 17"/>
                  <a:gd name="T19" fmla="*/ 0 h 28"/>
                  <a:gd name="T20" fmla="*/ 6 w 17"/>
                  <a:gd name="T21" fmla="*/ 3 h 28"/>
                  <a:gd name="T22" fmla="*/ 0 w 17"/>
                  <a:gd name="T23" fmla="*/ 10 h 28"/>
                  <a:gd name="T24" fmla="*/ 7 w 17"/>
                  <a:gd name="T25" fmla="*/ 17 h 28"/>
                  <a:gd name="T26" fmla="*/ 10 w 17"/>
                  <a:gd name="T27" fmla="*/ 17 h 28"/>
                  <a:gd name="T28" fmla="*/ 11 w 17"/>
                  <a:gd name="T29" fmla="*/ 18 h 28"/>
                  <a:gd name="T30" fmla="*/ 10 w 17"/>
                  <a:gd name="T31" fmla="*/ 20 h 28"/>
                  <a:gd name="T32" fmla="*/ 0 w 17"/>
                  <a:gd name="T33" fmla="*/ 20 h 28"/>
                  <a:gd name="T34" fmla="*/ 0 w 17"/>
                  <a:gd name="T35" fmla="*/ 25 h 28"/>
                  <a:gd name="T36" fmla="*/ 6 w 17"/>
                  <a:gd name="T37" fmla="*/ 25 h 28"/>
                  <a:gd name="T38" fmla="*/ 6 w 17"/>
                  <a:gd name="T39" fmla="*/ 28 h 28"/>
                  <a:gd name="T40" fmla="*/ 11 w 17"/>
                  <a:gd name="T41" fmla="*/ 28 h 28"/>
                  <a:gd name="T42" fmla="*/ 11 w 17"/>
                  <a:gd name="T43" fmla="*/ 25 h 28"/>
                  <a:gd name="T44" fmla="*/ 17 w 17"/>
                  <a:gd name="T45" fmla="*/ 1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" h="28">
                    <a:moveTo>
                      <a:pt x="17" y="18"/>
                    </a:moveTo>
                    <a:cubicBezTo>
                      <a:pt x="17" y="14"/>
                      <a:pt x="14" y="11"/>
                      <a:pt x="10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6" y="11"/>
                      <a:pt x="6" y="11"/>
                      <a:pt x="6" y="10"/>
                    </a:cubicBezTo>
                    <a:cubicBezTo>
                      <a:pt x="6" y="9"/>
                      <a:pt x="6" y="8"/>
                      <a:pt x="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2" y="4"/>
                      <a:pt x="0" y="6"/>
                      <a:pt x="0" y="10"/>
                    </a:cubicBezTo>
                    <a:cubicBezTo>
                      <a:pt x="0" y="14"/>
                      <a:pt x="3" y="17"/>
                      <a:pt x="7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17"/>
                      <a:pt x="11" y="17"/>
                      <a:pt x="11" y="18"/>
                    </a:cubicBezTo>
                    <a:cubicBezTo>
                      <a:pt x="11" y="19"/>
                      <a:pt x="11" y="20"/>
                      <a:pt x="1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4" y="24"/>
                      <a:pt x="17" y="22"/>
                      <a:pt x="17" y="1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Rectangle 46"/>
              <p:cNvSpPr>
                <a:spLocks noChangeArrowheads="1"/>
              </p:cNvSpPr>
              <p:nvPr/>
            </p:nvSpPr>
            <p:spPr bwMode="auto">
              <a:xfrm>
                <a:off x="7581900" y="3765550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4" name="组合 213"/>
            <p:cNvGrpSpPr/>
            <p:nvPr/>
          </p:nvGrpSpPr>
          <p:grpSpPr>
            <a:xfrm>
              <a:off x="6875463" y="3602038"/>
              <a:ext cx="252413" cy="252413"/>
              <a:chOff x="6875463" y="3602038"/>
              <a:chExt cx="252413" cy="252413"/>
            </a:xfrm>
          </p:grpSpPr>
          <p:sp>
            <p:nvSpPr>
              <p:cNvPr id="47" name="Freeform 47"/>
              <p:cNvSpPr>
                <a:spLocks noEditPoints="1"/>
              </p:cNvSpPr>
              <p:nvPr/>
            </p:nvSpPr>
            <p:spPr bwMode="auto">
              <a:xfrm>
                <a:off x="6875463" y="3602038"/>
                <a:ext cx="252413" cy="252413"/>
              </a:xfrm>
              <a:custGeom>
                <a:avLst/>
                <a:gdLst>
                  <a:gd name="T0" fmla="*/ 40 w 80"/>
                  <a:gd name="T1" fmla="*/ 0 h 80"/>
                  <a:gd name="T2" fmla="*/ 0 w 80"/>
                  <a:gd name="T3" fmla="*/ 40 h 80"/>
                  <a:gd name="T4" fmla="*/ 40 w 80"/>
                  <a:gd name="T5" fmla="*/ 80 h 80"/>
                  <a:gd name="T6" fmla="*/ 80 w 80"/>
                  <a:gd name="T7" fmla="*/ 40 h 80"/>
                  <a:gd name="T8" fmla="*/ 40 w 80"/>
                  <a:gd name="T9" fmla="*/ 0 h 80"/>
                  <a:gd name="T10" fmla="*/ 64 w 80"/>
                  <a:gd name="T11" fmla="*/ 52 h 80"/>
                  <a:gd name="T12" fmla="*/ 60 w 80"/>
                  <a:gd name="T13" fmla="*/ 48 h 80"/>
                  <a:gd name="T14" fmla="*/ 64 w 80"/>
                  <a:gd name="T15" fmla="*/ 44 h 80"/>
                  <a:gd name="T16" fmla="*/ 68 w 80"/>
                  <a:gd name="T17" fmla="*/ 48 h 80"/>
                  <a:gd name="T18" fmla="*/ 64 w 80"/>
                  <a:gd name="T19" fmla="*/ 52 h 80"/>
                  <a:gd name="T20" fmla="*/ 12 w 80"/>
                  <a:gd name="T21" fmla="*/ 48 h 80"/>
                  <a:gd name="T22" fmla="*/ 16 w 80"/>
                  <a:gd name="T23" fmla="*/ 44 h 80"/>
                  <a:gd name="T24" fmla="*/ 20 w 80"/>
                  <a:gd name="T25" fmla="*/ 48 h 80"/>
                  <a:gd name="T26" fmla="*/ 16 w 80"/>
                  <a:gd name="T27" fmla="*/ 52 h 80"/>
                  <a:gd name="T28" fmla="*/ 12 w 80"/>
                  <a:gd name="T29" fmla="*/ 48 h 80"/>
                  <a:gd name="T30" fmla="*/ 40 w 80"/>
                  <a:gd name="T31" fmla="*/ 72 h 80"/>
                  <a:gd name="T32" fmla="*/ 15 w 80"/>
                  <a:gd name="T33" fmla="*/ 60 h 80"/>
                  <a:gd name="T34" fmla="*/ 16 w 80"/>
                  <a:gd name="T35" fmla="*/ 60 h 80"/>
                  <a:gd name="T36" fmla="*/ 28 w 80"/>
                  <a:gd name="T37" fmla="*/ 48 h 80"/>
                  <a:gd name="T38" fmla="*/ 16 w 80"/>
                  <a:gd name="T39" fmla="*/ 36 h 80"/>
                  <a:gd name="T40" fmla="*/ 8 w 80"/>
                  <a:gd name="T41" fmla="*/ 39 h 80"/>
                  <a:gd name="T42" fmla="*/ 40 w 80"/>
                  <a:gd name="T43" fmla="*/ 8 h 80"/>
                  <a:gd name="T44" fmla="*/ 72 w 80"/>
                  <a:gd name="T45" fmla="*/ 39 h 80"/>
                  <a:gd name="T46" fmla="*/ 64 w 80"/>
                  <a:gd name="T47" fmla="*/ 36 h 80"/>
                  <a:gd name="T48" fmla="*/ 52 w 80"/>
                  <a:gd name="T49" fmla="*/ 48 h 80"/>
                  <a:gd name="T50" fmla="*/ 64 w 80"/>
                  <a:gd name="T51" fmla="*/ 60 h 80"/>
                  <a:gd name="T52" fmla="*/ 65 w 80"/>
                  <a:gd name="T53" fmla="*/ 60 h 80"/>
                  <a:gd name="T54" fmla="*/ 40 w 80"/>
                  <a:gd name="T5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0" h="8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64" y="52"/>
                    </a:moveTo>
                    <a:cubicBezTo>
                      <a:pt x="62" y="52"/>
                      <a:pt x="60" y="50"/>
                      <a:pt x="60" y="48"/>
                    </a:cubicBezTo>
                    <a:cubicBezTo>
                      <a:pt x="60" y="46"/>
                      <a:pt x="62" y="44"/>
                      <a:pt x="64" y="44"/>
                    </a:cubicBezTo>
                    <a:cubicBezTo>
                      <a:pt x="66" y="44"/>
                      <a:pt x="68" y="46"/>
                      <a:pt x="68" y="48"/>
                    </a:cubicBezTo>
                    <a:cubicBezTo>
                      <a:pt x="68" y="50"/>
                      <a:pt x="66" y="52"/>
                      <a:pt x="64" y="52"/>
                    </a:cubicBezTo>
                    <a:close/>
                    <a:moveTo>
                      <a:pt x="12" y="48"/>
                    </a:moveTo>
                    <a:cubicBezTo>
                      <a:pt x="12" y="46"/>
                      <a:pt x="14" y="44"/>
                      <a:pt x="16" y="44"/>
                    </a:cubicBezTo>
                    <a:cubicBezTo>
                      <a:pt x="18" y="44"/>
                      <a:pt x="20" y="46"/>
                      <a:pt x="20" y="48"/>
                    </a:cubicBezTo>
                    <a:cubicBezTo>
                      <a:pt x="20" y="50"/>
                      <a:pt x="18" y="52"/>
                      <a:pt x="16" y="52"/>
                    </a:cubicBezTo>
                    <a:cubicBezTo>
                      <a:pt x="14" y="52"/>
                      <a:pt x="12" y="50"/>
                      <a:pt x="12" y="48"/>
                    </a:cubicBezTo>
                    <a:close/>
                    <a:moveTo>
                      <a:pt x="40" y="72"/>
                    </a:moveTo>
                    <a:cubicBezTo>
                      <a:pt x="30" y="72"/>
                      <a:pt x="21" y="67"/>
                      <a:pt x="15" y="60"/>
                    </a:cubicBezTo>
                    <a:cubicBezTo>
                      <a:pt x="15" y="60"/>
                      <a:pt x="16" y="60"/>
                      <a:pt x="16" y="60"/>
                    </a:cubicBezTo>
                    <a:cubicBezTo>
                      <a:pt x="23" y="60"/>
                      <a:pt x="28" y="55"/>
                      <a:pt x="28" y="48"/>
                    </a:cubicBezTo>
                    <a:cubicBezTo>
                      <a:pt x="28" y="41"/>
                      <a:pt x="23" y="36"/>
                      <a:pt x="16" y="36"/>
                    </a:cubicBezTo>
                    <a:cubicBezTo>
                      <a:pt x="13" y="36"/>
                      <a:pt x="10" y="37"/>
                      <a:pt x="8" y="39"/>
                    </a:cubicBezTo>
                    <a:cubicBezTo>
                      <a:pt x="9" y="22"/>
                      <a:pt x="23" y="8"/>
                      <a:pt x="40" y="8"/>
                    </a:cubicBezTo>
                    <a:cubicBezTo>
                      <a:pt x="57" y="8"/>
                      <a:pt x="71" y="22"/>
                      <a:pt x="72" y="39"/>
                    </a:cubicBezTo>
                    <a:cubicBezTo>
                      <a:pt x="70" y="37"/>
                      <a:pt x="67" y="36"/>
                      <a:pt x="64" y="36"/>
                    </a:cubicBezTo>
                    <a:cubicBezTo>
                      <a:pt x="57" y="36"/>
                      <a:pt x="52" y="41"/>
                      <a:pt x="52" y="48"/>
                    </a:cubicBezTo>
                    <a:cubicBezTo>
                      <a:pt x="52" y="55"/>
                      <a:pt x="57" y="60"/>
                      <a:pt x="64" y="60"/>
                    </a:cubicBezTo>
                    <a:cubicBezTo>
                      <a:pt x="64" y="60"/>
                      <a:pt x="65" y="60"/>
                      <a:pt x="65" y="60"/>
                    </a:cubicBezTo>
                    <a:cubicBezTo>
                      <a:pt x="59" y="67"/>
                      <a:pt x="50" y="72"/>
                      <a:pt x="40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Rectangle 48"/>
              <p:cNvSpPr>
                <a:spLocks noChangeArrowheads="1"/>
              </p:cNvSpPr>
              <p:nvPr/>
            </p:nvSpPr>
            <p:spPr bwMode="auto">
              <a:xfrm>
                <a:off x="6937375" y="3678238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Rectangle 49"/>
              <p:cNvSpPr>
                <a:spLocks noChangeArrowheads="1"/>
              </p:cNvSpPr>
              <p:nvPr/>
            </p:nvSpPr>
            <p:spPr bwMode="auto">
              <a:xfrm>
                <a:off x="7013575" y="3678238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Rectangle 50"/>
              <p:cNvSpPr>
                <a:spLocks noChangeArrowheads="1"/>
              </p:cNvSpPr>
              <p:nvPr/>
            </p:nvSpPr>
            <p:spPr bwMode="auto">
              <a:xfrm>
                <a:off x="6975475" y="3778250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4" name="组合 183"/>
            <p:cNvGrpSpPr/>
            <p:nvPr/>
          </p:nvGrpSpPr>
          <p:grpSpPr>
            <a:xfrm>
              <a:off x="3222625" y="1765300"/>
              <a:ext cx="277813" cy="279400"/>
              <a:chOff x="3222625" y="1765300"/>
              <a:chExt cx="277813" cy="279400"/>
            </a:xfrm>
          </p:grpSpPr>
          <p:sp>
            <p:nvSpPr>
              <p:cNvPr id="51" name="Freeform 51"/>
              <p:cNvSpPr>
                <a:spLocks/>
              </p:cNvSpPr>
              <p:nvPr/>
            </p:nvSpPr>
            <p:spPr bwMode="auto">
              <a:xfrm>
                <a:off x="3298825" y="1866900"/>
                <a:ext cx="125413" cy="76200"/>
              </a:xfrm>
              <a:custGeom>
                <a:avLst/>
                <a:gdLst>
                  <a:gd name="T0" fmla="*/ 16 w 79"/>
                  <a:gd name="T1" fmla="*/ 22 h 48"/>
                  <a:gd name="T2" fmla="*/ 0 w 79"/>
                  <a:gd name="T3" fmla="*/ 48 h 48"/>
                  <a:gd name="T4" fmla="*/ 79 w 79"/>
                  <a:gd name="T5" fmla="*/ 48 h 48"/>
                  <a:gd name="T6" fmla="*/ 50 w 79"/>
                  <a:gd name="T7" fmla="*/ 0 h 48"/>
                  <a:gd name="T8" fmla="*/ 26 w 79"/>
                  <a:gd name="T9" fmla="*/ 38 h 48"/>
                  <a:gd name="T10" fmla="*/ 16 w 79"/>
                  <a:gd name="T11" fmla="*/ 2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" h="48">
                    <a:moveTo>
                      <a:pt x="16" y="22"/>
                    </a:moveTo>
                    <a:lnTo>
                      <a:pt x="0" y="48"/>
                    </a:lnTo>
                    <a:lnTo>
                      <a:pt x="79" y="48"/>
                    </a:lnTo>
                    <a:lnTo>
                      <a:pt x="50" y="0"/>
                    </a:lnTo>
                    <a:lnTo>
                      <a:pt x="26" y="38"/>
                    </a:lnTo>
                    <a:lnTo>
                      <a:pt x="16" y="2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>
                <a:spLocks/>
              </p:cNvSpPr>
              <p:nvPr/>
            </p:nvSpPr>
            <p:spPr bwMode="auto">
              <a:xfrm>
                <a:off x="3260725" y="1854200"/>
                <a:ext cx="239713" cy="139700"/>
              </a:xfrm>
              <a:custGeom>
                <a:avLst/>
                <a:gdLst>
                  <a:gd name="T0" fmla="*/ 8 w 76"/>
                  <a:gd name="T1" fmla="*/ 36 h 44"/>
                  <a:gd name="T2" fmla="*/ 8 w 76"/>
                  <a:gd name="T3" fmla="*/ 0 h 44"/>
                  <a:gd name="T4" fmla="*/ 0 w 76"/>
                  <a:gd name="T5" fmla="*/ 0 h 44"/>
                  <a:gd name="T6" fmla="*/ 0 w 76"/>
                  <a:gd name="T7" fmla="*/ 36 h 44"/>
                  <a:gd name="T8" fmla="*/ 8 w 76"/>
                  <a:gd name="T9" fmla="*/ 44 h 44"/>
                  <a:gd name="T10" fmla="*/ 76 w 76"/>
                  <a:gd name="T11" fmla="*/ 44 h 44"/>
                  <a:gd name="T12" fmla="*/ 76 w 76"/>
                  <a:gd name="T13" fmla="*/ 36 h 44"/>
                  <a:gd name="T14" fmla="*/ 8 w 76"/>
                  <a:gd name="T15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44">
                    <a:moveTo>
                      <a:pt x="8" y="36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6" y="36"/>
                      <a:pt x="76" y="36"/>
                      <a:pt x="76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>
                <a:spLocks/>
              </p:cNvSpPr>
              <p:nvPr/>
            </p:nvSpPr>
            <p:spPr bwMode="auto">
              <a:xfrm>
                <a:off x="3222625" y="1816100"/>
                <a:ext cx="239713" cy="139700"/>
              </a:xfrm>
              <a:custGeom>
                <a:avLst/>
                <a:gdLst>
                  <a:gd name="T0" fmla="*/ 68 w 76"/>
                  <a:gd name="T1" fmla="*/ 44 h 44"/>
                  <a:gd name="T2" fmla="*/ 76 w 76"/>
                  <a:gd name="T3" fmla="*/ 44 h 44"/>
                  <a:gd name="T4" fmla="*/ 76 w 76"/>
                  <a:gd name="T5" fmla="*/ 8 h 44"/>
                  <a:gd name="T6" fmla="*/ 68 w 76"/>
                  <a:gd name="T7" fmla="*/ 0 h 44"/>
                  <a:gd name="T8" fmla="*/ 0 w 76"/>
                  <a:gd name="T9" fmla="*/ 0 h 44"/>
                  <a:gd name="T10" fmla="*/ 0 w 76"/>
                  <a:gd name="T11" fmla="*/ 8 h 44"/>
                  <a:gd name="T12" fmla="*/ 68 w 76"/>
                  <a:gd name="T13" fmla="*/ 8 h 44"/>
                  <a:gd name="T14" fmla="*/ 68 w 76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44">
                    <a:moveTo>
                      <a:pt x="68" y="44"/>
                    </a:moveTo>
                    <a:cubicBezTo>
                      <a:pt x="76" y="44"/>
                      <a:pt x="76" y="44"/>
                      <a:pt x="76" y="44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6" y="4"/>
                      <a:pt x="72" y="0"/>
                      <a:pt x="6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68" y="8"/>
                      <a:pt x="68" y="8"/>
                      <a:pt x="68" y="8"/>
                    </a:cubicBezTo>
                    <a:lnTo>
                      <a:pt x="6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Rectangle 54"/>
              <p:cNvSpPr>
                <a:spLocks noChangeArrowheads="1"/>
              </p:cNvSpPr>
              <p:nvPr/>
            </p:nvSpPr>
            <p:spPr bwMode="auto">
              <a:xfrm>
                <a:off x="3260725" y="1765300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Rectangle 55"/>
              <p:cNvSpPr>
                <a:spLocks noChangeArrowheads="1"/>
              </p:cNvSpPr>
              <p:nvPr/>
            </p:nvSpPr>
            <p:spPr bwMode="auto">
              <a:xfrm>
                <a:off x="3436938" y="2006600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6" name="Freeform 56"/>
            <p:cNvSpPr>
              <a:spLocks noEditPoints="1"/>
            </p:cNvSpPr>
            <p:nvPr/>
          </p:nvSpPr>
          <p:spPr bwMode="auto">
            <a:xfrm>
              <a:off x="3816350" y="1778000"/>
              <a:ext cx="303213" cy="241300"/>
            </a:xfrm>
            <a:custGeom>
              <a:avLst/>
              <a:gdLst>
                <a:gd name="T0" fmla="*/ 96 w 96"/>
                <a:gd name="T1" fmla="*/ 18 h 76"/>
                <a:gd name="T2" fmla="*/ 92 w 96"/>
                <a:gd name="T3" fmla="*/ 16 h 76"/>
                <a:gd name="T4" fmla="*/ 50 w 96"/>
                <a:gd name="T5" fmla="*/ 16 h 76"/>
                <a:gd name="T6" fmla="*/ 39 w 96"/>
                <a:gd name="T7" fmla="*/ 2 h 76"/>
                <a:gd name="T8" fmla="*/ 36 w 96"/>
                <a:gd name="T9" fmla="*/ 0 h 76"/>
                <a:gd name="T10" fmla="*/ 20 w 96"/>
                <a:gd name="T11" fmla="*/ 0 h 76"/>
                <a:gd name="T12" fmla="*/ 17 w 96"/>
                <a:gd name="T13" fmla="*/ 1 h 76"/>
                <a:gd name="T14" fmla="*/ 1 w 96"/>
                <a:gd name="T15" fmla="*/ 21 h 76"/>
                <a:gd name="T16" fmla="*/ 0 w 96"/>
                <a:gd name="T17" fmla="*/ 26 h 76"/>
                <a:gd name="T18" fmla="*/ 4 w 96"/>
                <a:gd name="T19" fmla="*/ 28 h 76"/>
                <a:gd name="T20" fmla="*/ 20 w 96"/>
                <a:gd name="T21" fmla="*/ 28 h 76"/>
                <a:gd name="T22" fmla="*/ 20 w 96"/>
                <a:gd name="T23" fmla="*/ 44 h 76"/>
                <a:gd name="T24" fmla="*/ 21 w 96"/>
                <a:gd name="T25" fmla="*/ 46 h 76"/>
                <a:gd name="T26" fmla="*/ 37 w 96"/>
                <a:gd name="T27" fmla="*/ 74 h 76"/>
                <a:gd name="T28" fmla="*/ 40 w 96"/>
                <a:gd name="T29" fmla="*/ 76 h 76"/>
                <a:gd name="T30" fmla="*/ 76 w 96"/>
                <a:gd name="T31" fmla="*/ 76 h 76"/>
                <a:gd name="T32" fmla="*/ 80 w 96"/>
                <a:gd name="T33" fmla="*/ 73 h 76"/>
                <a:gd name="T34" fmla="*/ 78 w 96"/>
                <a:gd name="T35" fmla="*/ 69 h 76"/>
                <a:gd name="T36" fmla="*/ 62 w 96"/>
                <a:gd name="T37" fmla="*/ 56 h 76"/>
                <a:gd name="T38" fmla="*/ 95 w 96"/>
                <a:gd name="T39" fmla="*/ 23 h 76"/>
                <a:gd name="T40" fmla="*/ 96 w 96"/>
                <a:gd name="T41" fmla="*/ 18 h 76"/>
                <a:gd name="T42" fmla="*/ 43 w 96"/>
                <a:gd name="T43" fmla="*/ 20 h 76"/>
                <a:gd name="T44" fmla="*/ 28 w 96"/>
                <a:gd name="T45" fmla="*/ 34 h 76"/>
                <a:gd name="T46" fmla="*/ 28 w 96"/>
                <a:gd name="T47" fmla="*/ 8 h 76"/>
                <a:gd name="T48" fmla="*/ 34 w 96"/>
                <a:gd name="T49" fmla="*/ 8 h 76"/>
                <a:gd name="T50" fmla="*/ 43 w 96"/>
                <a:gd name="T51" fmla="*/ 20 h 76"/>
                <a:gd name="T52" fmla="*/ 12 w 96"/>
                <a:gd name="T53" fmla="*/ 20 h 76"/>
                <a:gd name="T54" fmla="*/ 20 w 96"/>
                <a:gd name="T55" fmla="*/ 10 h 76"/>
                <a:gd name="T56" fmla="*/ 20 w 96"/>
                <a:gd name="T57" fmla="*/ 20 h 76"/>
                <a:gd name="T58" fmla="*/ 12 w 96"/>
                <a:gd name="T59" fmla="*/ 20 h 76"/>
                <a:gd name="T60" fmla="*/ 65 w 96"/>
                <a:gd name="T61" fmla="*/ 68 h 76"/>
                <a:gd name="T62" fmla="*/ 50 w 96"/>
                <a:gd name="T63" fmla="*/ 68 h 76"/>
                <a:gd name="T64" fmla="*/ 56 w 96"/>
                <a:gd name="T65" fmla="*/ 61 h 76"/>
                <a:gd name="T66" fmla="*/ 65 w 96"/>
                <a:gd name="T67" fmla="*/ 68 h 76"/>
                <a:gd name="T68" fmla="*/ 41 w 96"/>
                <a:gd name="T69" fmla="*/ 65 h 76"/>
                <a:gd name="T70" fmla="*/ 29 w 96"/>
                <a:gd name="T71" fmla="*/ 45 h 76"/>
                <a:gd name="T72" fmla="*/ 50 w 96"/>
                <a:gd name="T73" fmla="*/ 24 h 76"/>
                <a:gd name="T74" fmla="*/ 82 w 96"/>
                <a:gd name="T75" fmla="*/ 24 h 76"/>
                <a:gd name="T76" fmla="*/ 41 w 96"/>
                <a:gd name="T7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6" h="76">
                  <a:moveTo>
                    <a:pt x="96" y="18"/>
                  </a:moveTo>
                  <a:cubicBezTo>
                    <a:pt x="95" y="17"/>
                    <a:pt x="94" y="16"/>
                    <a:pt x="92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8" y="1"/>
                    <a:pt x="37" y="0"/>
                    <a:pt x="3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1"/>
                    <a:pt x="17" y="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3"/>
                    <a:pt x="0" y="24"/>
                    <a:pt x="0" y="26"/>
                  </a:cubicBezTo>
                  <a:cubicBezTo>
                    <a:pt x="1" y="27"/>
                    <a:pt x="2" y="28"/>
                    <a:pt x="4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5"/>
                    <a:pt x="20" y="45"/>
                    <a:pt x="21" y="46"/>
                  </a:cubicBezTo>
                  <a:cubicBezTo>
                    <a:pt x="37" y="74"/>
                    <a:pt x="37" y="74"/>
                    <a:pt x="37" y="74"/>
                  </a:cubicBezTo>
                  <a:cubicBezTo>
                    <a:pt x="37" y="75"/>
                    <a:pt x="39" y="76"/>
                    <a:pt x="40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8" y="76"/>
                    <a:pt x="79" y="75"/>
                    <a:pt x="80" y="73"/>
                  </a:cubicBezTo>
                  <a:cubicBezTo>
                    <a:pt x="80" y="72"/>
                    <a:pt x="80" y="70"/>
                    <a:pt x="78" y="69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96" y="22"/>
                    <a:pt x="96" y="20"/>
                    <a:pt x="96" y="18"/>
                  </a:cubicBezTo>
                  <a:close/>
                  <a:moveTo>
                    <a:pt x="43" y="20"/>
                  </a:moveTo>
                  <a:cubicBezTo>
                    <a:pt x="28" y="34"/>
                    <a:pt x="28" y="34"/>
                    <a:pt x="28" y="34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4" y="8"/>
                    <a:pt x="34" y="8"/>
                    <a:pt x="34" y="8"/>
                  </a:cubicBezTo>
                  <a:lnTo>
                    <a:pt x="43" y="20"/>
                  </a:lnTo>
                  <a:close/>
                  <a:moveTo>
                    <a:pt x="12" y="20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20"/>
                    <a:pt x="20" y="20"/>
                    <a:pt x="20" y="20"/>
                  </a:cubicBezTo>
                  <a:lnTo>
                    <a:pt x="12" y="20"/>
                  </a:lnTo>
                  <a:close/>
                  <a:moveTo>
                    <a:pt x="65" y="68"/>
                  </a:moveTo>
                  <a:cubicBezTo>
                    <a:pt x="50" y="68"/>
                    <a:pt x="50" y="68"/>
                    <a:pt x="50" y="68"/>
                  </a:cubicBezTo>
                  <a:cubicBezTo>
                    <a:pt x="56" y="61"/>
                    <a:pt x="56" y="61"/>
                    <a:pt x="56" y="61"/>
                  </a:cubicBezTo>
                  <a:lnTo>
                    <a:pt x="65" y="68"/>
                  </a:lnTo>
                  <a:close/>
                  <a:moveTo>
                    <a:pt x="41" y="65"/>
                  </a:moveTo>
                  <a:cubicBezTo>
                    <a:pt x="29" y="45"/>
                    <a:pt x="29" y="45"/>
                    <a:pt x="29" y="45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82" y="24"/>
                    <a:pt x="82" y="24"/>
                    <a:pt x="82" y="24"/>
                  </a:cubicBezTo>
                  <a:lnTo>
                    <a:pt x="41" y="65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5" name="组合 184"/>
            <p:cNvGrpSpPr/>
            <p:nvPr/>
          </p:nvGrpSpPr>
          <p:grpSpPr>
            <a:xfrm>
              <a:off x="4460875" y="1765300"/>
              <a:ext cx="215900" cy="279400"/>
              <a:chOff x="4460875" y="1765300"/>
              <a:chExt cx="215900" cy="279400"/>
            </a:xfrm>
          </p:grpSpPr>
          <p:sp>
            <p:nvSpPr>
              <p:cNvPr id="57" name="Freeform 57"/>
              <p:cNvSpPr>
                <a:spLocks/>
              </p:cNvSpPr>
              <p:nvPr/>
            </p:nvSpPr>
            <p:spPr bwMode="auto">
              <a:xfrm>
                <a:off x="4460875" y="1854200"/>
                <a:ext cx="215900" cy="190500"/>
              </a:xfrm>
              <a:custGeom>
                <a:avLst/>
                <a:gdLst>
                  <a:gd name="T0" fmla="*/ 64 w 68"/>
                  <a:gd name="T1" fmla="*/ 0 h 60"/>
                  <a:gd name="T2" fmla="*/ 44 w 68"/>
                  <a:gd name="T3" fmla="*/ 0 h 60"/>
                  <a:gd name="T4" fmla="*/ 44 w 68"/>
                  <a:gd name="T5" fmla="*/ 8 h 60"/>
                  <a:gd name="T6" fmla="*/ 60 w 68"/>
                  <a:gd name="T7" fmla="*/ 8 h 60"/>
                  <a:gd name="T8" fmla="*/ 60 w 68"/>
                  <a:gd name="T9" fmla="*/ 44 h 60"/>
                  <a:gd name="T10" fmla="*/ 52 w 68"/>
                  <a:gd name="T11" fmla="*/ 44 h 60"/>
                  <a:gd name="T12" fmla="*/ 52 w 68"/>
                  <a:gd name="T13" fmla="*/ 52 h 60"/>
                  <a:gd name="T14" fmla="*/ 8 w 68"/>
                  <a:gd name="T15" fmla="*/ 52 h 60"/>
                  <a:gd name="T16" fmla="*/ 8 w 68"/>
                  <a:gd name="T17" fmla="*/ 8 h 60"/>
                  <a:gd name="T18" fmla="*/ 20 w 68"/>
                  <a:gd name="T19" fmla="*/ 8 h 60"/>
                  <a:gd name="T20" fmla="*/ 20 w 68"/>
                  <a:gd name="T21" fmla="*/ 0 h 60"/>
                  <a:gd name="T22" fmla="*/ 4 w 68"/>
                  <a:gd name="T23" fmla="*/ 0 h 60"/>
                  <a:gd name="T24" fmla="*/ 0 w 68"/>
                  <a:gd name="T25" fmla="*/ 4 h 60"/>
                  <a:gd name="T26" fmla="*/ 0 w 68"/>
                  <a:gd name="T27" fmla="*/ 56 h 60"/>
                  <a:gd name="T28" fmla="*/ 4 w 68"/>
                  <a:gd name="T29" fmla="*/ 60 h 60"/>
                  <a:gd name="T30" fmla="*/ 56 w 68"/>
                  <a:gd name="T31" fmla="*/ 60 h 60"/>
                  <a:gd name="T32" fmla="*/ 59 w 68"/>
                  <a:gd name="T33" fmla="*/ 59 h 60"/>
                  <a:gd name="T34" fmla="*/ 67 w 68"/>
                  <a:gd name="T35" fmla="*/ 51 h 60"/>
                  <a:gd name="T36" fmla="*/ 68 w 68"/>
                  <a:gd name="T37" fmla="*/ 48 h 60"/>
                  <a:gd name="T38" fmla="*/ 68 w 68"/>
                  <a:gd name="T39" fmla="*/ 4 h 60"/>
                  <a:gd name="T40" fmla="*/ 64 w 68"/>
                  <a:gd name="T4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60">
                    <a:moveTo>
                      <a:pt x="64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8"/>
                      <a:pt x="2" y="60"/>
                      <a:pt x="4" y="60"/>
                    </a:cubicBezTo>
                    <a:cubicBezTo>
                      <a:pt x="56" y="60"/>
                      <a:pt x="56" y="60"/>
                      <a:pt x="56" y="60"/>
                    </a:cubicBezTo>
                    <a:cubicBezTo>
                      <a:pt x="57" y="60"/>
                      <a:pt x="58" y="60"/>
                      <a:pt x="59" y="59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8" y="50"/>
                      <a:pt x="68" y="49"/>
                      <a:pt x="68" y="48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Rectangle 58"/>
              <p:cNvSpPr>
                <a:spLocks noChangeArrowheads="1"/>
              </p:cNvSpPr>
              <p:nvPr/>
            </p:nvSpPr>
            <p:spPr bwMode="auto">
              <a:xfrm>
                <a:off x="4511675" y="1905000"/>
                <a:ext cx="1143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Rectangle 59"/>
              <p:cNvSpPr>
                <a:spLocks noChangeArrowheads="1"/>
              </p:cNvSpPr>
              <p:nvPr/>
            </p:nvSpPr>
            <p:spPr bwMode="auto">
              <a:xfrm>
                <a:off x="4511675" y="1955800"/>
                <a:ext cx="1143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60"/>
              <p:cNvSpPr>
                <a:spLocks/>
              </p:cNvSpPr>
              <p:nvPr/>
            </p:nvSpPr>
            <p:spPr bwMode="auto">
              <a:xfrm>
                <a:off x="4524375" y="1765300"/>
                <a:ext cx="76200" cy="127000"/>
              </a:xfrm>
              <a:custGeom>
                <a:avLst/>
                <a:gdLst>
                  <a:gd name="T0" fmla="*/ 8 w 24"/>
                  <a:gd name="T1" fmla="*/ 23 h 40"/>
                  <a:gd name="T2" fmla="*/ 8 w 24"/>
                  <a:gd name="T3" fmla="*/ 36 h 40"/>
                  <a:gd name="T4" fmla="*/ 12 w 24"/>
                  <a:gd name="T5" fmla="*/ 40 h 40"/>
                  <a:gd name="T6" fmla="*/ 16 w 24"/>
                  <a:gd name="T7" fmla="*/ 36 h 40"/>
                  <a:gd name="T8" fmla="*/ 16 w 24"/>
                  <a:gd name="T9" fmla="*/ 23 h 40"/>
                  <a:gd name="T10" fmla="*/ 24 w 24"/>
                  <a:gd name="T11" fmla="*/ 12 h 40"/>
                  <a:gd name="T12" fmla="*/ 12 w 24"/>
                  <a:gd name="T13" fmla="*/ 0 h 40"/>
                  <a:gd name="T14" fmla="*/ 0 w 24"/>
                  <a:gd name="T15" fmla="*/ 12 h 40"/>
                  <a:gd name="T16" fmla="*/ 8 w 24"/>
                  <a:gd name="T17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40">
                    <a:moveTo>
                      <a:pt x="8" y="23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8" y="38"/>
                      <a:pt x="10" y="40"/>
                      <a:pt x="12" y="40"/>
                    </a:cubicBezTo>
                    <a:cubicBezTo>
                      <a:pt x="14" y="40"/>
                      <a:pt x="16" y="38"/>
                      <a:pt x="16" y="36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21" y="22"/>
                      <a:pt x="24" y="17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7"/>
                      <a:pt x="3" y="22"/>
                      <a:pt x="8" y="23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6" name="组合 185"/>
            <p:cNvGrpSpPr/>
            <p:nvPr/>
          </p:nvGrpSpPr>
          <p:grpSpPr>
            <a:xfrm>
              <a:off x="5067300" y="1765300"/>
              <a:ext cx="228600" cy="279400"/>
              <a:chOff x="5067300" y="1765300"/>
              <a:chExt cx="228600" cy="279400"/>
            </a:xfrm>
          </p:grpSpPr>
          <p:sp>
            <p:nvSpPr>
              <p:cNvPr id="61" name="Freeform 61"/>
              <p:cNvSpPr>
                <a:spLocks noEditPoints="1"/>
              </p:cNvSpPr>
              <p:nvPr/>
            </p:nvSpPr>
            <p:spPr bwMode="auto">
              <a:xfrm>
                <a:off x="5067300" y="1765300"/>
                <a:ext cx="228600" cy="279400"/>
              </a:xfrm>
              <a:custGeom>
                <a:avLst/>
                <a:gdLst>
                  <a:gd name="T0" fmla="*/ 64 w 72"/>
                  <a:gd name="T1" fmla="*/ 20 h 88"/>
                  <a:gd name="T2" fmla="*/ 48 w 72"/>
                  <a:gd name="T3" fmla="*/ 20 h 88"/>
                  <a:gd name="T4" fmla="*/ 48 w 72"/>
                  <a:gd name="T5" fmla="*/ 8 h 88"/>
                  <a:gd name="T6" fmla="*/ 40 w 72"/>
                  <a:gd name="T7" fmla="*/ 0 h 88"/>
                  <a:gd name="T8" fmla="*/ 28 w 72"/>
                  <a:gd name="T9" fmla="*/ 0 h 88"/>
                  <a:gd name="T10" fmla="*/ 20 w 72"/>
                  <a:gd name="T11" fmla="*/ 8 h 88"/>
                  <a:gd name="T12" fmla="*/ 20 w 72"/>
                  <a:gd name="T13" fmla="*/ 20 h 88"/>
                  <a:gd name="T14" fmla="*/ 28 w 72"/>
                  <a:gd name="T15" fmla="*/ 28 h 88"/>
                  <a:gd name="T16" fmla="*/ 64 w 72"/>
                  <a:gd name="T17" fmla="*/ 28 h 88"/>
                  <a:gd name="T18" fmla="*/ 64 w 72"/>
                  <a:gd name="T19" fmla="*/ 56 h 88"/>
                  <a:gd name="T20" fmla="*/ 4 w 72"/>
                  <a:gd name="T21" fmla="*/ 56 h 88"/>
                  <a:gd name="T22" fmla="*/ 0 w 72"/>
                  <a:gd name="T23" fmla="*/ 60 h 88"/>
                  <a:gd name="T24" fmla="*/ 0 w 72"/>
                  <a:gd name="T25" fmla="*/ 84 h 88"/>
                  <a:gd name="T26" fmla="*/ 4 w 72"/>
                  <a:gd name="T27" fmla="*/ 88 h 88"/>
                  <a:gd name="T28" fmla="*/ 68 w 72"/>
                  <a:gd name="T29" fmla="*/ 88 h 88"/>
                  <a:gd name="T30" fmla="*/ 72 w 72"/>
                  <a:gd name="T31" fmla="*/ 84 h 88"/>
                  <a:gd name="T32" fmla="*/ 72 w 72"/>
                  <a:gd name="T33" fmla="*/ 28 h 88"/>
                  <a:gd name="T34" fmla="*/ 64 w 72"/>
                  <a:gd name="T35" fmla="*/ 20 h 88"/>
                  <a:gd name="T36" fmla="*/ 28 w 72"/>
                  <a:gd name="T37" fmla="*/ 20 h 88"/>
                  <a:gd name="T38" fmla="*/ 28 w 72"/>
                  <a:gd name="T39" fmla="*/ 8 h 88"/>
                  <a:gd name="T40" fmla="*/ 40 w 72"/>
                  <a:gd name="T41" fmla="*/ 8 h 88"/>
                  <a:gd name="T42" fmla="*/ 40 w 72"/>
                  <a:gd name="T43" fmla="*/ 20 h 88"/>
                  <a:gd name="T44" fmla="*/ 40 w 72"/>
                  <a:gd name="T45" fmla="*/ 20 h 88"/>
                  <a:gd name="T46" fmla="*/ 28 w 72"/>
                  <a:gd name="T47" fmla="*/ 20 h 88"/>
                  <a:gd name="T48" fmla="*/ 64 w 72"/>
                  <a:gd name="T49" fmla="*/ 80 h 88"/>
                  <a:gd name="T50" fmla="*/ 8 w 72"/>
                  <a:gd name="T51" fmla="*/ 80 h 88"/>
                  <a:gd name="T52" fmla="*/ 8 w 72"/>
                  <a:gd name="T53" fmla="*/ 64 h 88"/>
                  <a:gd name="T54" fmla="*/ 64 w 72"/>
                  <a:gd name="T55" fmla="*/ 64 h 88"/>
                  <a:gd name="T56" fmla="*/ 64 w 72"/>
                  <a:gd name="T57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2" h="88">
                    <a:moveTo>
                      <a:pt x="64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0" y="4"/>
                      <a:pt x="20" y="8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4"/>
                      <a:pt x="24" y="28"/>
                      <a:pt x="28" y="2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2" y="56"/>
                      <a:pt x="0" y="58"/>
                      <a:pt x="0" y="60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6"/>
                      <a:pt x="2" y="88"/>
                      <a:pt x="4" y="88"/>
                    </a:cubicBezTo>
                    <a:cubicBezTo>
                      <a:pt x="68" y="88"/>
                      <a:pt x="68" y="88"/>
                      <a:pt x="68" y="88"/>
                    </a:cubicBezTo>
                    <a:cubicBezTo>
                      <a:pt x="70" y="88"/>
                      <a:pt x="72" y="86"/>
                      <a:pt x="72" y="84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4"/>
                      <a:pt x="68" y="20"/>
                      <a:pt x="64" y="20"/>
                    </a:cubicBezTo>
                    <a:close/>
                    <a:moveTo>
                      <a:pt x="28" y="20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20"/>
                      <a:pt x="40" y="20"/>
                      <a:pt x="40" y="20"/>
                    </a:cubicBezTo>
                    <a:lnTo>
                      <a:pt x="28" y="20"/>
                    </a:lnTo>
                    <a:close/>
                    <a:moveTo>
                      <a:pt x="64" y="80"/>
                    </a:moveTo>
                    <a:cubicBezTo>
                      <a:pt x="8" y="80"/>
                      <a:pt x="8" y="80"/>
                      <a:pt x="8" y="80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64" y="64"/>
                      <a:pt x="64" y="64"/>
                      <a:pt x="64" y="64"/>
                    </a:cubicBezTo>
                    <a:lnTo>
                      <a:pt x="64" y="8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Oval 62"/>
              <p:cNvSpPr>
                <a:spLocks noChangeArrowheads="1"/>
              </p:cNvSpPr>
              <p:nvPr/>
            </p:nvSpPr>
            <p:spPr bwMode="auto">
              <a:xfrm>
                <a:off x="5181600" y="1981200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Oval 63"/>
              <p:cNvSpPr>
                <a:spLocks noChangeArrowheads="1"/>
              </p:cNvSpPr>
              <p:nvPr/>
            </p:nvSpPr>
            <p:spPr bwMode="auto">
              <a:xfrm>
                <a:off x="5232400" y="1981200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Rectangle 64"/>
              <p:cNvSpPr>
                <a:spLocks noChangeArrowheads="1"/>
              </p:cNvSpPr>
              <p:nvPr/>
            </p:nvSpPr>
            <p:spPr bwMode="auto">
              <a:xfrm>
                <a:off x="5156200" y="1879600"/>
                <a:ext cx="254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65"/>
              <p:cNvSpPr>
                <a:spLocks/>
              </p:cNvSpPr>
              <p:nvPr/>
            </p:nvSpPr>
            <p:spPr bwMode="auto">
              <a:xfrm>
                <a:off x="5194300" y="1870075"/>
                <a:ext cx="41275" cy="53975"/>
              </a:xfrm>
              <a:custGeom>
                <a:avLst/>
                <a:gdLst>
                  <a:gd name="T0" fmla="*/ 16 w 26"/>
                  <a:gd name="T1" fmla="*/ 0 h 34"/>
                  <a:gd name="T2" fmla="*/ 0 w 26"/>
                  <a:gd name="T3" fmla="*/ 4 h 34"/>
                  <a:gd name="T4" fmla="*/ 12 w 26"/>
                  <a:gd name="T5" fmla="*/ 34 h 34"/>
                  <a:gd name="T6" fmla="*/ 26 w 26"/>
                  <a:gd name="T7" fmla="*/ 30 h 34"/>
                  <a:gd name="T8" fmla="*/ 16 w 26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4">
                    <a:moveTo>
                      <a:pt x="16" y="0"/>
                    </a:moveTo>
                    <a:lnTo>
                      <a:pt x="0" y="4"/>
                    </a:lnTo>
                    <a:lnTo>
                      <a:pt x="12" y="34"/>
                    </a:lnTo>
                    <a:lnTo>
                      <a:pt x="26" y="3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66"/>
              <p:cNvSpPr>
                <a:spLocks/>
              </p:cNvSpPr>
              <p:nvPr/>
            </p:nvSpPr>
            <p:spPr bwMode="auto">
              <a:xfrm>
                <a:off x="5102225" y="1870075"/>
                <a:ext cx="41275" cy="53975"/>
              </a:xfrm>
              <a:custGeom>
                <a:avLst/>
                <a:gdLst>
                  <a:gd name="T0" fmla="*/ 26 w 26"/>
                  <a:gd name="T1" fmla="*/ 4 h 34"/>
                  <a:gd name="T2" fmla="*/ 10 w 26"/>
                  <a:gd name="T3" fmla="*/ 0 h 34"/>
                  <a:gd name="T4" fmla="*/ 0 w 26"/>
                  <a:gd name="T5" fmla="*/ 30 h 34"/>
                  <a:gd name="T6" fmla="*/ 14 w 26"/>
                  <a:gd name="T7" fmla="*/ 34 h 34"/>
                  <a:gd name="T8" fmla="*/ 26 w 26"/>
                  <a:gd name="T9" fmla="*/ 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4">
                    <a:moveTo>
                      <a:pt x="26" y="4"/>
                    </a:moveTo>
                    <a:lnTo>
                      <a:pt x="10" y="0"/>
                    </a:lnTo>
                    <a:lnTo>
                      <a:pt x="0" y="30"/>
                    </a:lnTo>
                    <a:lnTo>
                      <a:pt x="14" y="34"/>
                    </a:lnTo>
                    <a:lnTo>
                      <a:pt x="26" y="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7" name="Freeform 67"/>
            <p:cNvSpPr>
              <a:spLocks noEditPoints="1"/>
            </p:cNvSpPr>
            <p:nvPr/>
          </p:nvSpPr>
          <p:spPr bwMode="auto">
            <a:xfrm>
              <a:off x="8694738" y="1778000"/>
              <a:ext cx="252413" cy="25400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68 w 80"/>
                <a:gd name="T11" fmla="*/ 24 h 80"/>
                <a:gd name="T12" fmla="*/ 38 w 80"/>
                <a:gd name="T13" fmla="*/ 24 h 80"/>
                <a:gd name="T14" fmla="*/ 47 w 80"/>
                <a:gd name="T15" fmla="*/ 9 h 80"/>
                <a:gd name="T16" fmla="*/ 68 w 80"/>
                <a:gd name="T17" fmla="*/ 24 h 80"/>
                <a:gd name="T18" fmla="*/ 52 w 80"/>
                <a:gd name="T19" fmla="*/ 40 h 80"/>
                <a:gd name="T20" fmla="*/ 47 w 80"/>
                <a:gd name="T21" fmla="*/ 48 h 80"/>
                <a:gd name="T22" fmla="*/ 33 w 80"/>
                <a:gd name="T23" fmla="*/ 48 h 80"/>
                <a:gd name="T24" fmla="*/ 28 w 80"/>
                <a:gd name="T25" fmla="*/ 40 h 80"/>
                <a:gd name="T26" fmla="*/ 33 w 80"/>
                <a:gd name="T27" fmla="*/ 32 h 80"/>
                <a:gd name="T28" fmla="*/ 47 w 80"/>
                <a:gd name="T29" fmla="*/ 32 h 80"/>
                <a:gd name="T30" fmla="*/ 52 w 80"/>
                <a:gd name="T31" fmla="*/ 40 h 80"/>
                <a:gd name="T32" fmla="*/ 38 w 80"/>
                <a:gd name="T33" fmla="*/ 8 h 80"/>
                <a:gd name="T34" fmla="*/ 24 w 80"/>
                <a:gd name="T35" fmla="*/ 32 h 80"/>
                <a:gd name="T36" fmla="*/ 16 w 80"/>
                <a:gd name="T37" fmla="*/ 19 h 80"/>
                <a:gd name="T38" fmla="*/ 38 w 80"/>
                <a:gd name="T39" fmla="*/ 8 h 80"/>
                <a:gd name="T40" fmla="*/ 11 w 80"/>
                <a:gd name="T41" fmla="*/ 26 h 80"/>
                <a:gd name="T42" fmla="*/ 24 w 80"/>
                <a:gd name="T43" fmla="*/ 48 h 80"/>
                <a:gd name="T44" fmla="*/ 9 w 80"/>
                <a:gd name="T45" fmla="*/ 48 h 80"/>
                <a:gd name="T46" fmla="*/ 8 w 80"/>
                <a:gd name="T47" fmla="*/ 40 h 80"/>
                <a:gd name="T48" fmla="*/ 11 w 80"/>
                <a:gd name="T49" fmla="*/ 26 h 80"/>
                <a:gd name="T50" fmla="*/ 12 w 80"/>
                <a:gd name="T51" fmla="*/ 56 h 80"/>
                <a:gd name="T52" fmla="*/ 42 w 80"/>
                <a:gd name="T53" fmla="*/ 56 h 80"/>
                <a:gd name="T54" fmla="*/ 33 w 80"/>
                <a:gd name="T55" fmla="*/ 71 h 80"/>
                <a:gd name="T56" fmla="*/ 12 w 80"/>
                <a:gd name="T57" fmla="*/ 56 h 80"/>
                <a:gd name="T58" fmla="*/ 42 w 80"/>
                <a:gd name="T59" fmla="*/ 72 h 80"/>
                <a:gd name="T60" fmla="*/ 56 w 80"/>
                <a:gd name="T61" fmla="*/ 48 h 80"/>
                <a:gd name="T62" fmla="*/ 64 w 80"/>
                <a:gd name="T63" fmla="*/ 61 h 80"/>
                <a:gd name="T64" fmla="*/ 42 w 80"/>
                <a:gd name="T65" fmla="*/ 72 h 80"/>
                <a:gd name="T66" fmla="*/ 69 w 80"/>
                <a:gd name="T67" fmla="*/ 54 h 80"/>
                <a:gd name="T68" fmla="*/ 56 w 80"/>
                <a:gd name="T69" fmla="*/ 32 h 80"/>
                <a:gd name="T70" fmla="*/ 71 w 80"/>
                <a:gd name="T71" fmla="*/ 32 h 80"/>
                <a:gd name="T72" fmla="*/ 72 w 80"/>
                <a:gd name="T73" fmla="*/ 40 h 80"/>
                <a:gd name="T74" fmla="*/ 69 w 80"/>
                <a:gd name="T75" fmla="*/ 5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68" y="24"/>
                  </a:moveTo>
                  <a:cubicBezTo>
                    <a:pt x="38" y="24"/>
                    <a:pt x="38" y="24"/>
                    <a:pt x="38" y="24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56" y="11"/>
                    <a:pt x="63" y="16"/>
                    <a:pt x="68" y="24"/>
                  </a:cubicBezTo>
                  <a:close/>
                  <a:moveTo>
                    <a:pt x="52" y="40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47" y="32"/>
                    <a:pt x="47" y="32"/>
                    <a:pt x="47" y="32"/>
                  </a:cubicBezTo>
                  <a:lnTo>
                    <a:pt x="52" y="40"/>
                  </a:lnTo>
                  <a:close/>
                  <a:moveTo>
                    <a:pt x="38" y="8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22" y="13"/>
                    <a:pt x="29" y="9"/>
                    <a:pt x="38" y="8"/>
                  </a:cubicBezTo>
                  <a:close/>
                  <a:moveTo>
                    <a:pt x="11" y="26"/>
                  </a:moveTo>
                  <a:cubicBezTo>
                    <a:pt x="24" y="48"/>
                    <a:pt x="24" y="48"/>
                    <a:pt x="24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45"/>
                    <a:pt x="8" y="43"/>
                    <a:pt x="8" y="40"/>
                  </a:cubicBezTo>
                  <a:cubicBezTo>
                    <a:pt x="8" y="35"/>
                    <a:pt x="9" y="30"/>
                    <a:pt x="11" y="26"/>
                  </a:cubicBezTo>
                  <a:close/>
                  <a:moveTo>
                    <a:pt x="12" y="56"/>
                  </a:moveTo>
                  <a:cubicBezTo>
                    <a:pt x="42" y="56"/>
                    <a:pt x="42" y="56"/>
                    <a:pt x="42" y="56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24" y="69"/>
                    <a:pt x="17" y="64"/>
                    <a:pt x="12" y="56"/>
                  </a:cubicBezTo>
                  <a:close/>
                  <a:moveTo>
                    <a:pt x="42" y="72"/>
                  </a:moveTo>
                  <a:cubicBezTo>
                    <a:pt x="56" y="48"/>
                    <a:pt x="56" y="48"/>
                    <a:pt x="56" y="48"/>
                  </a:cubicBezTo>
                  <a:cubicBezTo>
                    <a:pt x="64" y="61"/>
                    <a:pt x="64" y="61"/>
                    <a:pt x="64" y="61"/>
                  </a:cubicBezTo>
                  <a:cubicBezTo>
                    <a:pt x="58" y="67"/>
                    <a:pt x="51" y="71"/>
                    <a:pt x="42" y="72"/>
                  </a:cubicBezTo>
                  <a:close/>
                  <a:moveTo>
                    <a:pt x="69" y="54"/>
                  </a:moveTo>
                  <a:cubicBezTo>
                    <a:pt x="56" y="32"/>
                    <a:pt x="56" y="32"/>
                    <a:pt x="5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2" y="35"/>
                    <a:pt x="72" y="37"/>
                    <a:pt x="72" y="40"/>
                  </a:cubicBezTo>
                  <a:cubicBezTo>
                    <a:pt x="72" y="45"/>
                    <a:pt x="71" y="50"/>
                    <a:pt x="69" y="5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9" name="组合 188"/>
            <p:cNvGrpSpPr/>
            <p:nvPr/>
          </p:nvGrpSpPr>
          <p:grpSpPr>
            <a:xfrm>
              <a:off x="6875463" y="1778000"/>
              <a:ext cx="252412" cy="254000"/>
              <a:chOff x="6875463" y="1778000"/>
              <a:chExt cx="252412" cy="254000"/>
            </a:xfrm>
          </p:grpSpPr>
          <p:sp>
            <p:nvSpPr>
              <p:cNvPr id="68" name="Freeform 68"/>
              <p:cNvSpPr>
                <a:spLocks noEditPoints="1"/>
              </p:cNvSpPr>
              <p:nvPr/>
            </p:nvSpPr>
            <p:spPr bwMode="auto">
              <a:xfrm>
                <a:off x="6900863" y="1803400"/>
                <a:ext cx="201613" cy="203200"/>
              </a:xfrm>
              <a:custGeom>
                <a:avLst/>
                <a:gdLst>
                  <a:gd name="T0" fmla="*/ 52 w 64"/>
                  <a:gd name="T1" fmla="*/ 36 h 64"/>
                  <a:gd name="T2" fmla="*/ 64 w 64"/>
                  <a:gd name="T3" fmla="*/ 36 h 64"/>
                  <a:gd name="T4" fmla="*/ 64 w 64"/>
                  <a:gd name="T5" fmla="*/ 28 h 64"/>
                  <a:gd name="T6" fmla="*/ 52 w 64"/>
                  <a:gd name="T7" fmla="*/ 28 h 64"/>
                  <a:gd name="T8" fmla="*/ 36 w 64"/>
                  <a:gd name="T9" fmla="*/ 12 h 64"/>
                  <a:gd name="T10" fmla="*/ 36 w 64"/>
                  <a:gd name="T11" fmla="*/ 0 h 64"/>
                  <a:gd name="T12" fmla="*/ 28 w 64"/>
                  <a:gd name="T13" fmla="*/ 0 h 64"/>
                  <a:gd name="T14" fmla="*/ 28 w 64"/>
                  <a:gd name="T15" fmla="*/ 12 h 64"/>
                  <a:gd name="T16" fmla="*/ 12 w 64"/>
                  <a:gd name="T17" fmla="*/ 28 h 64"/>
                  <a:gd name="T18" fmla="*/ 0 w 64"/>
                  <a:gd name="T19" fmla="*/ 28 h 64"/>
                  <a:gd name="T20" fmla="*/ 0 w 64"/>
                  <a:gd name="T21" fmla="*/ 36 h 64"/>
                  <a:gd name="T22" fmla="*/ 12 w 64"/>
                  <a:gd name="T23" fmla="*/ 36 h 64"/>
                  <a:gd name="T24" fmla="*/ 28 w 64"/>
                  <a:gd name="T25" fmla="*/ 52 h 64"/>
                  <a:gd name="T26" fmla="*/ 28 w 64"/>
                  <a:gd name="T27" fmla="*/ 64 h 64"/>
                  <a:gd name="T28" fmla="*/ 36 w 64"/>
                  <a:gd name="T29" fmla="*/ 64 h 64"/>
                  <a:gd name="T30" fmla="*/ 36 w 64"/>
                  <a:gd name="T31" fmla="*/ 52 h 64"/>
                  <a:gd name="T32" fmla="*/ 52 w 64"/>
                  <a:gd name="T33" fmla="*/ 36 h 64"/>
                  <a:gd name="T34" fmla="*/ 32 w 64"/>
                  <a:gd name="T35" fmla="*/ 44 h 64"/>
                  <a:gd name="T36" fmla="*/ 20 w 64"/>
                  <a:gd name="T37" fmla="*/ 32 h 64"/>
                  <a:gd name="T38" fmla="*/ 32 w 64"/>
                  <a:gd name="T39" fmla="*/ 20 h 64"/>
                  <a:gd name="T40" fmla="*/ 44 w 64"/>
                  <a:gd name="T41" fmla="*/ 32 h 64"/>
                  <a:gd name="T42" fmla="*/ 32 w 64"/>
                  <a:gd name="T43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" h="64">
                    <a:moveTo>
                      <a:pt x="52" y="36"/>
                    </a:move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0" y="20"/>
                      <a:pt x="44" y="14"/>
                      <a:pt x="36" y="1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0" y="14"/>
                      <a:pt x="14" y="20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4" y="44"/>
                      <a:pt x="20" y="50"/>
                      <a:pt x="28" y="52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4" y="50"/>
                      <a:pt x="50" y="44"/>
                      <a:pt x="52" y="36"/>
                    </a:cubicBezTo>
                    <a:close/>
                    <a:moveTo>
                      <a:pt x="32" y="44"/>
                    </a:moveTo>
                    <a:cubicBezTo>
                      <a:pt x="25" y="44"/>
                      <a:pt x="20" y="39"/>
                      <a:pt x="20" y="32"/>
                    </a:cubicBezTo>
                    <a:cubicBezTo>
                      <a:pt x="20" y="25"/>
                      <a:pt x="25" y="20"/>
                      <a:pt x="32" y="20"/>
                    </a:cubicBezTo>
                    <a:cubicBezTo>
                      <a:pt x="39" y="20"/>
                      <a:pt x="44" y="25"/>
                      <a:pt x="44" y="32"/>
                    </a:cubicBezTo>
                    <a:cubicBezTo>
                      <a:pt x="44" y="39"/>
                      <a:pt x="39" y="44"/>
                      <a:pt x="32" y="4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69"/>
              <p:cNvSpPr>
                <a:spLocks/>
              </p:cNvSpPr>
              <p:nvPr/>
            </p:nvSpPr>
            <p:spPr bwMode="auto">
              <a:xfrm>
                <a:off x="7051675" y="1955800"/>
                <a:ext cx="76200" cy="76200"/>
              </a:xfrm>
              <a:custGeom>
                <a:avLst/>
                <a:gdLst>
                  <a:gd name="T0" fmla="*/ 16 w 24"/>
                  <a:gd name="T1" fmla="*/ 16 h 24"/>
                  <a:gd name="T2" fmla="*/ 0 w 24"/>
                  <a:gd name="T3" fmla="*/ 16 h 24"/>
                  <a:gd name="T4" fmla="*/ 0 w 24"/>
                  <a:gd name="T5" fmla="*/ 24 h 24"/>
                  <a:gd name="T6" fmla="*/ 16 w 24"/>
                  <a:gd name="T7" fmla="*/ 24 h 24"/>
                  <a:gd name="T8" fmla="*/ 24 w 24"/>
                  <a:gd name="T9" fmla="*/ 16 h 24"/>
                  <a:gd name="T10" fmla="*/ 24 w 24"/>
                  <a:gd name="T11" fmla="*/ 0 h 24"/>
                  <a:gd name="T12" fmla="*/ 16 w 24"/>
                  <a:gd name="T13" fmla="*/ 0 h 24"/>
                  <a:gd name="T14" fmla="*/ 16 w 24"/>
                  <a:gd name="T15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24">
                    <a:moveTo>
                      <a:pt x="16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70"/>
              <p:cNvSpPr>
                <a:spLocks/>
              </p:cNvSpPr>
              <p:nvPr/>
            </p:nvSpPr>
            <p:spPr bwMode="auto">
              <a:xfrm>
                <a:off x="7051675" y="1778000"/>
                <a:ext cx="76200" cy="76200"/>
              </a:xfrm>
              <a:custGeom>
                <a:avLst/>
                <a:gdLst>
                  <a:gd name="T0" fmla="*/ 16 w 24"/>
                  <a:gd name="T1" fmla="*/ 0 h 24"/>
                  <a:gd name="T2" fmla="*/ 0 w 24"/>
                  <a:gd name="T3" fmla="*/ 0 h 24"/>
                  <a:gd name="T4" fmla="*/ 0 w 24"/>
                  <a:gd name="T5" fmla="*/ 8 h 24"/>
                  <a:gd name="T6" fmla="*/ 16 w 24"/>
                  <a:gd name="T7" fmla="*/ 8 h 24"/>
                  <a:gd name="T8" fmla="*/ 16 w 24"/>
                  <a:gd name="T9" fmla="*/ 24 h 24"/>
                  <a:gd name="T10" fmla="*/ 24 w 24"/>
                  <a:gd name="T11" fmla="*/ 24 h 24"/>
                  <a:gd name="T12" fmla="*/ 24 w 24"/>
                  <a:gd name="T13" fmla="*/ 8 h 24"/>
                  <a:gd name="T14" fmla="*/ 16 w 24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24"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71"/>
              <p:cNvSpPr>
                <a:spLocks/>
              </p:cNvSpPr>
              <p:nvPr/>
            </p:nvSpPr>
            <p:spPr bwMode="auto">
              <a:xfrm>
                <a:off x="6875463" y="1778000"/>
                <a:ext cx="74613" cy="76200"/>
              </a:xfrm>
              <a:custGeom>
                <a:avLst/>
                <a:gdLst>
                  <a:gd name="T0" fmla="*/ 8 w 24"/>
                  <a:gd name="T1" fmla="*/ 8 h 24"/>
                  <a:gd name="T2" fmla="*/ 24 w 24"/>
                  <a:gd name="T3" fmla="*/ 8 h 24"/>
                  <a:gd name="T4" fmla="*/ 24 w 24"/>
                  <a:gd name="T5" fmla="*/ 0 h 24"/>
                  <a:gd name="T6" fmla="*/ 8 w 24"/>
                  <a:gd name="T7" fmla="*/ 0 h 24"/>
                  <a:gd name="T8" fmla="*/ 0 w 24"/>
                  <a:gd name="T9" fmla="*/ 8 h 24"/>
                  <a:gd name="T10" fmla="*/ 0 w 24"/>
                  <a:gd name="T11" fmla="*/ 24 h 24"/>
                  <a:gd name="T12" fmla="*/ 8 w 24"/>
                  <a:gd name="T13" fmla="*/ 24 h 24"/>
                  <a:gd name="T14" fmla="*/ 8 w 24"/>
                  <a:gd name="T15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24">
                    <a:moveTo>
                      <a:pt x="8" y="8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72"/>
              <p:cNvSpPr>
                <a:spLocks/>
              </p:cNvSpPr>
              <p:nvPr/>
            </p:nvSpPr>
            <p:spPr bwMode="auto">
              <a:xfrm>
                <a:off x="6875463" y="1955800"/>
                <a:ext cx="74613" cy="76200"/>
              </a:xfrm>
              <a:custGeom>
                <a:avLst/>
                <a:gdLst>
                  <a:gd name="T0" fmla="*/ 8 w 24"/>
                  <a:gd name="T1" fmla="*/ 0 h 24"/>
                  <a:gd name="T2" fmla="*/ 0 w 24"/>
                  <a:gd name="T3" fmla="*/ 0 h 24"/>
                  <a:gd name="T4" fmla="*/ 0 w 24"/>
                  <a:gd name="T5" fmla="*/ 16 h 24"/>
                  <a:gd name="T6" fmla="*/ 8 w 24"/>
                  <a:gd name="T7" fmla="*/ 24 h 24"/>
                  <a:gd name="T8" fmla="*/ 24 w 24"/>
                  <a:gd name="T9" fmla="*/ 24 h 24"/>
                  <a:gd name="T10" fmla="*/ 24 w 24"/>
                  <a:gd name="T11" fmla="*/ 16 h 24"/>
                  <a:gd name="T12" fmla="*/ 8 w 24"/>
                  <a:gd name="T13" fmla="*/ 16 h 24"/>
                  <a:gd name="T14" fmla="*/ 8 w 24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24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5661025" y="1790700"/>
              <a:ext cx="254000" cy="228600"/>
              <a:chOff x="5661025" y="1790700"/>
              <a:chExt cx="254000" cy="228600"/>
            </a:xfrm>
          </p:grpSpPr>
          <p:sp>
            <p:nvSpPr>
              <p:cNvPr id="73" name="Freeform 73"/>
              <p:cNvSpPr>
                <a:spLocks noEditPoints="1"/>
              </p:cNvSpPr>
              <p:nvPr/>
            </p:nvSpPr>
            <p:spPr bwMode="auto">
              <a:xfrm>
                <a:off x="5724525" y="1854200"/>
                <a:ext cx="127000" cy="127000"/>
              </a:xfrm>
              <a:custGeom>
                <a:avLst/>
                <a:gdLst>
                  <a:gd name="T0" fmla="*/ 20 w 40"/>
                  <a:gd name="T1" fmla="*/ 0 h 40"/>
                  <a:gd name="T2" fmla="*/ 0 w 40"/>
                  <a:gd name="T3" fmla="*/ 20 h 40"/>
                  <a:gd name="T4" fmla="*/ 20 w 40"/>
                  <a:gd name="T5" fmla="*/ 40 h 40"/>
                  <a:gd name="T6" fmla="*/ 40 w 40"/>
                  <a:gd name="T7" fmla="*/ 20 h 40"/>
                  <a:gd name="T8" fmla="*/ 20 w 40"/>
                  <a:gd name="T9" fmla="*/ 0 h 40"/>
                  <a:gd name="T10" fmla="*/ 20 w 40"/>
                  <a:gd name="T11" fmla="*/ 32 h 40"/>
                  <a:gd name="T12" fmla="*/ 8 w 40"/>
                  <a:gd name="T13" fmla="*/ 20 h 40"/>
                  <a:gd name="T14" fmla="*/ 20 w 40"/>
                  <a:gd name="T15" fmla="*/ 8 h 40"/>
                  <a:gd name="T16" fmla="*/ 32 w 40"/>
                  <a:gd name="T17" fmla="*/ 20 h 40"/>
                  <a:gd name="T18" fmla="*/ 20 w 40"/>
                  <a:gd name="T19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40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20" y="32"/>
                    </a:moveTo>
                    <a:cubicBezTo>
                      <a:pt x="13" y="32"/>
                      <a:pt x="8" y="27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27" y="8"/>
                      <a:pt x="32" y="13"/>
                      <a:pt x="32" y="20"/>
                    </a:cubicBezTo>
                    <a:cubicBezTo>
                      <a:pt x="32" y="27"/>
                      <a:pt x="27" y="32"/>
                      <a:pt x="20" y="3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74"/>
              <p:cNvSpPr>
                <a:spLocks noEditPoints="1"/>
              </p:cNvSpPr>
              <p:nvPr/>
            </p:nvSpPr>
            <p:spPr bwMode="auto">
              <a:xfrm>
                <a:off x="5661025" y="1790700"/>
                <a:ext cx="254000" cy="228600"/>
              </a:xfrm>
              <a:custGeom>
                <a:avLst/>
                <a:gdLst>
                  <a:gd name="T0" fmla="*/ 72 w 80"/>
                  <a:gd name="T1" fmla="*/ 12 h 72"/>
                  <a:gd name="T2" fmla="*/ 58 w 80"/>
                  <a:gd name="T3" fmla="*/ 12 h 72"/>
                  <a:gd name="T4" fmla="*/ 53 w 80"/>
                  <a:gd name="T5" fmla="*/ 4 h 72"/>
                  <a:gd name="T6" fmla="*/ 46 w 80"/>
                  <a:gd name="T7" fmla="*/ 0 h 72"/>
                  <a:gd name="T8" fmla="*/ 34 w 80"/>
                  <a:gd name="T9" fmla="*/ 0 h 72"/>
                  <a:gd name="T10" fmla="*/ 27 w 80"/>
                  <a:gd name="T11" fmla="*/ 4 h 72"/>
                  <a:gd name="T12" fmla="*/ 22 w 80"/>
                  <a:gd name="T13" fmla="*/ 12 h 72"/>
                  <a:gd name="T14" fmla="*/ 8 w 80"/>
                  <a:gd name="T15" fmla="*/ 12 h 72"/>
                  <a:gd name="T16" fmla="*/ 0 w 80"/>
                  <a:gd name="T17" fmla="*/ 20 h 72"/>
                  <a:gd name="T18" fmla="*/ 0 w 80"/>
                  <a:gd name="T19" fmla="*/ 64 h 72"/>
                  <a:gd name="T20" fmla="*/ 8 w 80"/>
                  <a:gd name="T21" fmla="*/ 72 h 72"/>
                  <a:gd name="T22" fmla="*/ 72 w 80"/>
                  <a:gd name="T23" fmla="*/ 72 h 72"/>
                  <a:gd name="T24" fmla="*/ 80 w 80"/>
                  <a:gd name="T25" fmla="*/ 64 h 72"/>
                  <a:gd name="T26" fmla="*/ 80 w 80"/>
                  <a:gd name="T27" fmla="*/ 20 h 72"/>
                  <a:gd name="T28" fmla="*/ 72 w 80"/>
                  <a:gd name="T29" fmla="*/ 12 h 72"/>
                  <a:gd name="T30" fmla="*/ 8 w 80"/>
                  <a:gd name="T31" fmla="*/ 64 h 72"/>
                  <a:gd name="T32" fmla="*/ 8 w 80"/>
                  <a:gd name="T33" fmla="*/ 20 h 72"/>
                  <a:gd name="T34" fmla="*/ 26 w 80"/>
                  <a:gd name="T35" fmla="*/ 20 h 72"/>
                  <a:gd name="T36" fmla="*/ 34 w 80"/>
                  <a:gd name="T37" fmla="*/ 8 h 72"/>
                  <a:gd name="T38" fmla="*/ 46 w 80"/>
                  <a:gd name="T39" fmla="*/ 8 h 72"/>
                  <a:gd name="T40" fmla="*/ 54 w 80"/>
                  <a:gd name="T41" fmla="*/ 20 h 72"/>
                  <a:gd name="T42" fmla="*/ 72 w 80"/>
                  <a:gd name="T43" fmla="*/ 20 h 72"/>
                  <a:gd name="T44" fmla="*/ 72 w 80"/>
                  <a:gd name="T45" fmla="*/ 64 h 72"/>
                  <a:gd name="T46" fmla="*/ 8 w 80"/>
                  <a:gd name="T4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72">
                    <a:moveTo>
                      <a:pt x="72" y="12"/>
                    </a:moveTo>
                    <a:cubicBezTo>
                      <a:pt x="58" y="12"/>
                      <a:pt x="58" y="12"/>
                      <a:pt x="58" y="12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1" y="1"/>
                      <a:pt x="49" y="0"/>
                      <a:pt x="46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1" y="0"/>
                      <a:pt x="29" y="1"/>
                      <a:pt x="27" y="4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4" y="12"/>
                      <a:pt x="0" y="16"/>
                      <a:pt x="0" y="2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72" y="72"/>
                      <a:pt x="72" y="72"/>
                      <a:pt x="72" y="72"/>
                    </a:cubicBezTo>
                    <a:cubicBezTo>
                      <a:pt x="76" y="72"/>
                      <a:pt x="80" y="68"/>
                      <a:pt x="80" y="6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8" y="64"/>
                    </a:moveTo>
                    <a:cubicBezTo>
                      <a:pt x="8" y="20"/>
                      <a:pt x="8" y="20"/>
                      <a:pt x="8" y="20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54" y="20"/>
                      <a:pt x="54" y="20"/>
                      <a:pt x="54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64"/>
                      <a:pt x="72" y="64"/>
                      <a:pt x="72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8" name="组合 187"/>
            <p:cNvGrpSpPr/>
            <p:nvPr/>
          </p:nvGrpSpPr>
          <p:grpSpPr>
            <a:xfrm>
              <a:off x="6256338" y="1778000"/>
              <a:ext cx="265112" cy="254000"/>
              <a:chOff x="6256338" y="1778000"/>
              <a:chExt cx="265112" cy="254000"/>
            </a:xfrm>
          </p:grpSpPr>
          <p:sp>
            <p:nvSpPr>
              <p:cNvPr id="75" name="Freeform 75"/>
              <p:cNvSpPr>
                <a:spLocks/>
              </p:cNvSpPr>
              <p:nvPr/>
            </p:nvSpPr>
            <p:spPr bwMode="auto">
              <a:xfrm>
                <a:off x="6394450" y="1844675"/>
                <a:ext cx="88900" cy="47625"/>
              </a:xfrm>
              <a:custGeom>
                <a:avLst/>
                <a:gdLst>
                  <a:gd name="T0" fmla="*/ 24 w 56"/>
                  <a:gd name="T1" fmla="*/ 22 h 30"/>
                  <a:gd name="T2" fmla="*/ 14 w 56"/>
                  <a:gd name="T3" fmla="*/ 8 h 30"/>
                  <a:gd name="T4" fmla="*/ 0 w 56"/>
                  <a:gd name="T5" fmla="*/ 30 h 30"/>
                  <a:gd name="T6" fmla="*/ 56 w 56"/>
                  <a:gd name="T7" fmla="*/ 30 h 30"/>
                  <a:gd name="T8" fmla="*/ 38 w 56"/>
                  <a:gd name="T9" fmla="*/ 0 h 30"/>
                  <a:gd name="T10" fmla="*/ 24 w 56"/>
                  <a:gd name="T11" fmla="*/ 2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" h="30">
                    <a:moveTo>
                      <a:pt x="24" y="22"/>
                    </a:moveTo>
                    <a:lnTo>
                      <a:pt x="14" y="8"/>
                    </a:lnTo>
                    <a:lnTo>
                      <a:pt x="0" y="30"/>
                    </a:lnTo>
                    <a:lnTo>
                      <a:pt x="56" y="30"/>
                    </a:lnTo>
                    <a:lnTo>
                      <a:pt x="38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76"/>
              <p:cNvSpPr>
                <a:spLocks/>
              </p:cNvSpPr>
              <p:nvPr/>
            </p:nvSpPr>
            <p:spPr bwMode="auto">
              <a:xfrm>
                <a:off x="6305550" y="1816100"/>
                <a:ext cx="152400" cy="165100"/>
              </a:xfrm>
              <a:custGeom>
                <a:avLst/>
                <a:gdLst>
                  <a:gd name="T0" fmla="*/ 8 w 48"/>
                  <a:gd name="T1" fmla="*/ 0 h 52"/>
                  <a:gd name="T2" fmla="*/ 0 w 48"/>
                  <a:gd name="T3" fmla="*/ 0 h 52"/>
                  <a:gd name="T4" fmla="*/ 0 w 48"/>
                  <a:gd name="T5" fmla="*/ 44 h 52"/>
                  <a:gd name="T6" fmla="*/ 8 w 48"/>
                  <a:gd name="T7" fmla="*/ 52 h 52"/>
                  <a:gd name="T8" fmla="*/ 48 w 48"/>
                  <a:gd name="T9" fmla="*/ 52 h 52"/>
                  <a:gd name="T10" fmla="*/ 48 w 48"/>
                  <a:gd name="T11" fmla="*/ 44 h 52"/>
                  <a:gd name="T12" fmla="*/ 8 w 48"/>
                  <a:gd name="T13" fmla="*/ 44 h 52"/>
                  <a:gd name="T14" fmla="*/ 8 w 4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5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77"/>
              <p:cNvSpPr>
                <a:spLocks/>
              </p:cNvSpPr>
              <p:nvPr/>
            </p:nvSpPr>
            <p:spPr bwMode="auto">
              <a:xfrm>
                <a:off x="6256338" y="1866900"/>
                <a:ext cx="150813" cy="165100"/>
              </a:xfrm>
              <a:custGeom>
                <a:avLst/>
                <a:gdLst>
                  <a:gd name="T0" fmla="*/ 8 w 48"/>
                  <a:gd name="T1" fmla="*/ 0 h 52"/>
                  <a:gd name="T2" fmla="*/ 0 w 48"/>
                  <a:gd name="T3" fmla="*/ 0 h 52"/>
                  <a:gd name="T4" fmla="*/ 0 w 48"/>
                  <a:gd name="T5" fmla="*/ 44 h 52"/>
                  <a:gd name="T6" fmla="*/ 8 w 48"/>
                  <a:gd name="T7" fmla="*/ 52 h 52"/>
                  <a:gd name="T8" fmla="*/ 48 w 48"/>
                  <a:gd name="T9" fmla="*/ 52 h 52"/>
                  <a:gd name="T10" fmla="*/ 48 w 48"/>
                  <a:gd name="T11" fmla="*/ 44 h 52"/>
                  <a:gd name="T12" fmla="*/ 8 w 48"/>
                  <a:gd name="T13" fmla="*/ 44 h 52"/>
                  <a:gd name="T14" fmla="*/ 8 w 4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5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78"/>
              <p:cNvSpPr>
                <a:spLocks noEditPoints="1"/>
              </p:cNvSpPr>
              <p:nvPr/>
            </p:nvSpPr>
            <p:spPr bwMode="auto">
              <a:xfrm>
                <a:off x="6356350" y="1778000"/>
                <a:ext cx="165100" cy="152400"/>
              </a:xfrm>
              <a:custGeom>
                <a:avLst/>
                <a:gdLst>
                  <a:gd name="T0" fmla="*/ 44 w 52"/>
                  <a:gd name="T1" fmla="*/ 0 h 48"/>
                  <a:gd name="T2" fmla="*/ 8 w 52"/>
                  <a:gd name="T3" fmla="*/ 0 h 48"/>
                  <a:gd name="T4" fmla="*/ 0 w 52"/>
                  <a:gd name="T5" fmla="*/ 8 h 48"/>
                  <a:gd name="T6" fmla="*/ 0 w 52"/>
                  <a:gd name="T7" fmla="*/ 40 h 48"/>
                  <a:gd name="T8" fmla="*/ 8 w 52"/>
                  <a:gd name="T9" fmla="*/ 48 h 48"/>
                  <a:gd name="T10" fmla="*/ 44 w 52"/>
                  <a:gd name="T11" fmla="*/ 48 h 48"/>
                  <a:gd name="T12" fmla="*/ 52 w 52"/>
                  <a:gd name="T13" fmla="*/ 40 h 48"/>
                  <a:gd name="T14" fmla="*/ 52 w 52"/>
                  <a:gd name="T15" fmla="*/ 8 h 48"/>
                  <a:gd name="T16" fmla="*/ 44 w 52"/>
                  <a:gd name="T17" fmla="*/ 0 h 48"/>
                  <a:gd name="T18" fmla="*/ 8 w 52"/>
                  <a:gd name="T19" fmla="*/ 40 h 48"/>
                  <a:gd name="T20" fmla="*/ 8 w 52"/>
                  <a:gd name="T21" fmla="*/ 8 h 48"/>
                  <a:gd name="T22" fmla="*/ 44 w 52"/>
                  <a:gd name="T23" fmla="*/ 8 h 48"/>
                  <a:gd name="T24" fmla="*/ 44 w 52"/>
                  <a:gd name="T25" fmla="*/ 40 h 48"/>
                  <a:gd name="T26" fmla="*/ 8 w 52"/>
                  <a:gd name="T2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48">
                    <a:moveTo>
                      <a:pt x="4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8" y="48"/>
                      <a:pt x="52" y="44"/>
                      <a:pt x="52" y="40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4"/>
                      <a:pt x="48" y="0"/>
                      <a:pt x="44" y="0"/>
                    </a:cubicBezTo>
                    <a:close/>
                    <a:moveTo>
                      <a:pt x="8" y="4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0"/>
                      <a:pt x="44" y="40"/>
                      <a:pt x="44" y="40"/>
                    </a:cubicBezTo>
                    <a:lnTo>
                      <a:pt x="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1" name="组合 190"/>
            <p:cNvGrpSpPr/>
            <p:nvPr/>
          </p:nvGrpSpPr>
          <p:grpSpPr>
            <a:xfrm>
              <a:off x="8126413" y="1778000"/>
              <a:ext cx="176213" cy="254000"/>
              <a:chOff x="8126413" y="1778000"/>
              <a:chExt cx="176213" cy="254000"/>
            </a:xfrm>
          </p:grpSpPr>
          <p:sp>
            <p:nvSpPr>
              <p:cNvPr id="79" name="Freeform 79"/>
              <p:cNvSpPr>
                <a:spLocks noEditPoints="1"/>
              </p:cNvSpPr>
              <p:nvPr/>
            </p:nvSpPr>
            <p:spPr bwMode="auto">
              <a:xfrm>
                <a:off x="8126413" y="1778000"/>
                <a:ext cx="176213" cy="254000"/>
              </a:xfrm>
              <a:custGeom>
                <a:avLst/>
                <a:gdLst>
                  <a:gd name="T0" fmla="*/ 48 w 56"/>
                  <a:gd name="T1" fmla="*/ 0 h 80"/>
                  <a:gd name="T2" fmla="*/ 8 w 56"/>
                  <a:gd name="T3" fmla="*/ 0 h 80"/>
                  <a:gd name="T4" fmla="*/ 0 w 56"/>
                  <a:gd name="T5" fmla="*/ 8 h 80"/>
                  <a:gd name="T6" fmla="*/ 0 w 56"/>
                  <a:gd name="T7" fmla="*/ 72 h 80"/>
                  <a:gd name="T8" fmla="*/ 8 w 56"/>
                  <a:gd name="T9" fmla="*/ 80 h 80"/>
                  <a:gd name="T10" fmla="*/ 48 w 56"/>
                  <a:gd name="T11" fmla="*/ 80 h 80"/>
                  <a:gd name="T12" fmla="*/ 56 w 56"/>
                  <a:gd name="T13" fmla="*/ 72 h 80"/>
                  <a:gd name="T14" fmla="*/ 56 w 56"/>
                  <a:gd name="T15" fmla="*/ 8 h 80"/>
                  <a:gd name="T16" fmla="*/ 48 w 56"/>
                  <a:gd name="T17" fmla="*/ 0 h 80"/>
                  <a:gd name="T18" fmla="*/ 8 w 56"/>
                  <a:gd name="T19" fmla="*/ 72 h 80"/>
                  <a:gd name="T20" fmla="*/ 8 w 56"/>
                  <a:gd name="T21" fmla="*/ 8 h 80"/>
                  <a:gd name="T22" fmla="*/ 48 w 56"/>
                  <a:gd name="T23" fmla="*/ 8 h 80"/>
                  <a:gd name="T24" fmla="*/ 48 w 56"/>
                  <a:gd name="T25" fmla="*/ 72 h 80"/>
                  <a:gd name="T26" fmla="*/ 8 w 56"/>
                  <a:gd name="T2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80">
                    <a:moveTo>
                      <a:pt x="4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8" y="80"/>
                      <a:pt x="48" y="80"/>
                      <a:pt x="48" y="80"/>
                    </a:cubicBezTo>
                    <a:cubicBezTo>
                      <a:pt x="52" y="80"/>
                      <a:pt x="56" y="76"/>
                      <a:pt x="56" y="72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2" y="0"/>
                      <a:pt x="48" y="0"/>
                    </a:cubicBezTo>
                    <a:close/>
                    <a:moveTo>
                      <a:pt x="8" y="7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72"/>
                      <a:pt x="48" y="72"/>
                      <a:pt x="48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80"/>
              <p:cNvSpPr>
                <a:spLocks/>
              </p:cNvSpPr>
              <p:nvPr/>
            </p:nvSpPr>
            <p:spPr bwMode="auto">
              <a:xfrm>
                <a:off x="8177213" y="1917700"/>
                <a:ext cx="74613" cy="38100"/>
              </a:xfrm>
              <a:custGeom>
                <a:avLst/>
                <a:gdLst>
                  <a:gd name="T0" fmla="*/ 12 w 24"/>
                  <a:gd name="T1" fmla="*/ 0 h 12"/>
                  <a:gd name="T2" fmla="*/ 0 w 24"/>
                  <a:gd name="T3" fmla="*/ 12 h 12"/>
                  <a:gd name="T4" fmla="*/ 24 w 24"/>
                  <a:gd name="T5" fmla="*/ 12 h 12"/>
                  <a:gd name="T6" fmla="*/ 12 w 24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1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Oval 81"/>
              <p:cNvSpPr>
                <a:spLocks noChangeArrowheads="1"/>
              </p:cNvSpPr>
              <p:nvPr/>
            </p:nvSpPr>
            <p:spPr bwMode="auto">
              <a:xfrm>
                <a:off x="8189913" y="1854200"/>
                <a:ext cx="49213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0" name="组合 189"/>
            <p:cNvGrpSpPr/>
            <p:nvPr/>
          </p:nvGrpSpPr>
          <p:grpSpPr>
            <a:xfrm>
              <a:off x="7481888" y="1816100"/>
              <a:ext cx="252413" cy="177800"/>
              <a:chOff x="7481888" y="1816100"/>
              <a:chExt cx="252413" cy="177800"/>
            </a:xfrm>
          </p:grpSpPr>
          <p:sp>
            <p:nvSpPr>
              <p:cNvPr id="82" name="Freeform 82"/>
              <p:cNvSpPr>
                <a:spLocks noEditPoints="1"/>
              </p:cNvSpPr>
              <p:nvPr/>
            </p:nvSpPr>
            <p:spPr bwMode="auto">
              <a:xfrm>
                <a:off x="7481888" y="1816100"/>
                <a:ext cx="252413" cy="177800"/>
              </a:xfrm>
              <a:custGeom>
                <a:avLst/>
                <a:gdLst>
                  <a:gd name="T0" fmla="*/ 72 w 80"/>
                  <a:gd name="T1" fmla="*/ 0 h 56"/>
                  <a:gd name="T2" fmla="*/ 8 w 80"/>
                  <a:gd name="T3" fmla="*/ 0 h 56"/>
                  <a:gd name="T4" fmla="*/ 0 w 80"/>
                  <a:gd name="T5" fmla="*/ 8 h 56"/>
                  <a:gd name="T6" fmla="*/ 0 w 80"/>
                  <a:gd name="T7" fmla="*/ 48 h 56"/>
                  <a:gd name="T8" fmla="*/ 8 w 80"/>
                  <a:gd name="T9" fmla="*/ 56 h 56"/>
                  <a:gd name="T10" fmla="*/ 72 w 80"/>
                  <a:gd name="T11" fmla="*/ 56 h 56"/>
                  <a:gd name="T12" fmla="*/ 80 w 80"/>
                  <a:gd name="T13" fmla="*/ 48 h 56"/>
                  <a:gd name="T14" fmla="*/ 80 w 80"/>
                  <a:gd name="T15" fmla="*/ 8 h 56"/>
                  <a:gd name="T16" fmla="*/ 72 w 80"/>
                  <a:gd name="T17" fmla="*/ 0 h 56"/>
                  <a:gd name="T18" fmla="*/ 8 w 80"/>
                  <a:gd name="T19" fmla="*/ 48 h 56"/>
                  <a:gd name="T20" fmla="*/ 8 w 80"/>
                  <a:gd name="T21" fmla="*/ 8 h 56"/>
                  <a:gd name="T22" fmla="*/ 72 w 80"/>
                  <a:gd name="T23" fmla="*/ 8 h 56"/>
                  <a:gd name="T24" fmla="*/ 72 w 80"/>
                  <a:gd name="T25" fmla="*/ 48 h 56"/>
                  <a:gd name="T26" fmla="*/ 8 w 80"/>
                  <a:gd name="T2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56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6" y="56"/>
                      <a:pt x="80" y="52"/>
                      <a:pt x="80" y="4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8" y="4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8"/>
                      <a:pt x="72" y="48"/>
                      <a:pt x="72" y="4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83"/>
              <p:cNvSpPr>
                <a:spLocks/>
              </p:cNvSpPr>
              <p:nvPr/>
            </p:nvSpPr>
            <p:spPr bwMode="auto">
              <a:xfrm>
                <a:off x="7569200" y="1917700"/>
                <a:ext cx="76200" cy="38100"/>
              </a:xfrm>
              <a:custGeom>
                <a:avLst/>
                <a:gdLst>
                  <a:gd name="T0" fmla="*/ 12 w 24"/>
                  <a:gd name="T1" fmla="*/ 0 h 12"/>
                  <a:gd name="T2" fmla="*/ 0 w 24"/>
                  <a:gd name="T3" fmla="*/ 12 h 12"/>
                  <a:gd name="T4" fmla="*/ 24 w 24"/>
                  <a:gd name="T5" fmla="*/ 12 h 12"/>
                  <a:gd name="T6" fmla="*/ 12 w 24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1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Oval 84"/>
              <p:cNvSpPr>
                <a:spLocks noChangeArrowheads="1"/>
              </p:cNvSpPr>
              <p:nvPr/>
            </p:nvSpPr>
            <p:spPr bwMode="auto">
              <a:xfrm>
                <a:off x="7581900" y="1854200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3" name="组合 192"/>
            <p:cNvGrpSpPr/>
            <p:nvPr/>
          </p:nvGrpSpPr>
          <p:grpSpPr>
            <a:xfrm>
              <a:off x="3829050" y="2398713"/>
              <a:ext cx="277813" cy="228600"/>
              <a:chOff x="3829050" y="2398713"/>
              <a:chExt cx="277813" cy="228600"/>
            </a:xfrm>
          </p:grpSpPr>
          <p:sp>
            <p:nvSpPr>
              <p:cNvPr id="85" name="Freeform 85"/>
              <p:cNvSpPr>
                <a:spLocks/>
              </p:cNvSpPr>
              <p:nvPr/>
            </p:nvSpPr>
            <p:spPr bwMode="auto">
              <a:xfrm>
                <a:off x="3956050" y="2487613"/>
                <a:ext cx="38100" cy="50800"/>
              </a:xfrm>
              <a:custGeom>
                <a:avLst/>
                <a:gdLst>
                  <a:gd name="T0" fmla="*/ 0 w 24"/>
                  <a:gd name="T1" fmla="*/ 32 h 32"/>
                  <a:gd name="T2" fmla="*/ 24 w 24"/>
                  <a:gd name="T3" fmla="*/ 16 h 32"/>
                  <a:gd name="T4" fmla="*/ 0 w 24"/>
                  <a:gd name="T5" fmla="*/ 0 h 32"/>
                  <a:gd name="T6" fmla="*/ 0 w 24"/>
                  <a:gd name="T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32">
                    <a:moveTo>
                      <a:pt x="0" y="32"/>
                    </a:moveTo>
                    <a:lnTo>
                      <a:pt x="24" y="16"/>
                    </a:lnTo>
                    <a:lnTo>
                      <a:pt x="0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86"/>
              <p:cNvSpPr>
                <a:spLocks noEditPoints="1"/>
              </p:cNvSpPr>
              <p:nvPr/>
            </p:nvSpPr>
            <p:spPr bwMode="auto">
              <a:xfrm>
                <a:off x="3829050" y="2398713"/>
                <a:ext cx="277813" cy="228600"/>
              </a:xfrm>
              <a:custGeom>
                <a:avLst/>
                <a:gdLst>
                  <a:gd name="T0" fmla="*/ 80 w 88"/>
                  <a:gd name="T1" fmla="*/ 0 h 72"/>
                  <a:gd name="T2" fmla="*/ 8 w 88"/>
                  <a:gd name="T3" fmla="*/ 0 h 72"/>
                  <a:gd name="T4" fmla="*/ 0 w 88"/>
                  <a:gd name="T5" fmla="*/ 8 h 72"/>
                  <a:gd name="T6" fmla="*/ 0 w 88"/>
                  <a:gd name="T7" fmla="*/ 64 h 72"/>
                  <a:gd name="T8" fmla="*/ 8 w 88"/>
                  <a:gd name="T9" fmla="*/ 72 h 72"/>
                  <a:gd name="T10" fmla="*/ 80 w 88"/>
                  <a:gd name="T11" fmla="*/ 72 h 72"/>
                  <a:gd name="T12" fmla="*/ 88 w 88"/>
                  <a:gd name="T13" fmla="*/ 64 h 72"/>
                  <a:gd name="T14" fmla="*/ 88 w 88"/>
                  <a:gd name="T15" fmla="*/ 8 h 72"/>
                  <a:gd name="T16" fmla="*/ 80 w 88"/>
                  <a:gd name="T17" fmla="*/ 0 h 72"/>
                  <a:gd name="T18" fmla="*/ 8 w 88"/>
                  <a:gd name="T19" fmla="*/ 64 h 72"/>
                  <a:gd name="T20" fmla="*/ 8 w 88"/>
                  <a:gd name="T21" fmla="*/ 8 h 72"/>
                  <a:gd name="T22" fmla="*/ 80 w 88"/>
                  <a:gd name="T23" fmla="*/ 8 h 72"/>
                  <a:gd name="T24" fmla="*/ 80 w 88"/>
                  <a:gd name="T25" fmla="*/ 64 h 72"/>
                  <a:gd name="T26" fmla="*/ 8 w 88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72">
                    <a:moveTo>
                      <a:pt x="8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84" y="72"/>
                      <a:pt x="88" y="68"/>
                      <a:pt x="88" y="64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8" y="6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64"/>
                      <a:pt x="80" y="64"/>
                      <a:pt x="80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87"/>
              <p:cNvSpPr>
                <a:spLocks noEditPoints="1"/>
              </p:cNvSpPr>
              <p:nvPr/>
            </p:nvSpPr>
            <p:spPr bwMode="auto">
              <a:xfrm>
                <a:off x="3892550" y="2436813"/>
                <a:ext cx="152400" cy="152400"/>
              </a:xfrm>
              <a:custGeom>
                <a:avLst/>
                <a:gdLst>
                  <a:gd name="T0" fmla="*/ 24 w 48"/>
                  <a:gd name="T1" fmla="*/ 0 h 48"/>
                  <a:gd name="T2" fmla="*/ 0 w 48"/>
                  <a:gd name="T3" fmla="*/ 24 h 48"/>
                  <a:gd name="T4" fmla="*/ 24 w 48"/>
                  <a:gd name="T5" fmla="*/ 48 h 48"/>
                  <a:gd name="T6" fmla="*/ 48 w 48"/>
                  <a:gd name="T7" fmla="*/ 24 h 48"/>
                  <a:gd name="T8" fmla="*/ 24 w 48"/>
                  <a:gd name="T9" fmla="*/ 0 h 48"/>
                  <a:gd name="T10" fmla="*/ 24 w 48"/>
                  <a:gd name="T11" fmla="*/ 40 h 48"/>
                  <a:gd name="T12" fmla="*/ 8 w 48"/>
                  <a:gd name="T13" fmla="*/ 24 h 48"/>
                  <a:gd name="T14" fmla="*/ 24 w 48"/>
                  <a:gd name="T15" fmla="*/ 8 h 48"/>
                  <a:gd name="T16" fmla="*/ 40 w 48"/>
                  <a:gd name="T17" fmla="*/ 24 h 48"/>
                  <a:gd name="T18" fmla="*/ 24 w 48"/>
                  <a:gd name="T19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8" y="37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lose/>
                    <a:moveTo>
                      <a:pt x="24" y="40"/>
                    </a:moveTo>
                    <a:cubicBezTo>
                      <a:pt x="15" y="40"/>
                      <a:pt x="8" y="33"/>
                      <a:pt x="8" y="24"/>
                    </a:cubicBezTo>
                    <a:cubicBezTo>
                      <a:pt x="8" y="15"/>
                      <a:pt x="15" y="8"/>
                      <a:pt x="24" y="8"/>
                    </a:cubicBezTo>
                    <a:cubicBezTo>
                      <a:pt x="33" y="8"/>
                      <a:pt x="40" y="15"/>
                      <a:pt x="40" y="24"/>
                    </a:cubicBezTo>
                    <a:cubicBezTo>
                      <a:pt x="40" y="33"/>
                      <a:pt x="33" y="40"/>
                      <a:pt x="24" y="4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4448175" y="2398713"/>
              <a:ext cx="239713" cy="241300"/>
              <a:chOff x="4448175" y="2398713"/>
              <a:chExt cx="239713" cy="241300"/>
            </a:xfrm>
          </p:grpSpPr>
          <p:sp>
            <p:nvSpPr>
              <p:cNvPr id="88" name="Freeform 88"/>
              <p:cNvSpPr>
                <a:spLocks noEditPoints="1"/>
              </p:cNvSpPr>
              <p:nvPr/>
            </p:nvSpPr>
            <p:spPr bwMode="auto">
              <a:xfrm>
                <a:off x="4486275" y="2513013"/>
                <a:ext cx="201613" cy="127000"/>
              </a:xfrm>
              <a:custGeom>
                <a:avLst/>
                <a:gdLst>
                  <a:gd name="T0" fmla="*/ 62 w 64"/>
                  <a:gd name="T1" fmla="*/ 5 h 40"/>
                  <a:gd name="T2" fmla="*/ 58 w 64"/>
                  <a:gd name="T3" fmla="*/ 4 h 40"/>
                  <a:gd name="T4" fmla="*/ 48 w 64"/>
                  <a:gd name="T5" fmla="*/ 10 h 40"/>
                  <a:gd name="T6" fmla="*/ 48 w 64"/>
                  <a:gd name="T7" fmla="*/ 8 h 40"/>
                  <a:gd name="T8" fmla="*/ 40 w 64"/>
                  <a:gd name="T9" fmla="*/ 0 h 40"/>
                  <a:gd name="T10" fmla="*/ 8 w 64"/>
                  <a:gd name="T11" fmla="*/ 0 h 40"/>
                  <a:gd name="T12" fmla="*/ 0 w 64"/>
                  <a:gd name="T13" fmla="*/ 8 h 40"/>
                  <a:gd name="T14" fmla="*/ 0 w 64"/>
                  <a:gd name="T15" fmla="*/ 32 h 40"/>
                  <a:gd name="T16" fmla="*/ 8 w 64"/>
                  <a:gd name="T17" fmla="*/ 40 h 40"/>
                  <a:gd name="T18" fmla="*/ 40 w 64"/>
                  <a:gd name="T19" fmla="*/ 40 h 40"/>
                  <a:gd name="T20" fmla="*/ 48 w 64"/>
                  <a:gd name="T21" fmla="*/ 32 h 40"/>
                  <a:gd name="T22" fmla="*/ 48 w 64"/>
                  <a:gd name="T23" fmla="*/ 30 h 40"/>
                  <a:gd name="T24" fmla="*/ 58 w 64"/>
                  <a:gd name="T25" fmla="*/ 36 h 40"/>
                  <a:gd name="T26" fmla="*/ 60 w 64"/>
                  <a:gd name="T27" fmla="*/ 36 h 40"/>
                  <a:gd name="T28" fmla="*/ 62 w 64"/>
                  <a:gd name="T29" fmla="*/ 35 h 40"/>
                  <a:gd name="T30" fmla="*/ 64 w 64"/>
                  <a:gd name="T31" fmla="*/ 32 h 40"/>
                  <a:gd name="T32" fmla="*/ 64 w 64"/>
                  <a:gd name="T33" fmla="*/ 8 h 40"/>
                  <a:gd name="T34" fmla="*/ 62 w 64"/>
                  <a:gd name="T35" fmla="*/ 5 h 40"/>
                  <a:gd name="T36" fmla="*/ 8 w 64"/>
                  <a:gd name="T37" fmla="*/ 32 h 40"/>
                  <a:gd name="T38" fmla="*/ 8 w 64"/>
                  <a:gd name="T39" fmla="*/ 8 h 40"/>
                  <a:gd name="T40" fmla="*/ 40 w 64"/>
                  <a:gd name="T41" fmla="*/ 8 h 40"/>
                  <a:gd name="T42" fmla="*/ 40 w 64"/>
                  <a:gd name="T43" fmla="*/ 32 h 40"/>
                  <a:gd name="T44" fmla="*/ 8 w 64"/>
                  <a:gd name="T45" fmla="*/ 32 h 40"/>
                  <a:gd name="T46" fmla="*/ 56 w 64"/>
                  <a:gd name="T47" fmla="*/ 26 h 40"/>
                  <a:gd name="T48" fmla="*/ 48 w 64"/>
                  <a:gd name="T49" fmla="*/ 22 h 40"/>
                  <a:gd name="T50" fmla="*/ 48 w 64"/>
                  <a:gd name="T51" fmla="*/ 18 h 40"/>
                  <a:gd name="T52" fmla="*/ 56 w 64"/>
                  <a:gd name="T53" fmla="*/ 14 h 40"/>
                  <a:gd name="T54" fmla="*/ 56 w 64"/>
                  <a:gd name="T55" fmla="*/ 2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4" h="40">
                    <a:moveTo>
                      <a:pt x="62" y="5"/>
                    </a:moveTo>
                    <a:cubicBezTo>
                      <a:pt x="61" y="4"/>
                      <a:pt x="59" y="4"/>
                      <a:pt x="58" y="4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4" y="40"/>
                      <a:pt x="48" y="36"/>
                      <a:pt x="48" y="32"/>
                    </a:cubicBezTo>
                    <a:cubicBezTo>
                      <a:pt x="48" y="30"/>
                      <a:pt x="48" y="30"/>
                      <a:pt x="48" y="30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9" y="36"/>
                      <a:pt x="59" y="36"/>
                      <a:pt x="60" y="36"/>
                    </a:cubicBezTo>
                    <a:cubicBezTo>
                      <a:pt x="61" y="36"/>
                      <a:pt x="61" y="36"/>
                      <a:pt x="62" y="35"/>
                    </a:cubicBezTo>
                    <a:cubicBezTo>
                      <a:pt x="63" y="35"/>
                      <a:pt x="64" y="33"/>
                      <a:pt x="64" y="32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7"/>
                      <a:pt x="63" y="5"/>
                      <a:pt x="62" y="5"/>
                    </a:cubicBezTo>
                    <a:close/>
                    <a:moveTo>
                      <a:pt x="8" y="3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32"/>
                      <a:pt x="40" y="32"/>
                      <a:pt x="40" y="32"/>
                    </a:cubicBezTo>
                    <a:lnTo>
                      <a:pt x="8" y="32"/>
                    </a:lnTo>
                    <a:close/>
                    <a:moveTo>
                      <a:pt x="56" y="26"/>
                    </a:moveTo>
                    <a:cubicBezTo>
                      <a:pt x="48" y="22"/>
                      <a:pt x="48" y="22"/>
                      <a:pt x="48" y="22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56" y="14"/>
                      <a:pt x="56" y="14"/>
                      <a:pt x="56" y="14"/>
                    </a:cubicBezTo>
                    <a:lnTo>
                      <a:pt x="56" y="2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89"/>
              <p:cNvSpPr>
                <a:spLocks noEditPoints="1"/>
              </p:cNvSpPr>
              <p:nvPr/>
            </p:nvSpPr>
            <p:spPr bwMode="auto">
              <a:xfrm>
                <a:off x="4448175" y="2398713"/>
                <a:ext cx="101600" cy="101600"/>
              </a:xfrm>
              <a:custGeom>
                <a:avLst/>
                <a:gdLst>
                  <a:gd name="T0" fmla="*/ 32 w 32"/>
                  <a:gd name="T1" fmla="*/ 16 h 32"/>
                  <a:gd name="T2" fmla="*/ 16 w 32"/>
                  <a:gd name="T3" fmla="*/ 0 h 32"/>
                  <a:gd name="T4" fmla="*/ 0 w 32"/>
                  <a:gd name="T5" fmla="*/ 16 h 32"/>
                  <a:gd name="T6" fmla="*/ 16 w 32"/>
                  <a:gd name="T7" fmla="*/ 32 h 32"/>
                  <a:gd name="T8" fmla="*/ 32 w 32"/>
                  <a:gd name="T9" fmla="*/ 16 h 32"/>
                  <a:gd name="T10" fmla="*/ 8 w 32"/>
                  <a:gd name="T11" fmla="*/ 16 h 32"/>
                  <a:gd name="T12" fmla="*/ 16 w 32"/>
                  <a:gd name="T13" fmla="*/ 8 h 32"/>
                  <a:gd name="T14" fmla="*/ 24 w 32"/>
                  <a:gd name="T15" fmla="*/ 16 h 32"/>
                  <a:gd name="T16" fmla="*/ 16 w 32"/>
                  <a:gd name="T17" fmla="*/ 24 h 32"/>
                  <a:gd name="T18" fmla="*/ 8 w 32"/>
                  <a:gd name="T19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32" y="16"/>
                    </a:move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lose/>
                    <a:moveTo>
                      <a:pt x="8" y="16"/>
                    </a:move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ubicBezTo>
                      <a:pt x="12" y="24"/>
                      <a:pt x="8" y="20"/>
                      <a:pt x="8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90"/>
              <p:cNvSpPr>
                <a:spLocks noEditPoints="1"/>
              </p:cNvSpPr>
              <p:nvPr/>
            </p:nvSpPr>
            <p:spPr bwMode="auto">
              <a:xfrm>
                <a:off x="4562475" y="2398713"/>
                <a:ext cx="101600" cy="101600"/>
              </a:xfrm>
              <a:custGeom>
                <a:avLst/>
                <a:gdLst>
                  <a:gd name="T0" fmla="*/ 16 w 32"/>
                  <a:gd name="T1" fmla="*/ 32 h 32"/>
                  <a:gd name="T2" fmla="*/ 32 w 32"/>
                  <a:gd name="T3" fmla="*/ 16 h 32"/>
                  <a:gd name="T4" fmla="*/ 16 w 32"/>
                  <a:gd name="T5" fmla="*/ 0 h 32"/>
                  <a:gd name="T6" fmla="*/ 0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24 w 32"/>
                  <a:gd name="T13" fmla="*/ 16 h 32"/>
                  <a:gd name="T14" fmla="*/ 16 w 32"/>
                  <a:gd name="T15" fmla="*/ 24 h 32"/>
                  <a:gd name="T16" fmla="*/ 8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ubicBezTo>
                      <a:pt x="12" y="24"/>
                      <a:pt x="8" y="20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5080000" y="2401888"/>
              <a:ext cx="215900" cy="222250"/>
              <a:chOff x="5080000" y="2401888"/>
              <a:chExt cx="215900" cy="222250"/>
            </a:xfrm>
          </p:grpSpPr>
          <p:sp>
            <p:nvSpPr>
              <p:cNvPr id="91" name="Freeform 91"/>
              <p:cNvSpPr>
                <a:spLocks noEditPoints="1"/>
              </p:cNvSpPr>
              <p:nvPr/>
            </p:nvSpPr>
            <p:spPr bwMode="auto">
              <a:xfrm>
                <a:off x="5080000" y="2424113"/>
                <a:ext cx="130175" cy="177800"/>
              </a:xfrm>
              <a:custGeom>
                <a:avLst/>
                <a:gdLst>
                  <a:gd name="T0" fmla="*/ 41 w 41"/>
                  <a:gd name="T1" fmla="*/ 28 h 56"/>
                  <a:gd name="T2" fmla="*/ 38 w 41"/>
                  <a:gd name="T3" fmla="*/ 22 h 56"/>
                  <a:gd name="T4" fmla="*/ 13 w 41"/>
                  <a:gd name="T5" fmla="*/ 2 h 56"/>
                  <a:gd name="T6" fmla="*/ 4 w 41"/>
                  <a:gd name="T7" fmla="*/ 1 h 56"/>
                  <a:gd name="T8" fmla="*/ 0 w 41"/>
                  <a:gd name="T9" fmla="*/ 8 h 56"/>
                  <a:gd name="T10" fmla="*/ 0 w 41"/>
                  <a:gd name="T11" fmla="*/ 48 h 56"/>
                  <a:gd name="T12" fmla="*/ 4 w 41"/>
                  <a:gd name="T13" fmla="*/ 55 h 56"/>
                  <a:gd name="T14" fmla="*/ 13 w 41"/>
                  <a:gd name="T15" fmla="*/ 54 h 56"/>
                  <a:gd name="T16" fmla="*/ 38 w 41"/>
                  <a:gd name="T17" fmla="*/ 34 h 56"/>
                  <a:gd name="T18" fmla="*/ 41 w 41"/>
                  <a:gd name="T19" fmla="*/ 28 h 56"/>
                  <a:gd name="T20" fmla="*/ 8 w 41"/>
                  <a:gd name="T21" fmla="*/ 48 h 56"/>
                  <a:gd name="T22" fmla="*/ 8 w 41"/>
                  <a:gd name="T23" fmla="*/ 8 h 56"/>
                  <a:gd name="T24" fmla="*/ 33 w 41"/>
                  <a:gd name="T25" fmla="*/ 28 h 56"/>
                  <a:gd name="T26" fmla="*/ 8 w 41"/>
                  <a:gd name="T2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56">
                    <a:moveTo>
                      <a:pt x="41" y="28"/>
                    </a:moveTo>
                    <a:cubicBezTo>
                      <a:pt x="41" y="26"/>
                      <a:pt x="40" y="23"/>
                      <a:pt x="38" y="2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7" y="0"/>
                      <a:pt x="4" y="1"/>
                    </a:cubicBezTo>
                    <a:cubicBezTo>
                      <a:pt x="2" y="2"/>
                      <a:pt x="0" y="5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1"/>
                      <a:pt x="2" y="54"/>
                      <a:pt x="4" y="55"/>
                    </a:cubicBezTo>
                    <a:cubicBezTo>
                      <a:pt x="7" y="56"/>
                      <a:pt x="11" y="56"/>
                      <a:pt x="13" y="5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40" y="33"/>
                      <a:pt x="41" y="30"/>
                      <a:pt x="41" y="28"/>
                    </a:cubicBezTo>
                    <a:close/>
                    <a:moveTo>
                      <a:pt x="8" y="4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33" y="28"/>
                      <a:pt x="33" y="28"/>
                      <a:pt x="33" y="2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92"/>
              <p:cNvSpPr>
                <a:spLocks/>
              </p:cNvSpPr>
              <p:nvPr/>
            </p:nvSpPr>
            <p:spPr bwMode="auto">
              <a:xfrm>
                <a:off x="5149850" y="2401888"/>
                <a:ext cx="146050" cy="222250"/>
              </a:xfrm>
              <a:custGeom>
                <a:avLst/>
                <a:gdLst>
                  <a:gd name="T0" fmla="*/ 44 w 46"/>
                  <a:gd name="T1" fmla="*/ 32 h 70"/>
                  <a:gd name="T2" fmla="*/ 4 w 46"/>
                  <a:gd name="T3" fmla="*/ 0 h 70"/>
                  <a:gd name="T4" fmla="*/ 0 w 46"/>
                  <a:gd name="T5" fmla="*/ 6 h 70"/>
                  <a:gd name="T6" fmla="*/ 36 w 46"/>
                  <a:gd name="T7" fmla="*/ 35 h 70"/>
                  <a:gd name="T8" fmla="*/ 0 w 46"/>
                  <a:gd name="T9" fmla="*/ 64 h 70"/>
                  <a:gd name="T10" fmla="*/ 4 w 46"/>
                  <a:gd name="T11" fmla="*/ 70 h 70"/>
                  <a:gd name="T12" fmla="*/ 44 w 46"/>
                  <a:gd name="T13" fmla="*/ 38 h 70"/>
                  <a:gd name="T14" fmla="*/ 46 w 46"/>
                  <a:gd name="T15" fmla="*/ 35 h 70"/>
                  <a:gd name="T16" fmla="*/ 44 w 46"/>
                  <a:gd name="T17" fmla="*/ 3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70">
                    <a:moveTo>
                      <a:pt x="44" y="32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45" y="37"/>
                      <a:pt x="46" y="36"/>
                      <a:pt x="46" y="35"/>
                    </a:cubicBezTo>
                    <a:cubicBezTo>
                      <a:pt x="46" y="34"/>
                      <a:pt x="45" y="33"/>
                      <a:pt x="44" y="3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5673725" y="2401888"/>
              <a:ext cx="215900" cy="222250"/>
              <a:chOff x="5673725" y="2401888"/>
              <a:chExt cx="215900" cy="222250"/>
            </a:xfrm>
          </p:grpSpPr>
          <p:sp>
            <p:nvSpPr>
              <p:cNvPr id="93" name="Freeform 93"/>
              <p:cNvSpPr>
                <a:spLocks noEditPoints="1"/>
              </p:cNvSpPr>
              <p:nvPr/>
            </p:nvSpPr>
            <p:spPr bwMode="auto">
              <a:xfrm>
                <a:off x="5759450" y="2424113"/>
                <a:ext cx="130175" cy="177800"/>
              </a:xfrm>
              <a:custGeom>
                <a:avLst/>
                <a:gdLst>
                  <a:gd name="T0" fmla="*/ 37 w 41"/>
                  <a:gd name="T1" fmla="*/ 1 h 56"/>
                  <a:gd name="T2" fmla="*/ 28 w 41"/>
                  <a:gd name="T3" fmla="*/ 2 h 56"/>
                  <a:gd name="T4" fmla="*/ 3 w 41"/>
                  <a:gd name="T5" fmla="*/ 22 h 56"/>
                  <a:gd name="T6" fmla="*/ 0 w 41"/>
                  <a:gd name="T7" fmla="*/ 28 h 56"/>
                  <a:gd name="T8" fmla="*/ 3 w 41"/>
                  <a:gd name="T9" fmla="*/ 34 h 56"/>
                  <a:gd name="T10" fmla="*/ 28 w 41"/>
                  <a:gd name="T11" fmla="*/ 54 h 56"/>
                  <a:gd name="T12" fmla="*/ 37 w 41"/>
                  <a:gd name="T13" fmla="*/ 55 h 56"/>
                  <a:gd name="T14" fmla="*/ 41 w 41"/>
                  <a:gd name="T15" fmla="*/ 48 h 56"/>
                  <a:gd name="T16" fmla="*/ 41 w 41"/>
                  <a:gd name="T17" fmla="*/ 8 h 56"/>
                  <a:gd name="T18" fmla="*/ 37 w 41"/>
                  <a:gd name="T19" fmla="*/ 1 h 56"/>
                  <a:gd name="T20" fmla="*/ 33 w 41"/>
                  <a:gd name="T21" fmla="*/ 48 h 56"/>
                  <a:gd name="T22" fmla="*/ 8 w 41"/>
                  <a:gd name="T23" fmla="*/ 28 h 56"/>
                  <a:gd name="T24" fmla="*/ 33 w 41"/>
                  <a:gd name="T25" fmla="*/ 8 h 56"/>
                  <a:gd name="T26" fmla="*/ 33 w 41"/>
                  <a:gd name="T2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56">
                    <a:moveTo>
                      <a:pt x="37" y="1"/>
                    </a:moveTo>
                    <a:cubicBezTo>
                      <a:pt x="34" y="0"/>
                      <a:pt x="30" y="0"/>
                      <a:pt x="28" y="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1" y="23"/>
                      <a:pt x="0" y="26"/>
                      <a:pt x="0" y="28"/>
                    </a:cubicBezTo>
                    <a:cubicBezTo>
                      <a:pt x="0" y="30"/>
                      <a:pt x="1" y="33"/>
                      <a:pt x="3" y="34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6"/>
                      <a:pt x="34" y="56"/>
                      <a:pt x="37" y="55"/>
                    </a:cubicBezTo>
                    <a:cubicBezTo>
                      <a:pt x="39" y="54"/>
                      <a:pt x="41" y="51"/>
                      <a:pt x="41" y="4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7" y="1"/>
                    </a:cubicBezTo>
                    <a:close/>
                    <a:moveTo>
                      <a:pt x="33" y="4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33" y="8"/>
                      <a:pt x="33" y="8"/>
                      <a:pt x="33" y="8"/>
                    </a:cubicBezTo>
                    <a:lnTo>
                      <a:pt x="33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94"/>
              <p:cNvSpPr>
                <a:spLocks/>
              </p:cNvSpPr>
              <p:nvPr/>
            </p:nvSpPr>
            <p:spPr bwMode="auto">
              <a:xfrm>
                <a:off x="5673725" y="2401888"/>
                <a:ext cx="146050" cy="222250"/>
              </a:xfrm>
              <a:custGeom>
                <a:avLst/>
                <a:gdLst>
                  <a:gd name="T0" fmla="*/ 46 w 46"/>
                  <a:gd name="T1" fmla="*/ 6 h 70"/>
                  <a:gd name="T2" fmla="*/ 42 w 46"/>
                  <a:gd name="T3" fmla="*/ 0 h 70"/>
                  <a:gd name="T4" fmla="*/ 2 w 46"/>
                  <a:gd name="T5" fmla="*/ 32 h 70"/>
                  <a:gd name="T6" fmla="*/ 0 w 46"/>
                  <a:gd name="T7" fmla="*/ 35 h 70"/>
                  <a:gd name="T8" fmla="*/ 2 w 46"/>
                  <a:gd name="T9" fmla="*/ 38 h 70"/>
                  <a:gd name="T10" fmla="*/ 42 w 46"/>
                  <a:gd name="T11" fmla="*/ 70 h 70"/>
                  <a:gd name="T12" fmla="*/ 46 w 46"/>
                  <a:gd name="T13" fmla="*/ 64 h 70"/>
                  <a:gd name="T14" fmla="*/ 10 w 46"/>
                  <a:gd name="T15" fmla="*/ 35 h 70"/>
                  <a:gd name="T16" fmla="*/ 46 w 46"/>
                  <a:gd name="T17" fmla="*/ 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" h="70">
                    <a:moveTo>
                      <a:pt x="46" y="6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1" y="33"/>
                      <a:pt x="0" y="34"/>
                      <a:pt x="0" y="35"/>
                    </a:cubicBezTo>
                    <a:cubicBezTo>
                      <a:pt x="0" y="36"/>
                      <a:pt x="1" y="37"/>
                      <a:pt x="2" y="38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10" y="35"/>
                      <a:pt x="10" y="35"/>
                      <a:pt x="10" y="35"/>
                    </a:cubicBezTo>
                    <a:lnTo>
                      <a:pt x="46" y="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7" name="组合 196"/>
            <p:cNvGrpSpPr/>
            <p:nvPr/>
          </p:nvGrpSpPr>
          <p:grpSpPr>
            <a:xfrm>
              <a:off x="6280150" y="2398713"/>
              <a:ext cx="241300" cy="228600"/>
              <a:chOff x="6280150" y="2398713"/>
              <a:chExt cx="241300" cy="228600"/>
            </a:xfrm>
          </p:grpSpPr>
          <p:sp>
            <p:nvSpPr>
              <p:cNvPr id="95" name="Freeform 95"/>
              <p:cNvSpPr>
                <a:spLocks noEditPoints="1"/>
              </p:cNvSpPr>
              <p:nvPr/>
            </p:nvSpPr>
            <p:spPr bwMode="auto">
              <a:xfrm>
                <a:off x="6391275" y="2424113"/>
                <a:ext cx="130175" cy="177800"/>
              </a:xfrm>
              <a:custGeom>
                <a:avLst/>
                <a:gdLst>
                  <a:gd name="T0" fmla="*/ 37 w 41"/>
                  <a:gd name="T1" fmla="*/ 1 h 56"/>
                  <a:gd name="T2" fmla="*/ 28 w 41"/>
                  <a:gd name="T3" fmla="*/ 2 h 56"/>
                  <a:gd name="T4" fmla="*/ 3 w 41"/>
                  <a:gd name="T5" fmla="*/ 22 h 56"/>
                  <a:gd name="T6" fmla="*/ 0 w 41"/>
                  <a:gd name="T7" fmla="*/ 28 h 56"/>
                  <a:gd name="T8" fmla="*/ 3 w 41"/>
                  <a:gd name="T9" fmla="*/ 34 h 56"/>
                  <a:gd name="T10" fmla="*/ 28 w 41"/>
                  <a:gd name="T11" fmla="*/ 54 h 56"/>
                  <a:gd name="T12" fmla="*/ 37 w 41"/>
                  <a:gd name="T13" fmla="*/ 55 h 56"/>
                  <a:gd name="T14" fmla="*/ 41 w 41"/>
                  <a:gd name="T15" fmla="*/ 48 h 56"/>
                  <a:gd name="T16" fmla="*/ 41 w 41"/>
                  <a:gd name="T17" fmla="*/ 8 h 56"/>
                  <a:gd name="T18" fmla="*/ 37 w 41"/>
                  <a:gd name="T19" fmla="*/ 1 h 56"/>
                  <a:gd name="T20" fmla="*/ 33 w 41"/>
                  <a:gd name="T21" fmla="*/ 48 h 56"/>
                  <a:gd name="T22" fmla="*/ 8 w 41"/>
                  <a:gd name="T23" fmla="*/ 28 h 56"/>
                  <a:gd name="T24" fmla="*/ 33 w 41"/>
                  <a:gd name="T25" fmla="*/ 8 h 56"/>
                  <a:gd name="T26" fmla="*/ 33 w 41"/>
                  <a:gd name="T2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56">
                    <a:moveTo>
                      <a:pt x="37" y="1"/>
                    </a:moveTo>
                    <a:cubicBezTo>
                      <a:pt x="34" y="0"/>
                      <a:pt x="30" y="0"/>
                      <a:pt x="28" y="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1" y="23"/>
                      <a:pt x="0" y="26"/>
                      <a:pt x="0" y="28"/>
                    </a:cubicBezTo>
                    <a:cubicBezTo>
                      <a:pt x="0" y="30"/>
                      <a:pt x="1" y="33"/>
                      <a:pt x="3" y="34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6"/>
                      <a:pt x="34" y="56"/>
                      <a:pt x="37" y="55"/>
                    </a:cubicBezTo>
                    <a:cubicBezTo>
                      <a:pt x="39" y="54"/>
                      <a:pt x="41" y="51"/>
                      <a:pt x="41" y="4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7" y="1"/>
                    </a:cubicBezTo>
                    <a:close/>
                    <a:moveTo>
                      <a:pt x="33" y="4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33" y="8"/>
                      <a:pt x="33" y="8"/>
                      <a:pt x="33" y="8"/>
                    </a:cubicBezTo>
                    <a:lnTo>
                      <a:pt x="33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96"/>
              <p:cNvSpPr>
                <a:spLocks noEditPoints="1"/>
              </p:cNvSpPr>
              <p:nvPr/>
            </p:nvSpPr>
            <p:spPr bwMode="auto">
              <a:xfrm>
                <a:off x="6280150" y="2398713"/>
                <a:ext cx="76200" cy="228600"/>
              </a:xfrm>
              <a:custGeom>
                <a:avLst/>
                <a:gdLst>
                  <a:gd name="T0" fmla="*/ 16 w 24"/>
                  <a:gd name="T1" fmla="*/ 0 h 72"/>
                  <a:gd name="T2" fmla="*/ 8 w 24"/>
                  <a:gd name="T3" fmla="*/ 0 h 72"/>
                  <a:gd name="T4" fmla="*/ 0 w 24"/>
                  <a:gd name="T5" fmla="*/ 8 h 72"/>
                  <a:gd name="T6" fmla="*/ 0 w 24"/>
                  <a:gd name="T7" fmla="*/ 64 h 72"/>
                  <a:gd name="T8" fmla="*/ 8 w 24"/>
                  <a:gd name="T9" fmla="*/ 72 h 72"/>
                  <a:gd name="T10" fmla="*/ 16 w 24"/>
                  <a:gd name="T11" fmla="*/ 72 h 72"/>
                  <a:gd name="T12" fmla="*/ 24 w 24"/>
                  <a:gd name="T13" fmla="*/ 64 h 72"/>
                  <a:gd name="T14" fmla="*/ 24 w 24"/>
                  <a:gd name="T15" fmla="*/ 8 h 72"/>
                  <a:gd name="T16" fmla="*/ 16 w 24"/>
                  <a:gd name="T17" fmla="*/ 0 h 72"/>
                  <a:gd name="T18" fmla="*/ 8 w 24"/>
                  <a:gd name="T19" fmla="*/ 64 h 72"/>
                  <a:gd name="T20" fmla="*/ 8 w 24"/>
                  <a:gd name="T21" fmla="*/ 8 h 72"/>
                  <a:gd name="T22" fmla="*/ 16 w 24"/>
                  <a:gd name="T23" fmla="*/ 8 h 72"/>
                  <a:gd name="T24" fmla="*/ 16 w 24"/>
                  <a:gd name="T25" fmla="*/ 64 h 72"/>
                  <a:gd name="T26" fmla="*/ 8 w 24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72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0" y="72"/>
                      <a:pt x="24" y="68"/>
                      <a:pt x="24" y="6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lose/>
                    <a:moveTo>
                      <a:pt x="8" y="6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64"/>
                      <a:pt x="16" y="64"/>
                      <a:pt x="16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6888163" y="2398713"/>
              <a:ext cx="239712" cy="228600"/>
              <a:chOff x="6888163" y="2398713"/>
              <a:chExt cx="239712" cy="228600"/>
            </a:xfrm>
          </p:grpSpPr>
          <p:sp>
            <p:nvSpPr>
              <p:cNvPr id="97" name="Freeform 97"/>
              <p:cNvSpPr>
                <a:spLocks noEditPoints="1"/>
              </p:cNvSpPr>
              <p:nvPr/>
            </p:nvSpPr>
            <p:spPr bwMode="auto">
              <a:xfrm>
                <a:off x="6888163" y="2424113"/>
                <a:ext cx="128588" cy="177800"/>
              </a:xfrm>
              <a:custGeom>
                <a:avLst/>
                <a:gdLst>
                  <a:gd name="T0" fmla="*/ 38 w 41"/>
                  <a:gd name="T1" fmla="*/ 22 h 56"/>
                  <a:gd name="T2" fmla="*/ 13 w 41"/>
                  <a:gd name="T3" fmla="*/ 2 h 56"/>
                  <a:gd name="T4" fmla="*/ 4 w 41"/>
                  <a:gd name="T5" fmla="*/ 1 h 56"/>
                  <a:gd name="T6" fmla="*/ 0 w 41"/>
                  <a:gd name="T7" fmla="*/ 8 h 56"/>
                  <a:gd name="T8" fmla="*/ 0 w 41"/>
                  <a:gd name="T9" fmla="*/ 48 h 56"/>
                  <a:gd name="T10" fmla="*/ 4 w 41"/>
                  <a:gd name="T11" fmla="*/ 55 h 56"/>
                  <a:gd name="T12" fmla="*/ 13 w 41"/>
                  <a:gd name="T13" fmla="*/ 54 h 56"/>
                  <a:gd name="T14" fmla="*/ 38 w 41"/>
                  <a:gd name="T15" fmla="*/ 34 h 56"/>
                  <a:gd name="T16" fmla="*/ 41 w 41"/>
                  <a:gd name="T17" fmla="*/ 28 h 56"/>
                  <a:gd name="T18" fmla="*/ 38 w 41"/>
                  <a:gd name="T19" fmla="*/ 22 h 56"/>
                  <a:gd name="T20" fmla="*/ 8 w 41"/>
                  <a:gd name="T21" fmla="*/ 48 h 56"/>
                  <a:gd name="T22" fmla="*/ 8 w 41"/>
                  <a:gd name="T23" fmla="*/ 8 h 56"/>
                  <a:gd name="T24" fmla="*/ 33 w 41"/>
                  <a:gd name="T25" fmla="*/ 28 h 56"/>
                  <a:gd name="T26" fmla="*/ 8 w 41"/>
                  <a:gd name="T2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56">
                    <a:moveTo>
                      <a:pt x="38" y="22"/>
                    </a:move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7" y="0"/>
                      <a:pt x="4" y="1"/>
                    </a:cubicBezTo>
                    <a:cubicBezTo>
                      <a:pt x="2" y="2"/>
                      <a:pt x="0" y="5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1"/>
                      <a:pt x="2" y="54"/>
                      <a:pt x="4" y="55"/>
                    </a:cubicBezTo>
                    <a:cubicBezTo>
                      <a:pt x="7" y="56"/>
                      <a:pt x="11" y="56"/>
                      <a:pt x="13" y="5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40" y="33"/>
                      <a:pt x="41" y="30"/>
                      <a:pt x="41" y="28"/>
                    </a:cubicBezTo>
                    <a:cubicBezTo>
                      <a:pt x="41" y="26"/>
                      <a:pt x="40" y="23"/>
                      <a:pt x="38" y="22"/>
                    </a:cubicBezTo>
                    <a:close/>
                    <a:moveTo>
                      <a:pt x="8" y="48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33" y="28"/>
                      <a:pt x="33" y="28"/>
                      <a:pt x="33" y="2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8"/>
              <p:cNvSpPr>
                <a:spLocks noEditPoints="1"/>
              </p:cNvSpPr>
              <p:nvPr/>
            </p:nvSpPr>
            <p:spPr bwMode="auto">
              <a:xfrm>
                <a:off x="7051675" y="2398713"/>
                <a:ext cx="76200" cy="228600"/>
              </a:xfrm>
              <a:custGeom>
                <a:avLst/>
                <a:gdLst>
                  <a:gd name="T0" fmla="*/ 16 w 24"/>
                  <a:gd name="T1" fmla="*/ 0 h 72"/>
                  <a:gd name="T2" fmla="*/ 8 w 24"/>
                  <a:gd name="T3" fmla="*/ 0 h 72"/>
                  <a:gd name="T4" fmla="*/ 0 w 24"/>
                  <a:gd name="T5" fmla="*/ 8 h 72"/>
                  <a:gd name="T6" fmla="*/ 0 w 24"/>
                  <a:gd name="T7" fmla="*/ 64 h 72"/>
                  <a:gd name="T8" fmla="*/ 8 w 24"/>
                  <a:gd name="T9" fmla="*/ 72 h 72"/>
                  <a:gd name="T10" fmla="*/ 16 w 24"/>
                  <a:gd name="T11" fmla="*/ 72 h 72"/>
                  <a:gd name="T12" fmla="*/ 24 w 24"/>
                  <a:gd name="T13" fmla="*/ 64 h 72"/>
                  <a:gd name="T14" fmla="*/ 24 w 24"/>
                  <a:gd name="T15" fmla="*/ 8 h 72"/>
                  <a:gd name="T16" fmla="*/ 16 w 24"/>
                  <a:gd name="T17" fmla="*/ 0 h 72"/>
                  <a:gd name="T18" fmla="*/ 8 w 24"/>
                  <a:gd name="T19" fmla="*/ 64 h 72"/>
                  <a:gd name="T20" fmla="*/ 8 w 24"/>
                  <a:gd name="T21" fmla="*/ 8 h 72"/>
                  <a:gd name="T22" fmla="*/ 16 w 24"/>
                  <a:gd name="T23" fmla="*/ 8 h 72"/>
                  <a:gd name="T24" fmla="*/ 16 w 24"/>
                  <a:gd name="T25" fmla="*/ 64 h 72"/>
                  <a:gd name="T26" fmla="*/ 8 w 24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72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0" y="72"/>
                      <a:pt x="24" y="68"/>
                      <a:pt x="24" y="6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lose/>
                    <a:moveTo>
                      <a:pt x="8" y="6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64"/>
                      <a:pt x="16" y="64"/>
                      <a:pt x="16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0" name="组合 199"/>
            <p:cNvGrpSpPr/>
            <p:nvPr/>
          </p:nvGrpSpPr>
          <p:grpSpPr>
            <a:xfrm>
              <a:off x="8126413" y="2386013"/>
              <a:ext cx="176212" cy="228600"/>
              <a:chOff x="8126413" y="2386013"/>
              <a:chExt cx="176212" cy="228600"/>
            </a:xfrm>
          </p:grpSpPr>
          <p:sp>
            <p:nvSpPr>
              <p:cNvPr id="99" name="Freeform 99"/>
              <p:cNvSpPr>
                <a:spLocks noEditPoints="1"/>
              </p:cNvSpPr>
              <p:nvPr/>
            </p:nvSpPr>
            <p:spPr bwMode="auto">
              <a:xfrm>
                <a:off x="8126413" y="2386013"/>
                <a:ext cx="74613" cy="228600"/>
              </a:xfrm>
              <a:custGeom>
                <a:avLst/>
                <a:gdLst>
                  <a:gd name="T0" fmla="*/ 16 w 24"/>
                  <a:gd name="T1" fmla="*/ 0 h 72"/>
                  <a:gd name="T2" fmla="*/ 8 w 24"/>
                  <a:gd name="T3" fmla="*/ 0 h 72"/>
                  <a:gd name="T4" fmla="*/ 0 w 24"/>
                  <a:gd name="T5" fmla="*/ 8 h 72"/>
                  <a:gd name="T6" fmla="*/ 0 w 24"/>
                  <a:gd name="T7" fmla="*/ 64 h 72"/>
                  <a:gd name="T8" fmla="*/ 8 w 24"/>
                  <a:gd name="T9" fmla="*/ 72 h 72"/>
                  <a:gd name="T10" fmla="*/ 16 w 24"/>
                  <a:gd name="T11" fmla="*/ 72 h 72"/>
                  <a:gd name="T12" fmla="*/ 24 w 24"/>
                  <a:gd name="T13" fmla="*/ 64 h 72"/>
                  <a:gd name="T14" fmla="*/ 24 w 24"/>
                  <a:gd name="T15" fmla="*/ 8 h 72"/>
                  <a:gd name="T16" fmla="*/ 16 w 24"/>
                  <a:gd name="T17" fmla="*/ 0 h 72"/>
                  <a:gd name="T18" fmla="*/ 8 w 24"/>
                  <a:gd name="T19" fmla="*/ 64 h 72"/>
                  <a:gd name="T20" fmla="*/ 8 w 24"/>
                  <a:gd name="T21" fmla="*/ 8 h 72"/>
                  <a:gd name="T22" fmla="*/ 16 w 24"/>
                  <a:gd name="T23" fmla="*/ 8 h 72"/>
                  <a:gd name="T24" fmla="*/ 16 w 24"/>
                  <a:gd name="T25" fmla="*/ 64 h 72"/>
                  <a:gd name="T26" fmla="*/ 8 w 24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72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0" y="72"/>
                      <a:pt x="24" y="68"/>
                      <a:pt x="24" y="6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lose/>
                    <a:moveTo>
                      <a:pt x="8" y="6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64"/>
                      <a:pt x="16" y="64"/>
                      <a:pt x="16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00"/>
              <p:cNvSpPr>
                <a:spLocks noEditPoints="1"/>
              </p:cNvSpPr>
              <p:nvPr/>
            </p:nvSpPr>
            <p:spPr bwMode="auto">
              <a:xfrm>
                <a:off x="8226425" y="2386013"/>
                <a:ext cx="76200" cy="228600"/>
              </a:xfrm>
              <a:custGeom>
                <a:avLst/>
                <a:gdLst>
                  <a:gd name="T0" fmla="*/ 16 w 24"/>
                  <a:gd name="T1" fmla="*/ 0 h 72"/>
                  <a:gd name="T2" fmla="*/ 8 w 24"/>
                  <a:gd name="T3" fmla="*/ 0 h 72"/>
                  <a:gd name="T4" fmla="*/ 0 w 24"/>
                  <a:gd name="T5" fmla="*/ 8 h 72"/>
                  <a:gd name="T6" fmla="*/ 0 w 24"/>
                  <a:gd name="T7" fmla="*/ 64 h 72"/>
                  <a:gd name="T8" fmla="*/ 8 w 24"/>
                  <a:gd name="T9" fmla="*/ 72 h 72"/>
                  <a:gd name="T10" fmla="*/ 16 w 24"/>
                  <a:gd name="T11" fmla="*/ 72 h 72"/>
                  <a:gd name="T12" fmla="*/ 24 w 24"/>
                  <a:gd name="T13" fmla="*/ 64 h 72"/>
                  <a:gd name="T14" fmla="*/ 24 w 24"/>
                  <a:gd name="T15" fmla="*/ 8 h 72"/>
                  <a:gd name="T16" fmla="*/ 16 w 24"/>
                  <a:gd name="T17" fmla="*/ 0 h 72"/>
                  <a:gd name="T18" fmla="*/ 8 w 24"/>
                  <a:gd name="T19" fmla="*/ 64 h 72"/>
                  <a:gd name="T20" fmla="*/ 8 w 24"/>
                  <a:gd name="T21" fmla="*/ 8 h 72"/>
                  <a:gd name="T22" fmla="*/ 16 w 24"/>
                  <a:gd name="T23" fmla="*/ 8 h 72"/>
                  <a:gd name="T24" fmla="*/ 16 w 24"/>
                  <a:gd name="T25" fmla="*/ 64 h 72"/>
                  <a:gd name="T26" fmla="*/ 8 w 24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72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0" y="72"/>
                      <a:pt x="24" y="68"/>
                      <a:pt x="24" y="6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lose/>
                    <a:moveTo>
                      <a:pt x="8" y="6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64"/>
                      <a:pt x="16" y="64"/>
                      <a:pt x="16" y="64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7494588" y="2392363"/>
              <a:ext cx="227013" cy="234950"/>
              <a:chOff x="7494588" y="2392363"/>
              <a:chExt cx="227013" cy="234950"/>
            </a:xfrm>
          </p:grpSpPr>
          <p:sp>
            <p:nvSpPr>
              <p:cNvPr id="101" name="Freeform 101"/>
              <p:cNvSpPr>
                <a:spLocks noEditPoints="1"/>
              </p:cNvSpPr>
              <p:nvPr/>
            </p:nvSpPr>
            <p:spPr bwMode="auto">
              <a:xfrm>
                <a:off x="7494588" y="2551113"/>
                <a:ext cx="227013" cy="76200"/>
              </a:xfrm>
              <a:custGeom>
                <a:avLst/>
                <a:gdLst>
                  <a:gd name="T0" fmla="*/ 64 w 72"/>
                  <a:gd name="T1" fmla="*/ 0 h 24"/>
                  <a:gd name="T2" fmla="*/ 8 w 72"/>
                  <a:gd name="T3" fmla="*/ 0 h 24"/>
                  <a:gd name="T4" fmla="*/ 0 w 72"/>
                  <a:gd name="T5" fmla="*/ 8 h 24"/>
                  <a:gd name="T6" fmla="*/ 0 w 72"/>
                  <a:gd name="T7" fmla="*/ 16 h 24"/>
                  <a:gd name="T8" fmla="*/ 8 w 72"/>
                  <a:gd name="T9" fmla="*/ 24 h 24"/>
                  <a:gd name="T10" fmla="*/ 64 w 72"/>
                  <a:gd name="T11" fmla="*/ 24 h 24"/>
                  <a:gd name="T12" fmla="*/ 72 w 72"/>
                  <a:gd name="T13" fmla="*/ 16 h 24"/>
                  <a:gd name="T14" fmla="*/ 72 w 72"/>
                  <a:gd name="T15" fmla="*/ 8 h 24"/>
                  <a:gd name="T16" fmla="*/ 64 w 72"/>
                  <a:gd name="T17" fmla="*/ 0 h 24"/>
                  <a:gd name="T18" fmla="*/ 8 w 72"/>
                  <a:gd name="T19" fmla="*/ 16 h 24"/>
                  <a:gd name="T20" fmla="*/ 8 w 72"/>
                  <a:gd name="T21" fmla="*/ 8 h 24"/>
                  <a:gd name="T22" fmla="*/ 64 w 72"/>
                  <a:gd name="T23" fmla="*/ 8 h 24"/>
                  <a:gd name="T24" fmla="*/ 64 w 72"/>
                  <a:gd name="T25" fmla="*/ 16 h 24"/>
                  <a:gd name="T26" fmla="*/ 8 w 72"/>
                  <a:gd name="T27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24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8" y="24"/>
                      <a:pt x="72" y="20"/>
                      <a:pt x="72" y="16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8" y="1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16"/>
                      <a:pt x="64" y="16"/>
                      <a:pt x="64" y="16"/>
                    </a:cubicBez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02"/>
              <p:cNvSpPr>
                <a:spLocks noEditPoints="1"/>
              </p:cNvSpPr>
              <p:nvPr/>
            </p:nvSpPr>
            <p:spPr bwMode="auto">
              <a:xfrm>
                <a:off x="7519988" y="2392363"/>
                <a:ext cx="176213" cy="133350"/>
              </a:xfrm>
              <a:custGeom>
                <a:avLst/>
                <a:gdLst>
                  <a:gd name="T0" fmla="*/ 8 w 56"/>
                  <a:gd name="T1" fmla="*/ 42 h 42"/>
                  <a:gd name="T2" fmla="*/ 48 w 56"/>
                  <a:gd name="T3" fmla="*/ 42 h 42"/>
                  <a:gd name="T4" fmla="*/ 55 w 56"/>
                  <a:gd name="T5" fmla="*/ 38 h 42"/>
                  <a:gd name="T6" fmla="*/ 54 w 56"/>
                  <a:gd name="T7" fmla="*/ 29 h 42"/>
                  <a:gd name="T8" fmla="*/ 34 w 56"/>
                  <a:gd name="T9" fmla="*/ 4 h 42"/>
                  <a:gd name="T10" fmla="*/ 22 w 56"/>
                  <a:gd name="T11" fmla="*/ 4 h 42"/>
                  <a:gd name="T12" fmla="*/ 2 w 56"/>
                  <a:gd name="T13" fmla="*/ 29 h 42"/>
                  <a:gd name="T14" fmla="*/ 1 w 56"/>
                  <a:gd name="T15" fmla="*/ 38 h 42"/>
                  <a:gd name="T16" fmla="*/ 8 w 56"/>
                  <a:gd name="T17" fmla="*/ 42 h 42"/>
                  <a:gd name="T18" fmla="*/ 28 w 56"/>
                  <a:gd name="T19" fmla="*/ 9 h 42"/>
                  <a:gd name="T20" fmla="*/ 48 w 56"/>
                  <a:gd name="T21" fmla="*/ 34 h 42"/>
                  <a:gd name="T22" fmla="*/ 8 w 56"/>
                  <a:gd name="T23" fmla="*/ 34 h 42"/>
                  <a:gd name="T24" fmla="*/ 28 w 56"/>
                  <a:gd name="T25" fmla="*/ 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42">
                    <a:moveTo>
                      <a:pt x="8" y="42"/>
                    </a:moveTo>
                    <a:cubicBezTo>
                      <a:pt x="48" y="42"/>
                      <a:pt x="48" y="42"/>
                      <a:pt x="48" y="42"/>
                    </a:cubicBezTo>
                    <a:cubicBezTo>
                      <a:pt x="51" y="42"/>
                      <a:pt x="54" y="40"/>
                      <a:pt x="55" y="38"/>
                    </a:cubicBezTo>
                    <a:cubicBezTo>
                      <a:pt x="56" y="35"/>
                      <a:pt x="56" y="31"/>
                      <a:pt x="54" y="29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1" y="0"/>
                      <a:pt x="25" y="0"/>
                      <a:pt x="22" y="4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0" y="31"/>
                      <a:pt x="0" y="35"/>
                      <a:pt x="1" y="38"/>
                    </a:cubicBezTo>
                    <a:cubicBezTo>
                      <a:pt x="2" y="40"/>
                      <a:pt x="5" y="42"/>
                      <a:pt x="8" y="42"/>
                    </a:cubicBezTo>
                    <a:close/>
                    <a:moveTo>
                      <a:pt x="28" y="9"/>
                    </a:moveTo>
                    <a:cubicBezTo>
                      <a:pt x="48" y="34"/>
                      <a:pt x="48" y="34"/>
                      <a:pt x="48" y="34"/>
                    </a:cubicBezTo>
                    <a:cubicBezTo>
                      <a:pt x="8" y="34"/>
                      <a:pt x="8" y="34"/>
                      <a:pt x="8" y="34"/>
                    </a:cubicBezTo>
                    <a:lnTo>
                      <a:pt x="28" y="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3" name="Freeform 103"/>
            <p:cNvSpPr>
              <a:spLocks noEditPoints="1"/>
            </p:cNvSpPr>
            <p:nvPr/>
          </p:nvSpPr>
          <p:spPr bwMode="auto">
            <a:xfrm>
              <a:off x="8707438" y="2398713"/>
              <a:ext cx="227013" cy="228600"/>
            </a:xfrm>
            <a:custGeom>
              <a:avLst/>
              <a:gdLst>
                <a:gd name="T0" fmla="*/ 64 w 72"/>
                <a:gd name="T1" fmla="*/ 0 h 72"/>
                <a:gd name="T2" fmla="*/ 8 w 72"/>
                <a:gd name="T3" fmla="*/ 0 h 72"/>
                <a:gd name="T4" fmla="*/ 0 w 72"/>
                <a:gd name="T5" fmla="*/ 8 h 72"/>
                <a:gd name="T6" fmla="*/ 0 w 72"/>
                <a:gd name="T7" fmla="*/ 64 h 72"/>
                <a:gd name="T8" fmla="*/ 8 w 72"/>
                <a:gd name="T9" fmla="*/ 72 h 72"/>
                <a:gd name="T10" fmla="*/ 64 w 72"/>
                <a:gd name="T11" fmla="*/ 72 h 72"/>
                <a:gd name="T12" fmla="*/ 72 w 72"/>
                <a:gd name="T13" fmla="*/ 64 h 72"/>
                <a:gd name="T14" fmla="*/ 72 w 72"/>
                <a:gd name="T15" fmla="*/ 8 h 72"/>
                <a:gd name="T16" fmla="*/ 64 w 72"/>
                <a:gd name="T17" fmla="*/ 0 h 72"/>
                <a:gd name="T18" fmla="*/ 8 w 72"/>
                <a:gd name="T19" fmla="*/ 64 h 72"/>
                <a:gd name="T20" fmla="*/ 8 w 72"/>
                <a:gd name="T21" fmla="*/ 8 h 72"/>
                <a:gd name="T22" fmla="*/ 64 w 72"/>
                <a:gd name="T23" fmla="*/ 8 h 72"/>
                <a:gd name="T24" fmla="*/ 64 w 72"/>
                <a:gd name="T25" fmla="*/ 64 h 72"/>
                <a:gd name="T26" fmla="*/ 8 w 72"/>
                <a:gd name="T27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8" y="72"/>
                    <a:pt x="72" y="68"/>
                    <a:pt x="72" y="64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  <a:moveTo>
                    <a:pt x="8" y="64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64"/>
                    <a:pt x="64" y="64"/>
                    <a:pt x="64" y="64"/>
                  </a:cubicBezTo>
                  <a:lnTo>
                    <a:pt x="8" y="6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104"/>
            <p:cNvSpPr>
              <a:spLocks noEditPoints="1"/>
            </p:cNvSpPr>
            <p:nvPr/>
          </p:nvSpPr>
          <p:spPr bwMode="auto">
            <a:xfrm>
              <a:off x="3879850" y="3009900"/>
              <a:ext cx="188913" cy="220663"/>
            </a:xfrm>
            <a:custGeom>
              <a:avLst/>
              <a:gdLst>
                <a:gd name="T0" fmla="*/ 0 w 119"/>
                <a:gd name="T1" fmla="*/ 0 h 139"/>
                <a:gd name="T2" fmla="*/ 0 w 119"/>
                <a:gd name="T3" fmla="*/ 139 h 139"/>
                <a:gd name="T4" fmla="*/ 119 w 119"/>
                <a:gd name="T5" fmla="*/ 70 h 139"/>
                <a:gd name="T6" fmla="*/ 0 w 119"/>
                <a:gd name="T7" fmla="*/ 0 h 139"/>
                <a:gd name="T8" fmla="*/ 16 w 119"/>
                <a:gd name="T9" fmla="*/ 28 h 139"/>
                <a:gd name="T10" fmla="*/ 88 w 119"/>
                <a:gd name="T11" fmla="*/ 70 h 139"/>
                <a:gd name="T12" fmla="*/ 16 w 119"/>
                <a:gd name="T13" fmla="*/ 112 h 139"/>
                <a:gd name="T14" fmla="*/ 16 w 119"/>
                <a:gd name="T15" fmla="*/ 2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39">
                  <a:moveTo>
                    <a:pt x="0" y="0"/>
                  </a:moveTo>
                  <a:lnTo>
                    <a:pt x="0" y="139"/>
                  </a:lnTo>
                  <a:lnTo>
                    <a:pt x="119" y="70"/>
                  </a:lnTo>
                  <a:lnTo>
                    <a:pt x="0" y="0"/>
                  </a:lnTo>
                  <a:close/>
                  <a:moveTo>
                    <a:pt x="16" y="28"/>
                  </a:moveTo>
                  <a:lnTo>
                    <a:pt x="88" y="70"/>
                  </a:lnTo>
                  <a:lnTo>
                    <a:pt x="16" y="112"/>
                  </a:lnTo>
                  <a:lnTo>
                    <a:pt x="16" y="2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1" name="组合 200"/>
            <p:cNvGrpSpPr/>
            <p:nvPr/>
          </p:nvGrpSpPr>
          <p:grpSpPr>
            <a:xfrm>
              <a:off x="3248025" y="3006725"/>
              <a:ext cx="227013" cy="227013"/>
              <a:chOff x="3248025" y="3006725"/>
              <a:chExt cx="227013" cy="227013"/>
            </a:xfrm>
          </p:grpSpPr>
          <p:sp>
            <p:nvSpPr>
              <p:cNvPr id="105" name="Freeform 105"/>
              <p:cNvSpPr>
                <a:spLocks noEditPoints="1"/>
              </p:cNvSpPr>
              <p:nvPr/>
            </p:nvSpPr>
            <p:spPr bwMode="auto">
              <a:xfrm>
                <a:off x="3248025" y="3006725"/>
                <a:ext cx="227013" cy="227013"/>
              </a:xfrm>
              <a:custGeom>
                <a:avLst/>
                <a:gdLst>
                  <a:gd name="T0" fmla="*/ 36 w 72"/>
                  <a:gd name="T1" fmla="*/ 0 h 72"/>
                  <a:gd name="T2" fmla="*/ 0 w 72"/>
                  <a:gd name="T3" fmla="*/ 36 h 72"/>
                  <a:gd name="T4" fmla="*/ 36 w 72"/>
                  <a:gd name="T5" fmla="*/ 72 h 72"/>
                  <a:gd name="T6" fmla="*/ 72 w 72"/>
                  <a:gd name="T7" fmla="*/ 36 h 72"/>
                  <a:gd name="T8" fmla="*/ 36 w 72"/>
                  <a:gd name="T9" fmla="*/ 0 h 72"/>
                  <a:gd name="T10" fmla="*/ 36 w 72"/>
                  <a:gd name="T11" fmla="*/ 64 h 72"/>
                  <a:gd name="T12" fmla="*/ 8 w 72"/>
                  <a:gd name="T13" fmla="*/ 36 h 72"/>
                  <a:gd name="T14" fmla="*/ 36 w 72"/>
                  <a:gd name="T15" fmla="*/ 8 h 72"/>
                  <a:gd name="T16" fmla="*/ 64 w 72"/>
                  <a:gd name="T17" fmla="*/ 36 h 72"/>
                  <a:gd name="T18" fmla="*/ 36 w 72"/>
                  <a:gd name="T19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6"/>
                      <a:pt x="56" y="0"/>
                      <a:pt x="36" y="0"/>
                    </a:cubicBezTo>
                    <a:close/>
                    <a:moveTo>
                      <a:pt x="36" y="64"/>
                    </a:moveTo>
                    <a:cubicBezTo>
                      <a:pt x="21" y="64"/>
                      <a:pt x="8" y="51"/>
                      <a:pt x="8" y="36"/>
                    </a:cubicBezTo>
                    <a:cubicBezTo>
                      <a:pt x="8" y="21"/>
                      <a:pt x="21" y="8"/>
                      <a:pt x="36" y="8"/>
                    </a:cubicBezTo>
                    <a:cubicBezTo>
                      <a:pt x="51" y="8"/>
                      <a:pt x="64" y="21"/>
                      <a:pt x="64" y="36"/>
                    </a:cubicBezTo>
                    <a:cubicBezTo>
                      <a:pt x="64" y="51"/>
                      <a:pt x="51" y="64"/>
                      <a:pt x="36" y="6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06"/>
              <p:cNvSpPr>
                <a:spLocks noEditPoints="1"/>
              </p:cNvSpPr>
              <p:nvPr/>
            </p:nvSpPr>
            <p:spPr bwMode="auto">
              <a:xfrm>
                <a:off x="3311525" y="3070225"/>
                <a:ext cx="100013" cy="101600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4 h 32"/>
                  <a:gd name="T12" fmla="*/ 8 w 32"/>
                  <a:gd name="T13" fmla="*/ 16 h 32"/>
                  <a:gd name="T14" fmla="*/ 16 w 32"/>
                  <a:gd name="T15" fmla="*/ 8 h 32"/>
                  <a:gd name="T16" fmla="*/ 24 w 32"/>
                  <a:gd name="T17" fmla="*/ 16 h 32"/>
                  <a:gd name="T18" fmla="*/ 16 w 32"/>
                  <a:gd name="T19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4"/>
                    </a:moveTo>
                    <a:cubicBezTo>
                      <a:pt x="12" y="24"/>
                      <a:pt x="8" y="20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2" name="组合 191"/>
            <p:cNvGrpSpPr/>
            <p:nvPr/>
          </p:nvGrpSpPr>
          <p:grpSpPr>
            <a:xfrm>
              <a:off x="3222625" y="2386013"/>
              <a:ext cx="277813" cy="254000"/>
              <a:chOff x="3222625" y="2386013"/>
              <a:chExt cx="277813" cy="254000"/>
            </a:xfrm>
          </p:grpSpPr>
          <p:sp>
            <p:nvSpPr>
              <p:cNvPr id="107" name="Freeform 107"/>
              <p:cNvSpPr>
                <a:spLocks/>
              </p:cNvSpPr>
              <p:nvPr/>
            </p:nvSpPr>
            <p:spPr bwMode="auto">
              <a:xfrm>
                <a:off x="3336925" y="2474913"/>
                <a:ext cx="74613" cy="76200"/>
              </a:xfrm>
              <a:custGeom>
                <a:avLst/>
                <a:gdLst>
                  <a:gd name="T0" fmla="*/ 0 w 47"/>
                  <a:gd name="T1" fmla="*/ 48 h 48"/>
                  <a:gd name="T2" fmla="*/ 47 w 47"/>
                  <a:gd name="T3" fmla="*/ 24 h 48"/>
                  <a:gd name="T4" fmla="*/ 0 w 47"/>
                  <a:gd name="T5" fmla="*/ 0 h 48"/>
                  <a:gd name="T6" fmla="*/ 0 w 47"/>
                  <a:gd name="T7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48">
                    <a:moveTo>
                      <a:pt x="0" y="48"/>
                    </a:moveTo>
                    <a:lnTo>
                      <a:pt x="47" y="24"/>
                    </a:lnTo>
                    <a:lnTo>
                      <a:pt x="0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8"/>
              <p:cNvSpPr>
                <a:spLocks noEditPoints="1"/>
              </p:cNvSpPr>
              <p:nvPr/>
            </p:nvSpPr>
            <p:spPr bwMode="auto">
              <a:xfrm>
                <a:off x="3222625" y="2386013"/>
                <a:ext cx="277813" cy="254000"/>
              </a:xfrm>
              <a:custGeom>
                <a:avLst/>
                <a:gdLst>
                  <a:gd name="T0" fmla="*/ 80 w 88"/>
                  <a:gd name="T1" fmla="*/ 0 h 80"/>
                  <a:gd name="T2" fmla="*/ 8 w 88"/>
                  <a:gd name="T3" fmla="*/ 0 h 80"/>
                  <a:gd name="T4" fmla="*/ 0 w 88"/>
                  <a:gd name="T5" fmla="*/ 8 h 80"/>
                  <a:gd name="T6" fmla="*/ 0 w 88"/>
                  <a:gd name="T7" fmla="*/ 72 h 80"/>
                  <a:gd name="T8" fmla="*/ 8 w 88"/>
                  <a:gd name="T9" fmla="*/ 80 h 80"/>
                  <a:gd name="T10" fmla="*/ 80 w 88"/>
                  <a:gd name="T11" fmla="*/ 80 h 80"/>
                  <a:gd name="T12" fmla="*/ 88 w 88"/>
                  <a:gd name="T13" fmla="*/ 72 h 80"/>
                  <a:gd name="T14" fmla="*/ 88 w 88"/>
                  <a:gd name="T15" fmla="*/ 8 h 80"/>
                  <a:gd name="T16" fmla="*/ 80 w 88"/>
                  <a:gd name="T17" fmla="*/ 0 h 80"/>
                  <a:gd name="T18" fmla="*/ 8 w 88"/>
                  <a:gd name="T19" fmla="*/ 72 h 80"/>
                  <a:gd name="T20" fmla="*/ 8 w 88"/>
                  <a:gd name="T21" fmla="*/ 8 h 80"/>
                  <a:gd name="T22" fmla="*/ 80 w 88"/>
                  <a:gd name="T23" fmla="*/ 8 h 80"/>
                  <a:gd name="T24" fmla="*/ 80 w 88"/>
                  <a:gd name="T25" fmla="*/ 72 h 80"/>
                  <a:gd name="T26" fmla="*/ 8 w 88"/>
                  <a:gd name="T2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80">
                    <a:moveTo>
                      <a:pt x="8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80" y="80"/>
                      <a:pt x="80" y="80"/>
                      <a:pt x="80" y="80"/>
                    </a:cubicBezTo>
                    <a:cubicBezTo>
                      <a:pt x="84" y="80"/>
                      <a:pt x="88" y="76"/>
                      <a:pt x="88" y="72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8" y="7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72"/>
                      <a:pt x="80" y="72"/>
                      <a:pt x="80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Rectangle 109"/>
              <p:cNvSpPr>
                <a:spLocks noChangeArrowheads="1"/>
              </p:cNvSpPr>
              <p:nvPr/>
            </p:nvSpPr>
            <p:spPr bwMode="auto">
              <a:xfrm>
                <a:off x="3273425" y="24241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Rectangle 110"/>
              <p:cNvSpPr>
                <a:spLocks noChangeArrowheads="1"/>
              </p:cNvSpPr>
              <p:nvPr/>
            </p:nvSpPr>
            <p:spPr bwMode="auto">
              <a:xfrm>
                <a:off x="3324225" y="24241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Rectangle 111"/>
              <p:cNvSpPr>
                <a:spLocks noChangeArrowheads="1"/>
              </p:cNvSpPr>
              <p:nvPr/>
            </p:nvSpPr>
            <p:spPr bwMode="auto">
              <a:xfrm>
                <a:off x="3375025" y="24241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112"/>
              <p:cNvSpPr>
                <a:spLocks noChangeArrowheads="1"/>
              </p:cNvSpPr>
              <p:nvPr/>
            </p:nvSpPr>
            <p:spPr bwMode="auto">
              <a:xfrm>
                <a:off x="3424238" y="24241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13"/>
              <p:cNvSpPr>
                <a:spLocks noChangeArrowheads="1"/>
              </p:cNvSpPr>
              <p:nvPr/>
            </p:nvSpPr>
            <p:spPr bwMode="auto">
              <a:xfrm>
                <a:off x="3273425" y="25765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Rectangle 114"/>
              <p:cNvSpPr>
                <a:spLocks noChangeArrowheads="1"/>
              </p:cNvSpPr>
              <p:nvPr/>
            </p:nvSpPr>
            <p:spPr bwMode="auto">
              <a:xfrm>
                <a:off x="3324225" y="25765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15"/>
              <p:cNvSpPr>
                <a:spLocks noChangeArrowheads="1"/>
              </p:cNvSpPr>
              <p:nvPr/>
            </p:nvSpPr>
            <p:spPr bwMode="auto">
              <a:xfrm>
                <a:off x="3375025" y="25765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16"/>
              <p:cNvSpPr>
                <a:spLocks noChangeArrowheads="1"/>
              </p:cNvSpPr>
              <p:nvPr/>
            </p:nvSpPr>
            <p:spPr bwMode="auto">
              <a:xfrm>
                <a:off x="3424238" y="2576513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4" name="组合 203"/>
            <p:cNvGrpSpPr/>
            <p:nvPr/>
          </p:nvGrpSpPr>
          <p:grpSpPr>
            <a:xfrm>
              <a:off x="6269038" y="3003550"/>
              <a:ext cx="252412" cy="230188"/>
              <a:chOff x="6269038" y="3003550"/>
              <a:chExt cx="252412" cy="230188"/>
            </a:xfrm>
          </p:grpSpPr>
          <p:sp>
            <p:nvSpPr>
              <p:cNvPr id="117" name="Freeform 117"/>
              <p:cNvSpPr>
                <a:spLocks noEditPoints="1"/>
              </p:cNvSpPr>
              <p:nvPr/>
            </p:nvSpPr>
            <p:spPr bwMode="auto">
              <a:xfrm>
                <a:off x="6269038" y="3003550"/>
                <a:ext cx="138113" cy="230188"/>
              </a:xfrm>
              <a:custGeom>
                <a:avLst/>
                <a:gdLst>
                  <a:gd name="T0" fmla="*/ 39 w 44"/>
                  <a:gd name="T1" fmla="*/ 2 h 73"/>
                  <a:gd name="T2" fmla="*/ 30 w 44"/>
                  <a:gd name="T3" fmla="*/ 3 h 73"/>
                  <a:gd name="T4" fmla="*/ 18 w 44"/>
                  <a:gd name="T5" fmla="*/ 21 h 73"/>
                  <a:gd name="T6" fmla="*/ 8 w 44"/>
                  <a:gd name="T7" fmla="*/ 21 h 73"/>
                  <a:gd name="T8" fmla="*/ 0 w 44"/>
                  <a:gd name="T9" fmla="*/ 29 h 73"/>
                  <a:gd name="T10" fmla="*/ 0 w 44"/>
                  <a:gd name="T11" fmla="*/ 45 h 73"/>
                  <a:gd name="T12" fmla="*/ 8 w 44"/>
                  <a:gd name="T13" fmla="*/ 53 h 73"/>
                  <a:gd name="T14" fmla="*/ 18 w 44"/>
                  <a:gd name="T15" fmla="*/ 53 h 73"/>
                  <a:gd name="T16" fmla="*/ 30 w 44"/>
                  <a:gd name="T17" fmla="*/ 70 h 73"/>
                  <a:gd name="T18" fmla="*/ 36 w 44"/>
                  <a:gd name="T19" fmla="*/ 73 h 73"/>
                  <a:gd name="T20" fmla="*/ 39 w 44"/>
                  <a:gd name="T21" fmla="*/ 72 h 73"/>
                  <a:gd name="T22" fmla="*/ 44 w 44"/>
                  <a:gd name="T23" fmla="*/ 65 h 73"/>
                  <a:gd name="T24" fmla="*/ 44 w 44"/>
                  <a:gd name="T25" fmla="*/ 9 h 73"/>
                  <a:gd name="T26" fmla="*/ 39 w 44"/>
                  <a:gd name="T27" fmla="*/ 2 h 73"/>
                  <a:gd name="T28" fmla="*/ 22 w 44"/>
                  <a:gd name="T29" fmla="*/ 45 h 73"/>
                  <a:gd name="T30" fmla="*/ 8 w 44"/>
                  <a:gd name="T31" fmla="*/ 45 h 73"/>
                  <a:gd name="T32" fmla="*/ 8 w 44"/>
                  <a:gd name="T33" fmla="*/ 29 h 73"/>
                  <a:gd name="T34" fmla="*/ 22 w 44"/>
                  <a:gd name="T35" fmla="*/ 29 h 73"/>
                  <a:gd name="T36" fmla="*/ 36 w 44"/>
                  <a:gd name="T37" fmla="*/ 9 h 73"/>
                  <a:gd name="T38" fmla="*/ 36 w 44"/>
                  <a:gd name="T39" fmla="*/ 65 h 73"/>
                  <a:gd name="T40" fmla="*/ 22 w 44"/>
                  <a:gd name="T41" fmla="*/ 4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" h="73">
                    <a:moveTo>
                      <a:pt x="39" y="2"/>
                    </a:moveTo>
                    <a:cubicBezTo>
                      <a:pt x="36" y="0"/>
                      <a:pt x="33" y="1"/>
                      <a:pt x="30" y="3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4" y="21"/>
                      <a:pt x="0" y="25"/>
                      <a:pt x="0" y="29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9"/>
                      <a:pt x="4" y="53"/>
                      <a:pt x="8" y="53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2" y="72"/>
                      <a:pt x="34" y="73"/>
                      <a:pt x="36" y="73"/>
                    </a:cubicBezTo>
                    <a:cubicBezTo>
                      <a:pt x="37" y="73"/>
                      <a:pt x="38" y="73"/>
                      <a:pt x="39" y="72"/>
                    </a:cubicBezTo>
                    <a:cubicBezTo>
                      <a:pt x="42" y="71"/>
                      <a:pt x="44" y="68"/>
                      <a:pt x="44" y="65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4" y="6"/>
                      <a:pt x="42" y="3"/>
                      <a:pt x="39" y="2"/>
                    </a:cubicBezTo>
                    <a:close/>
                    <a:moveTo>
                      <a:pt x="22" y="45"/>
                    </a:moveTo>
                    <a:cubicBezTo>
                      <a:pt x="8" y="45"/>
                      <a:pt x="8" y="45"/>
                      <a:pt x="8" y="4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65"/>
                      <a:pt x="36" y="65"/>
                      <a:pt x="36" y="65"/>
                    </a:cubicBezTo>
                    <a:lnTo>
                      <a:pt x="22" y="45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118"/>
              <p:cNvSpPr>
                <a:spLocks/>
              </p:cNvSpPr>
              <p:nvPr/>
            </p:nvSpPr>
            <p:spPr bwMode="auto">
              <a:xfrm>
                <a:off x="6432550" y="3019425"/>
                <a:ext cx="88900" cy="177800"/>
              </a:xfrm>
              <a:custGeom>
                <a:avLst/>
                <a:gdLst>
                  <a:gd name="T0" fmla="*/ 0 w 28"/>
                  <a:gd name="T1" fmla="*/ 0 h 56"/>
                  <a:gd name="T2" fmla="*/ 0 w 28"/>
                  <a:gd name="T3" fmla="*/ 8 h 56"/>
                  <a:gd name="T4" fmla="*/ 20 w 28"/>
                  <a:gd name="T5" fmla="*/ 28 h 56"/>
                  <a:gd name="T6" fmla="*/ 0 w 28"/>
                  <a:gd name="T7" fmla="*/ 48 h 56"/>
                  <a:gd name="T8" fmla="*/ 0 w 28"/>
                  <a:gd name="T9" fmla="*/ 56 h 56"/>
                  <a:gd name="T10" fmla="*/ 28 w 28"/>
                  <a:gd name="T11" fmla="*/ 28 h 56"/>
                  <a:gd name="T12" fmla="*/ 0 w 2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56"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1" y="8"/>
                      <a:pt x="20" y="17"/>
                      <a:pt x="20" y="28"/>
                    </a:cubicBezTo>
                    <a:cubicBezTo>
                      <a:pt x="20" y="39"/>
                      <a:pt x="11" y="48"/>
                      <a:pt x="0" y="4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5" y="56"/>
                      <a:pt x="28" y="43"/>
                      <a:pt x="28" y="28"/>
                    </a:cubicBezTo>
                    <a:cubicBezTo>
                      <a:pt x="28" y="13"/>
                      <a:pt x="15" y="0"/>
                      <a:pt x="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119"/>
              <p:cNvSpPr>
                <a:spLocks/>
              </p:cNvSpPr>
              <p:nvPr/>
            </p:nvSpPr>
            <p:spPr bwMode="auto">
              <a:xfrm>
                <a:off x="6432550" y="3070225"/>
                <a:ext cx="38100" cy="76200"/>
              </a:xfrm>
              <a:custGeom>
                <a:avLst/>
                <a:gdLst>
                  <a:gd name="T0" fmla="*/ 12 w 12"/>
                  <a:gd name="T1" fmla="*/ 12 h 24"/>
                  <a:gd name="T2" fmla="*/ 0 w 12"/>
                  <a:gd name="T3" fmla="*/ 0 h 24"/>
                  <a:gd name="T4" fmla="*/ 0 w 12"/>
                  <a:gd name="T5" fmla="*/ 8 h 24"/>
                  <a:gd name="T6" fmla="*/ 4 w 12"/>
                  <a:gd name="T7" fmla="*/ 12 h 24"/>
                  <a:gd name="T8" fmla="*/ 0 w 12"/>
                  <a:gd name="T9" fmla="*/ 16 h 24"/>
                  <a:gd name="T10" fmla="*/ 0 w 12"/>
                  <a:gd name="T11" fmla="*/ 24 h 24"/>
                  <a:gd name="T12" fmla="*/ 12 w 12"/>
                  <a:gd name="T1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2" y="12"/>
                    </a:moveTo>
                    <a:cubicBezTo>
                      <a:pt x="12" y="5"/>
                      <a:pt x="7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8"/>
                      <a:pt x="4" y="10"/>
                      <a:pt x="4" y="12"/>
                    </a:cubicBezTo>
                    <a:cubicBezTo>
                      <a:pt x="4" y="14"/>
                      <a:pt x="2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" y="24"/>
                      <a:pt x="12" y="19"/>
                      <a:pt x="12" y="1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5" name="组合 204"/>
            <p:cNvGrpSpPr/>
            <p:nvPr/>
          </p:nvGrpSpPr>
          <p:grpSpPr>
            <a:xfrm>
              <a:off x="6900863" y="3016250"/>
              <a:ext cx="201612" cy="230188"/>
              <a:chOff x="6900863" y="3016250"/>
              <a:chExt cx="201612" cy="230188"/>
            </a:xfrm>
          </p:grpSpPr>
          <p:sp>
            <p:nvSpPr>
              <p:cNvPr id="120" name="Freeform 120"/>
              <p:cNvSpPr>
                <a:spLocks noEditPoints="1"/>
              </p:cNvSpPr>
              <p:nvPr/>
            </p:nvSpPr>
            <p:spPr bwMode="auto">
              <a:xfrm>
                <a:off x="6900863" y="3016250"/>
                <a:ext cx="138113" cy="230188"/>
              </a:xfrm>
              <a:custGeom>
                <a:avLst/>
                <a:gdLst>
                  <a:gd name="T0" fmla="*/ 36 w 44"/>
                  <a:gd name="T1" fmla="*/ 73 h 73"/>
                  <a:gd name="T2" fmla="*/ 30 w 44"/>
                  <a:gd name="T3" fmla="*/ 70 h 73"/>
                  <a:gd name="T4" fmla="*/ 18 w 44"/>
                  <a:gd name="T5" fmla="*/ 53 h 73"/>
                  <a:gd name="T6" fmla="*/ 8 w 44"/>
                  <a:gd name="T7" fmla="*/ 53 h 73"/>
                  <a:gd name="T8" fmla="*/ 0 w 44"/>
                  <a:gd name="T9" fmla="*/ 45 h 73"/>
                  <a:gd name="T10" fmla="*/ 0 w 44"/>
                  <a:gd name="T11" fmla="*/ 29 h 73"/>
                  <a:gd name="T12" fmla="*/ 8 w 44"/>
                  <a:gd name="T13" fmla="*/ 21 h 73"/>
                  <a:gd name="T14" fmla="*/ 18 w 44"/>
                  <a:gd name="T15" fmla="*/ 21 h 73"/>
                  <a:gd name="T16" fmla="*/ 30 w 44"/>
                  <a:gd name="T17" fmla="*/ 3 h 73"/>
                  <a:gd name="T18" fmla="*/ 39 w 44"/>
                  <a:gd name="T19" fmla="*/ 2 h 73"/>
                  <a:gd name="T20" fmla="*/ 44 w 44"/>
                  <a:gd name="T21" fmla="*/ 9 h 73"/>
                  <a:gd name="T22" fmla="*/ 44 w 44"/>
                  <a:gd name="T23" fmla="*/ 65 h 73"/>
                  <a:gd name="T24" fmla="*/ 39 w 44"/>
                  <a:gd name="T25" fmla="*/ 72 h 73"/>
                  <a:gd name="T26" fmla="*/ 36 w 44"/>
                  <a:gd name="T27" fmla="*/ 73 h 73"/>
                  <a:gd name="T28" fmla="*/ 8 w 44"/>
                  <a:gd name="T29" fmla="*/ 29 h 73"/>
                  <a:gd name="T30" fmla="*/ 8 w 44"/>
                  <a:gd name="T31" fmla="*/ 45 h 73"/>
                  <a:gd name="T32" fmla="*/ 22 w 44"/>
                  <a:gd name="T33" fmla="*/ 45 h 73"/>
                  <a:gd name="T34" fmla="*/ 36 w 44"/>
                  <a:gd name="T35" fmla="*/ 65 h 73"/>
                  <a:gd name="T36" fmla="*/ 36 w 44"/>
                  <a:gd name="T37" fmla="*/ 9 h 73"/>
                  <a:gd name="T38" fmla="*/ 22 w 44"/>
                  <a:gd name="T39" fmla="*/ 29 h 73"/>
                  <a:gd name="T40" fmla="*/ 8 w 44"/>
                  <a:gd name="T41" fmla="*/ 29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" h="73">
                    <a:moveTo>
                      <a:pt x="36" y="73"/>
                    </a:moveTo>
                    <a:cubicBezTo>
                      <a:pt x="34" y="73"/>
                      <a:pt x="32" y="72"/>
                      <a:pt x="30" y="70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4" y="53"/>
                      <a:pt x="0" y="49"/>
                      <a:pt x="0" y="4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5"/>
                      <a:pt x="4" y="21"/>
                      <a:pt x="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3" y="1"/>
                      <a:pt x="36" y="0"/>
                      <a:pt x="39" y="2"/>
                    </a:cubicBezTo>
                    <a:cubicBezTo>
                      <a:pt x="42" y="3"/>
                      <a:pt x="44" y="6"/>
                      <a:pt x="44" y="9"/>
                    </a:cubicBezTo>
                    <a:cubicBezTo>
                      <a:pt x="44" y="65"/>
                      <a:pt x="44" y="65"/>
                      <a:pt x="44" y="65"/>
                    </a:cubicBezTo>
                    <a:cubicBezTo>
                      <a:pt x="44" y="68"/>
                      <a:pt x="42" y="71"/>
                      <a:pt x="39" y="72"/>
                    </a:cubicBezTo>
                    <a:cubicBezTo>
                      <a:pt x="38" y="73"/>
                      <a:pt x="37" y="73"/>
                      <a:pt x="36" y="73"/>
                    </a:cubicBezTo>
                    <a:close/>
                    <a:moveTo>
                      <a:pt x="8" y="29"/>
                    </a:moveTo>
                    <a:cubicBezTo>
                      <a:pt x="8" y="45"/>
                      <a:pt x="8" y="45"/>
                      <a:pt x="8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36" y="65"/>
                      <a:pt x="36" y="65"/>
                      <a:pt x="36" y="65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22" y="29"/>
                      <a:pt x="22" y="29"/>
                      <a:pt x="22" y="29"/>
                    </a:cubicBezTo>
                    <a:lnTo>
                      <a:pt x="8" y="2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121"/>
              <p:cNvSpPr>
                <a:spLocks/>
              </p:cNvSpPr>
              <p:nvPr/>
            </p:nvSpPr>
            <p:spPr bwMode="auto">
              <a:xfrm>
                <a:off x="7064375" y="3095625"/>
                <a:ext cx="38100" cy="76200"/>
              </a:xfrm>
              <a:custGeom>
                <a:avLst/>
                <a:gdLst>
                  <a:gd name="T0" fmla="*/ 0 w 12"/>
                  <a:gd name="T1" fmla="*/ 24 h 24"/>
                  <a:gd name="T2" fmla="*/ 0 w 12"/>
                  <a:gd name="T3" fmla="*/ 16 h 24"/>
                  <a:gd name="T4" fmla="*/ 4 w 12"/>
                  <a:gd name="T5" fmla="*/ 12 h 24"/>
                  <a:gd name="T6" fmla="*/ 0 w 12"/>
                  <a:gd name="T7" fmla="*/ 8 h 24"/>
                  <a:gd name="T8" fmla="*/ 0 w 12"/>
                  <a:gd name="T9" fmla="*/ 0 h 24"/>
                  <a:gd name="T10" fmla="*/ 12 w 12"/>
                  <a:gd name="T11" fmla="*/ 12 h 24"/>
                  <a:gd name="T12" fmla="*/ 0 w 12"/>
                  <a:gd name="T1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0" y="24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" y="16"/>
                      <a:pt x="4" y="14"/>
                      <a:pt x="4" y="12"/>
                    </a:cubicBezTo>
                    <a:cubicBezTo>
                      <a:pt x="4" y="10"/>
                      <a:pt x="2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0"/>
                      <a:pt x="12" y="5"/>
                      <a:pt x="12" y="12"/>
                    </a:cubicBezTo>
                    <a:cubicBezTo>
                      <a:pt x="12" y="19"/>
                      <a:pt x="7" y="24"/>
                      <a:pt x="0" y="2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3" name="组合 202"/>
            <p:cNvGrpSpPr/>
            <p:nvPr/>
          </p:nvGrpSpPr>
          <p:grpSpPr>
            <a:xfrm>
              <a:off x="5067300" y="2987675"/>
              <a:ext cx="228600" cy="271463"/>
              <a:chOff x="5067300" y="2987675"/>
              <a:chExt cx="228600" cy="271463"/>
            </a:xfrm>
          </p:grpSpPr>
          <p:sp>
            <p:nvSpPr>
              <p:cNvPr id="122" name="Freeform 122"/>
              <p:cNvSpPr>
                <a:spLocks noEditPoints="1"/>
              </p:cNvSpPr>
              <p:nvPr/>
            </p:nvSpPr>
            <p:spPr bwMode="auto">
              <a:xfrm>
                <a:off x="5067300" y="2987675"/>
                <a:ext cx="228600" cy="271463"/>
              </a:xfrm>
              <a:custGeom>
                <a:avLst/>
                <a:gdLst>
                  <a:gd name="T0" fmla="*/ 70 w 72"/>
                  <a:gd name="T1" fmla="*/ 41 h 86"/>
                  <a:gd name="T2" fmla="*/ 49 w 72"/>
                  <a:gd name="T3" fmla="*/ 4 h 86"/>
                  <a:gd name="T4" fmla="*/ 44 w 72"/>
                  <a:gd name="T5" fmla="*/ 0 h 86"/>
                  <a:gd name="T6" fmla="*/ 38 w 72"/>
                  <a:gd name="T7" fmla="*/ 3 h 86"/>
                  <a:gd name="T8" fmla="*/ 19 w 72"/>
                  <a:gd name="T9" fmla="*/ 32 h 86"/>
                  <a:gd name="T10" fmla="*/ 18 w 72"/>
                  <a:gd name="T11" fmla="*/ 39 h 86"/>
                  <a:gd name="T12" fmla="*/ 23 w 72"/>
                  <a:gd name="T13" fmla="*/ 43 h 86"/>
                  <a:gd name="T14" fmla="*/ 64 w 72"/>
                  <a:gd name="T15" fmla="*/ 49 h 86"/>
                  <a:gd name="T16" fmla="*/ 64 w 72"/>
                  <a:gd name="T17" fmla="*/ 50 h 86"/>
                  <a:gd name="T18" fmla="*/ 64 w 72"/>
                  <a:gd name="T19" fmla="*/ 66 h 86"/>
                  <a:gd name="T20" fmla="*/ 4 w 72"/>
                  <a:gd name="T21" fmla="*/ 66 h 86"/>
                  <a:gd name="T22" fmla="*/ 0 w 72"/>
                  <a:gd name="T23" fmla="*/ 70 h 86"/>
                  <a:gd name="T24" fmla="*/ 0 w 72"/>
                  <a:gd name="T25" fmla="*/ 82 h 86"/>
                  <a:gd name="T26" fmla="*/ 4 w 72"/>
                  <a:gd name="T27" fmla="*/ 86 h 86"/>
                  <a:gd name="T28" fmla="*/ 52 w 72"/>
                  <a:gd name="T29" fmla="*/ 86 h 86"/>
                  <a:gd name="T30" fmla="*/ 56 w 72"/>
                  <a:gd name="T31" fmla="*/ 82 h 86"/>
                  <a:gd name="T32" fmla="*/ 56 w 72"/>
                  <a:gd name="T33" fmla="*/ 74 h 86"/>
                  <a:gd name="T34" fmla="*/ 64 w 72"/>
                  <a:gd name="T35" fmla="*/ 74 h 86"/>
                  <a:gd name="T36" fmla="*/ 72 w 72"/>
                  <a:gd name="T37" fmla="*/ 66 h 86"/>
                  <a:gd name="T38" fmla="*/ 72 w 72"/>
                  <a:gd name="T39" fmla="*/ 50 h 86"/>
                  <a:gd name="T40" fmla="*/ 70 w 72"/>
                  <a:gd name="T41" fmla="*/ 41 h 86"/>
                  <a:gd name="T42" fmla="*/ 27 w 72"/>
                  <a:gd name="T43" fmla="*/ 35 h 86"/>
                  <a:gd name="T44" fmla="*/ 44 w 72"/>
                  <a:gd name="T45" fmla="*/ 10 h 86"/>
                  <a:gd name="T46" fmla="*/ 61 w 72"/>
                  <a:gd name="T47" fmla="*/ 41 h 86"/>
                  <a:gd name="T48" fmla="*/ 27 w 72"/>
                  <a:gd name="T49" fmla="*/ 35 h 86"/>
                  <a:gd name="T50" fmla="*/ 48 w 72"/>
                  <a:gd name="T51" fmla="*/ 78 h 86"/>
                  <a:gd name="T52" fmla="*/ 8 w 72"/>
                  <a:gd name="T53" fmla="*/ 78 h 86"/>
                  <a:gd name="T54" fmla="*/ 8 w 72"/>
                  <a:gd name="T55" fmla="*/ 74 h 86"/>
                  <a:gd name="T56" fmla="*/ 48 w 72"/>
                  <a:gd name="T57" fmla="*/ 74 h 86"/>
                  <a:gd name="T58" fmla="*/ 48 w 72"/>
                  <a:gd name="T59" fmla="*/ 7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2" h="86">
                    <a:moveTo>
                      <a:pt x="70" y="41"/>
                    </a:moveTo>
                    <a:cubicBezTo>
                      <a:pt x="49" y="4"/>
                      <a:pt x="49" y="4"/>
                      <a:pt x="49" y="4"/>
                    </a:cubicBezTo>
                    <a:cubicBezTo>
                      <a:pt x="48" y="1"/>
                      <a:pt x="46" y="0"/>
                      <a:pt x="44" y="0"/>
                    </a:cubicBezTo>
                    <a:cubicBezTo>
                      <a:pt x="42" y="0"/>
                      <a:pt x="40" y="1"/>
                      <a:pt x="38" y="3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4"/>
                      <a:pt x="17" y="37"/>
                      <a:pt x="18" y="39"/>
                    </a:cubicBezTo>
                    <a:cubicBezTo>
                      <a:pt x="19" y="41"/>
                      <a:pt x="21" y="42"/>
                      <a:pt x="23" y="43"/>
                    </a:cubicBezTo>
                    <a:cubicBezTo>
                      <a:pt x="64" y="49"/>
                      <a:pt x="64" y="49"/>
                      <a:pt x="64" y="49"/>
                    </a:cubicBezTo>
                    <a:cubicBezTo>
                      <a:pt x="64" y="50"/>
                      <a:pt x="64" y="50"/>
                      <a:pt x="64" y="50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2" y="66"/>
                      <a:pt x="0" y="68"/>
                      <a:pt x="0" y="7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4"/>
                      <a:pt x="2" y="86"/>
                      <a:pt x="4" y="86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4" y="86"/>
                      <a:pt x="56" y="84"/>
                      <a:pt x="56" y="8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8" y="74"/>
                      <a:pt x="72" y="70"/>
                      <a:pt x="72" y="66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7"/>
                      <a:pt x="71" y="43"/>
                      <a:pt x="70" y="41"/>
                    </a:cubicBezTo>
                    <a:close/>
                    <a:moveTo>
                      <a:pt x="27" y="35"/>
                    </a:moveTo>
                    <a:cubicBezTo>
                      <a:pt x="44" y="10"/>
                      <a:pt x="44" y="10"/>
                      <a:pt x="44" y="10"/>
                    </a:cubicBezTo>
                    <a:cubicBezTo>
                      <a:pt x="61" y="41"/>
                      <a:pt x="61" y="41"/>
                      <a:pt x="61" y="41"/>
                    </a:cubicBezTo>
                    <a:lnTo>
                      <a:pt x="27" y="35"/>
                    </a:lnTo>
                    <a:close/>
                    <a:moveTo>
                      <a:pt x="48" y="78"/>
                    </a:moveTo>
                    <a:cubicBezTo>
                      <a:pt x="8" y="78"/>
                      <a:pt x="8" y="78"/>
                      <a:pt x="8" y="78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48" y="74"/>
                      <a:pt x="48" y="74"/>
                      <a:pt x="48" y="74"/>
                    </a:cubicBezTo>
                    <a:lnTo>
                      <a:pt x="48" y="7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Rectangle 123"/>
              <p:cNvSpPr>
                <a:spLocks noChangeArrowheads="1"/>
              </p:cNvSpPr>
              <p:nvPr/>
            </p:nvSpPr>
            <p:spPr bwMode="auto">
              <a:xfrm>
                <a:off x="5092700" y="3159125"/>
                <a:ext cx="1270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4" name="Freeform 124"/>
            <p:cNvSpPr>
              <a:spLocks noEditPoints="1"/>
            </p:cNvSpPr>
            <p:nvPr/>
          </p:nvSpPr>
          <p:spPr bwMode="auto">
            <a:xfrm>
              <a:off x="5673725" y="3006725"/>
              <a:ext cx="215900" cy="227013"/>
            </a:xfrm>
            <a:custGeom>
              <a:avLst/>
              <a:gdLst>
                <a:gd name="T0" fmla="*/ 66 w 68"/>
                <a:gd name="T1" fmla="*/ 1 h 72"/>
                <a:gd name="T2" fmla="*/ 63 w 68"/>
                <a:gd name="T3" fmla="*/ 0 h 72"/>
                <a:gd name="T4" fmla="*/ 23 w 68"/>
                <a:gd name="T5" fmla="*/ 16 h 72"/>
                <a:gd name="T6" fmla="*/ 20 w 68"/>
                <a:gd name="T7" fmla="*/ 20 h 72"/>
                <a:gd name="T8" fmla="*/ 20 w 68"/>
                <a:gd name="T9" fmla="*/ 45 h 72"/>
                <a:gd name="T10" fmla="*/ 14 w 68"/>
                <a:gd name="T11" fmla="*/ 44 h 72"/>
                <a:gd name="T12" fmla="*/ 0 w 68"/>
                <a:gd name="T13" fmla="*/ 58 h 72"/>
                <a:gd name="T14" fmla="*/ 14 w 68"/>
                <a:gd name="T15" fmla="*/ 72 h 72"/>
                <a:gd name="T16" fmla="*/ 28 w 68"/>
                <a:gd name="T17" fmla="*/ 58 h 72"/>
                <a:gd name="T18" fmla="*/ 28 w 68"/>
                <a:gd name="T19" fmla="*/ 23 h 72"/>
                <a:gd name="T20" fmla="*/ 60 w 68"/>
                <a:gd name="T21" fmla="*/ 10 h 72"/>
                <a:gd name="T22" fmla="*/ 60 w 68"/>
                <a:gd name="T23" fmla="*/ 33 h 72"/>
                <a:gd name="T24" fmla="*/ 54 w 68"/>
                <a:gd name="T25" fmla="*/ 32 h 72"/>
                <a:gd name="T26" fmla="*/ 40 w 68"/>
                <a:gd name="T27" fmla="*/ 46 h 72"/>
                <a:gd name="T28" fmla="*/ 54 w 68"/>
                <a:gd name="T29" fmla="*/ 60 h 72"/>
                <a:gd name="T30" fmla="*/ 68 w 68"/>
                <a:gd name="T31" fmla="*/ 46 h 72"/>
                <a:gd name="T32" fmla="*/ 68 w 68"/>
                <a:gd name="T33" fmla="*/ 4 h 72"/>
                <a:gd name="T34" fmla="*/ 66 w 68"/>
                <a:gd name="T35" fmla="*/ 1 h 72"/>
                <a:gd name="T36" fmla="*/ 14 w 68"/>
                <a:gd name="T37" fmla="*/ 64 h 72"/>
                <a:gd name="T38" fmla="*/ 8 w 68"/>
                <a:gd name="T39" fmla="*/ 58 h 72"/>
                <a:gd name="T40" fmla="*/ 14 w 68"/>
                <a:gd name="T41" fmla="*/ 52 h 72"/>
                <a:gd name="T42" fmla="*/ 20 w 68"/>
                <a:gd name="T43" fmla="*/ 58 h 72"/>
                <a:gd name="T44" fmla="*/ 14 w 68"/>
                <a:gd name="T45" fmla="*/ 64 h 72"/>
                <a:gd name="T46" fmla="*/ 54 w 68"/>
                <a:gd name="T47" fmla="*/ 52 h 72"/>
                <a:gd name="T48" fmla="*/ 48 w 68"/>
                <a:gd name="T49" fmla="*/ 46 h 72"/>
                <a:gd name="T50" fmla="*/ 54 w 68"/>
                <a:gd name="T51" fmla="*/ 40 h 72"/>
                <a:gd name="T52" fmla="*/ 60 w 68"/>
                <a:gd name="T53" fmla="*/ 46 h 72"/>
                <a:gd name="T54" fmla="*/ 54 w 68"/>
                <a:gd name="T55" fmla="*/ 5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72">
                  <a:moveTo>
                    <a:pt x="66" y="1"/>
                  </a:moveTo>
                  <a:cubicBezTo>
                    <a:pt x="65" y="0"/>
                    <a:pt x="64" y="0"/>
                    <a:pt x="63" y="0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1" y="17"/>
                    <a:pt x="20" y="18"/>
                    <a:pt x="20" y="20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8" y="45"/>
                    <a:pt x="16" y="44"/>
                    <a:pt x="14" y="44"/>
                  </a:cubicBezTo>
                  <a:cubicBezTo>
                    <a:pt x="6" y="44"/>
                    <a:pt x="0" y="50"/>
                    <a:pt x="0" y="58"/>
                  </a:cubicBezTo>
                  <a:cubicBezTo>
                    <a:pt x="0" y="66"/>
                    <a:pt x="6" y="72"/>
                    <a:pt x="14" y="72"/>
                  </a:cubicBezTo>
                  <a:cubicBezTo>
                    <a:pt x="22" y="72"/>
                    <a:pt x="28" y="66"/>
                    <a:pt x="28" y="58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58" y="33"/>
                    <a:pt x="56" y="32"/>
                    <a:pt x="54" y="32"/>
                  </a:cubicBezTo>
                  <a:cubicBezTo>
                    <a:pt x="46" y="32"/>
                    <a:pt x="40" y="38"/>
                    <a:pt x="40" y="46"/>
                  </a:cubicBezTo>
                  <a:cubicBezTo>
                    <a:pt x="40" y="54"/>
                    <a:pt x="46" y="60"/>
                    <a:pt x="54" y="60"/>
                  </a:cubicBezTo>
                  <a:cubicBezTo>
                    <a:pt x="62" y="60"/>
                    <a:pt x="68" y="54"/>
                    <a:pt x="68" y="46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3"/>
                    <a:pt x="67" y="1"/>
                    <a:pt x="66" y="1"/>
                  </a:cubicBezTo>
                  <a:close/>
                  <a:moveTo>
                    <a:pt x="14" y="64"/>
                  </a:moveTo>
                  <a:cubicBezTo>
                    <a:pt x="11" y="64"/>
                    <a:pt x="8" y="61"/>
                    <a:pt x="8" y="58"/>
                  </a:cubicBezTo>
                  <a:cubicBezTo>
                    <a:pt x="8" y="55"/>
                    <a:pt x="11" y="52"/>
                    <a:pt x="14" y="52"/>
                  </a:cubicBezTo>
                  <a:cubicBezTo>
                    <a:pt x="17" y="52"/>
                    <a:pt x="20" y="55"/>
                    <a:pt x="20" y="58"/>
                  </a:cubicBezTo>
                  <a:cubicBezTo>
                    <a:pt x="20" y="61"/>
                    <a:pt x="17" y="64"/>
                    <a:pt x="14" y="64"/>
                  </a:cubicBezTo>
                  <a:close/>
                  <a:moveTo>
                    <a:pt x="54" y="52"/>
                  </a:moveTo>
                  <a:cubicBezTo>
                    <a:pt x="51" y="52"/>
                    <a:pt x="48" y="49"/>
                    <a:pt x="48" y="46"/>
                  </a:cubicBezTo>
                  <a:cubicBezTo>
                    <a:pt x="48" y="43"/>
                    <a:pt x="51" y="40"/>
                    <a:pt x="54" y="40"/>
                  </a:cubicBezTo>
                  <a:cubicBezTo>
                    <a:pt x="57" y="40"/>
                    <a:pt x="60" y="43"/>
                    <a:pt x="60" y="46"/>
                  </a:cubicBezTo>
                  <a:cubicBezTo>
                    <a:pt x="60" y="49"/>
                    <a:pt x="57" y="52"/>
                    <a:pt x="54" y="5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6" name="组合 205"/>
            <p:cNvGrpSpPr/>
            <p:nvPr/>
          </p:nvGrpSpPr>
          <p:grpSpPr>
            <a:xfrm>
              <a:off x="7497763" y="3016250"/>
              <a:ext cx="233363" cy="239713"/>
              <a:chOff x="7497763" y="3016250"/>
              <a:chExt cx="233363" cy="239713"/>
            </a:xfrm>
          </p:grpSpPr>
          <p:sp>
            <p:nvSpPr>
              <p:cNvPr id="125" name="Freeform 125"/>
              <p:cNvSpPr>
                <a:spLocks noEditPoints="1"/>
              </p:cNvSpPr>
              <p:nvPr/>
            </p:nvSpPr>
            <p:spPr bwMode="auto">
              <a:xfrm>
                <a:off x="7497763" y="3022600"/>
                <a:ext cx="233363" cy="233363"/>
              </a:xfrm>
              <a:custGeom>
                <a:avLst/>
                <a:gdLst>
                  <a:gd name="T0" fmla="*/ 74 w 74"/>
                  <a:gd name="T1" fmla="*/ 6 h 74"/>
                  <a:gd name="T2" fmla="*/ 68 w 74"/>
                  <a:gd name="T3" fmla="*/ 0 h 74"/>
                  <a:gd name="T4" fmla="*/ 0 w 74"/>
                  <a:gd name="T5" fmla="*/ 68 h 74"/>
                  <a:gd name="T6" fmla="*/ 6 w 74"/>
                  <a:gd name="T7" fmla="*/ 74 h 74"/>
                  <a:gd name="T8" fmla="*/ 27 w 74"/>
                  <a:gd name="T9" fmla="*/ 53 h 74"/>
                  <a:gd name="T10" fmla="*/ 37 w 74"/>
                  <a:gd name="T11" fmla="*/ 68 h 74"/>
                  <a:gd name="T12" fmla="*/ 43 w 74"/>
                  <a:gd name="T13" fmla="*/ 71 h 74"/>
                  <a:gd name="T14" fmla="*/ 46 w 74"/>
                  <a:gd name="T15" fmla="*/ 70 h 74"/>
                  <a:gd name="T16" fmla="*/ 51 w 74"/>
                  <a:gd name="T17" fmla="*/ 63 h 74"/>
                  <a:gd name="T18" fmla="*/ 51 w 74"/>
                  <a:gd name="T19" fmla="*/ 29 h 74"/>
                  <a:gd name="T20" fmla="*/ 74 w 74"/>
                  <a:gd name="T21" fmla="*/ 6 h 74"/>
                  <a:gd name="T22" fmla="*/ 43 w 74"/>
                  <a:gd name="T23" fmla="*/ 63 h 74"/>
                  <a:gd name="T24" fmla="*/ 32 w 74"/>
                  <a:gd name="T25" fmla="*/ 47 h 74"/>
                  <a:gd name="T26" fmla="*/ 43 w 74"/>
                  <a:gd name="T27" fmla="*/ 37 h 74"/>
                  <a:gd name="T28" fmla="*/ 43 w 74"/>
                  <a:gd name="T29" fmla="*/ 6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" h="74">
                    <a:moveTo>
                      <a:pt x="74" y="6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27" y="53"/>
                      <a:pt x="27" y="53"/>
                      <a:pt x="27" y="53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9" y="70"/>
                      <a:pt x="41" y="71"/>
                      <a:pt x="43" y="71"/>
                    </a:cubicBezTo>
                    <a:cubicBezTo>
                      <a:pt x="44" y="71"/>
                      <a:pt x="45" y="71"/>
                      <a:pt x="46" y="70"/>
                    </a:cubicBezTo>
                    <a:cubicBezTo>
                      <a:pt x="49" y="69"/>
                      <a:pt x="51" y="66"/>
                      <a:pt x="51" y="63"/>
                    </a:cubicBezTo>
                    <a:cubicBezTo>
                      <a:pt x="51" y="29"/>
                      <a:pt x="51" y="29"/>
                      <a:pt x="51" y="29"/>
                    </a:cubicBezTo>
                    <a:lnTo>
                      <a:pt x="74" y="6"/>
                    </a:lnTo>
                    <a:close/>
                    <a:moveTo>
                      <a:pt x="43" y="63"/>
                    </a:moveTo>
                    <a:cubicBezTo>
                      <a:pt x="32" y="47"/>
                      <a:pt x="32" y="47"/>
                      <a:pt x="32" y="47"/>
                    </a:cubicBezTo>
                    <a:cubicBezTo>
                      <a:pt x="43" y="37"/>
                      <a:pt x="43" y="37"/>
                      <a:pt x="43" y="37"/>
                    </a:cubicBezTo>
                    <a:lnTo>
                      <a:pt x="43" y="63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26"/>
              <p:cNvSpPr>
                <a:spLocks/>
              </p:cNvSpPr>
              <p:nvPr/>
            </p:nvSpPr>
            <p:spPr bwMode="auto">
              <a:xfrm>
                <a:off x="7519988" y="3016250"/>
                <a:ext cx="138113" cy="158750"/>
              </a:xfrm>
              <a:custGeom>
                <a:avLst/>
                <a:gdLst>
                  <a:gd name="T0" fmla="*/ 8 w 44"/>
                  <a:gd name="T1" fmla="*/ 44 h 50"/>
                  <a:gd name="T2" fmla="*/ 8 w 44"/>
                  <a:gd name="T3" fmla="*/ 29 h 50"/>
                  <a:gd name="T4" fmla="*/ 22 w 44"/>
                  <a:gd name="T5" fmla="*/ 29 h 50"/>
                  <a:gd name="T6" fmla="*/ 36 w 44"/>
                  <a:gd name="T7" fmla="*/ 9 h 50"/>
                  <a:gd name="T8" fmla="*/ 36 w 44"/>
                  <a:gd name="T9" fmla="*/ 16 h 50"/>
                  <a:gd name="T10" fmla="*/ 44 w 44"/>
                  <a:gd name="T11" fmla="*/ 8 h 50"/>
                  <a:gd name="T12" fmla="*/ 39 w 44"/>
                  <a:gd name="T13" fmla="*/ 2 h 50"/>
                  <a:gd name="T14" fmla="*/ 30 w 44"/>
                  <a:gd name="T15" fmla="*/ 3 h 50"/>
                  <a:gd name="T16" fmla="*/ 18 w 44"/>
                  <a:gd name="T17" fmla="*/ 21 h 50"/>
                  <a:gd name="T18" fmla="*/ 8 w 44"/>
                  <a:gd name="T19" fmla="*/ 21 h 50"/>
                  <a:gd name="T20" fmla="*/ 0 w 44"/>
                  <a:gd name="T21" fmla="*/ 29 h 50"/>
                  <a:gd name="T22" fmla="*/ 0 w 44"/>
                  <a:gd name="T23" fmla="*/ 45 h 50"/>
                  <a:gd name="T24" fmla="*/ 2 w 44"/>
                  <a:gd name="T25" fmla="*/ 50 h 50"/>
                  <a:gd name="T26" fmla="*/ 8 w 44"/>
                  <a:gd name="T27" fmla="*/ 4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50">
                    <a:moveTo>
                      <a:pt x="8" y="44"/>
                    </a:moveTo>
                    <a:cubicBezTo>
                      <a:pt x="8" y="29"/>
                      <a:pt x="8" y="29"/>
                      <a:pt x="8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5"/>
                      <a:pt x="42" y="3"/>
                      <a:pt x="39" y="2"/>
                    </a:cubicBezTo>
                    <a:cubicBezTo>
                      <a:pt x="36" y="0"/>
                      <a:pt x="33" y="1"/>
                      <a:pt x="30" y="3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4" y="21"/>
                      <a:pt x="0" y="25"/>
                      <a:pt x="0" y="29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7"/>
                      <a:pt x="1" y="49"/>
                      <a:pt x="2" y="50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7" name="组合 206"/>
            <p:cNvGrpSpPr/>
            <p:nvPr/>
          </p:nvGrpSpPr>
          <p:grpSpPr>
            <a:xfrm>
              <a:off x="8088313" y="3016250"/>
              <a:ext cx="265112" cy="230188"/>
              <a:chOff x="8088313" y="3016250"/>
              <a:chExt cx="265112" cy="230188"/>
            </a:xfrm>
          </p:grpSpPr>
          <p:sp>
            <p:nvSpPr>
              <p:cNvPr id="127" name="Freeform 127"/>
              <p:cNvSpPr>
                <a:spLocks noEditPoints="1"/>
              </p:cNvSpPr>
              <p:nvPr/>
            </p:nvSpPr>
            <p:spPr bwMode="auto">
              <a:xfrm>
                <a:off x="8088313" y="3016250"/>
                <a:ext cx="138113" cy="230188"/>
              </a:xfrm>
              <a:custGeom>
                <a:avLst/>
                <a:gdLst>
                  <a:gd name="T0" fmla="*/ 39 w 44"/>
                  <a:gd name="T1" fmla="*/ 2 h 73"/>
                  <a:gd name="T2" fmla="*/ 30 w 44"/>
                  <a:gd name="T3" fmla="*/ 3 h 73"/>
                  <a:gd name="T4" fmla="*/ 18 w 44"/>
                  <a:gd name="T5" fmla="*/ 21 h 73"/>
                  <a:gd name="T6" fmla="*/ 8 w 44"/>
                  <a:gd name="T7" fmla="*/ 21 h 73"/>
                  <a:gd name="T8" fmla="*/ 0 w 44"/>
                  <a:gd name="T9" fmla="*/ 29 h 73"/>
                  <a:gd name="T10" fmla="*/ 0 w 44"/>
                  <a:gd name="T11" fmla="*/ 45 h 73"/>
                  <a:gd name="T12" fmla="*/ 8 w 44"/>
                  <a:gd name="T13" fmla="*/ 53 h 73"/>
                  <a:gd name="T14" fmla="*/ 18 w 44"/>
                  <a:gd name="T15" fmla="*/ 53 h 73"/>
                  <a:gd name="T16" fmla="*/ 30 w 44"/>
                  <a:gd name="T17" fmla="*/ 70 h 73"/>
                  <a:gd name="T18" fmla="*/ 36 w 44"/>
                  <a:gd name="T19" fmla="*/ 73 h 73"/>
                  <a:gd name="T20" fmla="*/ 39 w 44"/>
                  <a:gd name="T21" fmla="*/ 72 h 73"/>
                  <a:gd name="T22" fmla="*/ 44 w 44"/>
                  <a:gd name="T23" fmla="*/ 65 h 73"/>
                  <a:gd name="T24" fmla="*/ 44 w 44"/>
                  <a:gd name="T25" fmla="*/ 9 h 73"/>
                  <a:gd name="T26" fmla="*/ 39 w 44"/>
                  <a:gd name="T27" fmla="*/ 2 h 73"/>
                  <a:gd name="T28" fmla="*/ 22 w 44"/>
                  <a:gd name="T29" fmla="*/ 45 h 73"/>
                  <a:gd name="T30" fmla="*/ 8 w 44"/>
                  <a:gd name="T31" fmla="*/ 45 h 73"/>
                  <a:gd name="T32" fmla="*/ 8 w 44"/>
                  <a:gd name="T33" fmla="*/ 29 h 73"/>
                  <a:gd name="T34" fmla="*/ 22 w 44"/>
                  <a:gd name="T35" fmla="*/ 29 h 73"/>
                  <a:gd name="T36" fmla="*/ 36 w 44"/>
                  <a:gd name="T37" fmla="*/ 9 h 73"/>
                  <a:gd name="T38" fmla="*/ 36 w 44"/>
                  <a:gd name="T39" fmla="*/ 65 h 73"/>
                  <a:gd name="T40" fmla="*/ 22 w 44"/>
                  <a:gd name="T41" fmla="*/ 4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" h="73">
                    <a:moveTo>
                      <a:pt x="39" y="2"/>
                    </a:moveTo>
                    <a:cubicBezTo>
                      <a:pt x="36" y="0"/>
                      <a:pt x="33" y="1"/>
                      <a:pt x="30" y="3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4" y="21"/>
                      <a:pt x="0" y="25"/>
                      <a:pt x="0" y="29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9"/>
                      <a:pt x="4" y="53"/>
                      <a:pt x="8" y="53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2" y="72"/>
                      <a:pt x="34" y="73"/>
                      <a:pt x="36" y="73"/>
                    </a:cubicBezTo>
                    <a:cubicBezTo>
                      <a:pt x="37" y="73"/>
                      <a:pt x="38" y="73"/>
                      <a:pt x="39" y="72"/>
                    </a:cubicBezTo>
                    <a:cubicBezTo>
                      <a:pt x="42" y="71"/>
                      <a:pt x="44" y="68"/>
                      <a:pt x="44" y="65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4" y="6"/>
                      <a:pt x="42" y="3"/>
                      <a:pt x="39" y="2"/>
                    </a:cubicBezTo>
                    <a:close/>
                    <a:moveTo>
                      <a:pt x="22" y="45"/>
                    </a:moveTo>
                    <a:cubicBezTo>
                      <a:pt x="8" y="45"/>
                      <a:pt x="8" y="45"/>
                      <a:pt x="8" y="4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65"/>
                      <a:pt x="36" y="65"/>
                      <a:pt x="36" y="65"/>
                    </a:cubicBezTo>
                    <a:lnTo>
                      <a:pt x="22" y="45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128"/>
              <p:cNvSpPr>
                <a:spLocks/>
              </p:cNvSpPr>
              <p:nvPr/>
            </p:nvSpPr>
            <p:spPr bwMode="auto">
              <a:xfrm>
                <a:off x="8251825" y="3082925"/>
                <a:ext cx="101600" cy="101600"/>
              </a:xfrm>
              <a:custGeom>
                <a:avLst/>
                <a:gdLst>
                  <a:gd name="T0" fmla="*/ 64 w 64"/>
                  <a:gd name="T1" fmla="*/ 24 h 64"/>
                  <a:gd name="T2" fmla="*/ 40 w 64"/>
                  <a:gd name="T3" fmla="*/ 24 h 64"/>
                  <a:gd name="T4" fmla="*/ 40 w 64"/>
                  <a:gd name="T5" fmla="*/ 0 h 64"/>
                  <a:gd name="T6" fmla="*/ 24 w 64"/>
                  <a:gd name="T7" fmla="*/ 0 h 64"/>
                  <a:gd name="T8" fmla="*/ 24 w 64"/>
                  <a:gd name="T9" fmla="*/ 24 h 64"/>
                  <a:gd name="T10" fmla="*/ 0 w 64"/>
                  <a:gd name="T11" fmla="*/ 24 h 64"/>
                  <a:gd name="T12" fmla="*/ 0 w 64"/>
                  <a:gd name="T13" fmla="*/ 40 h 64"/>
                  <a:gd name="T14" fmla="*/ 24 w 64"/>
                  <a:gd name="T15" fmla="*/ 40 h 64"/>
                  <a:gd name="T16" fmla="*/ 24 w 64"/>
                  <a:gd name="T17" fmla="*/ 64 h 64"/>
                  <a:gd name="T18" fmla="*/ 40 w 64"/>
                  <a:gd name="T19" fmla="*/ 64 h 64"/>
                  <a:gd name="T20" fmla="*/ 40 w 64"/>
                  <a:gd name="T21" fmla="*/ 40 h 64"/>
                  <a:gd name="T22" fmla="*/ 64 w 64"/>
                  <a:gd name="T23" fmla="*/ 40 h 64"/>
                  <a:gd name="T24" fmla="*/ 64 w 64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64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8" name="组合 207"/>
            <p:cNvGrpSpPr/>
            <p:nvPr/>
          </p:nvGrpSpPr>
          <p:grpSpPr>
            <a:xfrm>
              <a:off x="8694738" y="3016250"/>
              <a:ext cx="265112" cy="230188"/>
              <a:chOff x="8694738" y="3016250"/>
              <a:chExt cx="265112" cy="230188"/>
            </a:xfrm>
          </p:grpSpPr>
          <p:sp>
            <p:nvSpPr>
              <p:cNvPr id="129" name="Freeform 129"/>
              <p:cNvSpPr>
                <a:spLocks noEditPoints="1"/>
              </p:cNvSpPr>
              <p:nvPr/>
            </p:nvSpPr>
            <p:spPr bwMode="auto">
              <a:xfrm>
                <a:off x="8694738" y="3016250"/>
                <a:ext cx="138113" cy="230188"/>
              </a:xfrm>
              <a:custGeom>
                <a:avLst/>
                <a:gdLst>
                  <a:gd name="T0" fmla="*/ 39 w 44"/>
                  <a:gd name="T1" fmla="*/ 2 h 73"/>
                  <a:gd name="T2" fmla="*/ 30 w 44"/>
                  <a:gd name="T3" fmla="*/ 3 h 73"/>
                  <a:gd name="T4" fmla="*/ 18 w 44"/>
                  <a:gd name="T5" fmla="*/ 21 h 73"/>
                  <a:gd name="T6" fmla="*/ 8 w 44"/>
                  <a:gd name="T7" fmla="*/ 21 h 73"/>
                  <a:gd name="T8" fmla="*/ 0 w 44"/>
                  <a:gd name="T9" fmla="*/ 29 h 73"/>
                  <a:gd name="T10" fmla="*/ 0 w 44"/>
                  <a:gd name="T11" fmla="*/ 45 h 73"/>
                  <a:gd name="T12" fmla="*/ 8 w 44"/>
                  <a:gd name="T13" fmla="*/ 53 h 73"/>
                  <a:gd name="T14" fmla="*/ 18 w 44"/>
                  <a:gd name="T15" fmla="*/ 53 h 73"/>
                  <a:gd name="T16" fmla="*/ 30 w 44"/>
                  <a:gd name="T17" fmla="*/ 70 h 73"/>
                  <a:gd name="T18" fmla="*/ 36 w 44"/>
                  <a:gd name="T19" fmla="*/ 73 h 73"/>
                  <a:gd name="T20" fmla="*/ 39 w 44"/>
                  <a:gd name="T21" fmla="*/ 72 h 73"/>
                  <a:gd name="T22" fmla="*/ 44 w 44"/>
                  <a:gd name="T23" fmla="*/ 65 h 73"/>
                  <a:gd name="T24" fmla="*/ 44 w 44"/>
                  <a:gd name="T25" fmla="*/ 9 h 73"/>
                  <a:gd name="T26" fmla="*/ 39 w 44"/>
                  <a:gd name="T27" fmla="*/ 2 h 73"/>
                  <a:gd name="T28" fmla="*/ 22 w 44"/>
                  <a:gd name="T29" fmla="*/ 45 h 73"/>
                  <a:gd name="T30" fmla="*/ 8 w 44"/>
                  <a:gd name="T31" fmla="*/ 45 h 73"/>
                  <a:gd name="T32" fmla="*/ 8 w 44"/>
                  <a:gd name="T33" fmla="*/ 29 h 73"/>
                  <a:gd name="T34" fmla="*/ 22 w 44"/>
                  <a:gd name="T35" fmla="*/ 29 h 73"/>
                  <a:gd name="T36" fmla="*/ 36 w 44"/>
                  <a:gd name="T37" fmla="*/ 9 h 73"/>
                  <a:gd name="T38" fmla="*/ 36 w 44"/>
                  <a:gd name="T39" fmla="*/ 65 h 73"/>
                  <a:gd name="T40" fmla="*/ 22 w 44"/>
                  <a:gd name="T41" fmla="*/ 4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" h="73">
                    <a:moveTo>
                      <a:pt x="39" y="2"/>
                    </a:moveTo>
                    <a:cubicBezTo>
                      <a:pt x="36" y="0"/>
                      <a:pt x="33" y="1"/>
                      <a:pt x="30" y="3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4" y="21"/>
                      <a:pt x="0" y="25"/>
                      <a:pt x="0" y="29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9"/>
                      <a:pt x="4" y="53"/>
                      <a:pt x="8" y="53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2" y="72"/>
                      <a:pt x="34" y="73"/>
                      <a:pt x="36" y="73"/>
                    </a:cubicBezTo>
                    <a:cubicBezTo>
                      <a:pt x="37" y="73"/>
                      <a:pt x="38" y="73"/>
                      <a:pt x="39" y="72"/>
                    </a:cubicBezTo>
                    <a:cubicBezTo>
                      <a:pt x="42" y="71"/>
                      <a:pt x="44" y="68"/>
                      <a:pt x="44" y="65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4" y="6"/>
                      <a:pt x="42" y="3"/>
                      <a:pt x="39" y="2"/>
                    </a:cubicBezTo>
                    <a:close/>
                    <a:moveTo>
                      <a:pt x="22" y="45"/>
                    </a:moveTo>
                    <a:cubicBezTo>
                      <a:pt x="8" y="45"/>
                      <a:pt x="8" y="45"/>
                      <a:pt x="8" y="4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65"/>
                      <a:pt x="36" y="65"/>
                      <a:pt x="36" y="65"/>
                    </a:cubicBezTo>
                    <a:lnTo>
                      <a:pt x="22" y="45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Rectangle 130"/>
              <p:cNvSpPr>
                <a:spLocks noChangeArrowheads="1"/>
              </p:cNvSpPr>
              <p:nvPr/>
            </p:nvSpPr>
            <p:spPr bwMode="auto">
              <a:xfrm>
                <a:off x="8858250" y="3121025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4448175" y="2994025"/>
              <a:ext cx="252413" cy="252413"/>
              <a:chOff x="4448175" y="2994025"/>
              <a:chExt cx="252413" cy="252413"/>
            </a:xfrm>
          </p:grpSpPr>
          <p:sp>
            <p:nvSpPr>
              <p:cNvPr id="131" name="Freeform 131"/>
              <p:cNvSpPr>
                <a:spLocks noEditPoints="1"/>
              </p:cNvSpPr>
              <p:nvPr/>
            </p:nvSpPr>
            <p:spPr bwMode="auto">
              <a:xfrm>
                <a:off x="4524375" y="3044825"/>
                <a:ext cx="101600" cy="101600"/>
              </a:xfrm>
              <a:custGeom>
                <a:avLst/>
                <a:gdLst>
                  <a:gd name="T0" fmla="*/ 32 w 32"/>
                  <a:gd name="T1" fmla="*/ 16 h 32"/>
                  <a:gd name="T2" fmla="*/ 16 w 32"/>
                  <a:gd name="T3" fmla="*/ 0 h 32"/>
                  <a:gd name="T4" fmla="*/ 0 w 32"/>
                  <a:gd name="T5" fmla="*/ 16 h 32"/>
                  <a:gd name="T6" fmla="*/ 16 w 32"/>
                  <a:gd name="T7" fmla="*/ 32 h 32"/>
                  <a:gd name="T8" fmla="*/ 32 w 32"/>
                  <a:gd name="T9" fmla="*/ 16 h 32"/>
                  <a:gd name="T10" fmla="*/ 8 w 32"/>
                  <a:gd name="T11" fmla="*/ 16 h 32"/>
                  <a:gd name="T12" fmla="*/ 16 w 32"/>
                  <a:gd name="T13" fmla="*/ 8 h 32"/>
                  <a:gd name="T14" fmla="*/ 24 w 32"/>
                  <a:gd name="T15" fmla="*/ 16 h 32"/>
                  <a:gd name="T16" fmla="*/ 16 w 32"/>
                  <a:gd name="T17" fmla="*/ 24 h 32"/>
                  <a:gd name="T18" fmla="*/ 8 w 32"/>
                  <a:gd name="T19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32" y="16"/>
                    </a:move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lose/>
                    <a:moveTo>
                      <a:pt x="8" y="16"/>
                    </a:move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ubicBezTo>
                      <a:pt x="12" y="24"/>
                      <a:pt x="8" y="20"/>
                      <a:pt x="8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132"/>
              <p:cNvSpPr>
                <a:spLocks noEditPoints="1"/>
              </p:cNvSpPr>
              <p:nvPr/>
            </p:nvSpPr>
            <p:spPr bwMode="auto">
              <a:xfrm>
                <a:off x="4448175" y="2994025"/>
                <a:ext cx="252413" cy="152400"/>
              </a:xfrm>
              <a:custGeom>
                <a:avLst/>
                <a:gdLst>
                  <a:gd name="T0" fmla="*/ 72 w 80"/>
                  <a:gd name="T1" fmla="*/ 24 h 48"/>
                  <a:gd name="T2" fmla="*/ 68 w 80"/>
                  <a:gd name="T3" fmla="*/ 24 h 48"/>
                  <a:gd name="T4" fmla="*/ 40 w 80"/>
                  <a:gd name="T5" fmla="*/ 0 h 48"/>
                  <a:gd name="T6" fmla="*/ 12 w 80"/>
                  <a:gd name="T7" fmla="*/ 24 h 48"/>
                  <a:gd name="T8" fmla="*/ 8 w 80"/>
                  <a:gd name="T9" fmla="*/ 24 h 48"/>
                  <a:gd name="T10" fmla="*/ 0 w 80"/>
                  <a:gd name="T11" fmla="*/ 32 h 48"/>
                  <a:gd name="T12" fmla="*/ 0 w 80"/>
                  <a:gd name="T13" fmla="*/ 40 h 48"/>
                  <a:gd name="T14" fmla="*/ 8 w 80"/>
                  <a:gd name="T15" fmla="*/ 48 h 48"/>
                  <a:gd name="T16" fmla="*/ 20 w 80"/>
                  <a:gd name="T17" fmla="*/ 48 h 48"/>
                  <a:gd name="T18" fmla="*/ 20 w 80"/>
                  <a:gd name="T19" fmla="*/ 28 h 48"/>
                  <a:gd name="T20" fmla="*/ 40 w 80"/>
                  <a:gd name="T21" fmla="*/ 8 h 48"/>
                  <a:gd name="T22" fmla="*/ 60 w 80"/>
                  <a:gd name="T23" fmla="*/ 28 h 48"/>
                  <a:gd name="T24" fmla="*/ 60 w 80"/>
                  <a:gd name="T25" fmla="*/ 48 h 48"/>
                  <a:gd name="T26" fmla="*/ 72 w 80"/>
                  <a:gd name="T27" fmla="*/ 48 h 48"/>
                  <a:gd name="T28" fmla="*/ 80 w 80"/>
                  <a:gd name="T29" fmla="*/ 40 h 48"/>
                  <a:gd name="T30" fmla="*/ 80 w 80"/>
                  <a:gd name="T31" fmla="*/ 32 h 48"/>
                  <a:gd name="T32" fmla="*/ 72 w 80"/>
                  <a:gd name="T33" fmla="*/ 24 h 48"/>
                  <a:gd name="T34" fmla="*/ 12 w 80"/>
                  <a:gd name="T35" fmla="*/ 40 h 48"/>
                  <a:gd name="T36" fmla="*/ 8 w 80"/>
                  <a:gd name="T37" fmla="*/ 40 h 48"/>
                  <a:gd name="T38" fmla="*/ 8 w 80"/>
                  <a:gd name="T39" fmla="*/ 32 h 48"/>
                  <a:gd name="T40" fmla="*/ 12 w 80"/>
                  <a:gd name="T41" fmla="*/ 32 h 48"/>
                  <a:gd name="T42" fmla="*/ 12 w 80"/>
                  <a:gd name="T43" fmla="*/ 40 h 48"/>
                  <a:gd name="T44" fmla="*/ 68 w 80"/>
                  <a:gd name="T45" fmla="*/ 40 h 48"/>
                  <a:gd name="T46" fmla="*/ 68 w 80"/>
                  <a:gd name="T47" fmla="*/ 32 h 48"/>
                  <a:gd name="T48" fmla="*/ 72 w 80"/>
                  <a:gd name="T49" fmla="*/ 32 h 48"/>
                  <a:gd name="T50" fmla="*/ 72 w 80"/>
                  <a:gd name="T51" fmla="*/ 40 h 48"/>
                  <a:gd name="T52" fmla="*/ 68 w 80"/>
                  <a:gd name="T53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" h="48">
                    <a:moveTo>
                      <a:pt x="72" y="24"/>
                    </a:moveTo>
                    <a:cubicBezTo>
                      <a:pt x="68" y="24"/>
                      <a:pt x="68" y="24"/>
                      <a:pt x="68" y="24"/>
                    </a:cubicBezTo>
                    <a:cubicBezTo>
                      <a:pt x="66" y="10"/>
                      <a:pt x="54" y="0"/>
                      <a:pt x="40" y="0"/>
                    </a:cubicBezTo>
                    <a:cubicBezTo>
                      <a:pt x="26" y="0"/>
                      <a:pt x="14" y="10"/>
                      <a:pt x="12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4" y="24"/>
                      <a:pt x="0" y="28"/>
                      <a:pt x="0" y="3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17"/>
                      <a:pt x="29" y="8"/>
                      <a:pt x="40" y="8"/>
                    </a:cubicBezTo>
                    <a:cubicBezTo>
                      <a:pt x="51" y="8"/>
                      <a:pt x="60" y="17"/>
                      <a:pt x="60" y="2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72" y="48"/>
                      <a:pt x="72" y="48"/>
                      <a:pt x="72" y="48"/>
                    </a:cubicBezTo>
                    <a:cubicBezTo>
                      <a:pt x="76" y="48"/>
                      <a:pt x="80" y="44"/>
                      <a:pt x="80" y="40"/>
                    </a:cubicBezTo>
                    <a:cubicBezTo>
                      <a:pt x="80" y="32"/>
                      <a:pt x="80" y="32"/>
                      <a:pt x="80" y="32"/>
                    </a:cubicBezTo>
                    <a:cubicBezTo>
                      <a:pt x="80" y="28"/>
                      <a:pt x="76" y="24"/>
                      <a:pt x="72" y="24"/>
                    </a:cubicBezTo>
                    <a:close/>
                    <a:moveTo>
                      <a:pt x="12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12" y="40"/>
                    </a:lnTo>
                    <a:close/>
                    <a:moveTo>
                      <a:pt x="68" y="40"/>
                    </a:moveTo>
                    <a:cubicBezTo>
                      <a:pt x="68" y="32"/>
                      <a:pt x="68" y="32"/>
                      <a:pt x="68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40"/>
                      <a:pt x="72" y="40"/>
                      <a:pt x="72" y="40"/>
                    </a:cubicBezTo>
                    <a:lnTo>
                      <a:pt x="6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133"/>
              <p:cNvSpPr>
                <a:spLocks noEditPoints="1"/>
              </p:cNvSpPr>
              <p:nvPr/>
            </p:nvSpPr>
            <p:spPr bwMode="auto">
              <a:xfrm>
                <a:off x="4498975" y="3159125"/>
                <a:ext cx="152400" cy="87313"/>
              </a:xfrm>
              <a:custGeom>
                <a:avLst/>
                <a:gdLst>
                  <a:gd name="T0" fmla="*/ 24 w 48"/>
                  <a:gd name="T1" fmla="*/ 0 h 28"/>
                  <a:gd name="T2" fmla="*/ 0 w 48"/>
                  <a:gd name="T3" fmla="*/ 24 h 28"/>
                  <a:gd name="T4" fmla="*/ 0 w 48"/>
                  <a:gd name="T5" fmla="*/ 28 h 28"/>
                  <a:gd name="T6" fmla="*/ 48 w 48"/>
                  <a:gd name="T7" fmla="*/ 28 h 28"/>
                  <a:gd name="T8" fmla="*/ 48 w 48"/>
                  <a:gd name="T9" fmla="*/ 24 h 28"/>
                  <a:gd name="T10" fmla="*/ 24 w 48"/>
                  <a:gd name="T11" fmla="*/ 0 h 28"/>
                  <a:gd name="T12" fmla="*/ 9 w 48"/>
                  <a:gd name="T13" fmla="*/ 20 h 28"/>
                  <a:gd name="T14" fmla="*/ 24 w 48"/>
                  <a:gd name="T15" fmla="*/ 8 h 28"/>
                  <a:gd name="T16" fmla="*/ 39 w 48"/>
                  <a:gd name="T17" fmla="*/ 20 h 28"/>
                  <a:gd name="T18" fmla="*/ 9 w 48"/>
                  <a:gd name="T1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2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lose/>
                    <a:moveTo>
                      <a:pt x="9" y="20"/>
                    </a:moveTo>
                    <a:cubicBezTo>
                      <a:pt x="10" y="13"/>
                      <a:pt x="17" y="8"/>
                      <a:pt x="24" y="8"/>
                    </a:cubicBezTo>
                    <a:cubicBezTo>
                      <a:pt x="31" y="8"/>
                      <a:pt x="38" y="13"/>
                      <a:pt x="39" y="20"/>
                    </a:cubicBezTo>
                    <a:lnTo>
                      <a:pt x="9" y="2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0" name="组合 209"/>
            <p:cNvGrpSpPr/>
            <p:nvPr/>
          </p:nvGrpSpPr>
          <p:grpSpPr>
            <a:xfrm>
              <a:off x="4448175" y="3602038"/>
              <a:ext cx="252413" cy="252412"/>
              <a:chOff x="4448175" y="3602038"/>
              <a:chExt cx="252413" cy="252412"/>
            </a:xfrm>
          </p:grpSpPr>
          <p:sp>
            <p:nvSpPr>
              <p:cNvPr id="134" name="Freeform 134"/>
              <p:cNvSpPr>
                <a:spLocks noEditPoints="1"/>
              </p:cNvSpPr>
              <p:nvPr/>
            </p:nvSpPr>
            <p:spPr bwMode="auto">
              <a:xfrm>
                <a:off x="4511675" y="3665538"/>
                <a:ext cx="127000" cy="125413"/>
              </a:xfrm>
              <a:custGeom>
                <a:avLst/>
                <a:gdLst>
                  <a:gd name="T0" fmla="*/ 20 w 40"/>
                  <a:gd name="T1" fmla="*/ 0 h 40"/>
                  <a:gd name="T2" fmla="*/ 0 w 40"/>
                  <a:gd name="T3" fmla="*/ 20 h 40"/>
                  <a:gd name="T4" fmla="*/ 20 w 40"/>
                  <a:gd name="T5" fmla="*/ 40 h 40"/>
                  <a:gd name="T6" fmla="*/ 40 w 40"/>
                  <a:gd name="T7" fmla="*/ 20 h 40"/>
                  <a:gd name="T8" fmla="*/ 20 w 40"/>
                  <a:gd name="T9" fmla="*/ 0 h 40"/>
                  <a:gd name="T10" fmla="*/ 20 w 40"/>
                  <a:gd name="T11" fmla="*/ 32 h 40"/>
                  <a:gd name="T12" fmla="*/ 8 w 40"/>
                  <a:gd name="T13" fmla="*/ 20 h 40"/>
                  <a:gd name="T14" fmla="*/ 20 w 40"/>
                  <a:gd name="T15" fmla="*/ 8 h 40"/>
                  <a:gd name="T16" fmla="*/ 32 w 40"/>
                  <a:gd name="T17" fmla="*/ 20 h 40"/>
                  <a:gd name="T18" fmla="*/ 20 w 40"/>
                  <a:gd name="T19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40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20" y="32"/>
                    </a:moveTo>
                    <a:cubicBezTo>
                      <a:pt x="13" y="32"/>
                      <a:pt x="8" y="27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27" y="8"/>
                      <a:pt x="32" y="13"/>
                      <a:pt x="32" y="20"/>
                    </a:cubicBezTo>
                    <a:cubicBezTo>
                      <a:pt x="32" y="27"/>
                      <a:pt x="27" y="32"/>
                      <a:pt x="20" y="3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Rectangle 135"/>
              <p:cNvSpPr>
                <a:spLocks noChangeArrowheads="1"/>
              </p:cNvSpPr>
              <p:nvPr/>
            </p:nvSpPr>
            <p:spPr bwMode="auto">
              <a:xfrm>
                <a:off x="4562475" y="3602038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 136"/>
              <p:cNvSpPr>
                <a:spLocks/>
              </p:cNvSpPr>
              <p:nvPr/>
            </p:nvSpPr>
            <p:spPr bwMode="auto">
              <a:xfrm>
                <a:off x="4629150" y="3630613"/>
                <a:ext cx="44450" cy="44450"/>
              </a:xfrm>
              <a:custGeom>
                <a:avLst/>
                <a:gdLst>
                  <a:gd name="T0" fmla="*/ 28 w 28"/>
                  <a:gd name="T1" fmla="*/ 12 h 28"/>
                  <a:gd name="T2" fmla="*/ 16 w 28"/>
                  <a:gd name="T3" fmla="*/ 0 h 28"/>
                  <a:gd name="T4" fmla="*/ 0 w 28"/>
                  <a:gd name="T5" fmla="*/ 16 h 28"/>
                  <a:gd name="T6" fmla="*/ 12 w 28"/>
                  <a:gd name="T7" fmla="*/ 28 h 28"/>
                  <a:gd name="T8" fmla="*/ 28 w 28"/>
                  <a:gd name="T9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2"/>
                    </a:moveTo>
                    <a:lnTo>
                      <a:pt x="16" y="0"/>
                    </a:lnTo>
                    <a:lnTo>
                      <a:pt x="0" y="16"/>
                    </a:lnTo>
                    <a:lnTo>
                      <a:pt x="12" y="28"/>
                    </a:lnTo>
                    <a:lnTo>
                      <a:pt x="28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Rectangle 137"/>
              <p:cNvSpPr>
                <a:spLocks noChangeArrowheads="1"/>
              </p:cNvSpPr>
              <p:nvPr/>
            </p:nvSpPr>
            <p:spPr bwMode="auto">
              <a:xfrm>
                <a:off x="4664075" y="3716338"/>
                <a:ext cx="365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138"/>
              <p:cNvSpPr>
                <a:spLocks/>
              </p:cNvSpPr>
              <p:nvPr/>
            </p:nvSpPr>
            <p:spPr bwMode="auto">
              <a:xfrm>
                <a:off x="4629150" y="3781425"/>
                <a:ext cx="44450" cy="44450"/>
              </a:xfrm>
              <a:custGeom>
                <a:avLst/>
                <a:gdLst>
                  <a:gd name="T0" fmla="*/ 0 w 28"/>
                  <a:gd name="T1" fmla="*/ 12 h 28"/>
                  <a:gd name="T2" fmla="*/ 16 w 28"/>
                  <a:gd name="T3" fmla="*/ 28 h 28"/>
                  <a:gd name="T4" fmla="*/ 28 w 28"/>
                  <a:gd name="T5" fmla="*/ 16 h 28"/>
                  <a:gd name="T6" fmla="*/ 12 w 28"/>
                  <a:gd name="T7" fmla="*/ 0 h 28"/>
                  <a:gd name="T8" fmla="*/ 0 w 28"/>
                  <a:gd name="T9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0" y="12"/>
                    </a:moveTo>
                    <a:lnTo>
                      <a:pt x="16" y="28"/>
                    </a:lnTo>
                    <a:lnTo>
                      <a:pt x="28" y="16"/>
                    </a:lnTo>
                    <a:lnTo>
                      <a:pt x="1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Rectangle 139"/>
              <p:cNvSpPr>
                <a:spLocks noChangeArrowheads="1"/>
              </p:cNvSpPr>
              <p:nvPr/>
            </p:nvSpPr>
            <p:spPr bwMode="auto">
              <a:xfrm>
                <a:off x="4562475" y="3816350"/>
                <a:ext cx="25400" cy="381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140"/>
              <p:cNvSpPr>
                <a:spLocks/>
              </p:cNvSpPr>
              <p:nvPr/>
            </p:nvSpPr>
            <p:spPr bwMode="auto">
              <a:xfrm>
                <a:off x="4476750" y="3781425"/>
                <a:ext cx="44450" cy="44450"/>
              </a:xfrm>
              <a:custGeom>
                <a:avLst/>
                <a:gdLst>
                  <a:gd name="T0" fmla="*/ 0 w 28"/>
                  <a:gd name="T1" fmla="*/ 16 h 28"/>
                  <a:gd name="T2" fmla="*/ 12 w 28"/>
                  <a:gd name="T3" fmla="*/ 28 h 28"/>
                  <a:gd name="T4" fmla="*/ 28 w 28"/>
                  <a:gd name="T5" fmla="*/ 12 h 28"/>
                  <a:gd name="T6" fmla="*/ 16 w 28"/>
                  <a:gd name="T7" fmla="*/ 0 h 28"/>
                  <a:gd name="T8" fmla="*/ 0 w 28"/>
                  <a:gd name="T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0" y="16"/>
                    </a:moveTo>
                    <a:lnTo>
                      <a:pt x="12" y="28"/>
                    </a:lnTo>
                    <a:lnTo>
                      <a:pt x="28" y="12"/>
                    </a:lnTo>
                    <a:lnTo>
                      <a:pt x="16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41"/>
              <p:cNvSpPr>
                <a:spLocks noChangeArrowheads="1"/>
              </p:cNvSpPr>
              <p:nvPr/>
            </p:nvSpPr>
            <p:spPr bwMode="auto">
              <a:xfrm>
                <a:off x="4448175" y="3716338"/>
                <a:ext cx="381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142"/>
              <p:cNvSpPr>
                <a:spLocks/>
              </p:cNvSpPr>
              <p:nvPr/>
            </p:nvSpPr>
            <p:spPr bwMode="auto">
              <a:xfrm>
                <a:off x="4476750" y="3630613"/>
                <a:ext cx="44450" cy="44450"/>
              </a:xfrm>
              <a:custGeom>
                <a:avLst/>
                <a:gdLst>
                  <a:gd name="T0" fmla="*/ 28 w 28"/>
                  <a:gd name="T1" fmla="*/ 16 h 28"/>
                  <a:gd name="T2" fmla="*/ 12 w 28"/>
                  <a:gd name="T3" fmla="*/ 0 h 28"/>
                  <a:gd name="T4" fmla="*/ 0 w 28"/>
                  <a:gd name="T5" fmla="*/ 12 h 28"/>
                  <a:gd name="T6" fmla="*/ 16 w 28"/>
                  <a:gd name="T7" fmla="*/ 28 h 28"/>
                  <a:gd name="T8" fmla="*/ 28 w 28"/>
                  <a:gd name="T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6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16" y="28"/>
                    </a:lnTo>
                    <a:lnTo>
                      <a:pt x="28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3" name="Freeform 143"/>
            <p:cNvSpPr>
              <a:spLocks noEditPoints="1"/>
            </p:cNvSpPr>
            <p:nvPr/>
          </p:nvSpPr>
          <p:spPr bwMode="auto">
            <a:xfrm>
              <a:off x="3238500" y="3602038"/>
              <a:ext cx="246063" cy="252413"/>
            </a:xfrm>
            <a:custGeom>
              <a:avLst/>
              <a:gdLst>
                <a:gd name="T0" fmla="*/ 78 w 78"/>
                <a:gd name="T1" fmla="*/ 38 h 80"/>
                <a:gd name="T2" fmla="*/ 43 w 78"/>
                <a:gd name="T3" fmla="*/ 8 h 80"/>
                <a:gd name="T4" fmla="*/ 43 w 78"/>
                <a:gd name="T5" fmla="*/ 0 h 80"/>
                <a:gd name="T6" fmla="*/ 35 w 78"/>
                <a:gd name="T7" fmla="*/ 0 h 80"/>
                <a:gd name="T8" fmla="*/ 35 w 78"/>
                <a:gd name="T9" fmla="*/ 8 h 80"/>
                <a:gd name="T10" fmla="*/ 0 w 78"/>
                <a:gd name="T11" fmla="*/ 38 h 80"/>
                <a:gd name="T12" fmla="*/ 2 w 78"/>
                <a:gd name="T13" fmla="*/ 42 h 80"/>
                <a:gd name="T14" fmla="*/ 6 w 78"/>
                <a:gd name="T15" fmla="*/ 43 h 80"/>
                <a:gd name="T16" fmla="*/ 35 w 78"/>
                <a:gd name="T17" fmla="*/ 44 h 80"/>
                <a:gd name="T18" fmla="*/ 35 w 78"/>
                <a:gd name="T19" fmla="*/ 70 h 80"/>
                <a:gd name="T20" fmla="*/ 45 w 78"/>
                <a:gd name="T21" fmla="*/ 80 h 80"/>
                <a:gd name="T22" fmla="*/ 55 w 78"/>
                <a:gd name="T23" fmla="*/ 70 h 80"/>
                <a:gd name="T24" fmla="*/ 55 w 78"/>
                <a:gd name="T25" fmla="*/ 68 h 80"/>
                <a:gd name="T26" fmla="*/ 47 w 78"/>
                <a:gd name="T27" fmla="*/ 68 h 80"/>
                <a:gd name="T28" fmla="*/ 47 w 78"/>
                <a:gd name="T29" fmla="*/ 70 h 80"/>
                <a:gd name="T30" fmla="*/ 45 w 78"/>
                <a:gd name="T31" fmla="*/ 72 h 80"/>
                <a:gd name="T32" fmla="*/ 43 w 78"/>
                <a:gd name="T33" fmla="*/ 70 h 80"/>
                <a:gd name="T34" fmla="*/ 43 w 78"/>
                <a:gd name="T35" fmla="*/ 44 h 80"/>
                <a:gd name="T36" fmla="*/ 72 w 78"/>
                <a:gd name="T37" fmla="*/ 43 h 80"/>
                <a:gd name="T38" fmla="*/ 76 w 78"/>
                <a:gd name="T39" fmla="*/ 42 h 80"/>
                <a:gd name="T40" fmla="*/ 78 w 78"/>
                <a:gd name="T41" fmla="*/ 38 h 80"/>
                <a:gd name="T42" fmla="*/ 39 w 78"/>
                <a:gd name="T43" fmla="*/ 37 h 80"/>
                <a:gd name="T44" fmla="*/ 19 w 78"/>
                <a:gd name="T45" fmla="*/ 32 h 80"/>
                <a:gd name="T46" fmla="*/ 11 w 78"/>
                <a:gd name="T47" fmla="*/ 33 h 80"/>
                <a:gd name="T48" fmla="*/ 39 w 78"/>
                <a:gd name="T49" fmla="*/ 16 h 80"/>
                <a:gd name="T50" fmla="*/ 67 w 78"/>
                <a:gd name="T51" fmla="*/ 33 h 80"/>
                <a:gd name="T52" fmla="*/ 39 w 78"/>
                <a:gd name="T53" fmla="*/ 3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8" h="80">
                  <a:moveTo>
                    <a:pt x="78" y="38"/>
                  </a:moveTo>
                  <a:cubicBezTo>
                    <a:pt x="74" y="22"/>
                    <a:pt x="60" y="10"/>
                    <a:pt x="43" y="8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18" y="10"/>
                    <a:pt x="4" y="22"/>
                    <a:pt x="0" y="38"/>
                  </a:cubicBezTo>
                  <a:cubicBezTo>
                    <a:pt x="0" y="40"/>
                    <a:pt x="0" y="41"/>
                    <a:pt x="2" y="42"/>
                  </a:cubicBezTo>
                  <a:cubicBezTo>
                    <a:pt x="3" y="43"/>
                    <a:pt x="4" y="44"/>
                    <a:pt x="6" y="43"/>
                  </a:cubicBezTo>
                  <a:cubicBezTo>
                    <a:pt x="15" y="39"/>
                    <a:pt x="26" y="39"/>
                    <a:pt x="35" y="44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5" y="76"/>
                    <a:pt x="39" y="80"/>
                    <a:pt x="45" y="80"/>
                  </a:cubicBezTo>
                  <a:cubicBezTo>
                    <a:pt x="50" y="80"/>
                    <a:pt x="55" y="76"/>
                    <a:pt x="55" y="70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7" y="70"/>
                    <a:pt x="47" y="70"/>
                    <a:pt x="47" y="70"/>
                  </a:cubicBezTo>
                  <a:cubicBezTo>
                    <a:pt x="47" y="71"/>
                    <a:pt x="46" y="72"/>
                    <a:pt x="45" y="72"/>
                  </a:cubicBezTo>
                  <a:cubicBezTo>
                    <a:pt x="44" y="72"/>
                    <a:pt x="43" y="71"/>
                    <a:pt x="43" y="70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52" y="39"/>
                    <a:pt x="63" y="39"/>
                    <a:pt x="72" y="43"/>
                  </a:cubicBezTo>
                  <a:cubicBezTo>
                    <a:pt x="74" y="44"/>
                    <a:pt x="75" y="43"/>
                    <a:pt x="76" y="42"/>
                  </a:cubicBezTo>
                  <a:cubicBezTo>
                    <a:pt x="78" y="41"/>
                    <a:pt x="78" y="40"/>
                    <a:pt x="78" y="38"/>
                  </a:cubicBezTo>
                  <a:close/>
                  <a:moveTo>
                    <a:pt x="39" y="37"/>
                  </a:moveTo>
                  <a:cubicBezTo>
                    <a:pt x="33" y="34"/>
                    <a:pt x="26" y="32"/>
                    <a:pt x="19" y="32"/>
                  </a:cubicBezTo>
                  <a:cubicBezTo>
                    <a:pt x="16" y="32"/>
                    <a:pt x="14" y="32"/>
                    <a:pt x="11" y="33"/>
                  </a:cubicBezTo>
                  <a:cubicBezTo>
                    <a:pt x="16" y="23"/>
                    <a:pt x="27" y="16"/>
                    <a:pt x="39" y="16"/>
                  </a:cubicBezTo>
                  <a:cubicBezTo>
                    <a:pt x="51" y="16"/>
                    <a:pt x="62" y="23"/>
                    <a:pt x="67" y="33"/>
                  </a:cubicBezTo>
                  <a:cubicBezTo>
                    <a:pt x="58" y="31"/>
                    <a:pt x="47" y="32"/>
                    <a:pt x="39" y="3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9" name="组合 208"/>
            <p:cNvGrpSpPr/>
            <p:nvPr/>
          </p:nvGrpSpPr>
          <p:grpSpPr>
            <a:xfrm>
              <a:off x="3867150" y="3614738"/>
              <a:ext cx="246063" cy="252413"/>
              <a:chOff x="3867150" y="3614738"/>
              <a:chExt cx="246063" cy="252413"/>
            </a:xfrm>
          </p:grpSpPr>
          <p:sp>
            <p:nvSpPr>
              <p:cNvPr id="144" name="Freeform 144"/>
              <p:cNvSpPr>
                <a:spLocks noEditPoints="1"/>
              </p:cNvSpPr>
              <p:nvPr/>
            </p:nvSpPr>
            <p:spPr bwMode="auto">
              <a:xfrm>
                <a:off x="3905250" y="3617913"/>
                <a:ext cx="207963" cy="169863"/>
              </a:xfrm>
              <a:custGeom>
                <a:avLst/>
                <a:gdLst>
                  <a:gd name="T0" fmla="*/ 62 w 66"/>
                  <a:gd name="T1" fmla="*/ 22 h 54"/>
                  <a:gd name="T2" fmla="*/ 9 w 66"/>
                  <a:gd name="T3" fmla="*/ 1 h 54"/>
                  <a:gd name="T4" fmla="*/ 6 w 66"/>
                  <a:gd name="T5" fmla="*/ 0 h 54"/>
                  <a:gd name="T6" fmla="*/ 0 w 66"/>
                  <a:gd name="T7" fmla="*/ 7 h 54"/>
                  <a:gd name="T8" fmla="*/ 0 w 66"/>
                  <a:gd name="T9" fmla="*/ 47 h 54"/>
                  <a:gd name="T10" fmla="*/ 6 w 66"/>
                  <a:gd name="T11" fmla="*/ 54 h 54"/>
                  <a:gd name="T12" fmla="*/ 9 w 66"/>
                  <a:gd name="T13" fmla="*/ 53 h 54"/>
                  <a:gd name="T14" fmla="*/ 62 w 66"/>
                  <a:gd name="T15" fmla="*/ 32 h 54"/>
                  <a:gd name="T16" fmla="*/ 66 w 66"/>
                  <a:gd name="T17" fmla="*/ 27 h 54"/>
                  <a:gd name="T18" fmla="*/ 62 w 66"/>
                  <a:gd name="T19" fmla="*/ 22 h 54"/>
                  <a:gd name="T20" fmla="*/ 32 w 66"/>
                  <a:gd name="T21" fmla="*/ 19 h 54"/>
                  <a:gd name="T22" fmla="*/ 32 w 66"/>
                  <a:gd name="T23" fmla="*/ 35 h 54"/>
                  <a:gd name="T24" fmla="*/ 24 w 66"/>
                  <a:gd name="T25" fmla="*/ 39 h 54"/>
                  <a:gd name="T26" fmla="*/ 24 w 66"/>
                  <a:gd name="T27" fmla="*/ 15 h 54"/>
                  <a:gd name="T28" fmla="*/ 32 w 66"/>
                  <a:gd name="T29" fmla="*/ 19 h 54"/>
                  <a:gd name="T30" fmla="*/ 8 w 66"/>
                  <a:gd name="T31" fmla="*/ 45 h 54"/>
                  <a:gd name="T32" fmla="*/ 8 w 66"/>
                  <a:gd name="T33" fmla="*/ 9 h 54"/>
                  <a:gd name="T34" fmla="*/ 16 w 66"/>
                  <a:gd name="T35" fmla="*/ 12 h 54"/>
                  <a:gd name="T36" fmla="*/ 16 w 66"/>
                  <a:gd name="T37" fmla="*/ 42 h 54"/>
                  <a:gd name="T38" fmla="*/ 8 w 66"/>
                  <a:gd name="T39" fmla="*/ 45 h 54"/>
                  <a:gd name="T40" fmla="*/ 40 w 66"/>
                  <a:gd name="T41" fmla="*/ 32 h 54"/>
                  <a:gd name="T42" fmla="*/ 40 w 66"/>
                  <a:gd name="T43" fmla="*/ 22 h 54"/>
                  <a:gd name="T44" fmla="*/ 53 w 66"/>
                  <a:gd name="T45" fmla="*/ 27 h 54"/>
                  <a:gd name="T46" fmla="*/ 40 w 66"/>
                  <a:gd name="T47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6" h="54">
                    <a:moveTo>
                      <a:pt x="62" y="22"/>
                    </a:moveTo>
                    <a:cubicBezTo>
                      <a:pt x="9" y="1"/>
                      <a:pt x="9" y="1"/>
                      <a:pt x="9" y="1"/>
                    </a:cubicBezTo>
                    <a:cubicBezTo>
                      <a:pt x="8" y="0"/>
                      <a:pt x="7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51"/>
                      <a:pt x="3" y="54"/>
                      <a:pt x="6" y="54"/>
                    </a:cubicBezTo>
                    <a:cubicBezTo>
                      <a:pt x="7" y="54"/>
                      <a:pt x="8" y="54"/>
                      <a:pt x="9" y="5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5" y="31"/>
                      <a:pt x="66" y="28"/>
                      <a:pt x="66" y="27"/>
                    </a:cubicBezTo>
                    <a:cubicBezTo>
                      <a:pt x="66" y="26"/>
                      <a:pt x="65" y="23"/>
                      <a:pt x="62" y="22"/>
                    </a:cubicBezTo>
                    <a:close/>
                    <a:moveTo>
                      <a:pt x="32" y="19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4" y="15"/>
                      <a:pt x="24" y="15"/>
                      <a:pt x="24" y="15"/>
                    </a:cubicBezTo>
                    <a:lnTo>
                      <a:pt x="32" y="19"/>
                    </a:lnTo>
                    <a:close/>
                    <a:moveTo>
                      <a:pt x="8" y="45"/>
                    </a:moveTo>
                    <a:cubicBezTo>
                      <a:pt x="8" y="9"/>
                      <a:pt x="8" y="9"/>
                      <a:pt x="8" y="9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42"/>
                      <a:pt x="16" y="42"/>
                      <a:pt x="16" y="42"/>
                    </a:cubicBezTo>
                    <a:lnTo>
                      <a:pt x="8" y="45"/>
                    </a:lnTo>
                    <a:close/>
                    <a:moveTo>
                      <a:pt x="40" y="32"/>
                    </a:moveTo>
                    <a:cubicBezTo>
                      <a:pt x="40" y="22"/>
                      <a:pt x="40" y="22"/>
                      <a:pt x="40" y="22"/>
                    </a:cubicBezTo>
                    <a:cubicBezTo>
                      <a:pt x="53" y="27"/>
                      <a:pt x="53" y="27"/>
                      <a:pt x="53" y="27"/>
                    </a:cubicBezTo>
                    <a:lnTo>
                      <a:pt x="4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Rectangle 145"/>
              <p:cNvSpPr>
                <a:spLocks noChangeArrowheads="1"/>
              </p:cNvSpPr>
              <p:nvPr/>
            </p:nvSpPr>
            <p:spPr bwMode="auto">
              <a:xfrm>
                <a:off x="3867150" y="3614738"/>
                <a:ext cx="25400" cy="252413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6" name="Freeform 146"/>
            <p:cNvSpPr>
              <a:spLocks noEditPoints="1"/>
            </p:cNvSpPr>
            <p:nvPr/>
          </p:nvSpPr>
          <p:spPr bwMode="auto">
            <a:xfrm>
              <a:off x="3232150" y="4197350"/>
              <a:ext cx="258763" cy="290513"/>
            </a:xfrm>
            <a:custGeom>
              <a:avLst/>
              <a:gdLst>
                <a:gd name="T0" fmla="*/ 79 w 82"/>
                <a:gd name="T1" fmla="*/ 73 h 92"/>
                <a:gd name="T2" fmla="*/ 57 w 82"/>
                <a:gd name="T3" fmla="*/ 47 h 92"/>
                <a:gd name="T4" fmla="*/ 57 w 82"/>
                <a:gd name="T5" fmla="*/ 20 h 92"/>
                <a:gd name="T6" fmla="*/ 61 w 82"/>
                <a:gd name="T7" fmla="*/ 20 h 92"/>
                <a:gd name="T8" fmla="*/ 65 w 82"/>
                <a:gd name="T9" fmla="*/ 16 h 92"/>
                <a:gd name="T10" fmla="*/ 65 w 82"/>
                <a:gd name="T11" fmla="*/ 4 h 92"/>
                <a:gd name="T12" fmla="*/ 61 w 82"/>
                <a:gd name="T13" fmla="*/ 0 h 92"/>
                <a:gd name="T14" fmla="*/ 21 w 82"/>
                <a:gd name="T15" fmla="*/ 0 h 92"/>
                <a:gd name="T16" fmla="*/ 17 w 82"/>
                <a:gd name="T17" fmla="*/ 4 h 92"/>
                <a:gd name="T18" fmla="*/ 17 w 82"/>
                <a:gd name="T19" fmla="*/ 16 h 92"/>
                <a:gd name="T20" fmla="*/ 21 w 82"/>
                <a:gd name="T21" fmla="*/ 20 h 92"/>
                <a:gd name="T22" fmla="*/ 25 w 82"/>
                <a:gd name="T23" fmla="*/ 20 h 92"/>
                <a:gd name="T24" fmla="*/ 25 w 82"/>
                <a:gd name="T25" fmla="*/ 47 h 92"/>
                <a:gd name="T26" fmla="*/ 3 w 82"/>
                <a:gd name="T27" fmla="*/ 73 h 92"/>
                <a:gd name="T28" fmla="*/ 2 w 82"/>
                <a:gd name="T29" fmla="*/ 86 h 92"/>
                <a:gd name="T30" fmla="*/ 13 w 82"/>
                <a:gd name="T31" fmla="*/ 92 h 92"/>
                <a:gd name="T32" fmla="*/ 69 w 82"/>
                <a:gd name="T33" fmla="*/ 92 h 92"/>
                <a:gd name="T34" fmla="*/ 80 w 82"/>
                <a:gd name="T35" fmla="*/ 86 h 92"/>
                <a:gd name="T36" fmla="*/ 79 w 82"/>
                <a:gd name="T37" fmla="*/ 73 h 92"/>
                <a:gd name="T38" fmla="*/ 25 w 82"/>
                <a:gd name="T39" fmla="*/ 8 h 92"/>
                <a:gd name="T40" fmla="*/ 57 w 82"/>
                <a:gd name="T41" fmla="*/ 8 h 92"/>
                <a:gd name="T42" fmla="*/ 57 w 82"/>
                <a:gd name="T43" fmla="*/ 12 h 92"/>
                <a:gd name="T44" fmla="*/ 25 w 82"/>
                <a:gd name="T45" fmla="*/ 12 h 92"/>
                <a:gd name="T46" fmla="*/ 25 w 82"/>
                <a:gd name="T47" fmla="*/ 8 h 92"/>
                <a:gd name="T48" fmla="*/ 32 w 82"/>
                <a:gd name="T49" fmla="*/ 51 h 92"/>
                <a:gd name="T50" fmla="*/ 33 w 82"/>
                <a:gd name="T51" fmla="*/ 48 h 92"/>
                <a:gd name="T52" fmla="*/ 33 w 82"/>
                <a:gd name="T53" fmla="*/ 20 h 92"/>
                <a:gd name="T54" fmla="*/ 49 w 82"/>
                <a:gd name="T55" fmla="*/ 20 h 92"/>
                <a:gd name="T56" fmla="*/ 49 w 82"/>
                <a:gd name="T57" fmla="*/ 24 h 92"/>
                <a:gd name="T58" fmla="*/ 41 w 82"/>
                <a:gd name="T59" fmla="*/ 24 h 92"/>
                <a:gd name="T60" fmla="*/ 41 w 82"/>
                <a:gd name="T61" fmla="*/ 32 h 92"/>
                <a:gd name="T62" fmla="*/ 49 w 82"/>
                <a:gd name="T63" fmla="*/ 32 h 92"/>
                <a:gd name="T64" fmla="*/ 49 w 82"/>
                <a:gd name="T65" fmla="*/ 36 h 92"/>
                <a:gd name="T66" fmla="*/ 37 w 82"/>
                <a:gd name="T67" fmla="*/ 36 h 92"/>
                <a:gd name="T68" fmla="*/ 37 w 82"/>
                <a:gd name="T69" fmla="*/ 44 h 92"/>
                <a:gd name="T70" fmla="*/ 49 w 82"/>
                <a:gd name="T71" fmla="*/ 44 h 92"/>
                <a:gd name="T72" fmla="*/ 49 w 82"/>
                <a:gd name="T73" fmla="*/ 48 h 92"/>
                <a:gd name="T74" fmla="*/ 50 w 82"/>
                <a:gd name="T75" fmla="*/ 51 h 92"/>
                <a:gd name="T76" fmla="*/ 58 w 82"/>
                <a:gd name="T77" fmla="*/ 60 h 92"/>
                <a:gd name="T78" fmla="*/ 24 w 82"/>
                <a:gd name="T79" fmla="*/ 60 h 92"/>
                <a:gd name="T80" fmla="*/ 32 w 82"/>
                <a:gd name="T81" fmla="*/ 51 h 92"/>
                <a:gd name="T82" fmla="*/ 73 w 82"/>
                <a:gd name="T83" fmla="*/ 82 h 92"/>
                <a:gd name="T84" fmla="*/ 69 w 82"/>
                <a:gd name="T85" fmla="*/ 84 h 92"/>
                <a:gd name="T86" fmla="*/ 13 w 82"/>
                <a:gd name="T87" fmla="*/ 84 h 92"/>
                <a:gd name="T88" fmla="*/ 9 w 82"/>
                <a:gd name="T89" fmla="*/ 82 h 92"/>
                <a:gd name="T90" fmla="*/ 10 w 82"/>
                <a:gd name="T91" fmla="*/ 78 h 92"/>
                <a:gd name="T92" fmla="*/ 18 w 82"/>
                <a:gd name="T93" fmla="*/ 68 h 92"/>
                <a:gd name="T94" fmla="*/ 64 w 82"/>
                <a:gd name="T95" fmla="*/ 68 h 92"/>
                <a:gd name="T96" fmla="*/ 72 w 82"/>
                <a:gd name="T97" fmla="*/ 78 h 92"/>
                <a:gd name="T98" fmla="*/ 73 w 82"/>
                <a:gd name="T99" fmla="*/ 8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2" h="92">
                  <a:moveTo>
                    <a:pt x="79" y="73"/>
                  </a:moveTo>
                  <a:cubicBezTo>
                    <a:pt x="57" y="47"/>
                    <a:pt x="57" y="47"/>
                    <a:pt x="57" y="47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3" y="20"/>
                    <a:pt x="65" y="18"/>
                    <a:pt x="65" y="16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2"/>
                    <a:pt x="63" y="0"/>
                    <a:pt x="6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7" y="2"/>
                    <a:pt x="17" y="4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8"/>
                    <a:pt x="19" y="20"/>
                    <a:pt x="21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1" y="77"/>
                    <a:pt x="0" y="82"/>
                    <a:pt x="2" y="86"/>
                  </a:cubicBezTo>
                  <a:cubicBezTo>
                    <a:pt x="4" y="90"/>
                    <a:pt x="9" y="92"/>
                    <a:pt x="13" y="92"/>
                  </a:cubicBezTo>
                  <a:cubicBezTo>
                    <a:pt x="69" y="92"/>
                    <a:pt x="69" y="92"/>
                    <a:pt x="69" y="92"/>
                  </a:cubicBezTo>
                  <a:cubicBezTo>
                    <a:pt x="73" y="92"/>
                    <a:pt x="78" y="90"/>
                    <a:pt x="80" y="86"/>
                  </a:cubicBezTo>
                  <a:cubicBezTo>
                    <a:pt x="82" y="82"/>
                    <a:pt x="81" y="77"/>
                    <a:pt x="79" y="73"/>
                  </a:cubicBezTo>
                  <a:close/>
                  <a:moveTo>
                    <a:pt x="25" y="8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25" y="12"/>
                    <a:pt x="25" y="12"/>
                    <a:pt x="25" y="12"/>
                  </a:cubicBezTo>
                  <a:lnTo>
                    <a:pt x="25" y="8"/>
                  </a:lnTo>
                  <a:close/>
                  <a:moveTo>
                    <a:pt x="32" y="51"/>
                  </a:moveTo>
                  <a:cubicBezTo>
                    <a:pt x="33" y="50"/>
                    <a:pt x="33" y="49"/>
                    <a:pt x="33" y="48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9"/>
                    <a:pt x="49" y="50"/>
                    <a:pt x="50" y="51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24" y="60"/>
                    <a:pt x="24" y="60"/>
                    <a:pt x="24" y="60"/>
                  </a:cubicBezTo>
                  <a:lnTo>
                    <a:pt x="32" y="51"/>
                  </a:lnTo>
                  <a:close/>
                  <a:moveTo>
                    <a:pt x="73" y="82"/>
                  </a:moveTo>
                  <a:cubicBezTo>
                    <a:pt x="72" y="83"/>
                    <a:pt x="70" y="84"/>
                    <a:pt x="69" y="84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0" y="83"/>
                    <a:pt x="9" y="82"/>
                  </a:cubicBezTo>
                  <a:cubicBezTo>
                    <a:pt x="9" y="81"/>
                    <a:pt x="9" y="79"/>
                    <a:pt x="10" y="78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73" y="79"/>
                    <a:pt x="73" y="81"/>
                    <a:pt x="73" y="8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17" name="组合 216"/>
            <p:cNvGrpSpPr/>
            <p:nvPr/>
          </p:nvGrpSpPr>
          <p:grpSpPr>
            <a:xfrm>
              <a:off x="3829050" y="4210050"/>
              <a:ext cx="277813" cy="227013"/>
              <a:chOff x="3829050" y="4210050"/>
              <a:chExt cx="277813" cy="227013"/>
            </a:xfrm>
          </p:grpSpPr>
          <p:sp>
            <p:nvSpPr>
              <p:cNvPr id="147" name="Freeform 147"/>
              <p:cNvSpPr>
                <a:spLocks noEditPoints="1"/>
              </p:cNvSpPr>
              <p:nvPr/>
            </p:nvSpPr>
            <p:spPr bwMode="auto">
              <a:xfrm>
                <a:off x="3829050" y="4210050"/>
                <a:ext cx="277813" cy="201613"/>
              </a:xfrm>
              <a:custGeom>
                <a:avLst/>
                <a:gdLst>
                  <a:gd name="T0" fmla="*/ 86 w 88"/>
                  <a:gd name="T1" fmla="*/ 20 h 64"/>
                  <a:gd name="T2" fmla="*/ 46 w 88"/>
                  <a:gd name="T3" fmla="*/ 0 h 64"/>
                  <a:gd name="T4" fmla="*/ 42 w 88"/>
                  <a:gd name="T5" fmla="*/ 0 h 64"/>
                  <a:gd name="T6" fmla="*/ 2 w 88"/>
                  <a:gd name="T7" fmla="*/ 20 h 64"/>
                  <a:gd name="T8" fmla="*/ 0 w 88"/>
                  <a:gd name="T9" fmla="*/ 22 h 64"/>
                  <a:gd name="T10" fmla="*/ 0 w 88"/>
                  <a:gd name="T11" fmla="*/ 24 h 64"/>
                  <a:gd name="T12" fmla="*/ 0 w 88"/>
                  <a:gd name="T13" fmla="*/ 47 h 64"/>
                  <a:gd name="T14" fmla="*/ 4 w 88"/>
                  <a:gd name="T15" fmla="*/ 51 h 64"/>
                  <a:gd name="T16" fmla="*/ 8 w 88"/>
                  <a:gd name="T17" fmla="*/ 47 h 64"/>
                  <a:gd name="T18" fmla="*/ 8 w 88"/>
                  <a:gd name="T19" fmla="*/ 30 h 64"/>
                  <a:gd name="T20" fmla="*/ 16 w 88"/>
                  <a:gd name="T21" fmla="*/ 33 h 64"/>
                  <a:gd name="T22" fmla="*/ 16 w 88"/>
                  <a:gd name="T23" fmla="*/ 53 h 64"/>
                  <a:gd name="T24" fmla="*/ 18 w 88"/>
                  <a:gd name="T25" fmla="*/ 56 h 64"/>
                  <a:gd name="T26" fmla="*/ 44 w 88"/>
                  <a:gd name="T27" fmla="*/ 64 h 64"/>
                  <a:gd name="T28" fmla="*/ 70 w 88"/>
                  <a:gd name="T29" fmla="*/ 56 h 64"/>
                  <a:gd name="T30" fmla="*/ 72 w 88"/>
                  <a:gd name="T31" fmla="*/ 53 h 64"/>
                  <a:gd name="T32" fmla="*/ 72 w 88"/>
                  <a:gd name="T33" fmla="*/ 33 h 64"/>
                  <a:gd name="T34" fmla="*/ 85 w 88"/>
                  <a:gd name="T35" fmla="*/ 28 h 64"/>
                  <a:gd name="T36" fmla="*/ 88 w 88"/>
                  <a:gd name="T37" fmla="*/ 24 h 64"/>
                  <a:gd name="T38" fmla="*/ 86 w 88"/>
                  <a:gd name="T39" fmla="*/ 20 h 64"/>
                  <a:gd name="T40" fmla="*/ 64 w 88"/>
                  <a:gd name="T41" fmla="*/ 50 h 64"/>
                  <a:gd name="T42" fmla="*/ 60 w 88"/>
                  <a:gd name="T43" fmla="*/ 52 h 64"/>
                  <a:gd name="T44" fmla="*/ 28 w 88"/>
                  <a:gd name="T45" fmla="*/ 52 h 64"/>
                  <a:gd name="T46" fmla="*/ 24 w 88"/>
                  <a:gd name="T47" fmla="*/ 50 h 64"/>
                  <a:gd name="T48" fmla="*/ 24 w 88"/>
                  <a:gd name="T49" fmla="*/ 36 h 64"/>
                  <a:gd name="T50" fmla="*/ 43 w 88"/>
                  <a:gd name="T51" fmla="*/ 44 h 64"/>
                  <a:gd name="T52" fmla="*/ 44 w 88"/>
                  <a:gd name="T53" fmla="*/ 44 h 64"/>
                  <a:gd name="T54" fmla="*/ 45 w 88"/>
                  <a:gd name="T55" fmla="*/ 44 h 64"/>
                  <a:gd name="T56" fmla="*/ 64 w 88"/>
                  <a:gd name="T57" fmla="*/ 36 h 64"/>
                  <a:gd name="T58" fmla="*/ 64 w 88"/>
                  <a:gd name="T59" fmla="*/ 50 h 64"/>
                  <a:gd name="T60" fmla="*/ 44 w 88"/>
                  <a:gd name="T61" fmla="*/ 36 h 64"/>
                  <a:gd name="T62" fmla="*/ 14 w 88"/>
                  <a:gd name="T63" fmla="*/ 24 h 64"/>
                  <a:gd name="T64" fmla="*/ 44 w 88"/>
                  <a:gd name="T65" fmla="*/ 8 h 64"/>
                  <a:gd name="T66" fmla="*/ 74 w 88"/>
                  <a:gd name="T67" fmla="*/ 24 h 64"/>
                  <a:gd name="T68" fmla="*/ 44 w 88"/>
                  <a:gd name="T69" fmla="*/ 3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8" h="64">
                    <a:moveTo>
                      <a:pt x="86" y="20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3" y="0"/>
                      <a:pt x="42" y="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2"/>
                      <a:pt x="0" y="22"/>
                    </a:cubicBezTo>
                    <a:cubicBezTo>
                      <a:pt x="0" y="23"/>
                      <a:pt x="0" y="24"/>
                      <a:pt x="0" y="24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ubicBezTo>
                      <a:pt x="6" y="51"/>
                      <a:pt x="8" y="49"/>
                      <a:pt x="8" y="4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4"/>
                      <a:pt x="17" y="56"/>
                      <a:pt x="18" y="56"/>
                    </a:cubicBezTo>
                    <a:cubicBezTo>
                      <a:pt x="25" y="60"/>
                      <a:pt x="32" y="64"/>
                      <a:pt x="44" y="64"/>
                    </a:cubicBezTo>
                    <a:cubicBezTo>
                      <a:pt x="56" y="64"/>
                      <a:pt x="63" y="60"/>
                      <a:pt x="70" y="56"/>
                    </a:cubicBezTo>
                    <a:cubicBezTo>
                      <a:pt x="71" y="56"/>
                      <a:pt x="72" y="54"/>
                      <a:pt x="72" y="53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87" y="27"/>
                      <a:pt x="88" y="26"/>
                      <a:pt x="88" y="24"/>
                    </a:cubicBezTo>
                    <a:cubicBezTo>
                      <a:pt x="88" y="23"/>
                      <a:pt x="87" y="21"/>
                      <a:pt x="86" y="20"/>
                    </a:cubicBezTo>
                    <a:close/>
                    <a:moveTo>
                      <a:pt x="64" y="50"/>
                    </a:moveTo>
                    <a:cubicBezTo>
                      <a:pt x="60" y="52"/>
                      <a:pt x="60" y="52"/>
                      <a:pt x="60" y="52"/>
                    </a:cubicBezTo>
                    <a:cubicBezTo>
                      <a:pt x="50" y="57"/>
                      <a:pt x="38" y="57"/>
                      <a:pt x="28" y="52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4"/>
                      <a:pt x="44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64" y="36"/>
                      <a:pt x="64" y="36"/>
                      <a:pt x="64" y="36"/>
                    </a:cubicBezTo>
                    <a:lnTo>
                      <a:pt x="64" y="50"/>
                    </a:lnTo>
                    <a:close/>
                    <a:moveTo>
                      <a:pt x="44" y="36"/>
                    </a:moveTo>
                    <a:cubicBezTo>
                      <a:pt x="14" y="24"/>
                      <a:pt x="14" y="24"/>
                      <a:pt x="14" y="2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74" y="24"/>
                      <a:pt x="74" y="24"/>
                      <a:pt x="74" y="24"/>
                    </a:cubicBezTo>
                    <a:lnTo>
                      <a:pt x="44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148"/>
              <p:cNvSpPr>
                <a:spLocks/>
              </p:cNvSpPr>
              <p:nvPr/>
            </p:nvSpPr>
            <p:spPr bwMode="auto">
              <a:xfrm>
                <a:off x="3829050" y="4386263"/>
                <a:ext cx="25400" cy="50800"/>
              </a:xfrm>
              <a:custGeom>
                <a:avLst/>
                <a:gdLst>
                  <a:gd name="T0" fmla="*/ 4 w 8"/>
                  <a:gd name="T1" fmla="*/ 0 h 16"/>
                  <a:gd name="T2" fmla="*/ 0 w 8"/>
                  <a:gd name="T3" fmla="*/ 4 h 16"/>
                  <a:gd name="T4" fmla="*/ 0 w 8"/>
                  <a:gd name="T5" fmla="*/ 12 h 16"/>
                  <a:gd name="T6" fmla="*/ 4 w 8"/>
                  <a:gd name="T7" fmla="*/ 16 h 16"/>
                  <a:gd name="T8" fmla="*/ 8 w 8"/>
                  <a:gd name="T9" fmla="*/ 12 h 16"/>
                  <a:gd name="T10" fmla="*/ 8 w 8"/>
                  <a:gd name="T11" fmla="*/ 4 h 16"/>
                  <a:gd name="T12" fmla="*/ 4 w 8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ubicBezTo>
                      <a:pt x="6" y="16"/>
                      <a:pt x="8" y="14"/>
                      <a:pt x="8" y="12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9" name="组合 218"/>
            <p:cNvGrpSpPr/>
            <p:nvPr/>
          </p:nvGrpSpPr>
          <p:grpSpPr>
            <a:xfrm>
              <a:off x="5029200" y="4210050"/>
              <a:ext cx="303213" cy="252413"/>
              <a:chOff x="5029200" y="4210050"/>
              <a:chExt cx="303213" cy="252413"/>
            </a:xfrm>
          </p:grpSpPr>
          <p:sp>
            <p:nvSpPr>
              <p:cNvPr id="149" name="Freeform 149"/>
              <p:cNvSpPr>
                <a:spLocks noEditPoints="1"/>
              </p:cNvSpPr>
              <p:nvPr/>
            </p:nvSpPr>
            <p:spPr bwMode="auto">
              <a:xfrm>
                <a:off x="5029200" y="4210050"/>
                <a:ext cx="303213" cy="252413"/>
              </a:xfrm>
              <a:custGeom>
                <a:avLst/>
                <a:gdLst>
                  <a:gd name="T0" fmla="*/ 84 w 96"/>
                  <a:gd name="T1" fmla="*/ 0 h 80"/>
                  <a:gd name="T2" fmla="*/ 48 w 96"/>
                  <a:gd name="T3" fmla="*/ 0 h 80"/>
                  <a:gd name="T4" fmla="*/ 36 w 96"/>
                  <a:gd name="T5" fmla="*/ 12 h 80"/>
                  <a:gd name="T6" fmla="*/ 36 w 96"/>
                  <a:gd name="T7" fmla="*/ 52 h 80"/>
                  <a:gd name="T8" fmla="*/ 20 w 96"/>
                  <a:gd name="T9" fmla="*/ 52 h 80"/>
                  <a:gd name="T10" fmla="*/ 0 w 96"/>
                  <a:gd name="T11" fmla="*/ 75 h 80"/>
                  <a:gd name="T12" fmla="*/ 1 w 96"/>
                  <a:gd name="T13" fmla="*/ 79 h 80"/>
                  <a:gd name="T14" fmla="*/ 4 w 96"/>
                  <a:gd name="T15" fmla="*/ 80 h 80"/>
                  <a:gd name="T16" fmla="*/ 36 w 96"/>
                  <a:gd name="T17" fmla="*/ 80 h 80"/>
                  <a:gd name="T18" fmla="*/ 40 w 96"/>
                  <a:gd name="T19" fmla="*/ 76 h 80"/>
                  <a:gd name="T20" fmla="*/ 68 w 96"/>
                  <a:gd name="T21" fmla="*/ 76 h 80"/>
                  <a:gd name="T22" fmla="*/ 80 w 96"/>
                  <a:gd name="T23" fmla="*/ 64 h 80"/>
                  <a:gd name="T24" fmla="*/ 80 w 96"/>
                  <a:gd name="T25" fmla="*/ 28 h 80"/>
                  <a:gd name="T26" fmla="*/ 92 w 96"/>
                  <a:gd name="T27" fmla="*/ 28 h 80"/>
                  <a:gd name="T28" fmla="*/ 96 w 96"/>
                  <a:gd name="T29" fmla="*/ 24 h 80"/>
                  <a:gd name="T30" fmla="*/ 96 w 96"/>
                  <a:gd name="T31" fmla="*/ 12 h 80"/>
                  <a:gd name="T32" fmla="*/ 84 w 96"/>
                  <a:gd name="T33" fmla="*/ 0 h 80"/>
                  <a:gd name="T34" fmla="*/ 32 w 96"/>
                  <a:gd name="T35" fmla="*/ 72 h 80"/>
                  <a:gd name="T36" fmla="*/ 9 w 96"/>
                  <a:gd name="T37" fmla="*/ 72 h 80"/>
                  <a:gd name="T38" fmla="*/ 20 w 96"/>
                  <a:gd name="T39" fmla="*/ 60 h 80"/>
                  <a:gd name="T40" fmla="*/ 37 w 96"/>
                  <a:gd name="T41" fmla="*/ 60 h 80"/>
                  <a:gd name="T42" fmla="*/ 32 w 96"/>
                  <a:gd name="T43" fmla="*/ 72 h 80"/>
                  <a:gd name="T44" fmla="*/ 52 w 96"/>
                  <a:gd name="T45" fmla="*/ 60 h 80"/>
                  <a:gd name="T46" fmla="*/ 56 w 96"/>
                  <a:gd name="T47" fmla="*/ 64 h 80"/>
                  <a:gd name="T48" fmla="*/ 57 w 96"/>
                  <a:gd name="T49" fmla="*/ 68 h 80"/>
                  <a:gd name="T50" fmla="*/ 41 w 96"/>
                  <a:gd name="T51" fmla="*/ 68 h 80"/>
                  <a:gd name="T52" fmla="*/ 52 w 96"/>
                  <a:gd name="T53" fmla="*/ 60 h 80"/>
                  <a:gd name="T54" fmla="*/ 72 w 96"/>
                  <a:gd name="T55" fmla="*/ 64 h 80"/>
                  <a:gd name="T56" fmla="*/ 68 w 96"/>
                  <a:gd name="T57" fmla="*/ 68 h 80"/>
                  <a:gd name="T58" fmla="*/ 64 w 96"/>
                  <a:gd name="T59" fmla="*/ 64 h 80"/>
                  <a:gd name="T60" fmla="*/ 52 w 96"/>
                  <a:gd name="T61" fmla="*/ 52 h 80"/>
                  <a:gd name="T62" fmla="*/ 44 w 96"/>
                  <a:gd name="T63" fmla="*/ 52 h 80"/>
                  <a:gd name="T64" fmla="*/ 44 w 96"/>
                  <a:gd name="T65" fmla="*/ 12 h 80"/>
                  <a:gd name="T66" fmla="*/ 48 w 96"/>
                  <a:gd name="T67" fmla="*/ 8 h 80"/>
                  <a:gd name="T68" fmla="*/ 73 w 96"/>
                  <a:gd name="T69" fmla="*/ 8 h 80"/>
                  <a:gd name="T70" fmla="*/ 72 w 96"/>
                  <a:gd name="T71" fmla="*/ 12 h 80"/>
                  <a:gd name="T72" fmla="*/ 72 w 96"/>
                  <a:gd name="T73" fmla="*/ 64 h 80"/>
                  <a:gd name="T74" fmla="*/ 88 w 96"/>
                  <a:gd name="T75" fmla="*/ 20 h 80"/>
                  <a:gd name="T76" fmla="*/ 80 w 96"/>
                  <a:gd name="T77" fmla="*/ 20 h 80"/>
                  <a:gd name="T78" fmla="*/ 80 w 96"/>
                  <a:gd name="T79" fmla="*/ 12 h 80"/>
                  <a:gd name="T80" fmla="*/ 84 w 96"/>
                  <a:gd name="T81" fmla="*/ 8 h 80"/>
                  <a:gd name="T82" fmla="*/ 88 w 96"/>
                  <a:gd name="T83" fmla="*/ 12 h 80"/>
                  <a:gd name="T84" fmla="*/ 88 w 96"/>
                  <a:gd name="T85" fmla="*/ 2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6" h="80">
                    <a:moveTo>
                      <a:pt x="84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1" y="0"/>
                      <a:pt x="36" y="5"/>
                      <a:pt x="36" y="12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5" y="52"/>
                      <a:pt x="0" y="74"/>
                      <a:pt x="0" y="75"/>
                    </a:cubicBezTo>
                    <a:cubicBezTo>
                      <a:pt x="0" y="76"/>
                      <a:pt x="0" y="78"/>
                      <a:pt x="1" y="79"/>
                    </a:cubicBezTo>
                    <a:cubicBezTo>
                      <a:pt x="2" y="79"/>
                      <a:pt x="3" y="80"/>
                      <a:pt x="4" y="80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8" y="80"/>
                      <a:pt x="40" y="78"/>
                      <a:pt x="40" y="76"/>
                    </a:cubicBezTo>
                    <a:cubicBezTo>
                      <a:pt x="68" y="76"/>
                      <a:pt x="68" y="76"/>
                      <a:pt x="68" y="76"/>
                    </a:cubicBezTo>
                    <a:cubicBezTo>
                      <a:pt x="75" y="76"/>
                      <a:pt x="80" y="71"/>
                      <a:pt x="80" y="64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4" y="28"/>
                      <a:pt x="96" y="26"/>
                      <a:pt x="96" y="24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5"/>
                      <a:pt x="91" y="0"/>
                      <a:pt x="84" y="0"/>
                    </a:cubicBezTo>
                    <a:close/>
                    <a:moveTo>
                      <a:pt x="32" y="72"/>
                    </a:moveTo>
                    <a:cubicBezTo>
                      <a:pt x="9" y="72"/>
                      <a:pt x="9" y="72"/>
                      <a:pt x="9" y="72"/>
                    </a:cubicBezTo>
                    <a:cubicBezTo>
                      <a:pt x="11" y="67"/>
                      <a:pt x="15" y="60"/>
                      <a:pt x="20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4" y="64"/>
                      <a:pt x="33" y="68"/>
                      <a:pt x="32" y="72"/>
                    </a:cubicBezTo>
                    <a:close/>
                    <a:moveTo>
                      <a:pt x="52" y="60"/>
                    </a:moveTo>
                    <a:cubicBezTo>
                      <a:pt x="54" y="60"/>
                      <a:pt x="56" y="62"/>
                      <a:pt x="56" y="64"/>
                    </a:cubicBezTo>
                    <a:cubicBezTo>
                      <a:pt x="56" y="65"/>
                      <a:pt x="56" y="67"/>
                      <a:pt x="57" y="68"/>
                    </a:cubicBezTo>
                    <a:cubicBezTo>
                      <a:pt x="41" y="68"/>
                      <a:pt x="41" y="68"/>
                      <a:pt x="41" y="68"/>
                    </a:cubicBezTo>
                    <a:cubicBezTo>
                      <a:pt x="43" y="64"/>
                      <a:pt x="46" y="60"/>
                      <a:pt x="52" y="60"/>
                    </a:cubicBezTo>
                    <a:close/>
                    <a:moveTo>
                      <a:pt x="72" y="64"/>
                    </a:moveTo>
                    <a:cubicBezTo>
                      <a:pt x="72" y="66"/>
                      <a:pt x="70" y="68"/>
                      <a:pt x="68" y="68"/>
                    </a:cubicBezTo>
                    <a:cubicBezTo>
                      <a:pt x="66" y="68"/>
                      <a:pt x="64" y="66"/>
                      <a:pt x="64" y="64"/>
                    </a:cubicBezTo>
                    <a:cubicBezTo>
                      <a:pt x="64" y="58"/>
                      <a:pt x="58" y="52"/>
                      <a:pt x="52" y="52"/>
                    </a:cubicBezTo>
                    <a:cubicBezTo>
                      <a:pt x="44" y="52"/>
                      <a:pt x="44" y="52"/>
                      <a:pt x="44" y="5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0"/>
                      <a:pt x="46" y="8"/>
                      <a:pt x="48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2" y="9"/>
                      <a:pt x="72" y="11"/>
                      <a:pt x="72" y="12"/>
                    </a:cubicBezTo>
                    <a:lnTo>
                      <a:pt x="72" y="64"/>
                    </a:lnTo>
                    <a:close/>
                    <a:moveTo>
                      <a:pt x="88" y="20"/>
                    </a:move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80" y="10"/>
                      <a:pt x="82" y="8"/>
                      <a:pt x="84" y="8"/>
                    </a:cubicBezTo>
                    <a:cubicBezTo>
                      <a:pt x="86" y="8"/>
                      <a:pt x="88" y="10"/>
                      <a:pt x="88" y="12"/>
                    </a:cubicBezTo>
                    <a:lnTo>
                      <a:pt x="88" y="2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Rectangle 150"/>
              <p:cNvSpPr>
                <a:spLocks noChangeArrowheads="1"/>
              </p:cNvSpPr>
              <p:nvPr/>
            </p:nvSpPr>
            <p:spPr bwMode="auto">
              <a:xfrm>
                <a:off x="5181600" y="4260850"/>
                <a:ext cx="635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Rectangle 151"/>
              <p:cNvSpPr>
                <a:spLocks noChangeArrowheads="1"/>
              </p:cNvSpPr>
              <p:nvPr/>
            </p:nvSpPr>
            <p:spPr bwMode="auto">
              <a:xfrm>
                <a:off x="5181600" y="4298950"/>
                <a:ext cx="63500" cy="23813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Rectangle 152"/>
              <p:cNvSpPr>
                <a:spLocks noChangeArrowheads="1"/>
              </p:cNvSpPr>
              <p:nvPr/>
            </p:nvSpPr>
            <p:spPr bwMode="auto">
              <a:xfrm>
                <a:off x="5181600" y="4335463"/>
                <a:ext cx="635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3" name="Freeform 153"/>
            <p:cNvSpPr>
              <a:spLocks noEditPoints="1"/>
            </p:cNvSpPr>
            <p:nvPr/>
          </p:nvSpPr>
          <p:spPr bwMode="auto">
            <a:xfrm>
              <a:off x="6269038" y="4229100"/>
              <a:ext cx="252413" cy="220663"/>
            </a:xfrm>
            <a:custGeom>
              <a:avLst/>
              <a:gdLst>
                <a:gd name="T0" fmla="*/ 80 w 80"/>
                <a:gd name="T1" fmla="*/ 26 h 70"/>
                <a:gd name="T2" fmla="*/ 66 w 80"/>
                <a:gd name="T3" fmla="*/ 26 h 70"/>
                <a:gd name="T4" fmla="*/ 51 w 80"/>
                <a:gd name="T5" fmla="*/ 0 h 70"/>
                <a:gd name="T6" fmla="*/ 45 w 80"/>
                <a:gd name="T7" fmla="*/ 4 h 70"/>
                <a:gd name="T8" fmla="*/ 57 w 80"/>
                <a:gd name="T9" fmla="*/ 26 h 70"/>
                <a:gd name="T10" fmla="*/ 23 w 80"/>
                <a:gd name="T11" fmla="*/ 26 h 70"/>
                <a:gd name="T12" fmla="*/ 35 w 80"/>
                <a:gd name="T13" fmla="*/ 4 h 70"/>
                <a:gd name="T14" fmla="*/ 29 w 80"/>
                <a:gd name="T15" fmla="*/ 0 h 70"/>
                <a:gd name="T16" fmla="*/ 14 w 80"/>
                <a:gd name="T17" fmla="*/ 26 h 70"/>
                <a:gd name="T18" fmla="*/ 0 w 80"/>
                <a:gd name="T19" fmla="*/ 26 h 70"/>
                <a:gd name="T20" fmla="*/ 0 w 80"/>
                <a:gd name="T21" fmla="*/ 34 h 70"/>
                <a:gd name="T22" fmla="*/ 5 w 80"/>
                <a:gd name="T23" fmla="*/ 34 h 70"/>
                <a:gd name="T24" fmla="*/ 12 w 80"/>
                <a:gd name="T25" fmla="*/ 67 h 70"/>
                <a:gd name="T26" fmla="*/ 16 w 80"/>
                <a:gd name="T27" fmla="*/ 70 h 70"/>
                <a:gd name="T28" fmla="*/ 64 w 80"/>
                <a:gd name="T29" fmla="*/ 70 h 70"/>
                <a:gd name="T30" fmla="*/ 68 w 80"/>
                <a:gd name="T31" fmla="*/ 67 h 70"/>
                <a:gd name="T32" fmla="*/ 75 w 80"/>
                <a:gd name="T33" fmla="*/ 34 h 70"/>
                <a:gd name="T34" fmla="*/ 80 w 80"/>
                <a:gd name="T35" fmla="*/ 34 h 70"/>
                <a:gd name="T36" fmla="*/ 80 w 80"/>
                <a:gd name="T37" fmla="*/ 26 h 70"/>
                <a:gd name="T38" fmla="*/ 61 w 80"/>
                <a:gd name="T39" fmla="*/ 62 h 70"/>
                <a:gd name="T40" fmla="*/ 19 w 80"/>
                <a:gd name="T41" fmla="*/ 62 h 70"/>
                <a:gd name="T42" fmla="*/ 13 w 80"/>
                <a:gd name="T43" fmla="*/ 34 h 70"/>
                <a:gd name="T44" fmla="*/ 67 w 80"/>
                <a:gd name="T45" fmla="*/ 34 h 70"/>
                <a:gd name="T46" fmla="*/ 61 w 80"/>
                <a:gd name="T47" fmla="*/ 6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0" h="70">
                  <a:moveTo>
                    <a:pt x="80" y="26"/>
                  </a:moveTo>
                  <a:cubicBezTo>
                    <a:pt x="66" y="26"/>
                    <a:pt x="66" y="26"/>
                    <a:pt x="66" y="2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9"/>
                    <a:pt x="14" y="70"/>
                    <a:pt x="16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6" y="70"/>
                    <a:pt x="67" y="69"/>
                    <a:pt x="68" y="67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80" y="34"/>
                    <a:pt x="80" y="34"/>
                    <a:pt x="80" y="34"/>
                  </a:cubicBezTo>
                  <a:lnTo>
                    <a:pt x="80" y="26"/>
                  </a:lnTo>
                  <a:close/>
                  <a:moveTo>
                    <a:pt x="61" y="62"/>
                  </a:moveTo>
                  <a:cubicBezTo>
                    <a:pt x="19" y="62"/>
                    <a:pt x="19" y="62"/>
                    <a:pt x="19" y="62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67" y="34"/>
                    <a:pt x="67" y="34"/>
                    <a:pt x="67" y="34"/>
                  </a:cubicBezTo>
                  <a:lnTo>
                    <a:pt x="61" y="6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20" name="组合 219"/>
            <p:cNvGrpSpPr/>
            <p:nvPr/>
          </p:nvGrpSpPr>
          <p:grpSpPr>
            <a:xfrm>
              <a:off x="5661025" y="4229100"/>
              <a:ext cx="254000" cy="220663"/>
              <a:chOff x="5661025" y="4229100"/>
              <a:chExt cx="254000" cy="220663"/>
            </a:xfrm>
          </p:grpSpPr>
          <p:sp>
            <p:nvSpPr>
              <p:cNvPr id="154" name="Freeform 154"/>
              <p:cNvSpPr>
                <a:spLocks noEditPoints="1"/>
              </p:cNvSpPr>
              <p:nvPr/>
            </p:nvSpPr>
            <p:spPr bwMode="auto">
              <a:xfrm>
                <a:off x="5661025" y="4229100"/>
                <a:ext cx="254000" cy="220663"/>
              </a:xfrm>
              <a:custGeom>
                <a:avLst/>
                <a:gdLst>
                  <a:gd name="T0" fmla="*/ 80 w 80"/>
                  <a:gd name="T1" fmla="*/ 26 h 70"/>
                  <a:gd name="T2" fmla="*/ 66 w 80"/>
                  <a:gd name="T3" fmla="*/ 26 h 70"/>
                  <a:gd name="T4" fmla="*/ 51 w 80"/>
                  <a:gd name="T5" fmla="*/ 0 h 70"/>
                  <a:gd name="T6" fmla="*/ 45 w 80"/>
                  <a:gd name="T7" fmla="*/ 4 h 70"/>
                  <a:gd name="T8" fmla="*/ 57 w 80"/>
                  <a:gd name="T9" fmla="*/ 26 h 70"/>
                  <a:gd name="T10" fmla="*/ 23 w 80"/>
                  <a:gd name="T11" fmla="*/ 26 h 70"/>
                  <a:gd name="T12" fmla="*/ 35 w 80"/>
                  <a:gd name="T13" fmla="*/ 4 h 70"/>
                  <a:gd name="T14" fmla="*/ 29 w 80"/>
                  <a:gd name="T15" fmla="*/ 0 h 70"/>
                  <a:gd name="T16" fmla="*/ 14 w 80"/>
                  <a:gd name="T17" fmla="*/ 26 h 70"/>
                  <a:gd name="T18" fmla="*/ 0 w 80"/>
                  <a:gd name="T19" fmla="*/ 26 h 70"/>
                  <a:gd name="T20" fmla="*/ 0 w 80"/>
                  <a:gd name="T21" fmla="*/ 34 h 70"/>
                  <a:gd name="T22" fmla="*/ 5 w 80"/>
                  <a:gd name="T23" fmla="*/ 34 h 70"/>
                  <a:gd name="T24" fmla="*/ 12 w 80"/>
                  <a:gd name="T25" fmla="*/ 67 h 70"/>
                  <a:gd name="T26" fmla="*/ 16 w 80"/>
                  <a:gd name="T27" fmla="*/ 70 h 70"/>
                  <a:gd name="T28" fmla="*/ 64 w 80"/>
                  <a:gd name="T29" fmla="*/ 70 h 70"/>
                  <a:gd name="T30" fmla="*/ 68 w 80"/>
                  <a:gd name="T31" fmla="*/ 67 h 70"/>
                  <a:gd name="T32" fmla="*/ 75 w 80"/>
                  <a:gd name="T33" fmla="*/ 34 h 70"/>
                  <a:gd name="T34" fmla="*/ 80 w 80"/>
                  <a:gd name="T35" fmla="*/ 34 h 70"/>
                  <a:gd name="T36" fmla="*/ 80 w 80"/>
                  <a:gd name="T37" fmla="*/ 26 h 70"/>
                  <a:gd name="T38" fmla="*/ 61 w 80"/>
                  <a:gd name="T39" fmla="*/ 62 h 70"/>
                  <a:gd name="T40" fmla="*/ 19 w 80"/>
                  <a:gd name="T41" fmla="*/ 62 h 70"/>
                  <a:gd name="T42" fmla="*/ 13 w 80"/>
                  <a:gd name="T43" fmla="*/ 34 h 70"/>
                  <a:gd name="T44" fmla="*/ 67 w 80"/>
                  <a:gd name="T45" fmla="*/ 34 h 70"/>
                  <a:gd name="T46" fmla="*/ 61 w 80"/>
                  <a:gd name="T47" fmla="*/ 6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70">
                    <a:moveTo>
                      <a:pt x="80" y="26"/>
                    </a:moveTo>
                    <a:cubicBezTo>
                      <a:pt x="66" y="26"/>
                      <a:pt x="66" y="26"/>
                      <a:pt x="66" y="2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3" y="69"/>
                      <a:pt x="14" y="70"/>
                      <a:pt x="16" y="70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6" y="70"/>
                      <a:pt x="67" y="69"/>
                      <a:pt x="68" y="67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80" y="34"/>
                      <a:pt x="80" y="34"/>
                      <a:pt x="80" y="34"/>
                    </a:cubicBezTo>
                    <a:lnTo>
                      <a:pt x="80" y="26"/>
                    </a:lnTo>
                    <a:close/>
                    <a:moveTo>
                      <a:pt x="61" y="62"/>
                    </a:moveTo>
                    <a:cubicBezTo>
                      <a:pt x="19" y="62"/>
                      <a:pt x="19" y="62"/>
                      <a:pt x="19" y="62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67" y="34"/>
                      <a:pt x="67" y="34"/>
                      <a:pt x="67" y="34"/>
                    </a:cubicBezTo>
                    <a:lnTo>
                      <a:pt x="61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Rectangle 155"/>
              <p:cNvSpPr>
                <a:spLocks noChangeArrowheads="1"/>
              </p:cNvSpPr>
              <p:nvPr/>
            </p:nvSpPr>
            <p:spPr bwMode="auto">
              <a:xfrm>
                <a:off x="5775325" y="4348163"/>
                <a:ext cx="25400" cy="635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Rectangle 156"/>
              <p:cNvSpPr>
                <a:spLocks noChangeArrowheads="1"/>
              </p:cNvSpPr>
              <p:nvPr/>
            </p:nvSpPr>
            <p:spPr bwMode="auto">
              <a:xfrm>
                <a:off x="5813425" y="4348163"/>
                <a:ext cx="25400" cy="635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Rectangle 157"/>
              <p:cNvSpPr>
                <a:spLocks noChangeArrowheads="1"/>
              </p:cNvSpPr>
              <p:nvPr/>
            </p:nvSpPr>
            <p:spPr bwMode="auto">
              <a:xfrm>
                <a:off x="5737225" y="4348163"/>
                <a:ext cx="25400" cy="635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1" name="组合 220"/>
            <p:cNvGrpSpPr/>
            <p:nvPr/>
          </p:nvGrpSpPr>
          <p:grpSpPr>
            <a:xfrm>
              <a:off x="6850063" y="4191000"/>
              <a:ext cx="303212" cy="296863"/>
              <a:chOff x="6850063" y="4191000"/>
              <a:chExt cx="303212" cy="296863"/>
            </a:xfrm>
          </p:grpSpPr>
          <p:sp>
            <p:nvSpPr>
              <p:cNvPr id="158" name="Freeform 158"/>
              <p:cNvSpPr>
                <a:spLocks/>
              </p:cNvSpPr>
              <p:nvPr/>
            </p:nvSpPr>
            <p:spPr bwMode="auto">
              <a:xfrm>
                <a:off x="6850063" y="4191000"/>
                <a:ext cx="252413" cy="220663"/>
              </a:xfrm>
              <a:custGeom>
                <a:avLst/>
                <a:gdLst>
                  <a:gd name="T0" fmla="*/ 71 w 80"/>
                  <a:gd name="T1" fmla="*/ 54 h 70"/>
                  <a:gd name="T2" fmla="*/ 75 w 80"/>
                  <a:gd name="T3" fmla="*/ 34 h 70"/>
                  <a:gd name="T4" fmla="*/ 80 w 80"/>
                  <a:gd name="T5" fmla="*/ 34 h 70"/>
                  <a:gd name="T6" fmla="*/ 80 w 80"/>
                  <a:gd name="T7" fmla="*/ 26 h 70"/>
                  <a:gd name="T8" fmla="*/ 66 w 80"/>
                  <a:gd name="T9" fmla="*/ 26 h 70"/>
                  <a:gd name="T10" fmla="*/ 51 w 80"/>
                  <a:gd name="T11" fmla="*/ 0 h 70"/>
                  <a:gd name="T12" fmla="*/ 45 w 80"/>
                  <a:gd name="T13" fmla="*/ 4 h 70"/>
                  <a:gd name="T14" fmla="*/ 57 w 80"/>
                  <a:gd name="T15" fmla="*/ 26 h 70"/>
                  <a:gd name="T16" fmla="*/ 23 w 80"/>
                  <a:gd name="T17" fmla="*/ 26 h 70"/>
                  <a:gd name="T18" fmla="*/ 35 w 80"/>
                  <a:gd name="T19" fmla="*/ 4 h 70"/>
                  <a:gd name="T20" fmla="*/ 29 w 80"/>
                  <a:gd name="T21" fmla="*/ 0 h 70"/>
                  <a:gd name="T22" fmla="*/ 14 w 80"/>
                  <a:gd name="T23" fmla="*/ 26 h 70"/>
                  <a:gd name="T24" fmla="*/ 0 w 80"/>
                  <a:gd name="T25" fmla="*/ 26 h 70"/>
                  <a:gd name="T26" fmla="*/ 0 w 80"/>
                  <a:gd name="T27" fmla="*/ 34 h 70"/>
                  <a:gd name="T28" fmla="*/ 5 w 80"/>
                  <a:gd name="T29" fmla="*/ 34 h 70"/>
                  <a:gd name="T30" fmla="*/ 12 w 80"/>
                  <a:gd name="T31" fmla="*/ 67 h 70"/>
                  <a:gd name="T32" fmla="*/ 16 w 80"/>
                  <a:gd name="T33" fmla="*/ 70 h 70"/>
                  <a:gd name="T34" fmla="*/ 52 w 80"/>
                  <a:gd name="T35" fmla="*/ 70 h 70"/>
                  <a:gd name="T36" fmla="*/ 52 w 80"/>
                  <a:gd name="T37" fmla="*/ 62 h 70"/>
                  <a:gd name="T38" fmla="*/ 19 w 80"/>
                  <a:gd name="T39" fmla="*/ 62 h 70"/>
                  <a:gd name="T40" fmla="*/ 13 w 80"/>
                  <a:gd name="T41" fmla="*/ 34 h 70"/>
                  <a:gd name="T42" fmla="*/ 67 w 80"/>
                  <a:gd name="T43" fmla="*/ 34 h 70"/>
                  <a:gd name="T44" fmla="*/ 63 w 80"/>
                  <a:gd name="T45" fmla="*/ 54 h 70"/>
                  <a:gd name="T46" fmla="*/ 71 w 80"/>
                  <a:gd name="T47" fmla="*/ 5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70">
                    <a:moveTo>
                      <a:pt x="71" y="54"/>
                    </a:moveTo>
                    <a:cubicBezTo>
                      <a:pt x="75" y="34"/>
                      <a:pt x="75" y="34"/>
                      <a:pt x="75" y="34"/>
                    </a:cubicBezTo>
                    <a:cubicBezTo>
                      <a:pt x="80" y="34"/>
                      <a:pt x="80" y="34"/>
                      <a:pt x="80" y="34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3" y="69"/>
                      <a:pt x="14" y="70"/>
                      <a:pt x="16" y="70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3" y="54"/>
                      <a:pt x="63" y="54"/>
                      <a:pt x="63" y="54"/>
                    </a:cubicBezTo>
                    <a:lnTo>
                      <a:pt x="71" y="5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159"/>
              <p:cNvSpPr>
                <a:spLocks/>
              </p:cNvSpPr>
              <p:nvPr/>
            </p:nvSpPr>
            <p:spPr bwMode="auto">
              <a:xfrm>
                <a:off x="7051675" y="4386263"/>
                <a:ext cx="101600" cy="101600"/>
              </a:xfrm>
              <a:custGeom>
                <a:avLst/>
                <a:gdLst>
                  <a:gd name="T0" fmla="*/ 64 w 64"/>
                  <a:gd name="T1" fmla="*/ 24 h 64"/>
                  <a:gd name="T2" fmla="*/ 40 w 64"/>
                  <a:gd name="T3" fmla="*/ 24 h 64"/>
                  <a:gd name="T4" fmla="*/ 40 w 64"/>
                  <a:gd name="T5" fmla="*/ 0 h 64"/>
                  <a:gd name="T6" fmla="*/ 24 w 64"/>
                  <a:gd name="T7" fmla="*/ 0 h 64"/>
                  <a:gd name="T8" fmla="*/ 24 w 64"/>
                  <a:gd name="T9" fmla="*/ 24 h 64"/>
                  <a:gd name="T10" fmla="*/ 0 w 64"/>
                  <a:gd name="T11" fmla="*/ 24 h 64"/>
                  <a:gd name="T12" fmla="*/ 0 w 64"/>
                  <a:gd name="T13" fmla="*/ 40 h 64"/>
                  <a:gd name="T14" fmla="*/ 24 w 64"/>
                  <a:gd name="T15" fmla="*/ 40 h 64"/>
                  <a:gd name="T16" fmla="*/ 24 w 64"/>
                  <a:gd name="T17" fmla="*/ 64 h 64"/>
                  <a:gd name="T18" fmla="*/ 40 w 64"/>
                  <a:gd name="T19" fmla="*/ 64 h 64"/>
                  <a:gd name="T20" fmla="*/ 40 w 64"/>
                  <a:gd name="T21" fmla="*/ 40 h 64"/>
                  <a:gd name="T22" fmla="*/ 64 w 64"/>
                  <a:gd name="T23" fmla="*/ 40 h 64"/>
                  <a:gd name="T24" fmla="*/ 64 w 64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64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2" name="组合 221"/>
            <p:cNvGrpSpPr/>
            <p:nvPr/>
          </p:nvGrpSpPr>
          <p:grpSpPr>
            <a:xfrm>
              <a:off x="7456488" y="4191000"/>
              <a:ext cx="290512" cy="258763"/>
              <a:chOff x="7456488" y="4191000"/>
              <a:chExt cx="290512" cy="258763"/>
            </a:xfrm>
          </p:grpSpPr>
          <p:sp>
            <p:nvSpPr>
              <p:cNvPr id="160" name="Freeform 160"/>
              <p:cNvSpPr>
                <a:spLocks noEditPoints="1"/>
              </p:cNvSpPr>
              <p:nvPr/>
            </p:nvSpPr>
            <p:spPr bwMode="auto">
              <a:xfrm>
                <a:off x="7456488" y="4191000"/>
                <a:ext cx="252413" cy="220663"/>
              </a:xfrm>
              <a:custGeom>
                <a:avLst/>
                <a:gdLst>
                  <a:gd name="T0" fmla="*/ 80 w 80"/>
                  <a:gd name="T1" fmla="*/ 34 h 70"/>
                  <a:gd name="T2" fmla="*/ 80 w 80"/>
                  <a:gd name="T3" fmla="*/ 26 h 70"/>
                  <a:gd name="T4" fmla="*/ 66 w 80"/>
                  <a:gd name="T5" fmla="*/ 26 h 70"/>
                  <a:gd name="T6" fmla="*/ 51 w 80"/>
                  <a:gd name="T7" fmla="*/ 0 h 70"/>
                  <a:gd name="T8" fmla="*/ 45 w 80"/>
                  <a:gd name="T9" fmla="*/ 4 h 70"/>
                  <a:gd name="T10" fmla="*/ 57 w 80"/>
                  <a:gd name="T11" fmla="*/ 26 h 70"/>
                  <a:gd name="T12" fmla="*/ 23 w 80"/>
                  <a:gd name="T13" fmla="*/ 26 h 70"/>
                  <a:gd name="T14" fmla="*/ 35 w 80"/>
                  <a:gd name="T15" fmla="*/ 4 h 70"/>
                  <a:gd name="T16" fmla="*/ 29 w 80"/>
                  <a:gd name="T17" fmla="*/ 0 h 70"/>
                  <a:gd name="T18" fmla="*/ 14 w 80"/>
                  <a:gd name="T19" fmla="*/ 26 h 70"/>
                  <a:gd name="T20" fmla="*/ 0 w 80"/>
                  <a:gd name="T21" fmla="*/ 26 h 70"/>
                  <a:gd name="T22" fmla="*/ 0 w 80"/>
                  <a:gd name="T23" fmla="*/ 34 h 70"/>
                  <a:gd name="T24" fmla="*/ 5 w 80"/>
                  <a:gd name="T25" fmla="*/ 34 h 70"/>
                  <a:gd name="T26" fmla="*/ 12 w 80"/>
                  <a:gd name="T27" fmla="*/ 67 h 70"/>
                  <a:gd name="T28" fmla="*/ 16 w 80"/>
                  <a:gd name="T29" fmla="*/ 70 h 70"/>
                  <a:gd name="T30" fmla="*/ 64 w 80"/>
                  <a:gd name="T31" fmla="*/ 70 h 70"/>
                  <a:gd name="T32" fmla="*/ 68 w 80"/>
                  <a:gd name="T33" fmla="*/ 67 h 70"/>
                  <a:gd name="T34" fmla="*/ 75 w 80"/>
                  <a:gd name="T35" fmla="*/ 34 h 70"/>
                  <a:gd name="T36" fmla="*/ 80 w 80"/>
                  <a:gd name="T37" fmla="*/ 34 h 70"/>
                  <a:gd name="T38" fmla="*/ 61 w 80"/>
                  <a:gd name="T39" fmla="*/ 62 h 70"/>
                  <a:gd name="T40" fmla="*/ 19 w 80"/>
                  <a:gd name="T41" fmla="*/ 62 h 70"/>
                  <a:gd name="T42" fmla="*/ 13 w 80"/>
                  <a:gd name="T43" fmla="*/ 34 h 70"/>
                  <a:gd name="T44" fmla="*/ 67 w 80"/>
                  <a:gd name="T45" fmla="*/ 34 h 70"/>
                  <a:gd name="T46" fmla="*/ 61 w 80"/>
                  <a:gd name="T47" fmla="*/ 6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70">
                    <a:moveTo>
                      <a:pt x="80" y="34"/>
                    </a:moveTo>
                    <a:cubicBezTo>
                      <a:pt x="80" y="26"/>
                      <a:pt x="80" y="26"/>
                      <a:pt x="80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3" y="69"/>
                      <a:pt x="14" y="70"/>
                      <a:pt x="16" y="70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6" y="70"/>
                      <a:pt x="67" y="69"/>
                      <a:pt x="68" y="67"/>
                    </a:cubicBezTo>
                    <a:cubicBezTo>
                      <a:pt x="75" y="34"/>
                      <a:pt x="75" y="34"/>
                      <a:pt x="75" y="34"/>
                    </a:cubicBezTo>
                    <a:lnTo>
                      <a:pt x="80" y="34"/>
                    </a:lnTo>
                    <a:close/>
                    <a:moveTo>
                      <a:pt x="61" y="62"/>
                    </a:moveTo>
                    <a:cubicBezTo>
                      <a:pt x="19" y="62"/>
                      <a:pt x="19" y="62"/>
                      <a:pt x="19" y="62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67" y="34"/>
                      <a:pt x="67" y="34"/>
                      <a:pt x="67" y="34"/>
                    </a:cubicBezTo>
                    <a:lnTo>
                      <a:pt x="61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Rectangle 161"/>
              <p:cNvSpPr>
                <a:spLocks noChangeArrowheads="1"/>
              </p:cNvSpPr>
              <p:nvPr/>
            </p:nvSpPr>
            <p:spPr bwMode="auto">
              <a:xfrm>
                <a:off x="7670800" y="4424363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3" name="组合 222"/>
            <p:cNvGrpSpPr/>
            <p:nvPr/>
          </p:nvGrpSpPr>
          <p:grpSpPr>
            <a:xfrm>
              <a:off x="8062913" y="4191000"/>
              <a:ext cx="300037" cy="290513"/>
              <a:chOff x="8062913" y="4191000"/>
              <a:chExt cx="300037" cy="290513"/>
            </a:xfrm>
          </p:grpSpPr>
          <p:sp>
            <p:nvSpPr>
              <p:cNvPr id="162" name="Freeform 162"/>
              <p:cNvSpPr>
                <a:spLocks/>
              </p:cNvSpPr>
              <p:nvPr/>
            </p:nvSpPr>
            <p:spPr bwMode="auto">
              <a:xfrm>
                <a:off x="8062913" y="4191000"/>
                <a:ext cx="252413" cy="220663"/>
              </a:xfrm>
              <a:custGeom>
                <a:avLst/>
                <a:gdLst>
                  <a:gd name="T0" fmla="*/ 13 w 80"/>
                  <a:gd name="T1" fmla="*/ 34 h 70"/>
                  <a:gd name="T2" fmla="*/ 67 w 80"/>
                  <a:gd name="T3" fmla="*/ 34 h 70"/>
                  <a:gd name="T4" fmla="*/ 62 w 80"/>
                  <a:gd name="T5" fmla="*/ 58 h 70"/>
                  <a:gd name="T6" fmla="*/ 70 w 80"/>
                  <a:gd name="T7" fmla="*/ 58 h 70"/>
                  <a:gd name="T8" fmla="*/ 75 w 80"/>
                  <a:gd name="T9" fmla="*/ 34 h 70"/>
                  <a:gd name="T10" fmla="*/ 80 w 80"/>
                  <a:gd name="T11" fmla="*/ 34 h 70"/>
                  <a:gd name="T12" fmla="*/ 80 w 80"/>
                  <a:gd name="T13" fmla="*/ 26 h 70"/>
                  <a:gd name="T14" fmla="*/ 66 w 80"/>
                  <a:gd name="T15" fmla="*/ 26 h 70"/>
                  <a:gd name="T16" fmla="*/ 51 w 80"/>
                  <a:gd name="T17" fmla="*/ 0 h 70"/>
                  <a:gd name="T18" fmla="*/ 45 w 80"/>
                  <a:gd name="T19" fmla="*/ 4 h 70"/>
                  <a:gd name="T20" fmla="*/ 57 w 80"/>
                  <a:gd name="T21" fmla="*/ 26 h 70"/>
                  <a:gd name="T22" fmla="*/ 23 w 80"/>
                  <a:gd name="T23" fmla="*/ 26 h 70"/>
                  <a:gd name="T24" fmla="*/ 35 w 80"/>
                  <a:gd name="T25" fmla="*/ 4 h 70"/>
                  <a:gd name="T26" fmla="*/ 29 w 80"/>
                  <a:gd name="T27" fmla="*/ 0 h 70"/>
                  <a:gd name="T28" fmla="*/ 14 w 80"/>
                  <a:gd name="T29" fmla="*/ 26 h 70"/>
                  <a:gd name="T30" fmla="*/ 0 w 80"/>
                  <a:gd name="T31" fmla="*/ 26 h 70"/>
                  <a:gd name="T32" fmla="*/ 0 w 80"/>
                  <a:gd name="T33" fmla="*/ 34 h 70"/>
                  <a:gd name="T34" fmla="*/ 5 w 80"/>
                  <a:gd name="T35" fmla="*/ 34 h 70"/>
                  <a:gd name="T36" fmla="*/ 12 w 80"/>
                  <a:gd name="T37" fmla="*/ 67 h 70"/>
                  <a:gd name="T38" fmla="*/ 16 w 80"/>
                  <a:gd name="T39" fmla="*/ 70 h 70"/>
                  <a:gd name="T40" fmla="*/ 52 w 80"/>
                  <a:gd name="T41" fmla="*/ 70 h 70"/>
                  <a:gd name="T42" fmla="*/ 52 w 80"/>
                  <a:gd name="T43" fmla="*/ 62 h 70"/>
                  <a:gd name="T44" fmla="*/ 19 w 80"/>
                  <a:gd name="T45" fmla="*/ 62 h 70"/>
                  <a:gd name="T46" fmla="*/ 13 w 80"/>
                  <a:gd name="T47" fmla="*/ 3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70">
                    <a:moveTo>
                      <a:pt x="13" y="34"/>
                    </a:moveTo>
                    <a:cubicBezTo>
                      <a:pt x="67" y="34"/>
                      <a:pt x="67" y="34"/>
                      <a:pt x="67" y="34"/>
                    </a:cubicBezTo>
                    <a:cubicBezTo>
                      <a:pt x="62" y="58"/>
                      <a:pt x="62" y="58"/>
                      <a:pt x="62" y="58"/>
                    </a:cubicBezTo>
                    <a:cubicBezTo>
                      <a:pt x="70" y="58"/>
                      <a:pt x="70" y="58"/>
                      <a:pt x="70" y="58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80" y="34"/>
                      <a:pt x="80" y="34"/>
                      <a:pt x="80" y="34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3" y="69"/>
                      <a:pt x="14" y="70"/>
                      <a:pt x="16" y="70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19" y="62"/>
                      <a:pt x="19" y="62"/>
                      <a:pt x="19" y="62"/>
                    </a:cubicBezTo>
                    <a:lnTo>
                      <a:pt x="13" y="3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Freeform 163"/>
              <p:cNvSpPr>
                <a:spLocks/>
              </p:cNvSpPr>
              <p:nvPr/>
            </p:nvSpPr>
            <p:spPr bwMode="auto">
              <a:xfrm>
                <a:off x="8242300" y="4389438"/>
                <a:ext cx="120650" cy="92075"/>
              </a:xfrm>
              <a:custGeom>
                <a:avLst/>
                <a:gdLst>
                  <a:gd name="T0" fmla="*/ 64 w 76"/>
                  <a:gd name="T1" fmla="*/ 0 h 58"/>
                  <a:gd name="T2" fmla="*/ 30 w 76"/>
                  <a:gd name="T3" fmla="*/ 34 h 58"/>
                  <a:gd name="T4" fmla="*/ 12 w 76"/>
                  <a:gd name="T5" fmla="*/ 16 h 58"/>
                  <a:gd name="T6" fmla="*/ 0 w 76"/>
                  <a:gd name="T7" fmla="*/ 28 h 58"/>
                  <a:gd name="T8" fmla="*/ 30 w 76"/>
                  <a:gd name="T9" fmla="*/ 58 h 58"/>
                  <a:gd name="T10" fmla="*/ 76 w 76"/>
                  <a:gd name="T11" fmla="*/ 12 h 58"/>
                  <a:gd name="T12" fmla="*/ 64 w 76"/>
                  <a:gd name="T1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8">
                    <a:moveTo>
                      <a:pt x="64" y="0"/>
                    </a:moveTo>
                    <a:lnTo>
                      <a:pt x="30" y="34"/>
                    </a:lnTo>
                    <a:lnTo>
                      <a:pt x="12" y="16"/>
                    </a:lnTo>
                    <a:lnTo>
                      <a:pt x="0" y="28"/>
                    </a:lnTo>
                    <a:lnTo>
                      <a:pt x="30" y="58"/>
                    </a:lnTo>
                    <a:lnTo>
                      <a:pt x="76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4" name="组合 223"/>
            <p:cNvGrpSpPr/>
            <p:nvPr/>
          </p:nvGrpSpPr>
          <p:grpSpPr>
            <a:xfrm>
              <a:off x="8669338" y="4191000"/>
              <a:ext cx="300037" cy="293688"/>
              <a:chOff x="8669338" y="4191000"/>
              <a:chExt cx="300037" cy="293688"/>
            </a:xfrm>
          </p:grpSpPr>
          <p:sp>
            <p:nvSpPr>
              <p:cNvPr id="164" name="Freeform 164"/>
              <p:cNvSpPr>
                <a:spLocks/>
              </p:cNvSpPr>
              <p:nvPr/>
            </p:nvSpPr>
            <p:spPr bwMode="auto">
              <a:xfrm>
                <a:off x="8669338" y="4191000"/>
                <a:ext cx="252413" cy="220663"/>
              </a:xfrm>
              <a:custGeom>
                <a:avLst/>
                <a:gdLst>
                  <a:gd name="T0" fmla="*/ 70 w 80"/>
                  <a:gd name="T1" fmla="*/ 58 h 70"/>
                  <a:gd name="T2" fmla="*/ 75 w 80"/>
                  <a:gd name="T3" fmla="*/ 34 h 70"/>
                  <a:gd name="T4" fmla="*/ 80 w 80"/>
                  <a:gd name="T5" fmla="*/ 34 h 70"/>
                  <a:gd name="T6" fmla="*/ 80 w 80"/>
                  <a:gd name="T7" fmla="*/ 26 h 70"/>
                  <a:gd name="T8" fmla="*/ 66 w 80"/>
                  <a:gd name="T9" fmla="*/ 26 h 70"/>
                  <a:gd name="T10" fmla="*/ 51 w 80"/>
                  <a:gd name="T11" fmla="*/ 0 h 70"/>
                  <a:gd name="T12" fmla="*/ 45 w 80"/>
                  <a:gd name="T13" fmla="*/ 4 h 70"/>
                  <a:gd name="T14" fmla="*/ 57 w 80"/>
                  <a:gd name="T15" fmla="*/ 26 h 70"/>
                  <a:gd name="T16" fmla="*/ 23 w 80"/>
                  <a:gd name="T17" fmla="*/ 26 h 70"/>
                  <a:gd name="T18" fmla="*/ 35 w 80"/>
                  <a:gd name="T19" fmla="*/ 4 h 70"/>
                  <a:gd name="T20" fmla="*/ 29 w 80"/>
                  <a:gd name="T21" fmla="*/ 0 h 70"/>
                  <a:gd name="T22" fmla="*/ 14 w 80"/>
                  <a:gd name="T23" fmla="*/ 26 h 70"/>
                  <a:gd name="T24" fmla="*/ 0 w 80"/>
                  <a:gd name="T25" fmla="*/ 26 h 70"/>
                  <a:gd name="T26" fmla="*/ 0 w 80"/>
                  <a:gd name="T27" fmla="*/ 34 h 70"/>
                  <a:gd name="T28" fmla="*/ 5 w 80"/>
                  <a:gd name="T29" fmla="*/ 34 h 70"/>
                  <a:gd name="T30" fmla="*/ 12 w 80"/>
                  <a:gd name="T31" fmla="*/ 67 h 70"/>
                  <a:gd name="T32" fmla="*/ 16 w 80"/>
                  <a:gd name="T33" fmla="*/ 70 h 70"/>
                  <a:gd name="T34" fmla="*/ 60 w 80"/>
                  <a:gd name="T35" fmla="*/ 70 h 70"/>
                  <a:gd name="T36" fmla="*/ 60 w 80"/>
                  <a:gd name="T37" fmla="*/ 62 h 70"/>
                  <a:gd name="T38" fmla="*/ 19 w 80"/>
                  <a:gd name="T39" fmla="*/ 62 h 70"/>
                  <a:gd name="T40" fmla="*/ 13 w 80"/>
                  <a:gd name="T41" fmla="*/ 34 h 70"/>
                  <a:gd name="T42" fmla="*/ 67 w 80"/>
                  <a:gd name="T43" fmla="*/ 34 h 70"/>
                  <a:gd name="T44" fmla="*/ 62 w 80"/>
                  <a:gd name="T45" fmla="*/ 58 h 70"/>
                  <a:gd name="T46" fmla="*/ 70 w 80"/>
                  <a:gd name="T47" fmla="*/ 58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70">
                    <a:moveTo>
                      <a:pt x="70" y="58"/>
                    </a:moveTo>
                    <a:cubicBezTo>
                      <a:pt x="75" y="34"/>
                      <a:pt x="75" y="34"/>
                      <a:pt x="75" y="34"/>
                    </a:cubicBezTo>
                    <a:cubicBezTo>
                      <a:pt x="80" y="34"/>
                      <a:pt x="80" y="34"/>
                      <a:pt x="80" y="34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3" y="69"/>
                      <a:pt x="14" y="70"/>
                      <a:pt x="16" y="70"/>
                    </a:cubicBezTo>
                    <a:cubicBezTo>
                      <a:pt x="60" y="70"/>
                      <a:pt x="60" y="70"/>
                      <a:pt x="60" y="70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2" y="58"/>
                      <a:pt x="62" y="58"/>
                      <a:pt x="62" y="58"/>
                    </a:cubicBezTo>
                    <a:lnTo>
                      <a:pt x="70" y="5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5" name="Freeform 165"/>
              <p:cNvSpPr>
                <a:spLocks/>
              </p:cNvSpPr>
              <p:nvPr/>
            </p:nvSpPr>
            <p:spPr bwMode="auto">
              <a:xfrm>
                <a:off x="8874125" y="4389438"/>
                <a:ext cx="95250" cy="95250"/>
              </a:xfrm>
              <a:custGeom>
                <a:avLst/>
                <a:gdLst>
                  <a:gd name="T0" fmla="*/ 60 w 60"/>
                  <a:gd name="T1" fmla="*/ 12 h 60"/>
                  <a:gd name="T2" fmla="*/ 48 w 60"/>
                  <a:gd name="T3" fmla="*/ 0 h 60"/>
                  <a:gd name="T4" fmla="*/ 30 w 60"/>
                  <a:gd name="T5" fmla="*/ 18 h 60"/>
                  <a:gd name="T6" fmla="*/ 12 w 60"/>
                  <a:gd name="T7" fmla="*/ 0 h 60"/>
                  <a:gd name="T8" fmla="*/ 0 w 60"/>
                  <a:gd name="T9" fmla="*/ 12 h 60"/>
                  <a:gd name="T10" fmla="*/ 18 w 60"/>
                  <a:gd name="T11" fmla="*/ 30 h 60"/>
                  <a:gd name="T12" fmla="*/ 0 w 60"/>
                  <a:gd name="T13" fmla="*/ 48 h 60"/>
                  <a:gd name="T14" fmla="*/ 12 w 60"/>
                  <a:gd name="T15" fmla="*/ 60 h 60"/>
                  <a:gd name="T16" fmla="*/ 30 w 60"/>
                  <a:gd name="T17" fmla="*/ 42 h 60"/>
                  <a:gd name="T18" fmla="*/ 48 w 60"/>
                  <a:gd name="T19" fmla="*/ 60 h 60"/>
                  <a:gd name="T20" fmla="*/ 60 w 60"/>
                  <a:gd name="T21" fmla="*/ 48 h 60"/>
                  <a:gd name="T22" fmla="*/ 42 w 60"/>
                  <a:gd name="T23" fmla="*/ 30 h 60"/>
                  <a:gd name="T24" fmla="*/ 60 w 60"/>
                  <a:gd name="T25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60">
                    <a:moveTo>
                      <a:pt x="60" y="12"/>
                    </a:moveTo>
                    <a:lnTo>
                      <a:pt x="48" y="0"/>
                    </a:ln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30" y="42"/>
                    </a:lnTo>
                    <a:lnTo>
                      <a:pt x="48" y="60"/>
                    </a:lnTo>
                    <a:lnTo>
                      <a:pt x="60" y="48"/>
                    </a:lnTo>
                    <a:lnTo>
                      <a:pt x="42" y="30"/>
                    </a:ln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8" name="组合 217"/>
            <p:cNvGrpSpPr/>
            <p:nvPr/>
          </p:nvGrpSpPr>
          <p:grpSpPr>
            <a:xfrm>
              <a:off x="4448175" y="4210050"/>
              <a:ext cx="252413" cy="265113"/>
              <a:chOff x="4448175" y="4210050"/>
              <a:chExt cx="252413" cy="265113"/>
            </a:xfrm>
          </p:grpSpPr>
          <p:sp>
            <p:nvSpPr>
              <p:cNvPr id="166" name="Freeform 166"/>
              <p:cNvSpPr>
                <a:spLocks noEditPoints="1"/>
              </p:cNvSpPr>
              <p:nvPr/>
            </p:nvSpPr>
            <p:spPr bwMode="auto">
              <a:xfrm>
                <a:off x="4448175" y="4210050"/>
                <a:ext cx="252413" cy="265113"/>
              </a:xfrm>
              <a:custGeom>
                <a:avLst/>
                <a:gdLst>
                  <a:gd name="T0" fmla="*/ 76 w 80"/>
                  <a:gd name="T1" fmla="*/ 60 h 84"/>
                  <a:gd name="T2" fmla="*/ 76 w 80"/>
                  <a:gd name="T3" fmla="*/ 60 h 84"/>
                  <a:gd name="T4" fmla="*/ 72 w 80"/>
                  <a:gd name="T5" fmla="*/ 28 h 84"/>
                  <a:gd name="T6" fmla="*/ 68 w 80"/>
                  <a:gd name="T7" fmla="*/ 24 h 84"/>
                  <a:gd name="T8" fmla="*/ 60 w 80"/>
                  <a:gd name="T9" fmla="*/ 24 h 84"/>
                  <a:gd name="T10" fmla="*/ 60 w 80"/>
                  <a:gd name="T11" fmla="*/ 20 h 84"/>
                  <a:gd name="T12" fmla="*/ 68 w 80"/>
                  <a:gd name="T13" fmla="*/ 20 h 84"/>
                  <a:gd name="T14" fmla="*/ 72 w 80"/>
                  <a:gd name="T15" fmla="*/ 16 h 84"/>
                  <a:gd name="T16" fmla="*/ 72 w 80"/>
                  <a:gd name="T17" fmla="*/ 4 h 84"/>
                  <a:gd name="T18" fmla="*/ 68 w 80"/>
                  <a:gd name="T19" fmla="*/ 0 h 84"/>
                  <a:gd name="T20" fmla="*/ 44 w 80"/>
                  <a:gd name="T21" fmla="*/ 0 h 84"/>
                  <a:gd name="T22" fmla="*/ 40 w 80"/>
                  <a:gd name="T23" fmla="*/ 4 h 84"/>
                  <a:gd name="T24" fmla="*/ 40 w 80"/>
                  <a:gd name="T25" fmla="*/ 16 h 84"/>
                  <a:gd name="T26" fmla="*/ 44 w 80"/>
                  <a:gd name="T27" fmla="*/ 20 h 84"/>
                  <a:gd name="T28" fmla="*/ 52 w 80"/>
                  <a:gd name="T29" fmla="*/ 20 h 84"/>
                  <a:gd name="T30" fmla="*/ 52 w 80"/>
                  <a:gd name="T31" fmla="*/ 24 h 84"/>
                  <a:gd name="T32" fmla="*/ 36 w 80"/>
                  <a:gd name="T33" fmla="*/ 24 h 84"/>
                  <a:gd name="T34" fmla="*/ 36 w 80"/>
                  <a:gd name="T35" fmla="*/ 8 h 84"/>
                  <a:gd name="T36" fmla="*/ 34 w 80"/>
                  <a:gd name="T37" fmla="*/ 5 h 84"/>
                  <a:gd name="T38" fmla="*/ 30 w 80"/>
                  <a:gd name="T39" fmla="*/ 4 h 84"/>
                  <a:gd name="T40" fmla="*/ 24 w 80"/>
                  <a:gd name="T41" fmla="*/ 8 h 84"/>
                  <a:gd name="T42" fmla="*/ 18 w 80"/>
                  <a:gd name="T43" fmla="*/ 4 h 84"/>
                  <a:gd name="T44" fmla="*/ 14 w 80"/>
                  <a:gd name="T45" fmla="*/ 5 h 84"/>
                  <a:gd name="T46" fmla="*/ 12 w 80"/>
                  <a:gd name="T47" fmla="*/ 8 h 84"/>
                  <a:gd name="T48" fmla="*/ 12 w 80"/>
                  <a:gd name="T49" fmla="*/ 24 h 84"/>
                  <a:gd name="T50" fmla="*/ 8 w 80"/>
                  <a:gd name="T51" fmla="*/ 28 h 84"/>
                  <a:gd name="T52" fmla="*/ 4 w 80"/>
                  <a:gd name="T53" fmla="*/ 60 h 84"/>
                  <a:gd name="T54" fmla="*/ 4 w 80"/>
                  <a:gd name="T55" fmla="*/ 60 h 84"/>
                  <a:gd name="T56" fmla="*/ 0 w 80"/>
                  <a:gd name="T57" fmla="*/ 64 h 84"/>
                  <a:gd name="T58" fmla="*/ 0 w 80"/>
                  <a:gd name="T59" fmla="*/ 80 h 84"/>
                  <a:gd name="T60" fmla="*/ 4 w 80"/>
                  <a:gd name="T61" fmla="*/ 84 h 84"/>
                  <a:gd name="T62" fmla="*/ 76 w 80"/>
                  <a:gd name="T63" fmla="*/ 84 h 84"/>
                  <a:gd name="T64" fmla="*/ 80 w 80"/>
                  <a:gd name="T65" fmla="*/ 80 h 84"/>
                  <a:gd name="T66" fmla="*/ 80 w 80"/>
                  <a:gd name="T67" fmla="*/ 64 h 84"/>
                  <a:gd name="T68" fmla="*/ 76 w 80"/>
                  <a:gd name="T69" fmla="*/ 60 h 84"/>
                  <a:gd name="T70" fmla="*/ 48 w 80"/>
                  <a:gd name="T71" fmla="*/ 12 h 84"/>
                  <a:gd name="T72" fmla="*/ 48 w 80"/>
                  <a:gd name="T73" fmla="*/ 8 h 84"/>
                  <a:gd name="T74" fmla="*/ 64 w 80"/>
                  <a:gd name="T75" fmla="*/ 8 h 84"/>
                  <a:gd name="T76" fmla="*/ 64 w 80"/>
                  <a:gd name="T77" fmla="*/ 12 h 84"/>
                  <a:gd name="T78" fmla="*/ 48 w 80"/>
                  <a:gd name="T79" fmla="*/ 12 h 84"/>
                  <a:gd name="T80" fmla="*/ 20 w 80"/>
                  <a:gd name="T81" fmla="*/ 14 h 84"/>
                  <a:gd name="T82" fmla="*/ 22 w 80"/>
                  <a:gd name="T83" fmla="*/ 16 h 84"/>
                  <a:gd name="T84" fmla="*/ 26 w 80"/>
                  <a:gd name="T85" fmla="*/ 16 h 84"/>
                  <a:gd name="T86" fmla="*/ 28 w 80"/>
                  <a:gd name="T87" fmla="*/ 14 h 84"/>
                  <a:gd name="T88" fmla="*/ 28 w 80"/>
                  <a:gd name="T89" fmla="*/ 24 h 84"/>
                  <a:gd name="T90" fmla="*/ 20 w 80"/>
                  <a:gd name="T91" fmla="*/ 24 h 84"/>
                  <a:gd name="T92" fmla="*/ 20 w 80"/>
                  <a:gd name="T93" fmla="*/ 14 h 84"/>
                  <a:gd name="T94" fmla="*/ 16 w 80"/>
                  <a:gd name="T95" fmla="*/ 32 h 84"/>
                  <a:gd name="T96" fmla="*/ 16 w 80"/>
                  <a:gd name="T97" fmla="*/ 32 h 84"/>
                  <a:gd name="T98" fmla="*/ 64 w 80"/>
                  <a:gd name="T99" fmla="*/ 32 h 84"/>
                  <a:gd name="T100" fmla="*/ 68 w 80"/>
                  <a:gd name="T101" fmla="*/ 60 h 84"/>
                  <a:gd name="T102" fmla="*/ 12 w 80"/>
                  <a:gd name="T103" fmla="*/ 60 h 84"/>
                  <a:gd name="T104" fmla="*/ 16 w 80"/>
                  <a:gd name="T105" fmla="*/ 32 h 84"/>
                  <a:gd name="T106" fmla="*/ 72 w 80"/>
                  <a:gd name="T107" fmla="*/ 76 h 84"/>
                  <a:gd name="T108" fmla="*/ 8 w 80"/>
                  <a:gd name="T109" fmla="*/ 76 h 84"/>
                  <a:gd name="T110" fmla="*/ 8 w 80"/>
                  <a:gd name="T111" fmla="*/ 68 h 84"/>
                  <a:gd name="T112" fmla="*/ 72 w 80"/>
                  <a:gd name="T113" fmla="*/ 68 h 84"/>
                  <a:gd name="T114" fmla="*/ 72 w 80"/>
                  <a:gd name="T115" fmla="*/ 7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0" h="84">
                    <a:moveTo>
                      <a:pt x="76" y="60"/>
                    </a:moveTo>
                    <a:cubicBezTo>
                      <a:pt x="76" y="60"/>
                      <a:pt x="76" y="60"/>
                      <a:pt x="76" y="60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6"/>
                      <a:pt x="70" y="24"/>
                      <a:pt x="68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70" y="20"/>
                      <a:pt x="72" y="18"/>
                      <a:pt x="72" y="16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2" y="0"/>
                      <a:pt x="40" y="2"/>
                      <a:pt x="40" y="4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8"/>
                      <a:pt x="42" y="20"/>
                      <a:pt x="44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7"/>
                      <a:pt x="35" y="5"/>
                      <a:pt x="34" y="5"/>
                    </a:cubicBezTo>
                    <a:cubicBezTo>
                      <a:pt x="33" y="4"/>
                      <a:pt x="31" y="4"/>
                      <a:pt x="30" y="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4"/>
                      <a:pt x="15" y="4"/>
                      <a:pt x="14" y="5"/>
                    </a:cubicBezTo>
                    <a:cubicBezTo>
                      <a:pt x="13" y="5"/>
                      <a:pt x="12" y="7"/>
                      <a:pt x="12" y="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0" y="24"/>
                      <a:pt x="8" y="26"/>
                      <a:pt x="8" y="28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2" y="60"/>
                      <a:pt x="0" y="62"/>
                      <a:pt x="0" y="6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2"/>
                      <a:pt x="2" y="84"/>
                      <a:pt x="4" y="84"/>
                    </a:cubicBezTo>
                    <a:cubicBezTo>
                      <a:pt x="76" y="84"/>
                      <a:pt x="76" y="84"/>
                      <a:pt x="76" y="84"/>
                    </a:cubicBezTo>
                    <a:cubicBezTo>
                      <a:pt x="78" y="84"/>
                      <a:pt x="80" y="82"/>
                      <a:pt x="80" y="80"/>
                    </a:cubicBezTo>
                    <a:cubicBezTo>
                      <a:pt x="80" y="64"/>
                      <a:pt x="80" y="64"/>
                      <a:pt x="80" y="64"/>
                    </a:cubicBezTo>
                    <a:cubicBezTo>
                      <a:pt x="80" y="62"/>
                      <a:pt x="78" y="60"/>
                      <a:pt x="76" y="60"/>
                    </a:cubicBezTo>
                    <a:close/>
                    <a:moveTo>
                      <a:pt x="48" y="12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12"/>
                      <a:pt x="64" y="12"/>
                      <a:pt x="64" y="12"/>
                    </a:cubicBezTo>
                    <a:lnTo>
                      <a:pt x="48" y="12"/>
                    </a:lnTo>
                    <a:close/>
                    <a:moveTo>
                      <a:pt x="20" y="14"/>
                    </a:move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6"/>
                      <a:pt x="25" y="16"/>
                      <a:pt x="26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0" y="24"/>
                      <a:pt x="20" y="24"/>
                      <a:pt x="20" y="24"/>
                    </a:cubicBezTo>
                    <a:lnTo>
                      <a:pt x="20" y="14"/>
                    </a:lnTo>
                    <a:close/>
                    <a:moveTo>
                      <a:pt x="16" y="32"/>
                    </a:moveTo>
                    <a:cubicBezTo>
                      <a:pt x="16" y="32"/>
                      <a:pt x="16" y="32"/>
                      <a:pt x="16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12" y="60"/>
                      <a:pt x="12" y="60"/>
                      <a:pt x="12" y="60"/>
                    </a:cubicBezTo>
                    <a:lnTo>
                      <a:pt x="16" y="32"/>
                    </a:lnTo>
                    <a:close/>
                    <a:moveTo>
                      <a:pt x="72" y="76"/>
                    </a:moveTo>
                    <a:cubicBezTo>
                      <a:pt x="8" y="76"/>
                      <a:pt x="8" y="76"/>
                      <a:pt x="8" y="76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72" y="68"/>
                      <a:pt x="72" y="68"/>
                      <a:pt x="72" y="68"/>
                    </a:cubicBezTo>
                    <a:lnTo>
                      <a:pt x="72" y="7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7" name="Rectangle 167"/>
              <p:cNvSpPr>
                <a:spLocks noChangeArrowheads="1"/>
              </p:cNvSpPr>
              <p:nvPr/>
            </p:nvSpPr>
            <p:spPr bwMode="auto">
              <a:xfrm>
                <a:off x="4511675" y="4322763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Oval 168"/>
              <p:cNvSpPr>
                <a:spLocks noChangeArrowheads="1"/>
              </p:cNvSpPr>
              <p:nvPr/>
            </p:nvSpPr>
            <p:spPr bwMode="auto">
              <a:xfrm>
                <a:off x="4575175" y="43227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9" name="Oval 169"/>
              <p:cNvSpPr>
                <a:spLocks noChangeArrowheads="1"/>
              </p:cNvSpPr>
              <p:nvPr/>
            </p:nvSpPr>
            <p:spPr bwMode="auto">
              <a:xfrm>
                <a:off x="4613275" y="43227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Oval 170"/>
              <p:cNvSpPr>
                <a:spLocks noChangeArrowheads="1"/>
              </p:cNvSpPr>
              <p:nvPr/>
            </p:nvSpPr>
            <p:spPr bwMode="auto">
              <a:xfrm>
                <a:off x="4575175" y="43608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Oval 171"/>
              <p:cNvSpPr>
                <a:spLocks noChangeArrowheads="1"/>
              </p:cNvSpPr>
              <p:nvPr/>
            </p:nvSpPr>
            <p:spPr bwMode="auto">
              <a:xfrm>
                <a:off x="4613275" y="43608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6" name="组合 225"/>
            <p:cNvGrpSpPr/>
            <p:nvPr/>
          </p:nvGrpSpPr>
          <p:grpSpPr>
            <a:xfrm>
              <a:off x="3841750" y="4818063"/>
              <a:ext cx="252413" cy="265113"/>
              <a:chOff x="3841750" y="4818063"/>
              <a:chExt cx="252413" cy="265113"/>
            </a:xfrm>
          </p:grpSpPr>
          <p:sp>
            <p:nvSpPr>
              <p:cNvPr id="172" name="Freeform 172"/>
              <p:cNvSpPr>
                <a:spLocks noEditPoints="1"/>
              </p:cNvSpPr>
              <p:nvPr/>
            </p:nvSpPr>
            <p:spPr bwMode="auto">
              <a:xfrm>
                <a:off x="3841750" y="4818063"/>
                <a:ext cx="252413" cy="265113"/>
              </a:xfrm>
              <a:custGeom>
                <a:avLst/>
                <a:gdLst>
                  <a:gd name="T0" fmla="*/ 72 w 80"/>
                  <a:gd name="T1" fmla="*/ 0 h 84"/>
                  <a:gd name="T2" fmla="*/ 8 w 80"/>
                  <a:gd name="T3" fmla="*/ 0 h 84"/>
                  <a:gd name="T4" fmla="*/ 0 w 80"/>
                  <a:gd name="T5" fmla="*/ 8 h 84"/>
                  <a:gd name="T6" fmla="*/ 0 w 80"/>
                  <a:gd name="T7" fmla="*/ 72 h 84"/>
                  <a:gd name="T8" fmla="*/ 8 w 80"/>
                  <a:gd name="T9" fmla="*/ 80 h 84"/>
                  <a:gd name="T10" fmla="*/ 8 w 80"/>
                  <a:gd name="T11" fmla="*/ 84 h 84"/>
                  <a:gd name="T12" fmla="*/ 16 w 80"/>
                  <a:gd name="T13" fmla="*/ 84 h 84"/>
                  <a:gd name="T14" fmla="*/ 16 w 80"/>
                  <a:gd name="T15" fmla="*/ 80 h 84"/>
                  <a:gd name="T16" fmla="*/ 64 w 80"/>
                  <a:gd name="T17" fmla="*/ 80 h 84"/>
                  <a:gd name="T18" fmla="*/ 64 w 80"/>
                  <a:gd name="T19" fmla="*/ 84 h 84"/>
                  <a:gd name="T20" fmla="*/ 72 w 80"/>
                  <a:gd name="T21" fmla="*/ 84 h 84"/>
                  <a:gd name="T22" fmla="*/ 72 w 80"/>
                  <a:gd name="T23" fmla="*/ 80 h 84"/>
                  <a:gd name="T24" fmla="*/ 80 w 80"/>
                  <a:gd name="T25" fmla="*/ 72 h 84"/>
                  <a:gd name="T26" fmla="*/ 80 w 80"/>
                  <a:gd name="T27" fmla="*/ 8 h 84"/>
                  <a:gd name="T28" fmla="*/ 72 w 80"/>
                  <a:gd name="T29" fmla="*/ 0 h 84"/>
                  <a:gd name="T30" fmla="*/ 72 w 80"/>
                  <a:gd name="T31" fmla="*/ 72 h 84"/>
                  <a:gd name="T32" fmla="*/ 8 w 80"/>
                  <a:gd name="T33" fmla="*/ 72 h 84"/>
                  <a:gd name="T34" fmla="*/ 8 w 80"/>
                  <a:gd name="T35" fmla="*/ 8 h 84"/>
                  <a:gd name="T36" fmla="*/ 72 w 80"/>
                  <a:gd name="T37" fmla="*/ 8 h 84"/>
                  <a:gd name="T38" fmla="*/ 72 w 80"/>
                  <a:gd name="T39" fmla="*/ 7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84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16" y="84"/>
                      <a:pt x="16" y="84"/>
                      <a:pt x="16" y="84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72" y="84"/>
                      <a:pt x="72" y="84"/>
                      <a:pt x="72" y="84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6" y="80"/>
                      <a:pt x="80" y="76"/>
                      <a:pt x="80" y="72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72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lnTo>
                      <a:pt x="72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Freeform 173"/>
              <p:cNvSpPr>
                <a:spLocks noEditPoints="1"/>
              </p:cNvSpPr>
              <p:nvPr/>
            </p:nvSpPr>
            <p:spPr bwMode="auto">
              <a:xfrm>
                <a:off x="3879850" y="4856163"/>
                <a:ext cx="176213" cy="176213"/>
              </a:xfrm>
              <a:custGeom>
                <a:avLst/>
                <a:gdLst>
                  <a:gd name="T0" fmla="*/ 4 w 56"/>
                  <a:gd name="T1" fmla="*/ 52 h 56"/>
                  <a:gd name="T2" fmla="*/ 8 w 56"/>
                  <a:gd name="T3" fmla="*/ 56 h 56"/>
                  <a:gd name="T4" fmla="*/ 52 w 56"/>
                  <a:gd name="T5" fmla="*/ 56 h 56"/>
                  <a:gd name="T6" fmla="*/ 56 w 56"/>
                  <a:gd name="T7" fmla="*/ 52 h 56"/>
                  <a:gd name="T8" fmla="*/ 56 w 56"/>
                  <a:gd name="T9" fmla="*/ 4 h 56"/>
                  <a:gd name="T10" fmla="*/ 52 w 56"/>
                  <a:gd name="T11" fmla="*/ 0 h 56"/>
                  <a:gd name="T12" fmla="*/ 8 w 56"/>
                  <a:gd name="T13" fmla="*/ 0 h 56"/>
                  <a:gd name="T14" fmla="*/ 4 w 56"/>
                  <a:gd name="T15" fmla="*/ 4 h 56"/>
                  <a:gd name="T16" fmla="*/ 4 w 56"/>
                  <a:gd name="T17" fmla="*/ 12 h 56"/>
                  <a:gd name="T18" fmla="*/ 0 w 56"/>
                  <a:gd name="T19" fmla="*/ 12 h 56"/>
                  <a:gd name="T20" fmla="*/ 0 w 56"/>
                  <a:gd name="T21" fmla="*/ 20 h 56"/>
                  <a:gd name="T22" fmla="*/ 4 w 56"/>
                  <a:gd name="T23" fmla="*/ 20 h 56"/>
                  <a:gd name="T24" fmla="*/ 4 w 56"/>
                  <a:gd name="T25" fmla="*/ 36 h 56"/>
                  <a:gd name="T26" fmla="*/ 0 w 56"/>
                  <a:gd name="T27" fmla="*/ 36 h 56"/>
                  <a:gd name="T28" fmla="*/ 0 w 56"/>
                  <a:gd name="T29" fmla="*/ 44 h 56"/>
                  <a:gd name="T30" fmla="*/ 4 w 56"/>
                  <a:gd name="T31" fmla="*/ 44 h 56"/>
                  <a:gd name="T32" fmla="*/ 4 w 56"/>
                  <a:gd name="T33" fmla="*/ 52 h 56"/>
                  <a:gd name="T34" fmla="*/ 12 w 56"/>
                  <a:gd name="T35" fmla="*/ 20 h 56"/>
                  <a:gd name="T36" fmla="*/ 16 w 56"/>
                  <a:gd name="T37" fmla="*/ 20 h 56"/>
                  <a:gd name="T38" fmla="*/ 16 w 56"/>
                  <a:gd name="T39" fmla="*/ 12 h 56"/>
                  <a:gd name="T40" fmla="*/ 12 w 56"/>
                  <a:gd name="T41" fmla="*/ 12 h 56"/>
                  <a:gd name="T42" fmla="*/ 12 w 56"/>
                  <a:gd name="T43" fmla="*/ 8 h 56"/>
                  <a:gd name="T44" fmla="*/ 48 w 56"/>
                  <a:gd name="T45" fmla="*/ 8 h 56"/>
                  <a:gd name="T46" fmla="*/ 48 w 56"/>
                  <a:gd name="T47" fmla="*/ 48 h 56"/>
                  <a:gd name="T48" fmla="*/ 12 w 56"/>
                  <a:gd name="T49" fmla="*/ 48 h 56"/>
                  <a:gd name="T50" fmla="*/ 12 w 56"/>
                  <a:gd name="T51" fmla="*/ 44 h 56"/>
                  <a:gd name="T52" fmla="*/ 16 w 56"/>
                  <a:gd name="T53" fmla="*/ 44 h 56"/>
                  <a:gd name="T54" fmla="*/ 16 w 56"/>
                  <a:gd name="T55" fmla="*/ 36 h 56"/>
                  <a:gd name="T56" fmla="*/ 12 w 56"/>
                  <a:gd name="T57" fmla="*/ 36 h 56"/>
                  <a:gd name="T58" fmla="*/ 12 w 56"/>
                  <a:gd name="T59" fmla="*/ 2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6" h="56">
                    <a:moveTo>
                      <a:pt x="4" y="52"/>
                    </a:moveTo>
                    <a:cubicBezTo>
                      <a:pt x="4" y="54"/>
                      <a:pt x="6" y="56"/>
                      <a:pt x="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4" y="56"/>
                      <a:pt x="56" y="54"/>
                      <a:pt x="56" y="52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2"/>
                      <a:pt x="54" y="0"/>
                      <a:pt x="5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4" y="2"/>
                      <a:pt x="4" y="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4" y="44"/>
                      <a:pt x="4" y="44"/>
                      <a:pt x="4" y="44"/>
                    </a:cubicBezTo>
                    <a:lnTo>
                      <a:pt x="4" y="52"/>
                    </a:lnTo>
                    <a:close/>
                    <a:moveTo>
                      <a:pt x="12" y="20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12" y="36"/>
                      <a:pt x="12" y="36"/>
                      <a:pt x="12" y="36"/>
                    </a:cubicBezTo>
                    <a:lnTo>
                      <a:pt x="12" y="2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Freeform 174"/>
              <p:cNvSpPr>
                <a:spLocks noEditPoints="1"/>
              </p:cNvSpPr>
              <p:nvPr/>
            </p:nvSpPr>
            <p:spPr bwMode="auto">
              <a:xfrm>
                <a:off x="3943350" y="4905375"/>
                <a:ext cx="76200" cy="76200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8 h 24"/>
                  <a:gd name="T12" fmla="*/ 16 w 24"/>
                  <a:gd name="T13" fmla="*/ 12 h 24"/>
                  <a:gd name="T14" fmla="*/ 12 w 24"/>
                  <a:gd name="T15" fmla="*/ 16 h 24"/>
                  <a:gd name="T16" fmla="*/ 8 w 24"/>
                  <a:gd name="T17" fmla="*/ 12 h 24"/>
                  <a:gd name="T18" fmla="*/ 12 w 24"/>
                  <a:gd name="T1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8"/>
                    </a:move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8" name="组合 227"/>
            <p:cNvGrpSpPr/>
            <p:nvPr/>
          </p:nvGrpSpPr>
          <p:grpSpPr>
            <a:xfrm>
              <a:off x="5054600" y="4856163"/>
              <a:ext cx="254000" cy="176213"/>
              <a:chOff x="5054600" y="4856163"/>
              <a:chExt cx="254000" cy="176213"/>
            </a:xfrm>
          </p:grpSpPr>
          <p:sp>
            <p:nvSpPr>
              <p:cNvPr id="175" name="Freeform 175"/>
              <p:cNvSpPr>
                <a:spLocks noEditPoints="1"/>
              </p:cNvSpPr>
              <p:nvPr/>
            </p:nvSpPr>
            <p:spPr bwMode="auto">
              <a:xfrm>
                <a:off x="5054600" y="4856163"/>
                <a:ext cx="254000" cy="176213"/>
              </a:xfrm>
              <a:custGeom>
                <a:avLst/>
                <a:gdLst>
                  <a:gd name="T0" fmla="*/ 76 w 80"/>
                  <a:gd name="T1" fmla="*/ 0 h 56"/>
                  <a:gd name="T2" fmla="*/ 4 w 80"/>
                  <a:gd name="T3" fmla="*/ 0 h 56"/>
                  <a:gd name="T4" fmla="*/ 0 w 80"/>
                  <a:gd name="T5" fmla="*/ 4 h 56"/>
                  <a:gd name="T6" fmla="*/ 0 w 80"/>
                  <a:gd name="T7" fmla="*/ 52 h 56"/>
                  <a:gd name="T8" fmla="*/ 4 w 80"/>
                  <a:gd name="T9" fmla="*/ 56 h 56"/>
                  <a:gd name="T10" fmla="*/ 76 w 80"/>
                  <a:gd name="T11" fmla="*/ 56 h 56"/>
                  <a:gd name="T12" fmla="*/ 80 w 80"/>
                  <a:gd name="T13" fmla="*/ 52 h 56"/>
                  <a:gd name="T14" fmla="*/ 80 w 80"/>
                  <a:gd name="T15" fmla="*/ 4 h 56"/>
                  <a:gd name="T16" fmla="*/ 76 w 80"/>
                  <a:gd name="T17" fmla="*/ 0 h 56"/>
                  <a:gd name="T18" fmla="*/ 72 w 80"/>
                  <a:gd name="T19" fmla="*/ 22 h 56"/>
                  <a:gd name="T20" fmla="*/ 58 w 80"/>
                  <a:gd name="T21" fmla="*/ 8 h 56"/>
                  <a:gd name="T22" fmla="*/ 72 w 80"/>
                  <a:gd name="T23" fmla="*/ 8 h 56"/>
                  <a:gd name="T24" fmla="*/ 72 w 80"/>
                  <a:gd name="T25" fmla="*/ 22 h 56"/>
                  <a:gd name="T26" fmla="*/ 8 w 80"/>
                  <a:gd name="T27" fmla="*/ 34 h 56"/>
                  <a:gd name="T28" fmla="*/ 22 w 80"/>
                  <a:gd name="T29" fmla="*/ 48 h 56"/>
                  <a:gd name="T30" fmla="*/ 8 w 80"/>
                  <a:gd name="T31" fmla="*/ 48 h 56"/>
                  <a:gd name="T32" fmla="*/ 8 w 80"/>
                  <a:gd name="T33" fmla="*/ 34 h 56"/>
                  <a:gd name="T34" fmla="*/ 34 w 80"/>
                  <a:gd name="T35" fmla="*/ 48 h 56"/>
                  <a:gd name="T36" fmla="*/ 8 w 80"/>
                  <a:gd name="T37" fmla="*/ 22 h 56"/>
                  <a:gd name="T38" fmla="*/ 8 w 80"/>
                  <a:gd name="T39" fmla="*/ 8 h 56"/>
                  <a:gd name="T40" fmla="*/ 46 w 80"/>
                  <a:gd name="T41" fmla="*/ 8 h 56"/>
                  <a:gd name="T42" fmla="*/ 72 w 80"/>
                  <a:gd name="T43" fmla="*/ 34 h 56"/>
                  <a:gd name="T44" fmla="*/ 72 w 80"/>
                  <a:gd name="T45" fmla="*/ 48 h 56"/>
                  <a:gd name="T46" fmla="*/ 34 w 80"/>
                  <a:gd name="T4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56">
                    <a:moveTo>
                      <a:pt x="7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4"/>
                      <a:pt x="2" y="56"/>
                      <a:pt x="4" y="56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78" y="56"/>
                      <a:pt x="80" y="54"/>
                      <a:pt x="80" y="52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  <a:moveTo>
                      <a:pt x="72" y="22"/>
                    </a:moveTo>
                    <a:cubicBezTo>
                      <a:pt x="58" y="8"/>
                      <a:pt x="58" y="8"/>
                      <a:pt x="58" y="8"/>
                    </a:cubicBezTo>
                    <a:cubicBezTo>
                      <a:pt x="72" y="8"/>
                      <a:pt x="72" y="8"/>
                      <a:pt x="72" y="8"/>
                    </a:cubicBezTo>
                    <a:lnTo>
                      <a:pt x="72" y="22"/>
                    </a:lnTo>
                    <a:close/>
                    <a:moveTo>
                      <a:pt x="8" y="34"/>
                    </a:moveTo>
                    <a:cubicBezTo>
                      <a:pt x="22" y="48"/>
                      <a:pt x="22" y="48"/>
                      <a:pt x="22" y="48"/>
                    </a:cubicBezTo>
                    <a:cubicBezTo>
                      <a:pt x="8" y="48"/>
                      <a:pt x="8" y="48"/>
                      <a:pt x="8" y="48"/>
                    </a:cubicBezTo>
                    <a:lnTo>
                      <a:pt x="8" y="34"/>
                    </a:lnTo>
                    <a:close/>
                    <a:moveTo>
                      <a:pt x="34" y="48"/>
                    </a:moveTo>
                    <a:cubicBezTo>
                      <a:pt x="8" y="22"/>
                      <a:pt x="8" y="22"/>
                      <a:pt x="8" y="2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72" y="48"/>
                      <a:pt x="72" y="48"/>
                      <a:pt x="72" y="48"/>
                    </a:cubicBezTo>
                    <a:lnTo>
                      <a:pt x="34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6" name="Freeform 176"/>
              <p:cNvSpPr>
                <a:spLocks noEditPoints="1"/>
              </p:cNvSpPr>
              <p:nvPr/>
            </p:nvSpPr>
            <p:spPr bwMode="auto">
              <a:xfrm>
                <a:off x="5130800" y="4892675"/>
                <a:ext cx="101600" cy="101600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4 h 32"/>
                  <a:gd name="T12" fmla="*/ 8 w 32"/>
                  <a:gd name="T13" fmla="*/ 16 h 32"/>
                  <a:gd name="T14" fmla="*/ 16 w 32"/>
                  <a:gd name="T15" fmla="*/ 8 h 32"/>
                  <a:gd name="T16" fmla="*/ 24 w 32"/>
                  <a:gd name="T17" fmla="*/ 16 h 32"/>
                  <a:gd name="T18" fmla="*/ 16 w 32"/>
                  <a:gd name="T19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4"/>
                    </a:moveTo>
                    <a:cubicBezTo>
                      <a:pt x="12" y="24"/>
                      <a:pt x="8" y="20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77" name="Freeform 177"/>
            <p:cNvSpPr>
              <a:spLocks noEditPoints="1"/>
            </p:cNvSpPr>
            <p:nvPr/>
          </p:nvSpPr>
          <p:spPr bwMode="auto">
            <a:xfrm>
              <a:off x="5661025" y="4818063"/>
              <a:ext cx="254000" cy="252413"/>
            </a:xfrm>
            <a:custGeom>
              <a:avLst/>
              <a:gdLst>
                <a:gd name="T0" fmla="*/ 72 w 80"/>
                <a:gd name="T1" fmla="*/ 0 h 80"/>
                <a:gd name="T2" fmla="*/ 8 w 80"/>
                <a:gd name="T3" fmla="*/ 0 h 80"/>
                <a:gd name="T4" fmla="*/ 0 w 80"/>
                <a:gd name="T5" fmla="*/ 8 h 80"/>
                <a:gd name="T6" fmla="*/ 0 w 80"/>
                <a:gd name="T7" fmla="*/ 48 h 80"/>
                <a:gd name="T8" fmla="*/ 8 w 80"/>
                <a:gd name="T9" fmla="*/ 56 h 80"/>
                <a:gd name="T10" fmla="*/ 30 w 80"/>
                <a:gd name="T11" fmla="*/ 56 h 80"/>
                <a:gd name="T12" fmla="*/ 6 w 80"/>
                <a:gd name="T13" fmla="*/ 80 h 80"/>
                <a:gd name="T14" fmla="*/ 18 w 80"/>
                <a:gd name="T15" fmla="*/ 80 h 80"/>
                <a:gd name="T16" fmla="*/ 36 w 80"/>
                <a:gd name="T17" fmla="*/ 62 h 80"/>
                <a:gd name="T18" fmla="*/ 36 w 80"/>
                <a:gd name="T19" fmla="*/ 80 h 80"/>
                <a:gd name="T20" fmla="*/ 44 w 80"/>
                <a:gd name="T21" fmla="*/ 80 h 80"/>
                <a:gd name="T22" fmla="*/ 44 w 80"/>
                <a:gd name="T23" fmla="*/ 62 h 80"/>
                <a:gd name="T24" fmla="*/ 62 w 80"/>
                <a:gd name="T25" fmla="*/ 80 h 80"/>
                <a:gd name="T26" fmla="*/ 74 w 80"/>
                <a:gd name="T27" fmla="*/ 80 h 80"/>
                <a:gd name="T28" fmla="*/ 50 w 80"/>
                <a:gd name="T29" fmla="*/ 56 h 80"/>
                <a:gd name="T30" fmla="*/ 72 w 80"/>
                <a:gd name="T31" fmla="*/ 56 h 80"/>
                <a:gd name="T32" fmla="*/ 80 w 80"/>
                <a:gd name="T33" fmla="*/ 48 h 80"/>
                <a:gd name="T34" fmla="*/ 80 w 80"/>
                <a:gd name="T35" fmla="*/ 8 h 80"/>
                <a:gd name="T36" fmla="*/ 72 w 80"/>
                <a:gd name="T37" fmla="*/ 0 h 80"/>
                <a:gd name="T38" fmla="*/ 72 w 80"/>
                <a:gd name="T39" fmla="*/ 8 h 80"/>
                <a:gd name="T40" fmla="*/ 72 w 80"/>
                <a:gd name="T41" fmla="*/ 16 h 80"/>
                <a:gd name="T42" fmla="*/ 8 w 80"/>
                <a:gd name="T43" fmla="*/ 16 h 80"/>
                <a:gd name="T44" fmla="*/ 8 w 80"/>
                <a:gd name="T45" fmla="*/ 8 h 80"/>
                <a:gd name="T46" fmla="*/ 72 w 80"/>
                <a:gd name="T47" fmla="*/ 8 h 80"/>
                <a:gd name="T48" fmla="*/ 8 w 80"/>
                <a:gd name="T49" fmla="*/ 48 h 80"/>
                <a:gd name="T50" fmla="*/ 8 w 80"/>
                <a:gd name="T51" fmla="*/ 24 h 80"/>
                <a:gd name="T52" fmla="*/ 72 w 80"/>
                <a:gd name="T53" fmla="*/ 24 h 80"/>
                <a:gd name="T54" fmla="*/ 72 w 80"/>
                <a:gd name="T55" fmla="*/ 48 h 80"/>
                <a:gd name="T56" fmla="*/ 8 w 80"/>
                <a:gd name="T57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0" h="80">
                  <a:moveTo>
                    <a:pt x="72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2"/>
                    <a:pt x="4" y="56"/>
                    <a:pt x="8" y="56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74" y="80"/>
                    <a:pt x="74" y="80"/>
                    <a:pt x="74" y="8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6" y="56"/>
                    <a:pt x="80" y="52"/>
                    <a:pt x="80" y="4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4"/>
                    <a:pt x="76" y="0"/>
                    <a:pt x="72" y="0"/>
                  </a:cubicBezTo>
                  <a:close/>
                  <a:moveTo>
                    <a:pt x="72" y="8"/>
                  </a:moveTo>
                  <a:cubicBezTo>
                    <a:pt x="72" y="16"/>
                    <a:pt x="72" y="16"/>
                    <a:pt x="72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72" y="8"/>
                  </a:lnTo>
                  <a:close/>
                  <a:moveTo>
                    <a:pt x="8" y="48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2" y="48"/>
                    <a:pt x="72" y="48"/>
                    <a:pt x="72" y="48"/>
                  </a:cubicBezTo>
                  <a:lnTo>
                    <a:pt x="8" y="4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25" name="组合 224"/>
            <p:cNvGrpSpPr/>
            <p:nvPr/>
          </p:nvGrpSpPr>
          <p:grpSpPr>
            <a:xfrm>
              <a:off x="3235325" y="4830763"/>
              <a:ext cx="252413" cy="239713"/>
              <a:chOff x="3235325" y="4830763"/>
              <a:chExt cx="252413" cy="239713"/>
            </a:xfrm>
          </p:grpSpPr>
          <p:sp>
            <p:nvSpPr>
              <p:cNvPr id="178" name="Freeform 178"/>
              <p:cNvSpPr>
                <a:spLocks noEditPoints="1"/>
              </p:cNvSpPr>
              <p:nvPr/>
            </p:nvSpPr>
            <p:spPr bwMode="auto">
              <a:xfrm>
                <a:off x="3235325" y="4830763"/>
                <a:ext cx="252413" cy="239713"/>
              </a:xfrm>
              <a:custGeom>
                <a:avLst/>
                <a:gdLst>
                  <a:gd name="T0" fmla="*/ 72 w 80"/>
                  <a:gd name="T1" fmla="*/ 12 h 76"/>
                  <a:gd name="T2" fmla="*/ 72 w 80"/>
                  <a:gd name="T3" fmla="*/ 8 h 76"/>
                  <a:gd name="T4" fmla="*/ 64 w 80"/>
                  <a:gd name="T5" fmla="*/ 8 h 76"/>
                  <a:gd name="T6" fmla="*/ 64 w 80"/>
                  <a:gd name="T7" fmla="*/ 12 h 76"/>
                  <a:gd name="T8" fmla="*/ 56 w 80"/>
                  <a:gd name="T9" fmla="*/ 12 h 76"/>
                  <a:gd name="T10" fmla="*/ 56 w 80"/>
                  <a:gd name="T11" fmla="*/ 4 h 76"/>
                  <a:gd name="T12" fmla="*/ 52 w 80"/>
                  <a:gd name="T13" fmla="*/ 0 h 76"/>
                  <a:gd name="T14" fmla="*/ 28 w 80"/>
                  <a:gd name="T15" fmla="*/ 0 h 76"/>
                  <a:gd name="T16" fmla="*/ 24 w 80"/>
                  <a:gd name="T17" fmla="*/ 4 h 76"/>
                  <a:gd name="T18" fmla="*/ 24 w 80"/>
                  <a:gd name="T19" fmla="*/ 12 h 76"/>
                  <a:gd name="T20" fmla="*/ 16 w 80"/>
                  <a:gd name="T21" fmla="*/ 12 h 76"/>
                  <a:gd name="T22" fmla="*/ 16 w 80"/>
                  <a:gd name="T23" fmla="*/ 8 h 76"/>
                  <a:gd name="T24" fmla="*/ 8 w 80"/>
                  <a:gd name="T25" fmla="*/ 8 h 76"/>
                  <a:gd name="T26" fmla="*/ 8 w 80"/>
                  <a:gd name="T27" fmla="*/ 12 h 76"/>
                  <a:gd name="T28" fmla="*/ 0 w 80"/>
                  <a:gd name="T29" fmla="*/ 20 h 76"/>
                  <a:gd name="T30" fmla="*/ 0 w 80"/>
                  <a:gd name="T31" fmla="*/ 68 h 76"/>
                  <a:gd name="T32" fmla="*/ 8 w 80"/>
                  <a:gd name="T33" fmla="*/ 76 h 76"/>
                  <a:gd name="T34" fmla="*/ 72 w 80"/>
                  <a:gd name="T35" fmla="*/ 76 h 76"/>
                  <a:gd name="T36" fmla="*/ 80 w 80"/>
                  <a:gd name="T37" fmla="*/ 68 h 76"/>
                  <a:gd name="T38" fmla="*/ 80 w 80"/>
                  <a:gd name="T39" fmla="*/ 20 h 76"/>
                  <a:gd name="T40" fmla="*/ 72 w 80"/>
                  <a:gd name="T41" fmla="*/ 12 h 76"/>
                  <a:gd name="T42" fmla="*/ 32 w 80"/>
                  <a:gd name="T43" fmla="*/ 8 h 76"/>
                  <a:gd name="T44" fmla="*/ 48 w 80"/>
                  <a:gd name="T45" fmla="*/ 8 h 76"/>
                  <a:gd name="T46" fmla="*/ 48 w 80"/>
                  <a:gd name="T47" fmla="*/ 12 h 76"/>
                  <a:gd name="T48" fmla="*/ 32 w 80"/>
                  <a:gd name="T49" fmla="*/ 12 h 76"/>
                  <a:gd name="T50" fmla="*/ 32 w 80"/>
                  <a:gd name="T51" fmla="*/ 8 h 76"/>
                  <a:gd name="T52" fmla="*/ 72 w 80"/>
                  <a:gd name="T53" fmla="*/ 68 h 76"/>
                  <a:gd name="T54" fmla="*/ 8 w 80"/>
                  <a:gd name="T55" fmla="*/ 68 h 76"/>
                  <a:gd name="T56" fmla="*/ 8 w 80"/>
                  <a:gd name="T57" fmla="*/ 20 h 76"/>
                  <a:gd name="T58" fmla="*/ 72 w 80"/>
                  <a:gd name="T59" fmla="*/ 20 h 76"/>
                  <a:gd name="T60" fmla="*/ 72 w 80"/>
                  <a:gd name="T6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0" h="76">
                    <a:moveTo>
                      <a:pt x="72" y="12"/>
                    </a:moveTo>
                    <a:cubicBezTo>
                      <a:pt x="72" y="8"/>
                      <a:pt x="72" y="8"/>
                      <a:pt x="72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2"/>
                      <a:pt x="54" y="0"/>
                      <a:pt x="52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6" y="0"/>
                      <a:pt x="24" y="2"/>
                      <a:pt x="24" y="4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4" y="12"/>
                      <a:pt x="0" y="16"/>
                      <a:pt x="0" y="2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2"/>
                      <a:pt x="4" y="76"/>
                      <a:pt x="8" y="76"/>
                    </a:cubicBezTo>
                    <a:cubicBezTo>
                      <a:pt x="72" y="76"/>
                      <a:pt x="72" y="76"/>
                      <a:pt x="72" y="76"/>
                    </a:cubicBezTo>
                    <a:cubicBezTo>
                      <a:pt x="76" y="76"/>
                      <a:pt x="80" y="72"/>
                      <a:pt x="80" y="68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32" y="8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32" y="12"/>
                      <a:pt x="32" y="12"/>
                      <a:pt x="32" y="12"/>
                    </a:cubicBezTo>
                    <a:lnTo>
                      <a:pt x="32" y="8"/>
                    </a:lnTo>
                    <a:close/>
                    <a:moveTo>
                      <a:pt x="72" y="68"/>
                    </a:moveTo>
                    <a:cubicBezTo>
                      <a:pt x="8" y="68"/>
                      <a:pt x="8" y="68"/>
                      <a:pt x="8" y="6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72" y="20"/>
                      <a:pt x="72" y="20"/>
                      <a:pt x="72" y="20"/>
                    </a:cubicBezTo>
                    <a:lnTo>
                      <a:pt x="72" y="6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9" name="Freeform 179"/>
              <p:cNvSpPr>
                <a:spLocks/>
              </p:cNvSpPr>
              <p:nvPr/>
            </p:nvSpPr>
            <p:spPr bwMode="auto">
              <a:xfrm>
                <a:off x="3324225" y="4905375"/>
                <a:ext cx="76200" cy="127000"/>
              </a:xfrm>
              <a:custGeom>
                <a:avLst/>
                <a:gdLst>
                  <a:gd name="T0" fmla="*/ 16 w 24"/>
                  <a:gd name="T1" fmla="*/ 0 h 40"/>
                  <a:gd name="T2" fmla="*/ 8 w 24"/>
                  <a:gd name="T3" fmla="*/ 0 h 40"/>
                  <a:gd name="T4" fmla="*/ 8 w 24"/>
                  <a:gd name="T5" fmla="*/ 4 h 40"/>
                  <a:gd name="T6" fmla="*/ 0 w 24"/>
                  <a:gd name="T7" fmla="*/ 14 h 40"/>
                  <a:gd name="T8" fmla="*/ 10 w 24"/>
                  <a:gd name="T9" fmla="*/ 24 h 40"/>
                  <a:gd name="T10" fmla="*/ 14 w 24"/>
                  <a:gd name="T11" fmla="*/ 24 h 40"/>
                  <a:gd name="T12" fmla="*/ 16 w 24"/>
                  <a:gd name="T13" fmla="*/ 26 h 40"/>
                  <a:gd name="T14" fmla="*/ 14 w 24"/>
                  <a:gd name="T15" fmla="*/ 28 h 40"/>
                  <a:gd name="T16" fmla="*/ 0 w 24"/>
                  <a:gd name="T17" fmla="*/ 28 h 40"/>
                  <a:gd name="T18" fmla="*/ 0 w 24"/>
                  <a:gd name="T19" fmla="*/ 36 h 40"/>
                  <a:gd name="T20" fmla="*/ 8 w 24"/>
                  <a:gd name="T21" fmla="*/ 36 h 40"/>
                  <a:gd name="T22" fmla="*/ 8 w 24"/>
                  <a:gd name="T23" fmla="*/ 40 h 40"/>
                  <a:gd name="T24" fmla="*/ 16 w 24"/>
                  <a:gd name="T25" fmla="*/ 40 h 40"/>
                  <a:gd name="T26" fmla="*/ 16 w 24"/>
                  <a:gd name="T27" fmla="*/ 36 h 40"/>
                  <a:gd name="T28" fmla="*/ 24 w 24"/>
                  <a:gd name="T29" fmla="*/ 26 h 40"/>
                  <a:gd name="T30" fmla="*/ 14 w 24"/>
                  <a:gd name="T31" fmla="*/ 16 h 40"/>
                  <a:gd name="T32" fmla="*/ 10 w 24"/>
                  <a:gd name="T33" fmla="*/ 16 h 40"/>
                  <a:gd name="T34" fmla="*/ 8 w 24"/>
                  <a:gd name="T35" fmla="*/ 14 h 40"/>
                  <a:gd name="T36" fmla="*/ 10 w 24"/>
                  <a:gd name="T37" fmla="*/ 12 h 40"/>
                  <a:gd name="T38" fmla="*/ 24 w 24"/>
                  <a:gd name="T39" fmla="*/ 12 h 40"/>
                  <a:gd name="T40" fmla="*/ 24 w 24"/>
                  <a:gd name="T41" fmla="*/ 4 h 40"/>
                  <a:gd name="T42" fmla="*/ 16 w 24"/>
                  <a:gd name="T43" fmla="*/ 4 h 40"/>
                  <a:gd name="T44" fmla="*/ 16 w 24"/>
                  <a:gd name="T4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4" h="40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3" y="5"/>
                      <a:pt x="0" y="9"/>
                      <a:pt x="0" y="14"/>
                    </a:cubicBezTo>
                    <a:cubicBezTo>
                      <a:pt x="0" y="20"/>
                      <a:pt x="4" y="24"/>
                      <a:pt x="10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0"/>
                      <a:pt x="20" y="16"/>
                      <a:pt x="14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9" y="16"/>
                      <a:pt x="8" y="15"/>
                      <a:pt x="8" y="14"/>
                    </a:cubicBezTo>
                    <a:cubicBezTo>
                      <a:pt x="8" y="13"/>
                      <a:pt x="9" y="12"/>
                      <a:pt x="1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7" name="组合 226"/>
            <p:cNvGrpSpPr/>
            <p:nvPr/>
          </p:nvGrpSpPr>
          <p:grpSpPr>
            <a:xfrm>
              <a:off x="4422775" y="4830763"/>
              <a:ext cx="303213" cy="239712"/>
              <a:chOff x="4422775" y="4830763"/>
              <a:chExt cx="303213" cy="239712"/>
            </a:xfrm>
          </p:grpSpPr>
          <p:sp>
            <p:nvSpPr>
              <p:cNvPr id="180" name="Freeform 180"/>
              <p:cNvSpPr>
                <a:spLocks noEditPoints="1"/>
              </p:cNvSpPr>
              <p:nvPr/>
            </p:nvSpPr>
            <p:spPr bwMode="auto">
              <a:xfrm>
                <a:off x="4575175" y="4956175"/>
                <a:ext cx="150813" cy="114300"/>
              </a:xfrm>
              <a:custGeom>
                <a:avLst/>
                <a:gdLst>
                  <a:gd name="T0" fmla="*/ 48 w 48"/>
                  <a:gd name="T1" fmla="*/ 31 h 36"/>
                  <a:gd name="T2" fmla="*/ 40 w 48"/>
                  <a:gd name="T3" fmla="*/ 3 h 36"/>
                  <a:gd name="T4" fmla="*/ 36 w 48"/>
                  <a:gd name="T5" fmla="*/ 0 h 36"/>
                  <a:gd name="T6" fmla="*/ 12 w 48"/>
                  <a:gd name="T7" fmla="*/ 0 h 36"/>
                  <a:gd name="T8" fmla="*/ 8 w 48"/>
                  <a:gd name="T9" fmla="*/ 3 h 36"/>
                  <a:gd name="T10" fmla="*/ 0 w 48"/>
                  <a:gd name="T11" fmla="*/ 31 h 36"/>
                  <a:gd name="T12" fmla="*/ 1 w 48"/>
                  <a:gd name="T13" fmla="*/ 34 h 36"/>
                  <a:gd name="T14" fmla="*/ 4 w 48"/>
                  <a:gd name="T15" fmla="*/ 36 h 36"/>
                  <a:gd name="T16" fmla="*/ 44 w 48"/>
                  <a:gd name="T17" fmla="*/ 36 h 36"/>
                  <a:gd name="T18" fmla="*/ 47 w 48"/>
                  <a:gd name="T19" fmla="*/ 34 h 36"/>
                  <a:gd name="T20" fmla="*/ 48 w 48"/>
                  <a:gd name="T21" fmla="*/ 31 h 36"/>
                  <a:gd name="T22" fmla="*/ 9 w 48"/>
                  <a:gd name="T23" fmla="*/ 28 h 36"/>
                  <a:gd name="T24" fmla="*/ 15 w 48"/>
                  <a:gd name="T25" fmla="*/ 8 h 36"/>
                  <a:gd name="T26" fmla="*/ 33 w 48"/>
                  <a:gd name="T27" fmla="*/ 8 h 36"/>
                  <a:gd name="T28" fmla="*/ 39 w 48"/>
                  <a:gd name="T29" fmla="*/ 28 h 36"/>
                  <a:gd name="T30" fmla="*/ 9 w 48"/>
                  <a:gd name="T31" fmla="*/ 2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36">
                    <a:moveTo>
                      <a:pt x="48" y="31"/>
                    </a:moveTo>
                    <a:cubicBezTo>
                      <a:pt x="40" y="3"/>
                      <a:pt x="40" y="3"/>
                      <a:pt x="40" y="3"/>
                    </a:cubicBezTo>
                    <a:cubicBezTo>
                      <a:pt x="39" y="1"/>
                      <a:pt x="38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9" y="1"/>
                      <a:pt x="8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5" y="36"/>
                      <a:pt x="46" y="35"/>
                      <a:pt x="47" y="34"/>
                    </a:cubicBezTo>
                    <a:cubicBezTo>
                      <a:pt x="48" y="33"/>
                      <a:pt x="48" y="32"/>
                      <a:pt x="48" y="31"/>
                    </a:cubicBezTo>
                    <a:close/>
                    <a:moveTo>
                      <a:pt x="9" y="28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9" y="28"/>
                      <a:pt x="39" y="28"/>
                      <a:pt x="39" y="28"/>
                    </a:cubicBezTo>
                    <a:lnTo>
                      <a:pt x="9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1" name="Freeform 181"/>
              <p:cNvSpPr>
                <a:spLocks noEditPoints="1"/>
              </p:cNvSpPr>
              <p:nvPr/>
            </p:nvSpPr>
            <p:spPr bwMode="auto">
              <a:xfrm>
                <a:off x="4422775" y="4956175"/>
                <a:ext cx="152400" cy="114300"/>
              </a:xfrm>
              <a:custGeom>
                <a:avLst/>
                <a:gdLst>
                  <a:gd name="T0" fmla="*/ 40 w 48"/>
                  <a:gd name="T1" fmla="*/ 3 h 36"/>
                  <a:gd name="T2" fmla="*/ 36 w 48"/>
                  <a:gd name="T3" fmla="*/ 0 h 36"/>
                  <a:gd name="T4" fmla="*/ 12 w 48"/>
                  <a:gd name="T5" fmla="*/ 0 h 36"/>
                  <a:gd name="T6" fmla="*/ 8 w 48"/>
                  <a:gd name="T7" fmla="*/ 3 h 36"/>
                  <a:gd name="T8" fmla="*/ 0 w 48"/>
                  <a:gd name="T9" fmla="*/ 31 h 36"/>
                  <a:gd name="T10" fmla="*/ 1 w 48"/>
                  <a:gd name="T11" fmla="*/ 34 h 36"/>
                  <a:gd name="T12" fmla="*/ 4 w 48"/>
                  <a:gd name="T13" fmla="*/ 36 h 36"/>
                  <a:gd name="T14" fmla="*/ 44 w 48"/>
                  <a:gd name="T15" fmla="*/ 36 h 36"/>
                  <a:gd name="T16" fmla="*/ 47 w 48"/>
                  <a:gd name="T17" fmla="*/ 34 h 36"/>
                  <a:gd name="T18" fmla="*/ 48 w 48"/>
                  <a:gd name="T19" fmla="*/ 31 h 36"/>
                  <a:gd name="T20" fmla="*/ 40 w 48"/>
                  <a:gd name="T21" fmla="*/ 3 h 36"/>
                  <a:gd name="T22" fmla="*/ 9 w 48"/>
                  <a:gd name="T23" fmla="*/ 28 h 36"/>
                  <a:gd name="T24" fmla="*/ 15 w 48"/>
                  <a:gd name="T25" fmla="*/ 8 h 36"/>
                  <a:gd name="T26" fmla="*/ 33 w 48"/>
                  <a:gd name="T27" fmla="*/ 8 h 36"/>
                  <a:gd name="T28" fmla="*/ 39 w 48"/>
                  <a:gd name="T29" fmla="*/ 28 h 36"/>
                  <a:gd name="T30" fmla="*/ 9 w 48"/>
                  <a:gd name="T31" fmla="*/ 2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36">
                    <a:moveTo>
                      <a:pt x="40" y="3"/>
                    </a:moveTo>
                    <a:cubicBezTo>
                      <a:pt x="39" y="1"/>
                      <a:pt x="38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9" y="1"/>
                      <a:pt x="8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5" y="36"/>
                      <a:pt x="46" y="35"/>
                      <a:pt x="47" y="34"/>
                    </a:cubicBezTo>
                    <a:cubicBezTo>
                      <a:pt x="48" y="33"/>
                      <a:pt x="48" y="32"/>
                      <a:pt x="48" y="31"/>
                    </a:cubicBezTo>
                    <a:lnTo>
                      <a:pt x="40" y="3"/>
                    </a:lnTo>
                    <a:close/>
                    <a:moveTo>
                      <a:pt x="9" y="28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9" y="28"/>
                      <a:pt x="39" y="28"/>
                      <a:pt x="39" y="28"/>
                    </a:cubicBezTo>
                    <a:lnTo>
                      <a:pt x="9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2" name="Freeform 182"/>
              <p:cNvSpPr>
                <a:spLocks noEditPoints="1"/>
              </p:cNvSpPr>
              <p:nvPr/>
            </p:nvSpPr>
            <p:spPr bwMode="auto">
              <a:xfrm>
                <a:off x="4498975" y="4830763"/>
                <a:ext cx="152400" cy="112713"/>
              </a:xfrm>
              <a:custGeom>
                <a:avLst/>
                <a:gdLst>
                  <a:gd name="T0" fmla="*/ 4 w 48"/>
                  <a:gd name="T1" fmla="*/ 36 h 36"/>
                  <a:gd name="T2" fmla="*/ 44 w 48"/>
                  <a:gd name="T3" fmla="*/ 36 h 36"/>
                  <a:gd name="T4" fmla="*/ 47 w 48"/>
                  <a:gd name="T5" fmla="*/ 34 h 36"/>
                  <a:gd name="T6" fmla="*/ 48 w 48"/>
                  <a:gd name="T7" fmla="*/ 31 h 36"/>
                  <a:gd name="T8" fmla="*/ 40 w 48"/>
                  <a:gd name="T9" fmla="*/ 3 h 36"/>
                  <a:gd name="T10" fmla="*/ 36 w 48"/>
                  <a:gd name="T11" fmla="*/ 0 h 36"/>
                  <a:gd name="T12" fmla="*/ 12 w 48"/>
                  <a:gd name="T13" fmla="*/ 0 h 36"/>
                  <a:gd name="T14" fmla="*/ 8 w 48"/>
                  <a:gd name="T15" fmla="*/ 3 h 36"/>
                  <a:gd name="T16" fmla="*/ 0 w 48"/>
                  <a:gd name="T17" fmla="*/ 31 h 36"/>
                  <a:gd name="T18" fmla="*/ 1 w 48"/>
                  <a:gd name="T19" fmla="*/ 34 h 36"/>
                  <a:gd name="T20" fmla="*/ 4 w 48"/>
                  <a:gd name="T21" fmla="*/ 36 h 36"/>
                  <a:gd name="T22" fmla="*/ 15 w 48"/>
                  <a:gd name="T23" fmla="*/ 8 h 36"/>
                  <a:gd name="T24" fmla="*/ 33 w 48"/>
                  <a:gd name="T25" fmla="*/ 8 h 36"/>
                  <a:gd name="T26" fmla="*/ 39 w 48"/>
                  <a:gd name="T27" fmla="*/ 28 h 36"/>
                  <a:gd name="T28" fmla="*/ 9 w 48"/>
                  <a:gd name="T29" fmla="*/ 28 h 36"/>
                  <a:gd name="T30" fmla="*/ 15 w 48"/>
                  <a:gd name="T31" fmla="*/ 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36">
                    <a:moveTo>
                      <a:pt x="4" y="36"/>
                    </a:moveTo>
                    <a:cubicBezTo>
                      <a:pt x="44" y="36"/>
                      <a:pt x="44" y="36"/>
                      <a:pt x="44" y="36"/>
                    </a:cubicBezTo>
                    <a:cubicBezTo>
                      <a:pt x="45" y="36"/>
                      <a:pt x="46" y="35"/>
                      <a:pt x="47" y="34"/>
                    </a:cubicBezTo>
                    <a:cubicBezTo>
                      <a:pt x="48" y="33"/>
                      <a:pt x="48" y="32"/>
                      <a:pt x="48" y="31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1"/>
                      <a:pt x="38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9" y="1"/>
                      <a:pt x="8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4" y="36"/>
                    </a:cubicBezTo>
                    <a:close/>
                    <a:moveTo>
                      <a:pt x="15" y="8"/>
                    </a:moveTo>
                    <a:cubicBezTo>
                      <a:pt x="33" y="8"/>
                      <a:pt x="33" y="8"/>
                      <a:pt x="33" y="8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9" y="28"/>
                      <a:pt x="9" y="28"/>
                      <a:pt x="9" y="28"/>
                    </a:cubicBezTo>
                    <a:lnTo>
                      <a:pt x="15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3" name="Freeform 183"/>
            <p:cNvSpPr>
              <a:spLocks noEditPoints="1"/>
            </p:cNvSpPr>
            <p:nvPr/>
          </p:nvSpPr>
          <p:spPr bwMode="auto">
            <a:xfrm>
              <a:off x="8672513" y="3579813"/>
              <a:ext cx="296863" cy="296863"/>
            </a:xfrm>
            <a:custGeom>
              <a:avLst/>
              <a:gdLst>
                <a:gd name="T0" fmla="*/ 88 w 94"/>
                <a:gd name="T1" fmla="*/ 29 h 94"/>
                <a:gd name="T2" fmla="*/ 85 w 94"/>
                <a:gd name="T3" fmla="*/ 31 h 94"/>
                <a:gd name="T4" fmla="*/ 85 w 94"/>
                <a:gd name="T5" fmla="*/ 31 h 94"/>
                <a:gd name="T6" fmla="*/ 63 w 94"/>
                <a:gd name="T7" fmla="*/ 9 h 94"/>
                <a:gd name="T8" fmla="*/ 63 w 94"/>
                <a:gd name="T9" fmla="*/ 9 h 94"/>
                <a:gd name="T10" fmla="*/ 65 w 94"/>
                <a:gd name="T11" fmla="*/ 6 h 94"/>
                <a:gd name="T12" fmla="*/ 60 w 94"/>
                <a:gd name="T13" fmla="*/ 0 h 94"/>
                <a:gd name="T14" fmla="*/ 57 w 94"/>
                <a:gd name="T15" fmla="*/ 3 h 94"/>
                <a:gd name="T16" fmla="*/ 42 w 94"/>
                <a:gd name="T17" fmla="*/ 42 h 94"/>
                <a:gd name="T18" fmla="*/ 3 w 94"/>
                <a:gd name="T19" fmla="*/ 57 h 94"/>
                <a:gd name="T20" fmla="*/ 0 w 94"/>
                <a:gd name="T21" fmla="*/ 60 h 94"/>
                <a:gd name="T22" fmla="*/ 6 w 94"/>
                <a:gd name="T23" fmla="*/ 65 h 94"/>
                <a:gd name="T24" fmla="*/ 9 w 94"/>
                <a:gd name="T25" fmla="*/ 63 h 94"/>
                <a:gd name="T26" fmla="*/ 9 w 94"/>
                <a:gd name="T27" fmla="*/ 63 h 94"/>
                <a:gd name="T28" fmla="*/ 31 w 94"/>
                <a:gd name="T29" fmla="*/ 85 h 94"/>
                <a:gd name="T30" fmla="*/ 31 w 94"/>
                <a:gd name="T31" fmla="*/ 85 h 94"/>
                <a:gd name="T32" fmla="*/ 29 w 94"/>
                <a:gd name="T33" fmla="*/ 88 h 94"/>
                <a:gd name="T34" fmla="*/ 34 w 94"/>
                <a:gd name="T35" fmla="*/ 94 h 94"/>
                <a:gd name="T36" fmla="*/ 37 w 94"/>
                <a:gd name="T37" fmla="*/ 91 h 94"/>
                <a:gd name="T38" fmla="*/ 52 w 94"/>
                <a:gd name="T39" fmla="*/ 52 h 94"/>
                <a:gd name="T40" fmla="*/ 91 w 94"/>
                <a:gd name="T41" fmla="*/ 37 h 94"/>
                <a:gd name="T42" fmla="*/ 94 w 94"/>
                <a:gd name="T43" fmla="*/ 34 h 94"/>
                <a:gd name="T44" fmla="*/ 88 w 94"/>
                <a:gd name="T45" fmla="*/ 29 h 94"/>
                <a:gd name="T46" fmla="*/ 79 w 94"/>
                <a:gd name="T47" fmla="*/ 36 h 94"/>
                <a:gd name="T48" fmla="*/ 72 w 94"/>
                <a:gd name="T49" fmla="*/ 40 h 94"/>
                <a:gd name="T50" fmla="*/ 54 w 94"/>
                <a:gd name="T51" fmla="*/ 22 h 94"/>
                <a:gd name="T52" fmla="*/ 58 w 94"/>
                <a:gd name="T53" fmla="*/ 15 h 94"/>
                <a:gd name="T54" fmla="*/ 79 w 94"/>
                <a:gd name="T55" fmla="*/ 36 h 94"/>
                <a:gd name="T56" fmla="*/ 43 w 94"/>
                <a:gd name="T57" fmla="*/ 51 h 94"/>
                <a:gd name="T58" fmla="*/ 43 w 94"/>
                <a:gd name="T59" fmla="*/ 63 h 94"/>
                <a:gd name="T60" fmla="*/ 31 w 94"/>
                <a:gd name="T61" fmla="*/ 51 h 94"/>
                <a:gd name="T62" fmla="*/ 43 w 94"/>
                <a:gd name="T63" fmla="*/ 51 h 94"/>
                <a:gd name="T64" fmla="*/ 15 w 94"/>
                <a:gd name="T65" fmla="*/ 58 h 94"/>
                <a:gd name="T66" fmla="*/ 22 w 94"/>
                <a:gd name="T67" fmla="*/ 54 h 94"/>
                <a:gd name="T68" fmla="*/ 40 w 94"/>
                <a:gd name="T69" fmla="*/ 72 h 94"/>
                <a:gd name="T70" fmla="*/ 36 w 94"/>
                <a:gd name="T71" fmla="*/ 79 h 94"/>
                <a:gd name="T72" fmla="*/ 15 w 94"/>
                <a:gd name="T73" fmla="*/ 58 h 94"/>
                <a:gd name="T74" fmla="*/ 51 w 94"/>
                <a:gd name="T75" fmla="*/ 43 h 94"/>
                <a:gd name="T76" fmla="*/ 51 w 94"/>
                <a:gd name="T77" fmla="*/ 31 h 94"/>
                <a:gd name="T78" fmla="*/ 63 w 94"/>
                <a:gd name="T79" fmla="*/ 43 h 94"/>
                <a:gd name="T80" fmla="*/ 51 w 94"/>
                <a:gd name="T81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4" h="94">
                  <a:moveTo>
                    <a:pt x="88" y="29"/>
                  </a:move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47" y="13"/>
                    <a:pt x="41" y="28"/>
                    <a:pt x="42" y="42"/>
                  </a:cubicBezTo>
                  <a:cubicBezTo>
                    <a:pt x="28" y="41"/>
                    <a:pt x="13" y="47"/>
                    <a:pt x="3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29" y="88"/>
                    <a:pt x="29" y="88"/>
                    <a:pt x="29" y="88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47" y="81"/>
                    <a:pt x="53" y="66"/>
                    <a:pt x="52" y="52"/>
                  </a:cubicBezTo>
                  <a:cubicBezTo>
                    <a:pt x="66" y="53"/>
                    <a:pt x="81" y="47"/>
                    <a:pt x="91" y="37"/>
                  </a:cubicBezTo>
                  <a:cubicBezTo>
                    <a:pt x="94" y="34"/>
                    <a:pt x="94" y="34"/>
                    <a:pt x="94" y="34"/>
                  </a:cubicBezTo>
                  <a:lnTo>
                    <a:pt x="88" y="29"/>
                  </a:lnTo>
                  <a:close/>
                  <a:moveTo>
                    <a:pt x="79" y="36"/>
                  </a:moveTo>
                  <a:cubicBezTo>
                    <a:pt x="77" y="38"/>
                    <a:pt x="74" y="39"/>
                    <a:pt x="72" y="40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5" y="20"/>
                    <a:pt x="56" y="17"/>
                    <a:pt x="58" y="15"/>
                  </a:cubicBezTo>
                  <a:lnTo>
                    <a:pt x="79" y="36"/>
                  </a:lnTo>
                  <a:close/>
                  <a:moveTo>
                    <a:pt x="43" y="51"/>
                  </a:moveTo>
                  <a:cubicBezTo>
                    <a:pt x="44" y="55"/>
                    <a:pt x="44" y="59"/>
                    <a:pt x="43" y="63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5" y="50"/>
                    <a:pt x="39" y="50"/>
                    <a:pt x="43" y="51"/>
                  </a:cubicBezTo>
                  <a:close/>
                  <a:moveTo>
                    <a:pt x="15" y="58"/>
                  </a:moveTo>
                  <a:cubicBezTo>
                    <a:pt x="17" y="56"/>
                    <a:pt x="20" y="55"/>
                    <a:pt x="22" y="54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39" y="74"/>
                    <a:pt x="38" y="77"/>
                    <a:pt x="36" y="79"/>
                  </a:cubicBezTo>
                  <a:lnTo>
                    <a:pt x="15" y="58"/>
                  </a:lnTo>
                  <a:close/>
                  <a:moveTo>
                    <a:pt x="51" y="43"/>
                  </a:moveTo>
                  <a:cubicBezTo>
                    <a:pt x="50" y="39"/>
                    <a:pt x="50" y="35"/>
                    <a:pt x="51" y="31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59" y="44"/>
                    <a:pt x="55" y="44"/>
                    <a:pt x="51" y="43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995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031649"/>
            <a:ext cx="7200000" cy="4186417"/>
            <a:chOff x="3219450" y="1757363"/>
            <a:chExt cx="5749926" cy="3343276"/>
          </a:xfrm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5657850" y="4214813"/>
              <a:ext cx="279400" cy="252413"/>
            </a:xfrm>
            <a:custGeom>
              <a:avLst/>
              <a:gdLst>
                <a:gd name="T0" fmla="*/ 76 w 88"/>
                <a:gd name="T1" fmla="*/ 48 h 80"/>
                <a:gd name="T2" fmla="*/ 72 w 88"/>
                <a:gd name="T3" fmla="*/ 24 h 80"/>
                <a:gd name="T4" fmla="*/ 52 w 88"/>
                <a:gd name="T5" fmla="*/ 4 h 80"/>
                <a:gd name="T6" fmla="*/ 4 w 88"/>
                <a:gd name="T7" fmla="*/ 0 h 80"/>
                <a:gd name="T8" fmla="*/ 0 w 88"/>
                <a:gd name="T9" fmla="*/ 76 h 80"/>
                <a:gd name="T10" fmla="*/ 20 w 88"/>
                <a:gd name="T11" fmla="*/ 80 h 80"/>
                <a:gd name="T12" fmla="*/ 24 w 88"/>
                <a:gd name="T13" fmla="*/ 70 h 80"/>
                <a:gd name="T14" fmla="*/ 28 w 88"/>
                <a:gd name="T15" fmla="*/ 70 h 80"/>
                <a:gd name="T16" fmla="*/ 32 w 88"/>
                <a:gd name="T17" fmla="*/ 80 h 80"/>
                <a:gd name="T18" fmla="*/ 52 w 88"/>
                <a:gd name="T19" fmla="*/ 76 h 80"/>
                <a:gd name="T20" fmla="*/ 54 w 88"/>
                <a:gd name="T21" fmla="*/ 68 h 80"/>
                <a:gd name="T22" fmla="*/ 56 w 88"/>
                <a:gd name="T23" fmla="*/ 76 h 80"/>
                <a:gd name="T24" fmla="*/ 84 w 88"/>
                <a:gd name="T25" fmla="*/ 80 h 80"/>
                <a:gd name="T26" fmla="*/ 88 w 88"/>
                <a:gd name="T27" fmla="*/ 52 h 80"/>
                <a:gd name="T28" fmla="*/ 68 w 88"/>
                <a:gd name="T29" fmla="*/ 32 h 80"/>
                <a:gd name="T30" fmla="*/ 64 w 88"/>
                <a:gd name="T31" fmla="*/ 48 h 80"/>
                <a:gd name="T32" fmla="*/ 54 w 88"/>
                <a:gd name="T33" fmla="*/ 36 h 80"/>
                <a:gd name="T34" fmla="*/ 44 w 88"/>
                <a:gd name="T35" fmla="*/ 48 h 80"/>
                <a:gd name="T36" fmla="*/ 36 w 88"/>
                <a:gd name="T37" fmla="*/ 46 h 80"/>
                <a:gd name="T38" fmla="*/ 16 w 88"/>
                <a:gd name="T39" fmla="*/ 46 h 80"/>
                <a:gd name="T40" fmla="*/ 8 w 88"/>
                <a:gd name="T41" fmla="*/ 48 h 80"/>
                <a:gd name="T42" fmla="*/ 20 w 88"/>
                <a:gd name="T43" fmla="*/ 32 h 80"/>
                <a:gd name="T44" fmla="*/ 24 w 88"/>
                <a:gd name="T45" fmla="*/ 22 h 80"/>
                <a:gd name="T46" fmla="*/ 28 w 88"/>
                <a:gd name="T47" fmla="*/ 22 h 80"/>
                <a:gd name="T48" fmla="*/ 32 w 88"/>
                <a:gd name="T49" fmla="*/ 32 h 80"/>
                <a:gd name="T50" fmla="*/ 8 w 88"/>
                <a:gd name="T51" fmla="*/ 8 h 80"/>
                <a:gd name="T52" fmla="*/ 44 w 88"/>
                <a:gd name="T53" fmla="*/ 24 h 80"/>
                <a:gd name="T54" fmla="*/ 36 w 88"/>
                <a:gd name="T55" fmla="*/ 22 h 80"/>
                <a:gd name="T56" fmla="*/ 16 w 88"/>
                <a:gd name="T57" fmla="*/ 22 h 80"/>
                <a:gd name="T58" fmla="*/ 8 w 88"/>
                <a:gd name="T59" fmla="*/ 24 h 80"/>
                <a:gd name="T60" fmla="*/ 80 w 88"/>
                <a:gd name="T61" fmla="*/ 72 h 80"/>
                <a:gd name="T62" fmla="*/ 64 w 88"/>
                <a:gd name="T63" fmla="*/ 70 h 80"/>
                <a:gd name="T64" fmla="*/ 44 w 88"/>
                <a:gd name="T65" fmla="*/ 70 h 80"/>
                <a:gd name="T66" fmla="*/ 36 w 88"/>
                <a:gd name="T67" fmla="*/ 72 h 80"/>
                <a:gd name="T68" fmla="*/ 26 w 88"/>
                <a:gd name="T69" fmla="*/ 60 h 80"/>
                <a:gd name="T70" fmla="*/ 16 w 88"/>
                <a:gd name="T71" fmla="*/ 72 h 80"/>
                <a:gd name="T72" fmla="*/ 8 w 88"/>
                <a:gd name="T73" fmla="*/ 56 h 80"/>
                <a:gd name="T74" fmla="*/ 24 w 88"/>
                <a:gd name="T75" fmla="*/ 52 h 80"/>
                <a:gd name="T76" fmla="*/ 26 w 88"/>
                <a:gd name="T77" fmla="*/ 44 h 80"/>
                <a:gd name="T78" fmla="*/ 28 w 88"/>
                <a:gd name="T79" fmla="*/ 52 h 80"/>
                <a:gd name="T80" fmla="*/ 48 w 88"/>
                <a:gd name="T81" fmla="*/ 56 h 80"/>
                <a:gd name="T82" fmla="*/ 52 w 88"/>
                <a:gd name="T83" fmla="*/ 46 h 80"/>
                <a:gd name="T84" fmla="*/ 56 w 88"/>
                <a:gd name="T85" fmla="*/ 46 h 80"/>
                <a:gd name="T86" fmla="*/ 60 w 88"/>
                <a:gd name="T87" fmla="*/ 56 h 80"/>
                <a:gd name="T88" fmla="*/ 80 w 88"/>
                <a:gd name="T89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8" h="80">
                  <a:moveTo>
                    <a:pt x="84" y="48"/>
                  </a:moveTo>
                  <a:cubicBezTo>
                    <a:pt x="76" y="48"/>
                    <a:pt x="76" y="48"/>
                    <a:pt x="76" y="4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6" y="26"/>
                    <a:pt x="74" y="24"/>
                    <a:pt x="7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2"/>
                    <a:pt x="50" y="0"/>
                    <a:pt x="4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2" y="80"/>
                    <a:pt x="24" y="78"/>
                    <a:pt x="24" y="76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69"/>
                    <a:pt x="25" y="68"/>
                    <a:pt x="26" y="68"/>
                  </a:cubicBezTo>
                  <a:cubicBezTo>
                    <a:pt x="27" y="68"/>
                    <a:pt x="28" y="69"/>
                    <a:pt x="28" y="70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8"/>
                    <a:pt x="30" y="80"/>
                    <a:pt x="32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0" y="80"/>
                    <a:pt x="52" y="78"/>
                    <a:pt x="52" y="76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69"/>
                    <a:pt x="53" y="68"/>
                    <a:pt x="54" y="68"/>
                  </a:cubicBezTo>
                  <a:cubicBezTo>
                    <a:pt x="55" y="68"/>
                    <a:pt x="56" y="69"/>
                    <a:pt x="56" y="70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78"/>
                    <a:pt x="58" y="80"/>
                    <a:pt x="60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6" y="80"/>
                    <a:pt x="88" y="78"/>
                    <a:pt x="88" y="76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0"/>
                    <a:pt x="86" y="48"/>
                    <a:pt x="84" y="48"/>
                  </a:cubicBezTo>
                  <a:close/>
                  <a:moveTo>
                    <a:pt x="68" y="32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0"/>
                    <a:pt x="60" y="36"/>
                    <a:pt x="54" y="36"/>
                  </a:cubicBezTo>
                  <a:cubicBezTo>
                    <a:pt x="48" y="36"/>
                    <a:pt x="44" y="40"/>
                    <a:pt x="44" y="46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40"/>
                    <a:pt x="32" y="36"/>
                    <a:pt x="26" y="36"/>
                  </a:cubicBezTo>
                  <a:cubicBezTo>
                    <a:pt x="20" y="36"/>
                    <a:pt x="16" y="40"/>
                    <a:pt x="16" y="46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2"/>
                    <a:pt x="24" y="30"/>
                    <a:pt x="24" y="28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1"/>
                    <a:pt x="25" y="20"/>
                    <a:pt x="26" y="20"/>
                  </a:cubicBezTo>
                  <a:cubicBezTo>
                    <a:pt x="27" y="20"/>
                    <a:pt x="28" y="21"/>
                    <a:pt x="28" y="22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30"/>
                    <a:pt x="30" y="32"/>
                    <a:pt x="32" y="32"/>
                  </a:cubicBezTo>
                  <a:lnTo>
                    <a:pt x="68" y="32"/>
                  </a:lnTo>
                  <a:close/>
                  <a:moveTo>
                    <a:pt x="8" y="8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16"/>
                    <a:pt x="32" y="12"/>
                    <a:pt x="26" y="12"/>
                  </a:cubicBezTo>
                  <a:cubicBezTo>
                    <a:pt x="20" y="12"/>
                    <a:pt x="16" y="16"/>
                    <a:pt x="16" y="22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8" y="24"/>
                    <a:pt x="8" y="24"/>
                    <a:pt x="8" y="24"/>
                  </a:cubicBezTo>
                  <a:lnTo>
                    <a:pt x="8" y="8"/>
                  </a:lnTo>
                  <a:close/>
                  <a:moveTo>
                    <a:pt x="80" y="72"/>
                  </a:moveTo>
                  <a:cubicBezTo>
                    <a:pt x="64" y="72"/>
                    <a:pt x="64" y="72"/>
                    <a:pt x="64" y="72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64"/>
                    <a:pt x="60" y="60"/>
                    <a:pt x="54" y="60"/>
                  </a:cubicBezTo>
                  <a:cubicBezTo>
                    <a:pt x="48" y="60"/>
                    <a:pt x="44" y="64"/>
                    <a:pt x="44" y="70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70"/>
                    <a:pt x="36" y="70"/>
                    <a:pt x="36" y="70"/>
                  </a:cubicBezTo>
                  <a:cubicBezTo>
                    <a:pt x="36" y="64"/>
                    <a:pt x="32" y="60"/>
                    <a:pt x="26" y="60"/>
                  </a:cubicBezTo>
                  <a:cubicBezTo>
                    <a:pt x="20" y="60"/>
                    <a:pt x="16" y="64"/>
                    <a:pt x="16" y="7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2" y="56"/>
                    <a:pt x="24" y="54"/>
                    <a:pt x="24" y="5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4" y="45"/>
                    <a:pt x="25" y="44"/>
                    <a:pt x="26" y="44"/>
                  </a:cubicBezTo>
                  <a:cubicBezTo>
                    <a:pt x="27" y="44"/>
                    <a:pt x="28" y="45"/>
                    <a:pt x="28" y="46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54"/>
                    <a:pt x="30" y="56"/>
                    <a:pt x="32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50" y="56"/>
                    <a:pt x="52" y="54"/>
                    <a:pt x="52" y="52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2" y="45"/>
                    <a:pt x="53" y="44"/>
                    <a:pt x="54" y="44"/>
                  </a:cubicBezTo>
                  <a:cubicBezTo>
                    <a:pt x="55" y="44"/>
                    <a:pt x="56" y="45"/>
                    <a:pt x="56" y="46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56" y="54"/>
                    <a:pt x="58" y="56"/>
                    <a:pt x="60" y="56"/>
                  </a:cubicBezTo>
                  <a:cubicBezTo>
                    <a:pt x="80" y="56"/>
                    <a:pt x="80" y="56"/>
                    <a:pt x="80" y="56"/>
                  </a:cubicBezTo>
                  <a:lnTo>
                    <a:pt x="80" y="7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6" name="组合 205"/>
            <p:cNvGrpSpPr/>
            <p:nvPr/>
          </p:nvGrpSpPr>
          <p:grpSpPr>
            <a:xfrm>
              <a:off x="8678863" y="4806951"/>
              <a:ext cx="265113" cy="293687"/>
              <a:chOff x="8678863" y="4806951"/>
              <a:chExt cx="265113" cy="293687"/>
            </a:xfrm>
          </p:grpSpPr>
          <p:sp>
            <p:nvSpPr>
              <p:cNvPr id="8" name="Freeform 6"/>
              <p:cNvSpPr>
                <a:spLocks noEditPoints="1"/>
              </p:cNvSpPr>
              <p:nvPr/>
            </p:nvSpPr>
            <p:spPr bwMode="auto">
              <a:xfrm>
                <a:off x="8829675" y="4806951"/>
                <a:ext cx="114300" cy="160338"/>
              </a:xfrm>
              <a:custGeom>
                <a:avLst/>
                <a:gdLst>
                  <a:gd name="T0" fmla="*/ 18 w 36"/>
                  <a:gd name="T1" fmla="*/ 51 h 51"/>
                  <a:gd name="T2" fmla="*/ 36 w 36"/>
                  <a:gd name="T3" fmla="*/ 33 h 51"/>
                  <a:gd name="T4" fmla="*/ 18 w 36"/>
                  <a:gd name="T5" fmla="*/ 0 h 51"/>
                  <a:gd name="T6" fmla="*/ 0 w 36"/>
                  <a:gd name="T7" fmla="*/ 33 h 51"/>
                  <a:gd name="T8" fmla="*/ 18 w 36"/>
                  <a:gd name="T9" fmla="*/ 51 h 51"/>
                  <a:gd name="T10" fmla="*/ 18 w 36"/>
                  <a:gd name="T11" fmla="*/ 14 h 51"/>
                  <a:gd name="T12" fmla="*/ 28 w 36"/>
                  <a:gd name="T13" fmla="*/ 33 h 51"/>
                  <a:gd name="T14" fmla="*/ 18 w 36"/>
                  <a:gd name="T15" fmla="*/ 43 h 51"/>
                  <a:gd name="T16" fmla="*/ 8 w 36"/>
                  <a:gd name="T17" fmla="*/ 33 h 51"/>
                  <a:gd name="T18" fmla="*/ 18 w 36"/>
                  <a:gd name="T19" fmla="*/ 1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51">
                    <a:moveTo>
                      <a:pt x="18" y="51"/>
                    </a:moveTo>
                    <a:cubicBezTo>
                      <a:pt x="28" y="51"/>
                      <a:pt x="36" y="43"/>
                      <a:pt x="36" y="33"/>
                    </a:cubicBezTo>
                    <a:cubicBezTo>
                      <a:pt x="36" y="24"/>
                      <a:pt x="23" y="7"/>
                      <a:pt x="18" y="0"/>
                    </a:cubicBezTo>
                    <a:cubicBezTo>
                      <a:pt x="15" y="4"/>
                      <a:pt x="0" y="23"/>
                      <a:pt x="0" y="33"/>
                    </a:cubicBezTo>
                    <a:cubicBezTo>
                      <a:pt x="0" y="43"/>
                      <a:pt x="8" y="51"/>
                      <a:pt x="18" y="51"/>
                    </a:cubicBezTo>
                    <a:close/>
                    <a:moveTo>
                      <a:pt x="18" y="14"/>
                    </a:moveTo>
                    <a:cubicBezTo>
                      <a:pt x="23" y="21"/>
                      <a:pt x="28" y="30"/>
                      <a:pt x="28" y="33"/>
                    </a:cubicBezTo>
                    <a:cubicBezTo>
                      <a:pt x="28" y="39"/>
                      <a:pt x="24" y="43"/>
                      <a:pt x="18" y="43"/>
                    </a:cubicBezTo>
                    <a:cubicBezTo>
                      <a:pt x="12" y="43"/>
                      <a:pt x="8" y="39"/>
                      <a:pt x="8" y="33"/>
                    </a:cubicBezTo>
                    <a:cubicBezTo>
                      <a:pt x="8" y="30"/>
                      <a:pt x="13" y="21"/>
                      <a:pt x="18" y="1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7"/>
              <p:cNvSpPr>
                <a:spLocks noEditPoints="1"/>
              </p:cNvSpPr>
              <p:nvPr/>
            </p:nvSpPr>
            <p:spPr bwMode="auto">
              <a:xfrm>
                <a:off x="8678863" y="4960938"/>
                <a:ext cx="265113" cy="139700"/>
              </a:xfrm>
              <a:custGeom>
                <a:avLst/>
                <a:gdLst>
                  <a:gd name="T0" fmla="*/ 80 w 84"/>
                  <a:gd name="T1" fmla="*/ 16 h 44"/>
                  <a:gd name="T2" fmla="*/ 50 w 84"/>
                  <a:gd name="T3" fmla="*/ 16 h 44"/>
                  <a:gd name="T4" fmla="*/ 51 w 84"/>
                  <a:gd name="T5" fmla="*/ 15 h 44"/>
                  <a:gd name="T6" fmla="*/ 52 w 84"/>
                  <a:gd name="T7" fmla="*/ 10 h 44"/>
                  <a:gd name="T8" fmla="*/ 48 w 84"/>
                  <a:gd name="T9" fmla="*/ 2 h 44"/>
                  <a:gd name="T10" fmla="*/ 43 w 84"/>
                  <a:gd name="T11" fmla="*/ 0 h 44"/>
                  <a:gd name="T12" fmla="*/ 24 w 84"/>
                  <a:gd name="T13" fmla="*/ 7 h 44"/>
                  <a:gd name="T14" fmla="*/ 20 w 84"/>
                  <a:gd name="T15" fmla="*/ 4 h 44"/>
                  <a:gd name="T16" fmla="*/ 4 w 84"/>
                  <a:gd name="T17" fmla="*/ 4 h 44"/>
                  <a:gd name="T18" fmla="*/ 0 w 84"/>
                  <a:gd name="T19" fmla="*/ 8 h 44"/>
                  <a:gd name="T20" fmla="*/ 0 w 84"/>
                  <a:gd name="T21" fmla="*/ 40 h 44"/>
                  <a:gd name="T22" fmla="*/ 4 w 84"/>
                  <a:gd name="T23" fmla="*/ 44 h 44"/>
                  <a:gd name="T24" fmla="*/ 20 w 84"/>
                  <a:gd name="T25" fmla="*/ 44 h 44"/>
                  <a:gd name="T26" fmla="*/ 24 w 84"/>
                  <a:gd name="T27" fmla="*/ 40 h 44"/>
                  <a:gd name="T28" fmla="*/ 68 w 84"/>
                  <a:gd name="T29" fmla="*/ 40 h 44"/>
                  <a:gd name="T30" fmla="*/ 71 w 84"/>
                  <a:gd name="T31" fmla="*/ 38 h 44"/>
                  <a:gd name="T32" fmla="*/ 83 w 84"/>
                  <a:gd name="T33" fmla="*/ 22 h 44"/>
                  <a:gd name="T34" fmla="*/ 84 w 84"/>
                  <a:gd name="T35" fmla="*/ 18 h 44"/>
                  <a:gd name="T36" fmla="*/ 80 w 84"/>
                  <a:gd name="T37" fmla="*/ 16 h 44"/>
                  <a:gd name="T38" fmla="*/ 8 w 84"/>
                  <a:gd name="T39" fmla="*/ 36 h 44"/>
                  <a:gd name="T40" fmla="*/ 8 w 84"/>
                  <a:gd name="T41" fmla="*/ 12 h 44"/>
                  <a:gd name="T42" fmla="*/ 16 w 84"/>
                  <a:gd name="T43" fmla="*/ 12 h 44"/>
                  <a:gd name="T44" fmla="*/ 16 w 84"/>
                  <a:gd name="T45" fmla="*/ 36 h 44"/>
                  <a:gd name="T46" fmla="*/ 8 w 84"/>
                  <a:gd name="T47" fmla="*/ 36 h 44"/>
                  <a:gd name="T48" fmla="*/ 66 w 84"/>
                  <a:gd name="T49" fmla="*/ 32 h 44"/>
                  <a:gd name="T50" fmla="*/ 24 w 84"/>
                  <a:gd name="T51" fmla="*/ 32 h 44"/>
                  <a:gd name="T52" fmla="*/ 24 w 84"/>
                  <a:gd name="T53" fmla="*/ 15 h 44"/>
                  <a:gd name="T54" fmla="*/ 42 w 84"/>
                  <a:gd name="T55" fmla="*/ 9 h 44"/>
                  <a:gd name="T56" fmla="*/ 43 w 84"/>
                  <a:gd name="T57" fmla="*/ 11 h 44"/>
                  <a:gd name="T58" fmla="*/ 37 w 84"/>
                  <a:gd name="T59" fmla="*/ 17 h 44"/>
                  <a:gd name="T60" fmla="*/ 36 w 84"/>
                  <a:gd name="T61" fmla="*/ 22 h 44"/>
                  <a:gd name="T62" fmla="*/ 40 w 84"/>
                  <a:gd name="T63" fmla="*/ 24 h 44"/>
                  <a:gd name="T64" fmla="*/ 72 w 84"/>
                  <a:gd name="T65" fmla="*/ 24 h 44"/>
                  <a:gd name="T66" fmla="*/ 66 w 84"/>
                  <a:gd name="T67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44">
                    <a:moveTo>
                      <a:pt x="80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2" y="14"/>
                      <a:pt x="52" y="12"/>
                      <a:pt x="52" y="10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47" y="0"/>
                      <a:pt x="45" y="0"/>
                      <a:pt x="43" y="0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3" y="5"/>
                      <a:pt x="22" y="4"/>
                      <a:pt x="20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2" y="44"/>
                      <a:pt x="24" y="42"/>
                      <a:pt x="2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9" y="40"/>
                      <a:pt x="70" y="39"/>
                      <a:pt x="71" y="38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4" y="21"/>
                      <a:pt x="84" y="20"/>
                      <a:pt x="84" y="18"/>
                    </a:cubicBezTo>
                    <a:cubicBezTo>
                      <a:pt x="83" y="17"/>
                      <a:pt x="82" y="16"/>
                      <a:pt x="80" y="16"/>
                    </a:cubicBezTo>
                    <a:close/>
                    <a:moveTo>
                      <a:pt x="8" y="36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36"/>
                      <a:pt x="16" y="36"/>
                      <a:pt x="16" y="36"/>
                    </a:cubicBezTo>
                    <a:lnTo>
                      <a:pt x="8" y="36"/>
                    </a:lnTo>
                    <a:close/>
                    <a:moveTo>
                      <a:pt x="66" y="32"/>
                    </a:move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18"/>
                      <a:pt x="36" y="20"/>
                      <a:pt x="36" y="22"/>
                    </a:cubicBezTo>
                    <a:cubicBezTo>
                      <a:pt x="37" y="23"/>
                      <a:pt x="38" y="24"/>
                      <a:pt x="40" y="24"/>
                    </a:cubicBezTo>
                    <a:cubicBezTo>
                      <a:pt x="72" y="24"/>
                      <a:pt x="72" y="24"/>
                      <a:pt x="72" y="24"/>
                    </a:cubicBezTo>
                    <a:lnTo>
                      <a:pt x="66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7553325" y="4848226"/>
              <a:ext cx="114300" cy="252413"/>
            </a:xfrm>
            <a:custGeom>
              <a:avLst/>
              <a:gdLst>
                <a:gd name="T0" fmla="*/ 32 w 36"/>
                <a:gd name="T1" fmla="*/ 44 h 80"/>
                <a:gd name="T2" fmla="*/ 32 w 36"/>
                <a:gd name="T3" fmla="*/ 4 h 80"/>
                <a:gd name="T4" fmla="*/ 30 w 36"/>
                <a:gd name="T5" fmla="*/ 1 h 80"/>
                <a:gd name="T6" fmla="*/ 26 w 36"/>
                <a:gd name="T7" fmla="*/ 1 h 80"/>
                <a:gd name="T8" fmla="*/ 6 w 36"/>
                <a:gd name="T9" fmla="*/ 13 h 80"/>
                <a:gd name="T10" fmla="*/ 4 w 36"/>
                <a:gd name="T11" fmla="*/ 16 h 80"/>
                <a:gd name="T12" fmla="*/ 4 w 36"/>
                <a:gd name="T13" fmla="*/ 44 h 80"/>
                <a:gd name="T14" fmla="*/ 0 w 36"/>
                <a:gd name="T15" fmla="*/ 44 h 80"/>
                <a:gd name="T16" fmla="*/ 0 w 36"/>
                <a:gd name="T17" fmla="*/ 72 h 80"/>
                <a:gd name="T18" fmla="*/ 8 w 36"/>
                <a:gd name="T19" fmla="*/ 80 h 80"/>
                <a:gd name="T20" fmla="*/ 28 w 36"/>
                <a:gd name="T21" fmla="*/ 80 h 80"/>
                <a:gd name="T22" fmla="*/ 36 w 36"/>
                <a:gd name="T23" fmla="*/ 72 h 80"/>
                <a:gd name="T24" fmla="*/ 36 w 36"/>
                <a:gd name="T25" fmla="*/ 44 h 80"/>
                <a:gd name="T26" fmla="*/ 32 w 36"/>
                <a:gd name="T27" fmla="*/ 44 h 80"/>
                <a:gd name="T28" fmla="*/ 8 w 36"/>
                <a:gd name="T29" fmla="*/ 52 h 80"/>
                <a:gd name="T30" fmla="*/ 28 w 36"/>
                <a:gd name="T31" fmla="*/ 52 h 80"/>
                <a:gd name="T32" fmla="*/ 28 w 36"/>
                <a:gd name="T33" fmla="*/ 52 h 80"/>
                <a:gd name="T34" fmla="*/ 28 w 36"/>
                <a:gd name="T35" fmla="*/ 60 h 80"/>
                <a:gd name="T36" fmla="*/ 8 w 36"/>
                <a:gd name="T37" fmla="*/ 60 h 80"/>
                <a:gd name="T38" fmla="*/ 8 w 36"/>
                <a:gd name="T39" fmla="*/ 52 h 80"/>
                <a:gd name="T40" fmla="*/ 12 w 36"/>
                <a:gd name="T41" fmla="*/ 18 h 80"/>
                <a:gd name="T42" fmla="*/ 24 w 36"/>
                <a:gd name="T43" fmla="*/ 11 h 80"/>
                <a:gd name="T44" fmla="*/ 24 w 36"/>
                <a:gd name="T45" fmla="*/ 44 h 80"/>
                <a:gd name="T46" fmla="*/ 12 w 36"/>
                <a:gd name="T47" fmla="*/ 44 h 80"/>
                <a:gd name="T48" fmla="*/ 12 w 36"/>
                <a:gd name="T49" fmla="*/ 18 h 80"/>
                <a:gd name="T50" fmla="*/ 8 w 36"/>
                <a:gd name="T51" fmla="*/ 72 h 80"/>
                <a:gd name="T52" fmla="*/ 8 w 36"/>
                <a:gd name="T53" fmla="*/ 68 h 80"/>
                <a:gd name="T54" fmla="*/ 28 w 36"/>
                <a:gd name="T55" fmla="*/ 68 h 80"/>
                <a:gd name="T56" fmla="*/ 28 w 36"/>
                <a:gd name="T57" fmla="*/ 72 h 80"/>
                <a:gd name="T58" fmla="*/ 8 w 36"/>
                <a:gd name="T59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80">
                  <a:moveTo>
                    <a:pt x="32" y="4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2" y="3"/>
                    <a:pt x="31" y="1"/>
                    <a:pt x="30" y="1"/>
                  </a:cubicBezTo>
                  <a:cubicBezTo>
                    <a:pt x="29" y="0"/>
                    <a:pt x="27" y="0"/>
                    <a:pt x="26" y="1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4" y="15"/>
                    <a:pt x="4" y="16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32" y="80"/>
                    <a:pt x="36" y="76"/>
                    <a:pt x="36" y="72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32" y="44"/>
                  </a:lnTo>
                  <a:close/>
                  <a:moveTo>
                    <a:pt x="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8" y="60"/>
                    <a:pt x="8" y="60"/>
                    <a:pt x="8" y="60"/>
                  </a:cubicBezTo>
                  <a:lnTo>
                    <a:pt x="8" y="52"/>
                  </a:lnTo>
                  <a:close/>
                  <a:moveTo>
                    <a:pt x="12" y="18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18"/>
                  </a:lnTo>
                  <a:close/>
                  <a:moveTo>
                    <a:pt x="8" y="72"/>
                  </a:moveTo>
                  <a:cubicBezTo>
                    <a:pt x="8" y="68"/>
                    <a:pt x="8" y="68"/>
                    <a:pt x="8" y="68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72"/>
                    <a:pt x="28" y="72"/>
                    <a:pt x="28" y="72"/>
                  </a:cubicBezTo>
                  <a:lnTo>
                    <a:pt x="8" y="7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8110538" y="4822826"/>
              <a:ext cx="201613" cy="239713"/>
              <a:chOff x="8110538" y="4822826"/>
              <a:chExt cx="201613" cy="239713"/>
            </a:xfrm>
          </p:grpSpPr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8110538" y="4897438"/>
                <a:ext cx="50800" cy="76200"/>
              </a:xfrm>
              <a:custGeom>
                <a:avLst/>
                <a:gdLst>
                  <a:gd name="T0" fmla="*/ 0 w 16"/>
                  <a:gd name="T1" fmla="*/ 16 h 24"/>
                  <a:gd name="T2" fmla="*/ 8 w 16"/>
                  <a:gd name="T3" fmla="*/ 24 h 24"/>
                  <a:gd name="T4" fmla="*/ 16 w 16"/>
                  <a:gd name="T5" fmla="*/ 16 h 24"/>
                  <a:gd name="T6" fmla="*/ 8 w 16"/>
                  <a:gd name="T7" fmla="*/ 0 h 24"/>
                  <a:gd name="T8" fmla="*/ 0 w 16"/>
                  <a:gd name="T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4">
                    <a:moveTo>
                      <a:pt x="0" y="16"/>
                    </a:moveTo>
                    <a:cubicBezTo>
                      <a:pt x="0" y="20"/>
                      <a:pt x="4" y="24"/>
                      <a:pt x="8" y="24"/>
                    </a:cubicBezTo>
                    <a:cubicBezTo>
                      <a:pt x="12" y="24"/>
                      <a:pt x="16" y="20"/>
                      <a:pt x="16" y="16"/>
                    </a:cubicBezTo>
                    <a:cubicBezTo>
                      <a:pt x="16" y="10"/>
                      <a:pt x="8" y="0"/>
                      <a:pt x="8" y="0"/>
                    </a:cubicBezTo>
                    <a:cubicBezTo>
                      <a:pt x="8" y="0"/>
                      <a:pt x="0" y="10"/>
                      <a:pt x="0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0"/>
              <p:cNvSpPr>
                <a:spLocks noEditPoints="1"/>
              </p:cNvSpPr>
              <p:nvPr/>
            </p:nvSpPr>
            <p:spPr bwMode="auto">
              <a:xfrm>
                <a:off x="8151813" y="4822826"/>
                <a:ext cx="160338" cy="239713"/>
              </a:xfrm>
              <a:custGeom>
                <a:avLst/>
                <a:gdLst>
                  <a:gd name="T0" fmla="*/ 35 w 51"/>
                  <a:gd name="T1" fmla="*/ 20 h 76"/>
                  <a:gd name="T2" fmla="*/ 35 w 51"/>
                  <a:gd name="T3" fmla="*/ 8 h 76"/>
                  <a:gd name="T4" fmla="*/ 47 w 51"/>
                  <a:gd name="T5" fmla="*/ 8 h 76"/>
                  <a:gd name="T6" fmla="*/ 47 w 51"/>
                  <a:gd name="T7" fmla="*/ 0 h 76"/>
                  <a:gd name="T8" fmla="*/ 9 w 51"/>
                  <a:gd name="T9" fmla="*/ 0 h 76"/>
                  <a:gd name="T10" fmla="*/ 0 w 51"/>
                  <a:gd name="T11" fmla="*/ 9 h 76"/>
                  <a:gd name="T12" fmla="*/ 6 w 51"/>
                  <a:gd name="T13" fmla="*/ 15 h 76"/>
                  <a:gd name="T14" fmla="*/ 13 w 51"/>
                  <a:gd name="T15" fmla="*/ 8 h 76"/>
                  <a:gd name="T16" fmla="*/ 27 w 51"/>
                  <a:gd name="T17" fmla="*/ 8 h 76"/>
                  <a:gd name="T18" fmla="*/ 27 w 51"/>
                  <a:gd name="T19" fmla="*/ 20 h 76"/>
                  <a:gd name="T20" fmla="*/ 11 w 51"/>
                  <a:gd name="T21" fmla="*/ 40 h 76"/>
                  <a:gd name="T22" fmla="*/ 11 w 51"/>
                  <a:gd name="T23" fmla="*/ 72 h 76"/>
                  <a:gd name="T24" fmla="*/ 15 w 51"/>
                  <a:gd name="T25" fmla="*/ 76 h 76"/>
                  <a:gd name="T26" fmla="*/ 47 w 51"/>
                  <a:gd name="T27" fmla="*/ 76 h 76"/>
                  <a:gd name="T28" fmla="*/ 51 w 51"/>
                  <a:gd name="T29" fmla="*/ 72 h 76"/>
                  <a:gd name="T30" fmla="*/ 51 w 51"/>
                  <a:gd name="T31" fmla="*/ 40 h 76"/>
                  <a:gd name="T32" fmla="*/ 35 w 51"/>
                  <a:gd name="T33" fmla="*/ 20 h 76"/>
                  <a:gd name="T34" fmla="*/ 43 w 51"/>
                  <a:gd name="T35" fmla="*/ 68 h 76"/>
                  <a:gd name="T36" fmla="*/ 19 w 51"/>
                  <a:gd name="T37" fmla="*/ 68 h 76"/>
                  <a:gd name="T38" fmla="*/ 19 w 51"/>
                  <a:gd name="T39" fmla="*/ 40 h 76"/>
                  <a:gd name="T40" fmla="*/ 31 w 51"/>
                  <a:gd name="T41" fmla="*/ 28 h 76"/>
                  <a:gd name="T42" fmla="*/ 43 w 51"/>
                  <a:gd name="T43" fmla="*/ 40 h 76"/>
                  <a:gd name="T44" fmla="*/ 43 w 51"/>
                  <a:gd name="T45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76">
                    <a:moveTo>
                      <a:pt x="35" y="20"/>
                    </a:moveTo>
                    <a:cubicBezTo>
                      <a:pt x="35" y="8"/>
                      <a:pt x="35" y="8"/>
                      <a:pt x="35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18" y="22"/>
                      <a:pt x="11" y="30"/>
                      <a:pt x="11" y="40"/>
                    </a:cubicBez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4"/>
                      <a:pt x="13" y="76"/>
                      <a:pt x="15" y="76"/>
                    </a:cubicBezTo>
                    <a:cubicBezTo>
                      <a:pt x="47" y="76"/>
                      <a:pt x="47" y="76"/>
                      <a:pt x="47" y="76"/>
                    </a:cubicBezTo>
                    <a:cubicBezTo>
                      <a:pt x="49" y="76"/>
                      <a:pt x="51" y="74"/>
                      <a:pt x="51" y="72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1" y="30"/>
                      <a:pt x="44" y="22"/>
                      <a:pt x="35" y="20"/>
                    </a:cubicBezTo>
                    <a:close/>
                    <a:moveTo>
                      <a:pt x="43" y="68"/>
                    </a:moveTo>
                    <a:cubicBezTo>
                      <a:pt x="19" y="68"/>
                      <a:pt x="19" y="68"/>
                      <a:pt x="19" y="68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9" y="33"/>
                      <a:pt x="24" y="28"/>
                      <a:pt x="31" y="28"/>
                    </a:cubicBezTo>
                    <a:cubicBezTo>
                      <a:pt x="38" y="28"/>
                      <a:pt x="43" y="33"/>
                      <a:pt x="43" y="40"/>
                    </a:cubicBezTo>
                    <a:lnTo>
                      <a:pt x="43" y="6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8085138" y="2390776"/>
              <a:ext cx="277813" cy="252413"/>
            </a:xfrm>
            <a:custGeom>
              <a:avLst/>
              <a:gdLst>
                <a:gd name="T0" fmla="*/ 80 w 88"/>
                <a:gd name="T1" fmla="*/ 0 h 80"/>
                <a:gd name="T2" fmla="*/ 8 w 88"/>
                <a:gd name="T3" fmla="*/ 0 h 80"/>
                <a:gd name="T4" fmla="*/ 0 w 88"/>
                <a:gd name="T5" fmla="*/ 8 h 80"/>
                <a:gd name="T6" fmla="*/ 0 w 88"/>
                <a:gd name="T7" fmla="*/ 72 h 80"/>
                <a:gd name="T8" fmla="*/ 8 w 88"/>
                <a:gd name="T9" fmla="*/ 80 h 80"/>
                <a:gd name="T10" fmla="*/ 80 w 88"/>
                <a:gd name="T11" fmla="*/ 80 h 80"/>
                <a:gd name="T12" fmla="*/ 88 w 88"/>
                <a:gd name="T13" fmla="*/ 72 h 80"/>
                <a:gd name="T14" fmla="*/ 88 w 88"/>
                <a:gd name="T15" fmla="*/ 8 h 80"/>
                <a:gd name="T16" fmla="*/ 80 w 88"/>
                <a:gd name="T17" fmla="*/ 0 h 80"/>
                <a:gd name="T18" fmla="*/ 80 w 88"/>
                <a:gd name="T19" fmla="*/ 16 h 80"/>
                <a:gd name="T20" fmla="*/ 48 w 88"/>
                <a:gd name="T21" fmla="*/ 16 h 80"/>
                <a:gd name="T22" fmla="*/ 48 w 88"/>
                <a:gd name="T23" fmla="*/ 8 h 80"/>
                <a:gd name="T24" fmla="*/ 80 w 88"/>
                <a:gd name="T25" fmla="*/ 8 h 80"/>
                <a:gd name="T26" fmla="*/ 80 w 88"/>
                <a:gd name="T27" fmla="*/ 16 h 80"/>
                <a:gd name="T28" fmla="*/ 28 w 88"/>
                <a:gd name="T29" fmla="*/ 16 h 80"/>
                <a:gd name="T30" fmla="*/ 28 w 88"/>
                <a:gd name="T31" fmla="*/ 8 h 80"/>
                <a:gd name="T32" fmla="*/ 40 w 88"/>
                <a:gd name="T33" fmla="*/ 8 h 80"/>
                <a:gd name="T34" fmla="*/ 40 w 88"/>
                <a:gd name="T35" fmla="*/ 16 h 80"/>
                <a:gd name="T36" fmla="*/ 28 w 88"/>
                <a:gd name="T37" fmla="*/ 16 h 80"/>
                <a:gd name="T38" fmla="*/ 20 w 88"/>
                <a:gd name="T39" fmla="*/ 8 h 80"/>
                <a:gd name="T40" fmla="*/ 20 w 88"/>
                <a:gd name="T41" fmla="*/ 16 h 80"/>
                <a:gd name="T42" fmla="*/ 8 w 88"/>
                <a:gd name="T43" fmla="*/ 16 h 80"/>
                <a:gd name="T44" fmla="*/ 8 w 88"/>
                <a:gd name="T45" fmla="*/ 8 h 80"/>
                <a:gd name="T46" fmla="*/ 20 w 88"/>
                <a:gd name="T47" fmla="*/ 8 h 80"/>
                <a:gd name="T48" fmla="*/ 8 w 88"/>
                <a:gd name="T49" fmla="*/ 72 h 80"/>
                <a:gd name="T50" fmla="*/ 8 w 88"/>
                <a:gd name="T51" fmla="*/ 24 h 80"/>
                <a:gd name="T52" fmla="*/ 80 w 88"/>
                <a:gd name="T53" fmla="*/ 24 h 80"/>
                <a:gd name="T54" fmla="*/ 80 w 88"/>
                <a:gd name="T55" fmla="*/ 72 h 80"/>
                <a:gd name="T56" fmla="*/ 8 w 88"/>
                <a:gd name="T57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8" h="80">
                  <a:moveTo>
                    <a:pt x="80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4" y="80"/>
                    <a:pt x="88" y="76"/>
                    <a:pt x="88" y="72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4"/>
                    <a:pt x="84" y="0"/>
                    <a:pt x="80" y="0"/>
                  </a:cubicBezTo>
                  <a:close/>
                  <a:moveTo>
                    <a:pt x="80" y="16"/>
                  </a:moveTo>
                  <a:cubicBezTo>
                    <a:pt x="48" y="16"/>
                    <a:pt x="48" y="16"/>
                    <a:pt x="48" y="16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80" y="8"/>
                    <a:pt x="80" y="8"/>
                    <a:pt x="80" y="8"/>
                  </a:cubicBezTo>
                  <a:lnTo>
                    <a:pt x="80" y="16"/>
                  </a:lnTo>
                  <a:close/>
                  <a:moveTo>
                    <a:pt x="28" y="16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28" y="16"/>
                  </a:lnTo>
                  <a:close/>
                  <a:moveTo>
                    <a:pt x="20" y="8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20" y="8"/>
                  </a:lnTo>
                  <a:close/>
                  <a:moveTo>
                    <a:pt x="8" y="72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72"/>
                    <a:pt x="80" y="72"/>
                    <a:pt x="80" y="72"/>
                  </a:cubicBezTo>
                  <a:lnTo>
                    <a:pt x="8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77" name="组合 176"/>
            <p:cNvGrpSpPr/>
            <p:nvPr/>
          </p:nvGrpSpPr>
          <p:grpSpPr>
            <a:xfrm>
              <a:off x="8691563" y="2390776"/>
              <a:ext cx="277813" cy="252413"/>
              <a:chOff x="8691563" y="2390776"/>
              <a:chExt cx="277813" cy="252413"/>
            </a:xfrm>
          </p:grpSpPr>
          <p:sp>
            <p:nvSpPr>
              <p:cNvPr id="14" name="Freeform 12"/>
              <p:cNvSpPr>
                <a:spLocks noEditPoints="1"/>
              </p:cNvSpPr>
              <p:nvPr/>
            </p:nvSpPr>
            <p:spPr bwMode="auto">
              <a:xfrm>
                <a:off x="8691563" y="2390776"/>
                <a:ext cx="277813" cy="252413"/>
              </a:xfrm>
              <a:custGeom>
                <a:avLst/>
                <a:gdLst>
                  <a:gd name="T0" fmla="*/ 80 w 88"/>
                  <a:gd name="T1" fmla="*/ 0 h 80"/>
                  <a:gd name="T2" fmla="*/ 8 w 88"/>
                  <a:gd name="T3" fmla="*/ 0 h 80"/>
                  <a:gd name="T4" fmla="*/ 0 w 88"/>
                  <a:gd name="T5" fmla="*/ 8 h 80"/>
                  <a:gd name="T6" fmla="*/ 0 w 88"/>
                  <a:gd name="T7" fmla="*/ 72 h 80"/>
                  <a:gd name="T8" fmla="*/ 8 w 88"/>
                  <a:gd name="T9" fmla="*/ 80 h 80"/>
                  <a:gd name="T10" fmla="*/ 80 w 88"/>
                  <a:gd name="T11" fmla="*/ 80 h 80"/>
                  <a:gd name="T12" fmla="*/ 88 w 88"/>
                  <a:gd name="T13" fmla="*/ 72 h 80"/>
                  <a:gd name="T14" fmla="*/ 88 w 88"/>
                  <a:gd name="T15" fmla="*/ 8 h 80"/>
                  <a:gd name="T16" fmla="*/ 80 w 88"/>
                  <a:gd name="T17" fmla="*/ 0 h 80"/>
                  <a:gd name="T18" fmla="*/ 80 w 88"/>
                  <a:gd name="T19" fmla="*/ 16 h 80"/>
                  <a:gd name="T20" fmla="*/ 48 w 88"/>
                  <a:gd name="T21" fmla="*/ 16 h 80"/>
                  <a:gd name="T22" fmla="*/ 48 w 88"/>
                  <a:gd name="T23" fmla="*/ 8 h 80"/>
                  <a:gd name="T24" fmla="*/ 80 w 88"/>
                  <a:gd name="T25" fmla="*/ 8 h 80"/>
                  <a:gd name="T26" fmla="*/ 80 w 88"/>
                  <a:gd name="T27" fmla="*/ 16 h 80"/>
                  <a:gd name="T28" fmla="*/ 28 w 88"/>
                  <a:gd name="T29" fmla="*/ 16 h 80"/>
                  <a:gd name="T30" fmla="*/ 28 w 88"/>
                  <a:gd name="T31" fmla="*/ 8 h 80"/>
                  <a:gd name="T32" fmla="*/ 40 w 88"/>
                  <a:gd name="T33" fmla="*/ 8 h 80"/>
                  <a:gd name="T34" fmla="*/ 40 w 88"/>
                  <a:gd name="T35" fmla="*/ 16 h 80"/>
                  <a:gd name="T36" fmla="*/ 28 w 88"/>
                  <a:gd name="T37" fmla="*/ 16 h 80"/>
                  <a:gd name="T38" fmla="*/ 20 w 88"/>
                  <a:gd name="T39" fmla="*/ 8 h 80"/>
                  <a:gd name="T40" fmla="*/ 20 w 88"/>
                  <a:gd name="T41" fmla="*/ 16 h 80"/>
                  <a:gd name="T42" fmla="*/ 8 w 88"/>
                  <a:gd name="T43" fmla="*/ 16 h 80"/>
                  <a:gd name="T44" fmla="*/ 8 w 88"/>
                  <a:gd name="T45" fmla="*/ 8 h 80"/>
                  <a:gd name="T46" fmla="*/ 20 w 88"/>
                  <a:gd name="T47" fmla="*/ 8 h 80"/>
                  <a:gd name="T48" fmla="*/ 8 w 88"/>
                  <a:gd name="T49" fmla="*/ 72 h 80"/>
                  <a:gd name="T50" fmla="*/ 8 w 88"/>
                  <a:gd name="T51" fmla="*/ 24 h 80"/>
                  <a:gd name="T52" fmla="*/ 80 w 88"/>
                  <a:gd name="T53" fmla="*/ 24 h 80"/>
                  <a:gd name="T54" fmla="*/ 80 w 88"/>
                  <a:gd name="T55" fmla="*/ 72 h 80"/>
                  <a:gd name="T56" fmla="*/ 8 w 88"/>
                  <a:gd name="T5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8" h="80">
                    <a:moveTo>
                      <a:pt x="8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80" y="80"/>
                      <a:pt x="80" y="80"/>
                      <a:pt x="80" y="80"/>
                    </a:cubicBezTo>
                    <a:cubicBezTo>
                      <a:pt x="84" y="80"/>
                      <a:pt x="88" y="76"/>
                      <a:pt x="88" y="72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80" y="16"/>
                    </a:move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80" y="8"/>
                      <a:pt x="80" y="8"/>
                      <a:pt x="80" y="8"/>
                    </a:cubicBezTo>
                    <a:lnTo>
                      <a:pt x="80" y="16"/>
                    </a:lnTo>
                    <a:close/>
                    <a:moveTo>
                      <a:pt x="28" y="16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16"/>
                      <a:pt x="40" y="16"/>
                      <a:pt x="40" y="16"/>
                    </a:cubicBezTo>
                    <a:lnTo>
                      <a:pt x="28" y="16"/>
                    </a:lnTo>
                    <a:close/>
                    <a:moveTo>
                      <a:pt x="20" y="8"/>
                    </a:moveTo>
                    <a:cubicBezTo>
                      <a:pt x="20" y="16"/>
                      <a:pt x="20" y="16"/>
                      <a:pt x="2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20" y="8"/>
                    </a:lnTo>
                    <a:close/>
                    <a:moveTo>
                      <a:pt x="8" y="72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72"/>
                      <a:pt x="80" y="72"/>
                      <a:pt x="80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/>
            </p:nvSpPr>
            <p:spPr bwMode="auto">
              <a:xfrm>
                <a:off x="8842375" y="2555876"/>
                <a:ext cx="635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8758238" y="2495551"/>
                <a:ext cx="65088" cy="95250"/>
              </a:xfrm>
              <a:custGeom>
                <a:avLst/>
                <a:gdLst>
                  <a:gd name="T0" fmla="*/ 0 w 41"/>
                  <a:gd name="T1" fmla="*/ 12 h 60"/>
                  <a:gd name="T2" fmla="*/ 18 w 41"/>
                  <a:gd name="T3" fmla="*/ 30 h 60"/>
                  <a:gd name="T4" fmla="*/ 0 w 41"/>
                  <a:gd name="T5" fmla="*/ 48 h 60"/>
                  <a:gd name="T6" fmla="*/ 12 w 41"/>
                  <a:gd name="T7" fmla="*/ 60 h 60"/>
                  <a:gd name="T8" fmla="*/ 41 w 41"/>
                  <a:gd name="T9" fmla="*/ 30 h 60"/>
                  <a:gd name="T10" fmla="*/ 12 w 41"/>
                  <a:gd name="T11" fmla="*/ 0 h 60"/>
                  <a:gd name="T12" fmla="*/ 0 w 41"/>
                  <a:gd name="T13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60">
                    <a:moveTo>
                      <a:pt x="0" y="12"/>
                    </a:move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41" y="30"/>
                    </a:lnTo>
                    <a:lnTo>
                      <a:pt x="1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3" name="组合 172"/>
            <p:cNvGrpSpPr/>
            <p:nvPr/>
          </p:nvGrpSpPr>
          <p:grpSpPr>
            <a:xfrm>
              <a:off x="5670550" y="2428876"/>
              <a:ext cx="254000" cy="190500"/>
              <a:chOff x="5670550" y="2428876"/>
              <a:chExt cx="254000" cy="190500"/>
            </a:xfrm>
          </p:grpSpPr>
          <p:sp>
            <p:nvSpPr>
              <p:cNvPr id="17" name="Oval 15"/>
              <p:cNvSpPr>
                <a:spLocks noChangeArrowheads="1"/>
              </p:cNvSpPr>
              <p:nvPr/>
            </p:nvSpPr>
            <p:spPr bwMode="auto">
              <a:xfrm>
                <a:off x="5708650" y="2466976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Oval 16"/>
              <p:cNvSpPr>
                <a:spLocks noChangeArrowheads="1"/>
              </p:cNvSpPr>
              <p:nvPr/>
            </p:nvSpPr>
            <p:spPr bwMode="auto">
              <a:xfrm>
                <a:off x="5772150" y="2466976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7"/>
              <p:cNvSpPr>
                <a:spLocks/>
              </p:cNvSpPr>
              <p:nvPr/>
            </p:nvSpPr>
            <p:spPr bwMode="auto">
              <a:xfrm>
                <a:off x="5670550" y="2428876"/>
                <a:ext cx="254000" cy="127000"/>
              </a:xfrm>
              <a:custGeom>
                <a:avLst/>
                <a:gdLst>
                  <a:gd name="T0" fmla="*/ 72 w 80"/>
                  <a:gd name="T1" fmla="*/ 0 h 40"/>
                  <a:gd name="T2" fmla="*/ 8 w 80"/>
                  <a:gd name="T3" fmla="*/ 0 h 40"/>
                  <a:gd name="T4" fmla="*/ 0 w 80"/>
                  <a:gd name="T5" fmla="*/ 8 h 40"/>
                  <a:gd name="T6" fmla="*/ 0 w 80"/>
                  <a:gd name="T7" fmla="*/ 32 h 40"/>
                  <a:gd name="T8" fmla="*/ 8 w 80"/>
                  <a:gd name="T9" fmla="*/ 40 h 40"/>
                  <a:gd name="T10" fmla="*/ 40 w 80"/>
                  <a:gd name="T11" fmla="*/ 40 h 40"/>
                  <a:gd name="T12" fmla="*/ 40 w 80"/>
                  <a:gd name="T13" fmla="*/ 32 h 40"/>
                  <a:gd name="T14" fmla="*/ 8 w 80"/>
                  <a:gd name="T15" fmla="*/ 32 h 40"/>
                  <a:gd name="T16" fmla="*/ 8 w 80"/>
                  <a:gd name="T17" fmla="*/ 8 h 40"/>
                  <a:gd name="T18" fmla="*/ 72 w 80"/>
                  <a:gd name="T19" fmla="*/ 8 h 40"/>
                  <a:gd name="T20" fmla="*/ 72 w 80"/>
                  <a:gd name="T21" fmla="*/ 28 h 40"/>
                  <a:gd name="T22" fmla="*/ 80 w 80"/>
                  <a:gd name="T23" fmla="*/ 28 h 40"/>
                  <a:gd name="T24" fmla="*/ 80 w 80"/>
                  <a:gd name="T25" fmla="*/ 8 h 40"/>
                  <a:gd name="T26" fmla="*/ 72 w 80"/>
                  <a:gd name="T2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4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8"/>
              <p:cNvSpPr>
                <a:spLocks/>
              </p:cNvSpPr>
              <p:nvPr/>
            </p:nvSpPr>
            <p:spPr bwMode="auto">
              <a:xfrm>
                <a:off x="5803900" y="2536826"/>
                <a:ext cx="114300" cy="82550"/>
              </a:xfrm>
              <a:custGeom>
                <a:avLst/>
                <a:gdLst>
                  <a:gd name="T0" fmla="*/ 14 w 36"/>
                  <a:gd name="T1" fmla="*/ 16 h 26"/>
                  <a:gd name="T2" fmla="*/ 6 w 36"/>
                  <a:gd name="T3" fmla="*/ 8 h 26"/>
                  <a:gd name="T4" fmla="*/ 0 w 36"/>
                  <a:gd name="T5" fmla="*/ 14 h 26"/>
                  <a:gd name="T6" fmla="*/ 11 w 36"/>
                  <a:gd name="T7" fmla="*/ 25 h 26"/>
                  <a:gd name="T8" fmla="*/ 14 w 36"/>
                  <a:gd name="T9" fmla="*/ 26 h 26"/>
                  <a:gd name="T10" fmla="*/ 17 w 36"/>
                  <a:gd name="T11" fmla="*/ 25 h 26"/>
                  <a:gd name="T12" fmla="*/ 36 w 36"/>
                  <a:gd name="T13" fmla="*/ 6 h 26"/>
                  <a:gd name="T14" fmla="*/ 30 w 36"/>
                  <a:gd name="T15" fmla="*/ 0 h 26"/>
                  <a:gd name="T16" fmla="*/ 14 w 36"/>
                  <a:gd name="T1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" h="26">
                    <a:moveTo>
                      <a:pt x="14" y="16"/>
                    </a:moveTo>
                    <a:cubicBezTo>
                      <a:pt x="6" y="8"/>
                      <a:pt x="6" y="8"/>
                      <a:pt x="6" y="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3" y="26"/>
                      <a:pt x="14" y="26"/>
                    </a:cubicBezTo>
                    <a:cubicBezTo>
                      <a:pt x="15" y="26"/>
                      <a:pt x="16" y="26"/>
                      <a:pt x="17" y="25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0" y="0"/>
                      <a:pt x="30" y="0"/>
                      <a:pt x="30" y="0"/>
                    </a:cubicBezTo>
                    <a:lnTo>
                      <a:pt x="14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6276975" y="2428876"/>
              <a:ext cx="254000" cy="196850"/>
              <a:chOff x="6276975" y="2428876"/>
              <a:chExt cx="254000" cy="196850"/>
            </a:xfrm>
          </p:grpSpPr>
          <p:sp>
            <p:nvSpPr>
              <p:cNvPr id="21" name="Oval 19"/>
              <p:cNvSpPr>
                <a:spLocks noChangeArrowheads="1"/>
              </p:cNvSpPr>
              <p:nvPr/>
            </p:nvSpPr>
            <p:spPr bwMode="auto">
              <a:xfrm>
                <a:off x="6315075" y="2466976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Oval 20"/>
              <p:cNvSpPr>
                <a:spLocks noChangeArrowheads="1"/>
              </p:cNvSpPr>
              <p:nvPr/>
            </p:nvSpPr>
            <p:spPr bwMode="auto">
              <a:xfrm>
                <a:off x="6378575" y="2466976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21"/>
              <p:cNvSpPr>
                <a:spLocks/>
              </p:cNvSpPr>
              <p:nvPr/>
            </p:nvSpPr>
            <p:spPr bwMode="auto">
              <a:xfrm>
                <a:off x="6276975" y="2428876"/>
                <a:ext cx="254000" cy="127000"/>
              </a:xfrm>
              <a:custGeom>
                <a:avLst/>
                <a:gdLst>
                  <a:gd name="T0" fmla="*/ 72 w 80"/>
                  <a:gd name="T1" fmla="*/ 0 h 40"/>
                  <a:gd name="T2" fmla="*/ 8 w 80"/>
                  <a:gd name="T3" fmla="*/ 0 h 40"/>
                  <a:gd name="T4" fmla="*/ 0 w 80"/>
                  <a:gd name="T5" fmla="*/ 8 h 40"/>
                  <a:gd name="T6" fmla="*/ 0 w 80"/>
                  <a:gd name="T7" fmla="*/ 32 h 40"/>
                  <a:gd name="T8" fmla="*/ 8 w 80"/>
                  <a:gd name="T9" fmla="*/ 40 h 40"/>
                  <a:gd name="T10" fmla="*/ 44 w 80"/>
                  <a:gd name="T11" fmla="*/ 40 h 40"/>
                  <a:gd name="T12" fmla="*/ 44 w 80"/>
                  <a:gd name="T13" fmla="*/ 32 h 40"/>
                  <a:gd name="T14" fmla="*/ 8 w 80"/>
                  <a:gd name="T15" fmla="*/ 32 h 40"/>
                  <a:gd name="T16" fmla="*/ 8 w 80"/>
                  <a:gd name="T17" fmla="*/ 8 h 40"/>
                  <a:gd name="T18" fmla="*/ 72 w 80"/>
                  <a:gd name="T19" fmla="*/ 8 h 40"/>
                  <a:gd name="T20" fmla="*/ 72 w 80"/>
                  <a:gd name="T21" fmla="*/ 28 h 40"/>
                  <a:gd name="T22" fmla="*/ 80 w 80"/>
                  <a:gd name="T23" fmla="*/ 28 h 40"/>
                  <a:gd name="T24" fmla="*/ 80 w 80"/>
                  <a:gd name="T25" fmla="*/ 8 h 40"/>
                  <a:gd name="T26" fmla="*/ 72 w 80"/>
                  <a:gd name="T2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4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6435725" y="2536826"/>
                <a:ext cx="88900" cy="88900"/>
              </a:xfrm>
              <a:custGeom>
                <a:avLst/>
                <a:gdLst>
                  <a:gd name="T0" fmla="*/ 44 w 56"/>
                  <a:gd name="T1" fmla="*/ 0 h 56"/>
                  <a:gd name="T2" fmla="*/ 28 w 56"/>
                  <a:gd name="T3" fmla="*/ 16 h 56"/>
                  <a:gd name="T4" fmla="*/ 12 w 56"/>
                  <a:gd name="T5" fmla="*/ 0 h 56"/>
                  <a:gd name="T6" fmla="*/ 0 w 56"/>
                  <a:gd name="T7" fmla="*/ 12 h 56"/>
                  <a:gd name="T8" fmla="*/ 16 w 56"/>
                  <a:gd name="T9" fmla="*/ 28 h 56"/>
                  <a:gd name="T10" fmla="*/ 0 w 56"/>
                  <a:gd name="T11" fmla="*/ 44 h 56"/>
                  <a:gd name="T12" fmla="*/ 12 w 56"/>
                  <a:gd name="T13" fmla="*/ 56 h 56"/>
                  <a:gd name="T14" fmla="*/ 28 w 56"/>
                  <a:gd name="T15" fmla="*/ 40 h 56"/>
                  <a:gd name="T16" fmla="*/ 44 w 56"/>
                  <a:gd name="T17" fmla="*/ 56 h 56"/>
                  <a:gd name="T18" fmla="*/ 56 w 56"/>
                  <a:gd name="T19" fmla="*/ 44 h 56"/>
                  <a:gd name="T20" fmla="*/ 40 w 56"/>
                  <a:gd name="T21" fmla="*/ 28 h 56"/>
                  <a:gd name="T22" fmla="*/ 56 w 56"/>
                  <a:gd name="T23" fmla="*/ 12 h 56"/>
                  <a:gd name="T24" fmla="*/ 44 w 56"/>
                  <a:gd name="T2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56">
                    <a:moveTo>
                      <a:pt x="44" y="0"/>
                    </a:moveTo>
                    <a:lnTo>
                      <a:pt x="28" y="16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6" y="28"/>
                    </a:lnTo>
                    <a:lnTo>
                      <a:pt x="0" y="44"/>
                    </a:lnTo>
                    <a:lnTo>
                      <a:pt x="12" y="56"/>
                    </a:lnTo>
                    <a:lnTo>
                      <a:pt x="28" y="40"/>
                    </a:lnTo>
                    <a:lnTo>
                      <a:pt x="44" y="56"/>
                    </a:lnTo>
                    <a:lnTo>
                      <a:pt x="56" y="44"/>
                    </a:lnTo>
                    <a:lnTo>
                      <a:pt x="40" y="28"/>
                    </a:lnTo>
                    <a:lnTo>
                      <a:pt x="56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6884988" y="2428876"/>
              <a:ext cx="252413" cy="201613"/>
              <a:chOff x="6884988" y="2428876"/>
              <a:chExt cx="252413" cy="201613"/>
            </a:xfrm>
          </p:grpSpPr>
          <p:sp>
            <p:nvSpPr>
              <p:cNvPr id="25" name="Oval 23"/>
              <p:cNvSpPr>
                <a:spLocks noChangeArrowheads="1"/>
              </p:cNvSpPr>
              <p:nvPr/>
            </p:nvSpPr>
            <p:spPr bwMode="auto">
              <a:xfrm>
                <a:off x="6921500" y="2466976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6884988" y="2428876"/>
                <a:ext cx="252413" cy="127000"/>
              </a:xfrm>
              <a:custGeom>
                <a:avLst/>
                <a:gdLst>
                  <a:gd name="T0" fmla="*/ 72 w 80"/>
                  <a:gd name="T1" fmla="*/ 0 h 40"/>
                  <a:gd name="T2" fmla="*/ 8 w 80"/>
                  <a:gd name="T3" fmla="*/ 0 h 40"/>
                  <a:gd name="T4" fmla="*/ 0 w 80"/>
                  <a:gd name="T5" fmla="*/ 8 h 40"/>
                  <a:gd name="T6" fmla="*/ 0 w 80"/>
                  <a:gd name="T7" fmla="*/ 32 h 40"/>
                  <a:gd name="T8" fmla="*/ 8 w 80"/>
                  <a:gd name="T9" fmla="*/ 40 h 40"/>
                  <a:gd name="T10" fmla="*/ 44 w 80"/>
                  <a:gd name="T11" fmla="*/ 40 h 40"/>
                  <a:gd name="T12" fmla="*/ 44 w 80"/>
                  <a:gd name="T13" fmla="*/ 32 h 40"/>
                  <a:gd name="T14" fmla="*/ 8 w 80"/>
                  <a:gd name="T15" fmla="*/ 32 h 40"/>
                  <a:gd name="T16" fmla="*/ 8 w 80"/>
                  <a:gd name="T17" fmla="*/ 8 h 40"/>
                  <a:gd name="T18" fmla="*/ 72 w 80"/>
                  <a:gd name="T19" fmla="*/ 8 h 40"/>
                  <a:gd name="T20" fmla="*/ 72 w 80"/>
                  <a:gd name="T21" fmla="*/ 16 h 40"/>
                  <a:gd name="T22" fmla="*/ 80 w 80"/>
                  <a:gd name="T23" fmla="*/ 16 h 40"/>
                  <a:gd name="T24" fmla="*/ 80 w 80"/>
                  <a:gd name="T25" fmla="*/ 8 h 40"/>
                  <a:gd name="T26" fmla="*/ 72 w 80"/>
                  <a:gd name="T2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4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5"/>
              <p:cNvSpPr>
                <a:spLocks noEditPoints="1"/>
              </p:cNvSpPr>
              <p:nvPr/>
            </p:nvSpPr>
            <p:spPr bwMode="auto">
              <a:xfrm>
                <a:off x="7048500" y="2505076"/>
                <a:ext cx="88900" cy="125413"/>
              </a:xfrm>
              <a:custGeom>
                <a:avLst/>
                <a:gdLst>
                  <a:gd name="T0" fmla="*/ 24 w 28"/>
                  <a:gd name="T1" fmla="*/ 12 h 40"/>
                  <a:gd name="T2" fmla="*/ 24 w 28"/>
                  <a:gd name="T3" fmla="*/ 10 h 40"/>
                  <a:gd name="T4" fmla="*/ 14 w 28"/>
                  <a:gd name="T5" fmla="*/ 0 h 40"/>
                  <a:gd name="T6" fmla="*/ 4 w 28"/>
                  <a:gd name="T7" fmla="*/ 10 h 40"/>
                  <a:gd name="T8" fmla="*/ 4 w 28"/>
                  <a:gd name="T9" fmla="*/ 12 h 40"/>
                  <a:gd name="T10" fmla="*/ 0 w 28"/>
                  <a:gd name="T11" fmla="*/ 16 h 40"/>
                  <a:gd name="T12" fmla="*/ 0 w 28"/>
                  <a:gd name="T13" fmla="*/ 36 h 40"/>
                  <a:gd name="T14" fmla="*/ 4 w 28"/>
                  <a:gd name="T15" fmla="*/ 40 h 40"/>
                  <a:gd name="T16" fmla="*/ 24 w 28"/>
                  <a:gd name="T17" fmla="*/ 40 h 40"/>
                  <a:gd name="T18" fmla="*/ 28 w 28"/>
                  <a:gd name="T19" fmla="*/ 36 h 40"/>
                  <a:gd name="T20" fmla="*/ 28 w 28"/>
                  <a:gd name="T21" fmla="*/ 16 h 40"/>
                  <a:gd name="T22" fmla="*/ 24 w 28"/>
                  <a:gd name="T23" fmla="*/ 12 h 40"/>
                  <a:gd name="T24" fmla="*/ 12 w 28"/>
                  <a:gd name="T25" fmla="*/ 10 h 40"/>
                  <a:gd name="T26" fmla="*/ 14 w 28"/>
                  <a:gd name="T27" fmla="*/ 8 h 40"/>
                  <a:gd name="T28" fmla="*/ 16 w 28"/>
                  <a:gd name="T29" fmla="*/ 10 h 40"/>
                  <a:gd name="T30" fmla="*/ 16 w 28"/>
                  <a:gd name="T31" fmla="*/ 12 h 40"/>
                  <a:gd name="T32" fmla="*/ 12 w 28"/>
                  <a:gd name="T33" fmla="*/ 12 h 40"/>
                  <a:gd name="T34" fmla="*/ 12 w 28"/>
                  <a:gd name="T35" fmla="*/ 10 h 40"/>
                  <a:gd name="T36" fmla="*/ 20 w 28"/>
                  <a:gd name="T37" fmla="*/ 32 h 40"/>
                  <a:gd name="T38" fmla="*/ 8 w 28"/>
                  <a:gd name="T39" fmla="*/ 32 h 40"/>
                  <a:gd name="T40" fmla="*/ 8 w 28"/>
                  <a:gd name="T41" fmla="*/ 20 h 40"/>
                  <a:gd name="T42" fmla="*/ 20 w 28"/>
                  <a:gd name="T43" fmla="*/ 20 h 40"/>
                  <a:gd name="T44" fmla="*/ 20 w 28"/>
                  <a:gd name="T45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40">
                    <a:moveTo>
                      <a:pt x="24" y="12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4"/>
                      <a:pt x="20" y="0"/>
                      <a:pt x="14" y="0"/>
                    </a:cubicBezTo>
                    <a:cubicBezTo>
                      <a:pt x="8" y="0"/>
                      <a:pt x="4" y="4"/>
                      <a:pt x="4" y="10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2" y="12"/>
                      <a:pt x="0" y="14"/>
                      <a:pt x="0" y="1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6" y="40"/>
                      <a:pt x="28" y="38"/>
                      <a:pt x="28" y="3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6" y="12"/>
                      <a:pt x="24" y="12"/>
                    </a:cubicBezTo>
                    <a:close/>
                    <a:moveTo>
                      <a:pt x="12" y="10"/>
                    </a:moveTo>
                    <a:cubicBezTo>
                      <a:pt x="12" y="9"/>
                      <a:pt x="13" y="8"/>
                      <a:pt x="14" y="8"/>
                    </a:cubicBezTo>
                    <a:cubicBezTo>
                      <a:pt x="15" y="8"/>
                      <a:pt x="16" y="9"/>
                      <a:pt x="16" y="10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0"/>
                    </a:lnTo>
                    <a:close/>
                    <a:moveTo>
                      <a:pt x="20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Oval 26"/>
              <p:cNvSpPr>
                <a:spLocks noChangeArrowheads="1"/>
              </p:cNvSpPr>
              <p:nvPr/>
            </p:nvSpPr>
            <p:spPr bwMode="auto">
              <a:xfrm>
                <a:off x="6985000" y="2466976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6" name="组合 175"/>
            <p:cNvGrpSpPr/>
            <p:nvPr/>
          </p:nvGrpSpPr>
          <p:grpSpPr>
            <a:xfrm>
              <a:off x="7516813" y="2393951"/>
              <a:ext cx="201613" cy="249238"/>
              <a:chOff x="7516813" y="2393951"/>
              <a:chExt cx="201613" cy="249238"/>
            </a:xfrm>
          </p:grpSpPr>
          <p:sp>
            <p:nvSpPr>
              <p:cNvPr id="29" name="Freeform 27"/>
              <p:cNvSpPr>
                <a:spLocks noEditPoints="1"/>
              </p:cNvSpPr>
              <p:nvPr/>
            </p:nvSpPr>
            <p:spPr bwMode="auto">
              <a:xfrm>
                <a:off x="7516813" y="2492376"/>
                <a:ext cx="201613" cy="150813"/>
              </a:xfrm>
              <a:custGeom>
                <a:avLst/>
                <a:gdLst>
                  <a:gd name="T0" fmla="*/ 60 w 64"/>
                  <a:gd name="T1" fmla="*/ 0 h 48"/>
                  <a:gd name="T2" fmla="*/ 4 w 64"/>
                  <a:gd name="T3" fmla="*/ 0 h 48"/>
                  <a:gd name="T4" fmla="*/ 0 w 64"/>
                  <a:gd name="T5" fmla="*/ 4 h 48"/>
                  <a:gd name="T6" fmla="*/ 0 w 64"/>
                  <a:gd name="T7" fmla="*/ 32 h 48"/>
                  <a:gd name="T8" fmla="*/ 8 w 64"/>
                  <a:gd name="T9" fmla="*/ 32 h 48"/>
                  <a:gd name="T10" fmla="*/ 8 w 64"/>
                  <a:gd name="T11" fmla="*/ 8 h 48"/>
                  <a:gd name="T12" fmla="*/ 12 w 64"/>
                  <a:gd name="T13" fmla="*/ 8 h 48"/>
                  <a:gd name="T14" fmla="*/ 12 w 64"/>
                  <a:gd name="T15" fmla="*/ 32 h 48"/>
                  <a:gd name="T16" fmla="*/ 16 w 64"/>
                  <a:gd name="T17" fmla="*/ 36 h 48"/>
                  <a:gd name="T18" fmla="*/ 20 w 64"/>
                  <a:gd name="T19" fmla="*/ 36 h 48"/>
                  <a:gd name="T20" fmla="*/ 20 w 64"/>
                  <a:gd name="T21" fmla="*/ 48 h 48"/>
                  <a:gd name="T22" fmla="*/ 28 w 64"/>
                  <a:gd name="T23" fmla="*/ 48 h 48"/>
                  <a:gd name="T24" fmla="*/ 28 w 64"/>
                  <a:gd name="T25" fmla="*/ 36 h 48"/>
                  <a:gd name="T26" fmla="*/ 36 w 64"/>
                  <a:gd name="T27" fmla="*/ 36 h 48"/>
                  <a:gd name="T28" fmla="*/ 36 w 64"/>
                  <a:gd name="T29" fmla="*/ 48 h 48"/>
                  <a:gd name="T30" fmla="*/ 44 w 64"/>
                  <a:gd name="T31" fmla="*/ 48 h 48"/>
                  <a:gd name="T32" fmla="*/ 44 w 64"/>
                  <a:gd name="T33" fmla="*/ 36 h 48"/>
                  <a:gd name="T34" fmla="*/ 48 w 64"/>
                  <a:gd name="T35" fmla="*/ 36 h 48"/>
                  <a:gd name="T36" fmla="*/ 52 w 64"/>
                  <a:gd name="T37" fmla="*/ 32 h 48"/>
                  <a:gd name="T38" fmla="*/ 52 w 64"/>
                  <a:gd name="T39" fmla="*/ 8 h 48"/>
                  <a:gd name="T40" fmla="*/ 56 w 64"/>
                  <a:gd name="T41" fmla="*/ 8 h 48"/>
                  <a:gd name="T42" fmla="*/ 56 w 64"/>
                  <a:gd name="T43" fmla="*/ 32 h 48"/>
                  <a:gd name="T44" fmla="*/ 64 w 64"/>
                  <a:gd name="T45" fmla="*/ 32 h 48"/>
                  <a:gd name="T46" fmla="*/ 64 w 64"/>
                  <a:gd name="T47" fmla="*/ 4 h 48"/>
                  <a:gd name="T48" fmla="*/ 60 w 64"/>
                  <a:gd name="T49" fmla="*/ 0 h 48"/>
                  <a:gd name="T50" fmla="*/ 44 w 64"/>
                  <a:gd name="T51" fmla="*/ 28 h 48"/>
                  <a:gd name="T52" fmla="*/ 20 w 64"/>
                  <a:gd name="T53" fmla="*/ 28 h 48"/>
                  <a:gd name="T54" fmla="*/ 20 w 64"/>
                  <a:gd name="T55" fmla="*/ 8 h 48"/>
                  <a:gd name="T56" fmla="*/ 44 w 64"/>
                  <a:gd name="T57" fmla="*/ 8 h 48"/>
                  <a:gd name="T58" fmla="*/ 44 w 64"/>
                  <a:gd name="T59" fmla="*/ 2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4" h="48">
                    <a:moveTo>
                      <a:pt x="6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4"/>
                      <a:pt x="14" y="36"/>
                      <a:pt x="16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50" y="36"/>
                      <a:pt x="52" y="34"/>
                      <a:pt x="52" y="32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2"/>
                      <a:pt x="62" y="0"/>
                      <a:pt x="60" y="0"/>
                    </a:cubicBezTo>
                    <a:close/>
                    <a:moveTo>
                      <a:pt x="44" y="28"/>
                    </a:move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8"/>
              <p:cNvSpPr>
                <a:spLocks noEditPoints="1"/>
              </p:cNvSpPr>
              <p:nvPr/>
            </p:nvSpPr>
            <p:spPr bwMode="auto">
              <a:xfrm>
                <a:off x="7543800" y="2393951"/>
                <a:ext cx="146050" cy="85725"/>
              </a:xfrm>
              <a:custGeom>
                <a:avLst/>
                <a:gdLst>
                  <a:gd name="T0" fmla="*/ 3 w 46"/>
                  <a:gd name="T1" fmla="*/ 23 h 27"/>
                  <a:gd name="T2" fmla="*/ 7 w 46"/>
                  <a:gd name="T3" fmla="*/ 27 h 27"/>
                  <a:gd name="T4" fmla="*/ 39 w 46"/>
                  <a:gd name="T5" fmla="*/ 27 h 27"/>
                  <a:gd name="T6" fmla="*/ 43 w 46"/>
                  <a:gd name="T7" fmla="*/ 23 h 27"/>
                  <a:gd name="T8" fmla="*/ 40 w 46"/>
                  <a:gd name="T9" fmla="*/ 12 h 27"/>
                  <a:gd name="T10" fmla="*/ 46 w 46"/>
                  <a:gd name="T11" fmla="*/ 6 h 27"/>
                  <a:gd name="T12" fmla="*/ 40 w 46"/>
                  <a:gd name="T13" fmla="*/ 0 h 27"/>
                  <a:gd name="T14" fmla="*/ 34 w 46"/>
                  <a:gd name="T15" fmla="*/ 6 h 27"/>
                  <a:gd name="T16" fmla="*/ 23 w 46"/>
                  <a:gd name="T17" fmla="*/ 3 h 27"/>
                  <a:gd name="T18" fmla="*/ 12 w 46"/>
                  <a:gd name="T19" fmla="*/ 6 h 27"/>
                  <a:gd name="T20" fmla="*/ 6 w 46"/>
                  <a:gd name="T21" fmla="*/ 0 h 27"/>
                  <a:gd name="T22" fmla="*/ 0 w 46"/>
                  <a:gd name="T23" fmla="*/ 6 h 27"/>
                  <a:gd name="T24" fmla="*/ 6 w 46"/>
                  <a:gd name="T25" fmla="*/ 12 h 27"/>
                  <a:gd name="T26" fmla="*/ 3 w 46"/>
                  <a:gd name="T27" fmla="*/ 23 h 27"/>
                  <a:gd name="T28" fmla="*/ 23 w 46"/>
                  <a:gd name="T29" fmla="*/ 11 h 27"/>
                  <a:gd name="T30" fmla="*/ 34 w 46"/>
                  <a:gd name="T31" fmla="*/ 19 h 27"/>
                  <a:gd name="T32" fmla="*/ 12 w 46"/>
                  <a:gd name="T33" fmla="*/ 19 h 27"/>
                  <a:gd name="T34" fmla="*/ 23 w 46"/>
                  <a:gd name="T35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6" h="27">
                    <a:moveTo>
                      <a:pt x="3" y="23"/>
                    </a:moveTo>
                    <a:cubicBezTo>
                      <a:pt x="3" y="25"/>
                      <a:pt x="5" y="27"/>
                      <a:pt x="7" y="27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1" y="27"/>
                      <a:pt x="43" y="25"/>
                      <a:pt x="43" y="23"/>
                    </a:cubicBezTo>
                    <a:cubicBezTo>
                      <a:pt x="43" y="19"/>
                      <a:pt x="42" y="15"/>
                      <a:pt x="40" y="12"/>
                    </a:cubicBezTo>
                    <a:cubicBezTo>
                      <a:pt x="46" y="6"/>
                      <a:pt x="46" y="6"/>
                      <a:pt x="46" y="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1" y="4"/>
                      <a:pt x="27" y="3"/>
                      <a:pt x="23" y="3"/>
                    </a:cubicBezTo>
                    <a:cubicBezTo>
                      <a:pt x="19" y="3"/>
                      <a:pt x="15" y="4"/>
                      <a:pt x="12" y="6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4" y="15"/>
                      <a:pt x="3" y="19"/>
                      <a:pt x="3" y="23"/>
                    </a:cubicBezTo>
                    <a:close/>
                    <a:moveTo>
                      <a:pt x="23" y="11"/>
                    </a:moveTo>
                    <a:cubicBezTo>
                      <a:pt x="28" y="11"/>
                      <a:pt x="33" y="14"/>
                      <a:pt x="34" y="19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13" y="14"/>
                      <a:pt x="18" y="11"/>
                      <a:pt x="23" y="11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3219450" y="1782763"/>
              <a:ext cx="303213" cy="254000"/>
              <a:chOff x="3219450" y="1782763"/>
              <a:chExt cx="303213" cy="254000"/>
            </a:xfrm>
          </p:grpSpPr>
          <p:sp>
            <p:nvSpPr>
              <p:cNvPr id="31" name="Freeform 29"/>
              <p:cNvSpPr>
                <a:spLocks noEditPoints="1"/>
              </p:cNvSpPr>
              <p:nvPr/>
            </p:nvSpPr>
            <p:spPr bwMode="auto">
              <a:xfrm>
                <a:off x="3219450" y="1782763"/>
                <a:ext cx="303213" cy="254000"/>
              </a:xfrm>
              <a:custGeom>
                <a:avLst/>
                <a:gdLst>
                  <a:gd name="T0" fmla="*/ 93 w 96"/>
                  <a:gd name="T1" fmla="*/ 12 h 80"/>
                  <a:gd name="T2" fmla="*/ 49 w 96"/>
                  <a:gd name="T3" fmla="*/ 0 h 80"/>
                  <a:gd name="T4" fmla="*/ 47 w 96"/>
                  <a:gd name="T5" fmla="*/ 0 h 80"/>
                  <a:gd name="T6" fmla="*/ 3 w 96"/>
                  <a:gd name="T7" fmla="*/ 12 h 80"/>
                  <a:gd name="T8" fmla="*/ 0 w 96"/>
                  <a:gd name="T9" fmla="*/ 16 h 80"/>
                  <a:gd name="T10" fmla="*/ 0 w 96"/>
                  <a:gd name="T11" fmla="*/ 24 h 80"/>
                  <a:gd name="T12" fmla="*/ 4 w 96"/>
                  <a:gd name="T13" fmla="*/ 28 h 80"/>
                  <a:gd name="T14" fmla="*/ 4 w 96"/>
                  <a:gd name="T15" fmla="*/ 80 h 80"/>
                  <a:gd name="T16" fmla="*/ 12 w 96"/>
                  <a:gd name="T17" fmla="*/ 80 h 80"/>
                  <a:gd name="T18" fmla="*/ 12 w 96"/>
                  <a:gd name="T19" fmla="*/ 28 h 80"/>
                  <a:gd name="T20" fmla="*/ 84 w 96"/>
                  <a:gd name="T21" fmla="*/ 28 h 80"/>
                  <a:gd name="T22" fmla="*/ 84 w 96"/>
                  <a:gd name="T23" fmla="*/ 80 h 80"/>
                  <a:gd name="T24" fmla="*/ 92 w 96"/>
                  <a:gd name="T25" fmla="*/ 80 h 80"/>
                  <a:gd name="T26" fmla="*/ 92 w 96"/>
                  <a:gd name="T27" fmla="*/ 28 h 80"/>
                  <a:gd name="T28" fmla="*/ 96 w 96"/>
                  <a:gd name="T29" fmla="*/ 24 h 80"/>
                  <a:gd name="T30" fmla="*/ 96 w 96"/>
                  <a:gd name="T31" fmla="*/ 16 h 80"/>
                  <a:gd name="T32" fmla="*/ 93 w 96"/>
                  <a:gd name="T33" fmla="*/ 12 h 80"/>
                  <a:gd name="T34" fmla="*/ 8 w 96"/>
                  <a:gd name="T35" fmla="*/ 19 h 80"/>
                  <a:gd name="T36" fmla="*/ 48 w 96"/>
                  <a:gd name="T37" fmla="*/ 8 h 80"/>
                  <a:gd name="T38" fmla="*/ 88 w 96"/>
                  <a:gd name="T39" fmla="*/ 19 h 80"/>
                  <a:gd name="T40" fmla="*/ 88 w 96"/>
                  <a:gd name="T41" fmla="*/ 20 h 80"/>
                  <a:gd name="T42" fmla="*/ 8 w 96"/>
                  <a:gd name="T43" fmla="*/ 20 h 80"/>
                  <a:gd name="T44" fmla="*/ 8 w 96"/>
                  <a:gd name="T45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6" h="80">
                    <a:moveTo>
                      <a:pt x="93" y="12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8" y="0"/>
                      <a:pt x="48" y="0"/>
                      <a:pt x="47" y="0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3"/>
                      <a:pt x="0" y="14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6"/>
                      <a:pt x="2" y="28"/>
                      <a:pt x="4" y="28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92" y="80"/>
                      <a:pt x="92" y="80"/>
                      <a:pt x="92" y="80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4" y="28"/>
                      <a:pt x="96" y="26"/>
                      <a:pt x="96" y="24"/>
                    </a:cubicBezTo>
                    <a:cubicBezTo>
                      <a:pt x="96" y="16"/>
                      <a:pt x="96" y="16"/>
                      <a:pt x="96" y="16"/>
                    </a:cubicBezTo>
                    <a:cubicBezTo>
                      <a:pt x="96" y="14"/>
                      <a:pt x="95" y="13"/>
                      <a:pt x="93" y="12"/>
                    </a:cubicBezTo>
                    <a:close/>
                    <a:moveTo>
                      <a:pt x="8" y="19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88" y="19"/>
                      <a:pt x="88" y="19"/>
                      <a:pt x="88" y="19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0"/>
              <p:cNvSpPr>
                <a:spLocks noEditPoints="1"/>
              </p:cNvSpPr>
              <p:nvPr/>
            </p:nvSpPr>
            <p:spPr bwMode="auto">
              <a:xfrm>
                <a:off x="3282950" y="1884363"/>
                <a:ext cx="176213" cy="152400"/>
              </a:xfrm>
              <a:custGeom>
                <a:avLst/>
                <a:gdLst>
                  <a:gd name="T0" fmla="*/ 52 w 56"/>
                  <a:gd name="T1" fmla="*/ 20 h 48"/>
                  <a:gd name="T2" fmla="*/ 44 w 56"/>
                  <a:gd name="T3" fmla="*/ 20 h 48"/>
                  <a:gd name="T4" fmla="*/ 44 w 56"/>
                  <a:gd name="T5" fmla="*/ 4 h 48"/>
                  <a:gd name="T6" fmla="*/ 40 w 56"/>
                  <a:gd name="T7" fmla="*/ 0 h 48"/>
                  <a:gd name="T8" fmla="*/ 16 w 56"/>
                  <a:gd name="T9" fmla="*/ 0 h 48"/>
                  <a:gd name="T10" fmla="*/ 12 w 56"/>
                  <a:gd name="T11" fmla="*/ 4 h 48"/>
                  <a:gd name="T12" fmla="*/ 12 w 56"/>
                  <a:gd name="T13" fmla="*/ 20 h 48"/>
                  <a:gd name="T14" fmla="*/ 4 w 56"/>
                  <a:gd name="T15" fmla="*/ 20 h 48"/>
                  <a:gd name="T16" fmla="*/ 0 w 56"/>
                  <a:gd name="T17" fmla="*/ 24 h 48"/>
                  <a:gd name="T18" fmla="*/ 0 w 56"/>
                  <a:gd name="T19" fmla="*/ 44 h 48"/>
                  <a:gd name="T20" fmla="*/ 4 w 56"/>
                  <a:gd name="T21" fmla="*/ 48 h 48"/>
                  <a:gd name="T22" fmla="*/ 52 w 56"/>
                  <a:gd name="T23" fmla="*/ 48 h 48"/>
                  <a:gd name="T24" fmla="*/ 56 w 56"/>
                  <a:gd name="T25" fmla="*/ 44 h 48"/>
                  <a:gd name="T26" fmla="*/ 56 w 56"/>
                  <a:gd name="T27" fmla="*/ 24 h 48"/>
                  <a:gd name="T28" fmla="*/ 52 w 56"/>
                  <a:gd name="T29" fmla="*/ 20 h 48"/>
                  <a:gd name="T30" fmla="*/ 20 w 56"/>
                  <a:gd name="T31" fmla="*/ 8 h 48"/>
                  <a:gd name="T32" fmla="*/ 24 w 56"/>
                  <a:gd name="T33" fmla="*/ 8 h 48"/>
                  <a:gd name="T34" fmla="*/ 24 w 56"/>
                  <a:gd name="T35" fmla="*/ 16 h 48"/>
                  <a:gd name="T36" fmla="*/ 32 w 56"/>
                  <a:gd name="T37" fmla="*/ 16 h 48"/>
                  <a:gd name="T38" fmla="*/ 32 w 56"/>
                  <a:gd name="T39" fmla="*/ 8 h 48"/>
                  <a:gd name="T40" fmla="*/ 36 w 56"/>
                  <a:gd name="T41" fmla="*/ 8 h 48"/>
                  <a:gd name="T42" fmla="*/ 36 w 56"/>
                  <a:gd name="T43" fmla="*/ 20 h 48"/>
                  <a:gd name="T44" fmla="*/ 20 w 56"/>
                  <a:gd name="T45" fmla="*/ 20 h 48"/>
                  <a:gd name="T46" fmla="*/ 20 w 56"/>
                  <a:gd name="T47" fmla="*/ 8 h 48"/>
                  <a:gd name="T48" fmla="*/ 8 w 56"/>
                  <a:gd name="T49" fmla="*/ 28 h 48"/>
                  <a:gd name="T50" fmla="*/ 12 w 56"/>
                  <a:gd name="T51" fmla="*/ 28 h 48"/>
                  <a:gd name="T52" fmla="*/ 12 w 56"/>
                  <a:gd name="T53" fmla="*/ 36 h 48"/>
                  <a:gd name="T54" fmla="*/ 20 w 56"/>
                  <a:gd name="T55" fmla="*/ 36 h 48"/>
                  <a:gd name="T56" fmla="*/ 20 w 56"/>
                  <a:gd name="T57" fmla="*/ 28 h 48"/>
                  <a:gd name="T58" fmla="*/ 24 w 56"/>
                  <a:gd name="T59" fmla="*/ 28 h 48"/>
                  <a:gd name="T60" fmla="*/ 24 w 56"/>
                  <a:gd name="T61" fmla="*/ 40 h 48"/>
                  <a:gd name="T62" fmla="*/ 8 w 56"/>
                  <a:gd name="T63" fmla="*/ 40 h 48"/>
                  <a:gd name="T64" fmla="*/ 8 w 56"/>
                  <a:gd name="T65" fmla="*/ 28 h 48"/>
                  <a:gd name="T66" fmla="*/ 48 w 56"/>
                  <a:gd name="T67" fmla="*/ 40 h 48"/>
                  <a:gd name="T68" fmla="*/ 32 w 56"/>
                  <a:gd name="T69" fmla="*/ 40 h 48"/>
                  <a:gd name="T70" fmla="*/ 32 w 56"/>
                  <a:gd name="T71" fmla="*/ 28 h 48"/>
                  <a:gd name="T72" fmla="*/ 36 w 56"/>
                  <a:gd name="T73" fmla="*/ 28 h 48"/>
                  <a:gd name="T74" fmla="*/ 36 w 56"/>
                  <a:gd name="T75" fmla="*/ 36 h 48"/>
                  <a:gd name="T76" fmla="*/ 44 w 56"/>
                  <a:gd name="T77" fmla="*/ 36 h 48"/>
                  <a:gd name="T78" fmla="*/ 44 w 56"/>
                  <a:gd name="T79" fmla="*/ 28 h 48"/>
                  <a:gd name="T80" fmla="*/ 48 w 56"/>
                  <a:gd name="T81" fmla="*/ 28 h 48"/>
                  <a:gd name="T82" fmla="*/ 48 w 56"/>
                  <a:gd name="T83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6" h="48">
                    <a:moveTo>
                      <a:pt x="52" y="20"/>
                    </a:move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2" y="2"/>
                      <a:pt x="12" y="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4" y="48"/>
                      <a:pt x="56" y="46"/>
                      <a:pt x="56" y="44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22"/>
                      <a:pt x="54" y="20"/>
                      <a:pt x="52" y="20"/>
                    </a:cubicBezTo>
                    <a:close/>
                    <a:moveTo>
                      <a:pt x="20" y="8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8"/>
                    </a:lnTo>
                    <a:close/>
                    <a:moveTo>
                      <a:pt x="8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28"/>
                    </a:lnTo>
                    <a:close/>
                    <a:moveTo>
                      <a:pt x="48" y="40"/>
                    </a:move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8" y="28"/>
                      <a:pt x="48" y="28"/>
                      <a:pt x="48" y="28"/>
                    </a:cubicBezTo>
                    <a:lnTo>
                      <a:pt x="48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3" name="Freeform 31"/>
            <p:cNvSpPr>
              <a:spLocks noEditPoints="1"/>
            </p:cNvSpPr>
            <p:nvPr/>
          </p:nvSpPr>
          <p:spPr bwMode="auto">
            <a:xfrm>
              <a:off x="4457700" y="1782763"/>
              <a:ext cx="252413" cy="254000"/>
            </a:xfrm>
            <a:custGeom>
              <a:avLst/>
              <a:gdLst>
                <a:gd name="T0" fmla="*/ 80 w 80"/>
                <a:gd name="T1" fmla="*/ 28 h 80"/>
                <a:gd name="T2" fmla="*/ 80 w 80"/>
                <a:gd name="T3" fmla="*/ 27 h 80"/>
                <a:gd name="T4" fmla="*/ 80 w 80"/>
                <a:gd name="T5" fmla="*/ 26 h 80"/>
                <a:gd name="T6" fmla="*/ 79 w 80"/>
                <a:gd name="T7" fmla="*/ 26 h 80"/>
                <a:gd name="T8" fmla="*/ 63 w 80"/>
                <a:gd name="T9" fmla="*/ 2 h 80"/>
                <a:gd name="T10" fmla="*/ 60 w 80"/>
                <a:gd name="T11" fmla="*/ 0 h 80"/>
                <a:gd name="T12" fmla="*/ 20 w 80"/>
                <a:gd name="T13" fmla="*/ 0 h 80"/>
                <a:gd name="T14" fmla="*/ 17 w 80"/>
                <a:gd name="T15" fmla="*/ 2 h 80"/>
                <a:gd name="T16" fmla="*/ 1 w 80"/>
                <a:gd name="T17" fmla="*/ 26 h 80"/>
                <a:gd name="T18" fmla="*/ 0 w 80"/>
                <a:gd name="T19" fmla="*/ 26 h 80"/>
                <a:gd name="T20" fmla="*/ 0 w 80"/>
                <a:gd name="T21" fmla="*/ 27 h 80"/>
                <a:gd name="T22" fmla="*/ 0 w 80"/>
                <a:gd name="T23" fmla="*/ 28 h 80"/>
                <a:gd name="T24" fmla="*/ 0 w 80"/>
                <a:gd name="T25" fmla="*/ 28 h 80"/>
                <a:gd name="T26" fmla="*/ 0 w 80"/>
                <a:gd name="T27" fmla="*/ 76 h 80"/>
                <a:gd name="T28" fmla="*/ 4 w 80"/>
                <a:gd name="T29" fmla="*/ 80 h 80"/>
                <a:gd name="T30" fmla="*/ 76 w 80"/>
                <a:gd name="T31" fmla="*/ 80 h 80"/>
                <a:gd name="T32" fmla="*/ 80 w 80"/>
                <a:gd name="T33" fmla="*/ 76 h 80"/>
                <a:gd name="T34" fmla="*/ 80 w 80"/>
                <a:gd name="T35" fmla="*/ 28 h 80"/>
                <a:gd name="T36" fmla="*/ 80 w 80"/>
                <a:gd name="T37" fmla="*/ 28 h 80"/>
                <a:gd name="T38" fmla="*/ 69 w 80"/>
                <a:gd name="T39" fmla="*/ 24 h 80"/>
                <a:gd name="T40" fmla="*/ 44 w 80"/>
                <a:gd name="T41" fmla="*/ 24 h 80"/>
                <a:gd name="T42" fmla="*/ 44 w 80"/>
                <a:gd name="T43" fmla="*/ 8 h 80"/>
                <a:gd name="T44" fmla="*/ 58 w 80"/>
                <a:gd name="T45" fmla="*/ 8 h 80"/>
                <a:gd name="T46" fmla="*/ 69 w 80"/>
                <a:gd name="T47" fmla="*/ 24 h 80"/>
                <a:gd name="T48" fmla="*/ 22 w 80"/>
                <a:gd name="T49" fmla="*/ 8 h 80"/>
                <a:gd name="T50" fmla="*/ 36 w 80"/>
                <a:gd name="T51" fmla="*/ 8 h 80"/>
                <a:gd name="T52" fmla="*/ 36 w 80"/>
                <a:gd name="T53" fmla="*/ 24 h 80"/>
                <a:gd name="T54" fmla="*/ 11 w 80"/>
                <a:gd name="T55" fmla="*/ 24 h 80"/>
                <a:gd name="T56" fmla="*/ 22 w 80"/>
                <a:gd name="T57" fmla="*/ 8 h 80"/>
                <a:gd name="T58" fmla="*/ 72 w 80"/>
                <a:gd name="T59" fmla="*/ 72 h 80"/>
                <a:gd name="T60" fmla="*/ 8 w 80"/>
                <a:gd name="T61" fmla="*/ 72 h 80"/>
                <a:gd name="T62" fmla="*/ 8 w 80"/>
                <a:gd name="T63" fmla="*/ 32 h 80"/>
                <a:gd name="T64" fmla="*/ 72 w 80"/>
                <a:gd name="T65" fmla="*/ 32 h 80"/>
                <a:gd name="T66" fmla="*/ 72 w 80"/>
                <a:gd name="T67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80">
                  <a:moveTo>
                    <a:pt x="80" y="28"/>
                  </a:moveTo>
                  <a:cubicBezTo>
                    <a:pt x="80" y="27"/>
                    <a:pt x="80" y="27"/>
                    <a:pt x="80" y="27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79" y="26"/>
                    <a:pt x="79" y="26"/>
                    <a:pt x="79" y="26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3" y="1"/>
                    <a:pt x="61" y="0"/>
                    <a:pt x="6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7" y="1"/>
                    <a:pt x="17" y="2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0" y="26"/>
                  </a:cubicBezTo>
                  <a:cubicBezTo>
                    <a:pt x="0" y="26"/>
                    <a:pt x="0" y="26"/>
                    <a:pt x="0" y="27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8" y="80"/>
                    <a:pt x="80" y="78"/>
                    <a:pt x="80" y="76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8"/>
                    <a:pt x="80" y="28"/>
                    <a:pt x="80" y="28"/>
                  </a:cubicBezTo>
                  <a:close/>
                  <a:moveTo>
                    <a:pt x="69" y="24"/>
                  </a:moveTo>
                  <a:cubicBezTo>
                    <a:pt x="44" y="24"/>
                    <a:pt x="44" y="24"/>
                    <a:pt x="44" y="24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58" y="8"/>
                    <a:pt x="58" y="8"/>
                    <a:pt x="58" y="8"/>
                  </a:cubicBezTo>
                  <a:lnTo>
                    <a:pt x="69" y="24"/>
                  </a:lnTo>
                  <a:close/>
                  <a:moveTo>
                    <a:pt x="22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11" y="24"/>
                    <a:pt x="11" y="24"/>
                    <a:pt x="11" y="24"/>
                  </a:cubicBezTo>
                  <a:lnTo>
                    <a:pt x="22" y="8"/>
                  </a:lnTo>
                  <a:close/>
                  <a:moveTo>
                    <a:pt x="72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72" y="32"/>
                    <a:pt x="72" y="32"/>
                    <a:pt x="72" y="32"/>
                  </a:cubicBezTo>
                  <a:lnTo>
                    <a:pt x="72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1" name="组合 160"/>
            <p:cNvGrpSpPr/>
            <p:nvPr/>
          </p:nvGrpSpPr>
          <p:grpSpPr>
            <a:xfrm>
              <a:off x="3825875" y="1757363"/>
              <a:ext cx="303213" cy="304800"/>
              <a:chOff x="3825875" y="1757363"/>
              <a:chExt cx="303213" cy="304800"/>
            </a:xfrm>
          </p:grpSpPr>
          <p:sp>
            <p:nvSpPr>
              <p:cNvPr id="34" name="Freeform 32"/>
              <p:cNvSpPr>
                <a:spLocks noEditPoints="1"/>
              </p:cNvSpPr>
              <p:nvPr/>
            </p:nvSpPr>
            <p:spPr bwMode="auto">
              <a:xfrm>
                <a:off x="3902075" y="1757363"/>
                <a:ext cx="227013" cy="203200"/>
              </a:xfrm>
              <a:custGeom>
                <a:avLst/>
                <a:gdLst>
                  <a:gd name="T0" fmla="*/ 64 w 72"/>
                  <a:gd name="T1" fmla="*/ 0 h 64"/>
                  <a:gd name="T2" fmla="*/ 8 w 72"/>
                  <a:gd name="T3" fmla="*/ 0 h 64"/>
                  <a:gd name="T4" fmla="*/ 0 w 72"/>
                  <a:gd name="T5" fmla="*/ 8 h 64"/>
                  <a:gd name="T6" fmla="*/ 0 w 72"/>
                  <a:gd name="T7" fmla="*/ 44 h 64"/>
                  <a:gd name="T8" fmla="*/ 8 w 72"/>
                  <a:gd name="T9" fmla="*/ 44 h 64"/>
                  <a:gd name="T10" fmla="*/ 8 w 72"/>
                  <a:gd name="T11" fmla="*/ 8 h 64"/>
                  <a:gd name="T12" fmla="*/ 20 w 72"/>
                  <a:gd name="T13" fmla="*/ 8 h 64"/>
                  <a:gd name="T14" fmla="*/ 20 w 72"/>
                  <a:gd name="T15" fmla="*/ 32 h 64"/>
                  <a:gd name="T16" fmla="*/ 22 w 72"/>
                  <a:gd name="T17" fmla="*/ 36 h 64"/>
                  <a:gd name="T18" fmla="*/ 27 w 72"/>
                  <a:gd name="T19" fmla="*/ 35 h 64"/>
                  <a:gd name="T20" fmla="*/ 36 w 72"/>
                  <a:gd name="T21" fmla="*/ 26 h 64"/>
                  <a:gd name="T22" fmla="*/ 45 w 72"/>
                  <a:gd name="T23" fmla="*/ 35 h 64"/>
                  <a:gd name="T24" fmla="*/ 48 w 72"/>
                  <a:gd name="T25" fmla="*/ 36 h 64"/>
                  <a:gd name="T26" fmla="*/ 50 w 72"/>
                  <a:gd name="T27" fmla="*/ 36 h 64"/>
                  <a:gd name="T28" fmla="*/ 52 w 72"/>
                  <a:gd name="T29" fmla="*/ 32 h 64"/>
                  <a:gd name="T30" fmla="*/ 52 w 72"/>
                  <a:gd name="T31" fmla="*/ 8 h 64"/>
                  <a:gd name="T32" fmla="*/ 64 w 72"/>
                  <a:gd name="T33" fmla="*/ 8 h 64"/>
                  <a:gd name="T34" fmla="*/ 64 w 72"/>
                  <a:gd name="T35" fmla="*/ 56 h 64"/>
                  <a:gd name="T36" fmla="*/ 36 w 72"/>
                  <a:gd name="T37" fmla="*/ 56 h 64"/>
                  <a:gd name="T38" fmla="*/ 36 w 72"/>
                  <a:gd name="T39" fmla="*/ 64 h 64"/>
                  <a:gd name="T40" fmla="*/ 64 w 72"/>
                  <a:gd name="T41" fmla="*/ 64 h 64"/>
                  <a:gd name="T42" fmla="*/ 72 w 72"/>
                  <a:gd name="T43" fmla="*/ 56 h 64"/>
                  <a:gd name="T44" fmla="*/ 72 w 72"/>
                  <a:gd name="T45" fmla="*/ 8 h 64"/>
                  <a:gd name="T46" fmla="*/ 64 w 72"/>
                  <a:gd name="T47" fmla="*/ 0 h 64"/>
                  <a:gd name="T48" fmla="*/ 44 w 72"/>
                  <a:gd name="T49" fmla="*/ 22 h 64"/>
                  <a:gd name="T50" fmla="*/ 39 w 72"/>
                  <a:gd name="T51" fmla="*/ 17 h 64"/>
                  <a:gd name="T52" fmla="*/ 36 w 72"/>
                  <a:gd name="T53" fmla="*/ 16 h 64"/>
                  <a:gd name="T54" fmla="*/ 33 w 72"/>
                  <a:gd name="T55" fmla="*/ 17 h 64"/>
                  <a:gd name="T56" fmla="*/ 28 w 72"/>
                  <a:gd name="T57" fmla="*/ 22 h 64"/>
                  <a:gd name="T58" fmla="*/ 28 w 72"/>
                  <a:gd name="T59" fmla="*/ 8 h 64"/>
                  <a:gd name="T60" fmla="*/ 44 w 72"/>
                  <a:gd name="T61" fmla="*/ 8 h 64"/>
                  <a:gd name="T62" fmla="*/ 44 w 72"/>
                  <a:gd name="T63" fmla="*/ 2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2" h="64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4"/>
                      <a:pt x="21" y="35"/>
                      <a:pt x="22" y="36"/>
                    </a:cubicBezTo>
                    <a:cubicBezTo>
                      <a:pt x="24" y="36"/>
                      <a:pt x="26" y="36"/>
                      <a:pt x="27" y="35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46" y="36"/>
                      <a:pt x="47" y="36"/>
                      <a:pt x="48" y="36"/>
                    </a:cubicBezTo>
                    <a:cubicBezTo>
                      <a:pt x="49" y="36"/>
                      <a:pt x="49" y="36"/>
                      <a:pt x="50" y="36"/>
                    </a:cubicBezTo>
                    <a:cubicBezTo>
                      <a:pt x="51" y="35"/>
                      <a:pt x="52" y="34"/>
                      <a:pt x="52" y="32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8" y="64"/>
                      <a:pt x="72" y="60"/>
                      <a:pt x="72" y="56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44" y="22"/>
                    </a:moveTo>
                    <a:cubicBezTo>
                      <a:pt x="39" y="17"/>
                      <a:pt x="39" y="17"/>
                      <a:pt x="39" y="17"/>
                    </a:cubicBezTo>
                    <a:cubicBezTo>
                      <a:pt x="38" y="16"/>
                      <a:pt x="37" y="16"/>
                      <a:pt x="36" y="16"/>
                    </a:cubicBezTo>
                    <a:cubicBezTo>
                      <a:pt x="35" y="16"/>
                      <a:pt x="34" y="16"/>
                      <a:pt x="33" y="17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2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33"/>
              <p:cNvSpPr>
                <a:spLocks noEditPoints="1"/>
              </p:cNvSpPr>
              <p:nvPr/>
            </p:nvSpPr>
            <p:spPr bwMode="auto">
              <a:xfrm>
                <a:off x="3825875" y="1922463"/>
                <a:ext cx="265113" cy="139700"/>
              </a:xfrm>
              <a:custGeom>
                <a:avLst/>
                <a:gdLst>
                  <a:gd name="T0" fmla="*/ 80 w 84"/>
                  <a:gd name="T1" fmla="*/ 16 h 44"/>
                  <a:gd name="T2" fmla="*/ 50 w 84"/>
                  <a:gd name="T3" fmla="*/ 16 h 44"/>
                  <a:gd name="T4" fmla="*/ 51 w 84"/>
                  <a:gd name="T5" fmla="*/ 15 h 44"/>
                  <a:gd name="T6" fmla="*/ 52 w 84"/>
                  <a:gd name="T7" fmla="*/ 10 h 44"/>
                  <a:gd name="T8" fmla="*/ 48 w 84"/>
                  <a:gd name="T9" fmla="*/ 2 h 44"/>
                  <a:gd name="T10" fmla="*/ 43 w 84"/>
                  <a:gd name="T11" fmla="*/ 0 h 44"/>
                  <a:gd name="T12" fmla="*/ 24 w 84"/>
                  <a:gd name="T13" fmla="*/ 7 h 44"/>
                  <a:gd name="T14" fmla="*/ 20 w 84"/>
                  <a:gd name="T15" fmla="*/ 4 h 44"/>
                  <a:gd name="T16" fmla="*/ 4 w 84"/>
                  <a:gd name="T17" fmla="*/ 4 h 44"/>
                  <a:gd name="T18" fmla="*/ 0 w 84"/>
                  <a:gd name="T19" fmla="*/ 8 h 44"/>
                  <a:gd name="T20" fmla="*/ 0 w 84"/>
                  <a:gd name="T21" fmla="*/ 40 h 44"/>
                  <a:gd name="T22" fmla="*/ 4 w 84"/>
                  <a:gd name="T23" fmla="*/ 44 h 44"/>
                  <a:gd name="T24" fmla="*/ 20 w 84"/>
                  <a:gd name="T25" fmla="*/ 44 h 44"/>
                  <a:gd name="T26" fmla="*/ 24 w 84"/>
                  <a:gd name="T27" fmla="*/ 40 h 44"/>
                  <a:gd name="T28" fmla="*/ 68 w 84"/>
                  <a:gd name="T29" fmla="*/ 40 h 44"/>
                  <a:gd name="T30" fmla="*/ 71 w 84"/>
                  <a:gd name="T31" fmla="*/ 38 h 44"/>
                  <a:gd name="T32" fmla="*/ 83 w 84"/>
                  <a:gd name="T33" fmla="*/ 22 h 44"/>
                  <a:gd name="T34" fmla="*/ 84 w 84"/>
                  <a:gd name="T35" fmla="*/ 18 h 44"/>
                  <a:gd name="T36" fmla="*/ 80 w 84"/>
                  <a:gd name="T37" fmla="*/ 16 h 44"/>
                  <a:gd name="T38" fmla="*/ 8 w 84"/>
                  <a:gd name="T39" fmla="*/ 36 h 44"/>
                  <a:gd name="T40" fmla="*/ 8 w 84"/>
                  <a:gd name="T41" fmla="*/ 12 h 44"/>
                  <a:gd name="T42" fmla="*/ 16 w 84"/>
                  <a:gd name="T43" fmla="*/ 12 h 44"/>
                  <a:gd name="T44" fmla="*/ 16 w 84"/>
                  <a:gd name="T45" fmla="*/ 36 h 44"/>
                  <a:gd name="T46" fmla="*/ 8 w 84"/>
                  <a:gd name="T47" fmla="*/ 36 h 44"/>
                  <a:gd name="T48" fmla="*/ 66 w 84"/>
                  <a:gd name="T49" fmla="*/ 32 h 44"/>
                  <a:gd name="T50" fmla="*/ 24 w 84"/>
                  <a:gd name="T51" fmla="*/ 32 h 44"/>
                  <a:gd name="T52" fmla="*/ 24 w 84"/>
                  <a:gd name="T53" fmla="*/ 15 h 44"/>
                  <a:gd name="T54" fmla="*/ 42 w 84"/>
                  <a:gd name="T55" fmla="*/ 9 h 44"/>
                  <a:gd name="T56" fmla="*/ 43 w 84"/>
                  <a:gd name="T57" fmla="*/ 11 h 44"/>
                  <a:gd name="T58" fmla="*/ 37 w 84"/>
                  <a:gd name="T59" fmla="*/ 17 h 44"/>
                  <a:gd name="T60" fmla="*/ 36 w 84"/>
                  <a:gd name="T61" fmla="*/ 20 h 44"/>
                  <a:gd name="T62" fmla="*/ 36 w 84"/>
                  <a:gd name="T63" fmla="*/ 20 h 44"/>
                  <a:gd name="T64" fmla="*/ 36 w 84"/>
                  <a:gd name="T65" fmla="*/ 24 h 44"/>
                  <a:gd name="T66" fmla="*/ 72 w 84"/>
                  <a:gd name="T67" fmla="*/ 24 h 44"/>
                  <a:gd name="T68" fmla="*/ 66 w 84"/>
                  <a:gd name="T69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4" h="44">
                    <a:moveTo>
                      <a:pt x="80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2" y="14"/>
                      <a:pt x="52" y="12"/>
                      <a:pt x="52" y="10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47" y="0"/>
                      <a:pt x="45" y="0"/>
                      <a:pt x="43" y="0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3" y="5"/>
                      <a:pt x="22" y="4"/>
                      <a:pt x="20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2" y="44"/>
                      <a:pt x="24" y="42"/>
                      <a:pt x="2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9" y="40"/>
                      <a:pt x="70" y="39"/>
                      <a:pt x="71" y="38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4" y="21"/>
                      <a:pt x="84" y="20"/>
                      <a:pt x="84" y="18"/>
                    </a:cubicBezTo>
                    <a:cubicBezTo>
                      <a:pt x="83" y="17"/>
                      <a:pt x="82" y="16"/>
                      <a:pt x="80" y="16"/>
                    </a:cubicBezTo>
                    <a:close/>
                    <a:moveTo>
                      <a:pt x="8" y="36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36"/>
                      <a:pt x="16" y="36"/>
                      <a:pt x="16" y="36"/>
                    </a:cubicBezTo>
                    <a:lnTo>
                      <a:pt x="8" y="36"/>
                    </a:lnTo>
                    <a:close/>
                    <a:moveTo>
                      <a:pt x="66" y="32"/>
                    </a:move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18"/>
                      <a:pt x="36" y="19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72" y="24"/>
                      <a:pt x="72" y="24"/>
                      <a:pt x="72" y="24"/>
                    </a:cubicBezTo>
                    <a:lnTo>
                      <a:pt x="66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5038725" y="1757363"/>
              <a:ext cx="303213" cy="304800"/>
              <a:chOff x="5038725" y="1757363"/>
              <a:chExt cx="303213" cy="304800"/>
            </a:xfrm>
          </p:grpSpPr>
          <p:sp>
            <p:nvSpPr>
              <p:cNvPr id="36" name="Freeform 34"/>
              <p:cNvSpPr>
                <a:spLocks noEditPoints="1"/>
              </p:cNvSpPr>
              <p:nvPr/>
            </p:nvSpPr>
            <p:spPr bwMode="auto">
              <a:xfrm>
                <a:off x="5038725" y="1757363"/>
                <a:ext cx="254000" cy="254000"/>
              </a:xfrm>
              <a:custGeom>
                <a:avLst/>
                <a:gdLst>
                  <a:gd name="T0" fmla="*/ 8 w 80"/>
                  <a:gd name="T1" fmla="*/ 32 h 80"/>
                  <a:gd name="T2" fmla="*/ 72 w 80"/>
                  <a:gd name="T3" fmla="*/ 32 h 80"/>
                  <a:gd name="T4" fmla="*/ 72 w 80"/>
                  <a:gd name="T5" fmla="*/ 56 h 80"/>
                  <a:gd name="T6" fmla="*/ 80 w 80"/>
                  <a:gd name="T7" fmla="*/ 56 h 80"/>
                  <a:gd name="T8" fmla="*/ 80 w 80"/>
                  <a:gd name="T9" fmla="*/ 28 h 80"/>
                  <a:gd name="T10" fmla="*/ 80 w 80"/>
                  <a:gd name="T11" fmla="*/ 28 h 80"/>
                  <a:gd name="T12" fmla="*/ 80 w 80"/>
                  <a:gd name="T13" fmla="*/ 27 h 80"/>
                  <a:gd name="T14" fmla="*/ 80 w 80"/>
                  <a:gd name="T15" fmla="*/ 26 h 80"/>
                  <a:gd name="T16" fmla="*/ 79 w 80"/>
                  <a:gd name="T17" fmla="*/ 26 h 80"/>
                  <a:gd name="T18" fmla="*/ 63 w 80"/>
                  <a:gd name="T19" fmla="*/ 2 h 80"/>
                  <a:gd name="T20" fmla="*/ 60 w 80"/>
                  <a:gd name="T21" fmla="*/ 0 h 80"/>
                  <a:gd name="T22" fmla="*/ 20 w 80"/>
                  <a:gd name="T23" fmla="*/ 0 h 80"/>
                  <a:gd name="T24" fmla="*/ 17 w 80"/>
                  <a:gd name="T25" fmla="*/ 2 h 80"/>
                  <a:gd name="T26" fmla="*/ 1 w 80"/>
                  <a:gd name="T27" fmla="*/ 26 h 80"/>
                  <a:gd name="T28" fmla="*/ 0 w 80"/>
                  <a:gd name="T29" fmla="*/ 26 h 80"/>
                  <a:gd name="T30" fmla="*/ 0 w 80"/>
                  <a:gd name="T31" fmla="*/ 27 h 80"/>
                  <a:gd name="T32" fmla="*/ 0 w 80"/>
                  <a:gd name="T33" fmla="*/ 28 h 80"/>
                  <a:gd name="T34" fmla="*/ 0 w 80"/>
                  <a:gd name="T35" fmla="*/ 28 h 80"/>
                  <a:gd name="T36" fmla="*/ 0 w 80"/>
                  <a:gd name="T37" fmla="*/ 76 h 80"/>
                  <a:gd name="T38" fmla="*/ 4 w 80"/>
                  <a:gd name="T39" fmla="*/ 80 h 80"/>
                  <a:gd name="T40" fmla="*/ 56 w 80"/>
                  <a:gd name="T41" fmla="*/ 80 h 80"/>
                  <a:gd name="T42" fmla="*/ 56 w 80"/>
                  <a:gd name="T43" fmla="*/ 72 h 80"/>
                  <a:gd name="T44" fmla="*/ 8 w 80"/>
                  <a:gd name="T45" fmla="*/ 72 h 80"/>
                  <a:gd name="T46" fmla="*/ 8 w 80"/>
                  <a:gd name="T47" fmla="*/ 32 h 80"/>
                  <a:gd name="T48" fmla="*/ 69 w 80"/>
                  <a:gd name="T49" fmla="*/ 24 h 80"/>
                  <a:gd name="T50" fmla="*/ 44 w 80"/>
                  <a:gd name="T51" fmla="*/ 24 h 80"/>
                  <a:gd name="T52" fmla="*/ 44 w 80"/>
                  <a:gd name="T53" fmla="*/ 8 h 80"/>
                  <a:gd name="T54" fmla="*/ 58 w 80"/>
                  <a:gd name="T55" fmla="*/ 8 h 80"/>
                  <a:gd name="T56" fmla="*/ 69 w 80"/>
                  <a:gd name="T57" fmla="*/ 24 h 80"/>
                  <a:gd name="T58" fmla="*/ 22 w 80"/>
                  <a:gd name="T59" fmla="*/ 8 h 80"/>
                  <a:gd name="T60" fmla="*/ 36 w 80"/>
                  <a:gd name="T61" fmla="*/ 8 h 80"/>
                  <a:gd name="T62" fmla="*/ 36 w 80"/>
                  <a:gd name="T63" fmla="*/ 24 h 80"/>
                  <a:gd name="T64" fmla="*/ 11 w 80"/>
                  <a:gd name="T65" fmla="*/ 24 h 80"/>
                  <a:gd name="T66" fmla="*/ 22 w 80"/>
                  <a:gd name="T6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0" h="80">
                    <a:moveTo>
                      <a:pt x="8" y="32"/>
                    </a:move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79" y="26"/>
                      <a:pt x="79" y="26"/>
                      <a:pt x="79" y="2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3" y="1"/>
                      <a:pt x="61" y="0"/>
                      <a:pt x="6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0"/>
                      <a:pt x="17" y="1"/>
                      <a:pt x="17" y="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6"/>
                      <a:pt x="1" y="26"/>
                      <a:pt x="0" y="26"/>
                    </a:cubicBezTo>
                    <a:cubicBezTo>
                      <a:pt x="0" y="26"/>
                      <a:pt x="0" y="26"/>
                      <a:pt x="0" y="27"/>
                    </a:cubicBezTo>
                    <a:cubicBezTo>
                      <a:pt x="0" y="27"/>
                      <a:pt x="0" y="27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8" y="72"/>
                      <a:pt x="8" y="72"/>
                      <a:pt x="8" y="72"/>
                    </a:cubicBezTo>
                    <a:lnTo>
                      <a:pt x="8" y="32"/>
                    </a:lnTo>
                    <a:close/>
                    <a:moveTo>
                      <a:pt x="69" y="24"/>
                    </a:move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58" y="8"/>
                      <a:pt x="58" y="8"/>
                      <a:pt x="58" y="8"/>
                    </a:cubicBezTo>
                    <a:lnTo>
                      <a:pt x="69" y="24"/>
                    </a:lnTo>
                    <a:close/>
                    <a:moveTo>
                      <a:pt x="22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2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5"/>
              <p:cNvSpPr>
                <a:spLocks/>
              </p:cNvSpPr>
              <p:nvPr/>
            </p:nvSpPr>
            <p:spPr bwMode="auto">
              <a:xfrm>
                <a:off x="5241925" y="1960563"/>
                <a:ext cx="100013" cy="101600"/>
              </a:xfrm>
              <a:custGeom>
                <a:avLst/>
                <a:gdLst>
                  <a:gd name="T0" fmla="*/ 63 w 63"/>
                  <a:gd name="T1" fmla="*/ 24 h 64"/>
                  <a:gd name="T2" fmla="*/ 40 w 63"/>
                  <a:gd name="T3" fmla="*/ 24 h 64"/>
                  <a:gd name="T4" fmla="*/ 40 w 63"/>
                  <a:gd name="T5" fmla="*/ 0 h 64"/>
                  <a:gd name="T6" fmla="*/ 24 w 63"/>
                  <a:gd name="T7" fmla="*/ 0 h 64"/>
                  <a:gd name="T8" fmla="*/ 24 w 63"/>
                  <a:gd name="T9" fmla="*/ 24 h 64"/>
                  <a:gd name="T10" fmla="*/ 0 w 63"/>
                  <a:gd name="T11" fmla="*/ 24 h 64"/>
                  <a:gd name="T12" fmla="*/ 0 w 63"/>
                  <a:gd name="T13" fmla="*/ 40 h 64"/>
                  <a:gd name="T14" fmla="*/ 24 w 63"/>
                  <a:gd name="T15" fmla="*/ 40 h 64"/>
                  <a:gd name="T16" fmla="*/ 24 w 63"/>
                  <a:gd name="T17" fmla="*/ 64 h 64"/>
                  <a:gd name="T18" fmla="*/ 40 w 63"/>
                  <a:gd name="T19" fmla="*/ 64 h 64"/>
                  <a:gd name="T20" fmla="*/ 40 w 63"/>
                  <a:gd name="T21" fmla="*/ 40 h 64"/>
                  <a:gd name="T22" fmla="*/ 63 w 63"/>
                  <a:gd name="T23" fmla="*/ 40 h 64"/>
                  <a:gd name="T24" fmla="*/ 63 w 63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64">
                    <a:moveTo>
                      <a:pt x="63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3" y="40"/>
                    </a:lnTo>
                    <a:lnTo>
                      <a:pt x="63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5645150" y="1757363"/>
              <a:ext cx="292100" cy="266700"/>
              <a:chOff x="5645150" y="1757363"/>
              <a:chExt cx="292100" cy="266700"/>
            </a:xfrm>
          </p:grpSpPr>
          <p:sp>
            <p:nvSpPr>
              <p:cNvPr id="38" name="Freeform 36"/>
              <p:cNvSpPr>
                <a:spLocks noEditPoints="1"/>
              </p:cNvSpPr>
              <p:nvPr/>
            </p:nvSpPr>
            <p:spPr bwMode="auto">
              <a:xfrm>
                <a:off x="5645150" y="1757363"/>
                <a:ext cx="254000" cy="254000"/>
              </a:xfrm>
              <a:custGeom>
                <a:avLst/>
                <a:gdLst>
                  <a:gd name="T0" fmla="*/ 8 w 80"/>
                  <a:gd name="T1" fmla="*/ 32 h 80"/>
                  <a:gd name="T2" fmla="*/ 72 w 80"/>
                  <a:gd name="T3" fmla="*/ 32 h 80"/>
                  <a:gd name="T4" fmla="*/ 72 w 80"/>
                  <a:gd name="T5" fmla="*/ 68 h 80"/>
                  <a:gd name="T6" fmla="*/ 80 w 80"/>
                  <a:gd name="T7" fmla="*/ 68 h 80"/>
                  <a:gd name="T8" fmla="*/ 80 w 80"/>
                  <a:gd name="T9" fmla="*/ 28 h 80"/>
                  <a:gd name="T10" fmla="*/ 80 w 80"/>
                  <a:gd name="T11" fmla="*/ 28 h 80"/>
                  <a:gd name="T12" fmla="*/ 80 w 80"/>
                  <a:gd name="T13" fmla="*/ 27 h 80"/>
                  <a:gd name="T14" fmla="*/ 80 w 80"/>
                  <a:gd name="T15" fmla="*/ 26 h 80"/>
                  <a:gd name="T16" fmla="*/ 79 w 80"/>
                  <a:gd name="T17" fmla="*/ 26 h 80"/>
                  <a:gd name="T18" fmla="*/ 63 w 80"/>
                  <a:gd name="T19" fmla="*/ 2 h 80"/>
                  <a:gd name="T20" fmla="*/ 60 w 80"/>
                  <a:gd name="T21" fmla="*/ 0 h 80"/>
                  <a:gd name="T22" fmla="*/ 20 w 80"/>
                  <a:gd name="T23" fmla="*/ 0 h 80"/>
                  <a:gd name="T24" fmla="*/ 17 w 80"/>
                  <a:gd name="T25" fmla="*/ 2 h 80"/>
                  <a:gd name="T26" fmla="*/ 1 w 80"/>
                  <a:gd name="T27" fmla="*/ 26 h 80"/>
                  <a:gd name="T28" fmla="*/ 0 w 80"/>
                  <a:gd name="T29" fmla="*/ 26 h 80"/>
                  <a:gd name="T30" fmla="*/ 0 w 80"/>
                  <a:gd name="T31" fmla="*/ 27 h 80"/>
                  <a:gd name="T32" fmla="*/ 0 w 80"/>
                  <a:gd name="T33" fmla="*/ 28 h 80"/>
                  <a:gd name="T34" fmla="*/ 0 w 80"/>
                  <a:gd name="T35" fmla="*/ 28 h 80"/>
                  <a:gd name="T36" fmla="*/ 0 w 80"/>
                  <a:gd name="T37" fmla="*/ 76 h 80"/>
                  <a:gd name="T38" fmla="*/ 4 w 80"/>
                  <a:gd name="T39" fmla="*/ 80 h 80"/>
                  <a:gd name="T40" fmla="*/ 60 w 80"/>
                  <a:gd name="T41" fmla="*/ 80 h 80"/>
                  <a:gd name="T42" fmla="*/ 60 w 80"/>
                  <a:gd name="T43" fmla="*/ 72 h 80"/>
                  <a:gd name="T44" fmla="*/ 8 w 80"/>
                  <a:gd name="T45" fmla="*/ 72 h 80"/>
                  <a:gd name="T46" fmla="*/ 8 w 80"/>
                  <a:gd name="T47" fmla="*/ 32 h 80"/>
                  <a:gd name="T48" fmla="*/ 69 w 80"/>
                  <a:gd name="T49" fmla="*/ 24 h 80"/>
                  <a:gd name="T50" fmla="*/ 44 w 80"/>
                  <a:gd name="T51" fmla="*/ 24 h 80"/>
                  <a:gd name="T52" fmla="*/ 44 w 80"/>
                  <a:gd name="T53" fmla="*/ 8 h 80"/>
                  <a:gd name="T54" fmla="*/ 58 w 80"/>
                  <a:gd name="T55" fmla="*/ 8 h 80"/>
                  <a:gd name="T56" fmla="*/ 69 w 80"/>
                  <a:gd name="T57" fmla="*/ 24 h 80"/>
                  <a:gd name="T58" fmla="*/ 22 w 80"/>
                  <a:gd name="T59" fmla="*/ 8 h 80"/>
                  <a:gd name="T60" fmla="*/ 36 w 80"/>
                  <a:gd name="T61" fmla="*/ 8 h 80"/>
                  <a:gd name="T62" fmla="*/ 36 w 80"/>
                  <a:gd name="T63" fmla="*/ 24 h 80"/>
                  <a:gd name="T64" fmla="*/ 11 w 80"/>
                  <a:gd name="T65" fmla="*/ 24 h 80"/>
                  <a:gd name="T66" fmla="*/ 22 w 80"/>
                  <a:gd name="T6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0" h="80">
                    <a:moveTo>
                      <a:pt x="8" y="32"/>
                    </a:move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80" y="68"/>
                      <a:pt x="80" y="68"/>
                      <a:pt x="80" y="6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79" y="26"/>
                      <a:pt x="79" y="26"/>
                      <a:pt x="79" y="2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3" y="1"/>
                      <a:pt x="61" y="0"/>
                      <a:pt x="6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0"/>
                      <a:pt x="17" y="1"/>
                      <a:pt x="17" y="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6"/>
                      <a:pt x="1" y="26"/>
                      <a:pt x="0" y="26"/>
                    </a:cubicBezTo>
                    <a:cubicBezTo>
                      <a:pt x="0" y="26"/>
                      <a:pt x="0" y="26"/>
                      <a:pt x="0" y="27"/>
                    </a:cubicBezTo>
                    <a:cubicBezTo>
                      <a:pt x="0" y="27"/>
                      <a:pt x="0" y="27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60" y="72"/>
                      <a:pt x="60" y="72"/>
                      <a:pt x="60" y="72"/>
                    </a:cubicBezTo>
                    <a:cubicBezTo>
                      <a:pt x="8" y="72"/>
                      <a:pt x="8" y="72"/>
                      <a:pt x="8" y="72"/>
                    </a:cubicBezTo>
                    <a:lnTo>
                      <a:pt x="8" y="32"/>
                    </a:lnTo>
                    <a:close/>
                    <a:moveTo>
                      <a:pt x="69" y="24"/>
                    </a:move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58" y="8"/>
                      <a:pt x="58" y="8"/>
                      <a:pt x="58" y="8"/>
                    </a:cubicBezTo>
                    <a:lnTo>
                      <a:pt x="69" y="24"/>
                    </a:lnTo>
                    <a:close/>
                    <a:moveTo>
                      <a:pt x="22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2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Rectangle 37"/>
              <p:cNvSpPr>
                <a:spLocks noChangeArrowheads="1"/>
              </p:cNvSpPr>
              <p:nvPr/>
            </p:nvSpPr>
            <p:spPr bwMode="auto">
              <a:xfrm>
                <a:off x="5861050" y="1998663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6253163" y="1757363"/>
              <a:ext cx="300037" cy="298450"/>
              <a:chOff x="6253163" y="1757363"/>
              <a:chExt cx="300037" cy="298450"/>
            </a:xfrm>
          </p:grpSpPr>
          <p:sp>
            <p:nvSpPr>
              <p:cNvPr id="40" name="Freeform 38"/>
              <p:cNvSpPr>
                <a:spLocks noEditPoints="1"/>
              </p:cNvSpPr>
              <p:nvPr/>
            </p:nvSpPr>
            <p:spPr bwMode="auto">
              <a:xfrm>
                <a:off x="6253163" y="1757363"/>
                <a:ext cx="252413" cy="254000"/>
              </a:xfrm>
              <a:custGeom>
                <a:avLst/>
                <a:gdLst>
                  <a:gd name="T0" fmla="*/ 8 w 80"/>
                  <a:gd name="T1" fmla="*/ 32 h 80"/>
                  <a:gd name="T2" fmla="*/ 72 w 80"/>
                  <a:gd name="T3" fmla="*/ 32 h 80"/>
                  <a:gd name="T4" fmla="*/ 72 w 80"/>
                  <a:gd name="T5" fmla="*/ 60 h 80"/>
                  <a:gd name="T6" fmla="*/ 80 w 80"/>
                  <a:gd name="T7" fmla="*/ 60 h 80"/>
                  <a:gd name="T8" fmla="*/ 80 w 80"/>
                  <a:gd name="T9" fmla="*/ 28 h 80"/>
                  <a:gd name="T10" fmla="*/ 80 w 80"/>
                  <a:gd name="T11" fmla="*/ 28 h 80"/>
                  <a:gd name="T12" fmla="*/ 80 w 80"/>
                  <a:gd name="T13" fmla="*/ 27 h 80"/>
                  <a:gd name="T14" fmla="*/ 80 w 80"/>
                  <a:gd name="T15" fmla="*/ 26 h 80"/>
                  <a:gd name="T16" fmla="*/ 79 w 80"/>
                  <a:gd name="T17" fmla="*/ 26 h 80"/>
                  <a:gd name="T18" fmla="*/ 63 w 80"/>
                  <a:gd name="T19" fmla="*/ 2 h 80"/>
                  <a:gd name="T20" fmla="*/ 60 w 80"/>
                  <a:gd name="T21" fmla="*/ 0 h 80"/>
                  <a:gd name="T22" fmla="*/ 20 w 80"/>
                  <a:gd name="T23" fmla="*/ 0 h 80"/>
                  <a:gd name="T24" fmla="*/ 17 w 80"/>
                  <a:gd name="T25" fmla="*/ 2 h 80"/>
                  <a:gd name="T26" fmla="*/ 1 w 80"/>
                  <a:gd name="T27" fmla="*/ 26 h 80"/>
                  <a:gd name="T28" fmla="*/ 0 w 80"/>
                  <a:gd name="T29" fmla="*/ 26 h 80"/>
                  <a:gd name="T30" fmla="*/ 0 w 80"/>
                  <a:gd name="T31" fmla="*/ 27 h 80"/>
                  <a:gd name="T32" fmla="*/ 0 w 80"/>
                  <a:gd name="T33" fmla="*/ 28 h 80"/>
                  <a:gd name="T34" fmla="*/ 0 w 80"/>
                  <a:gd name="T35" fmla="*/ 28 h 80"/>
                  <a:gd name="T36" fmla="*/ 0 w 80"/>
                  <a:gd name="T37" fmla="*/ 76 h 80"/>
                  <a:gd name="T38" fmla="*/ 4 w 80"/>
                  <a:gd name="T39" fmla="*/ 80 h 80"/>
                  <a:gd name="T40" fmla="*/ 52 w 80"/>
                  <a:gd name="T41" fmla="*/ 80 h 80"/>
                  <a:gd name="T42" fmla="*/ 52 w 80"/>
                  <a:gd name="T43" fmla="*/ 72 h 80"/>
                  <a:gd name="T44" fmla="*/ 8 w 80"/>
                  <a:gd name="T45" fmla="*/ 72 h 80"/>
                  <a:gd name="T46" fmla="*/ 8 w 80"/>
                  <a:gd name="T47" fmla="*/ 32 h 80"/>
                  <a:gd name="T48" fmla="*/ 69 w 80"/>
                  <a:gd name="T49" fmla="*/ 24 h 80"/>
                  <a:gd name="T50" fmla="*/ 44 w 80"/>
                  <a:gd name="T51" fmla="*/ 24 h 80"/>
                  <a:gd name="T52" fmla="*/ 44 w 80"/>
                  <a:gd name="T53" fmla="*/ 8 h 80"/>
                  <a:gd name="T54" fmla="*/ 58 w 80"/>
                  <a:gd name="T55" fmla="*/ 8 h 80"/>
                  <a:gd name="T56" fmla="*/ 69 w 80"/>
                  <a:gd name="T57" fmla="*/ 24 h 80"/>
                  <a:gd name="T58" fmla="*/ 22 w 80"/>
                  <a:gd name="T59" fmla="*/ 8 h 80"/>
                  <a:gd name="T60" fmla="*/ 36 w 80"/>
                  <a:gd name="T61" fmla="*/ 8 h 80"/>
                  <a:gd name="T62" fmla="*/ 36 w 80"/>
                  <a:gd name="T63" fmla="*/ 24 h 80"/>
                  <a:gd name="T64" fmla="*/ 11 w 80"/>
                  <a:gd name="T65" fmla="*/ 24 h 80"/>
                  <a:gd name="T66" fmla="*/ 22 w 80"/>
                  <a:gd name="T6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0" h="80">
                    <a:moveTo>
                      <a:pt x="8" y="32"/>
                    </a:move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60"/>
                      <a:pt x="72" y="60"/>
                      <a:pt x="72" y="60"/>
                    </a:cubicBezTo>
                    <a:cubicBezTo>
                      <a:pt x="80" y="60"/>
                      <a:pt x="80" y="60"/>
                      <a:pt x="80" y="60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79" y="26"/>
                      <a:pt x="79" y="26"/>
                      <a:pt x="79" y="26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3" y="1"/>
                      <a:pt x="61" y="0"/>
                      <a:pt x="6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0"/>
                      <a:pt x="17" y="1"/>
                      <a:pt x="17" y="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6"/>
                      <a:pt x="1" y="26"/>
                      <a:pt x="0" y="26"/>
                    </a:cubicBezTo>
                    <a:cubicBezTo>
                      <a:pt x="0" y="26"/>
                      <a:pt x="0" y="26"/>
                      <a:pt x="0" y="27"/>
                    </a:cubicBezTo>
                    <a:cubicBezTo>
                      <a:pt x="0" y="27"/>
                      <a:pt x="0" y="27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8" y="72"/>
                      <a:pt x="8" y="72"/>
                      <a:pt x="8" y="72"/>
                    </a:cubicBezTo>
                    <a:lnTo>
                      <a:pt x="8" y="32"/>
                    </a:lnTo>
                    <a:close/>
                    <a:moveTo>
                      <a:pt x="69" y="24"/>
                    </a:move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58" y="8"/>
                      <a:pt x="58" y="8"/>
                      <a:pt x="58" y="8"/>
                    </a:cubicBezTo>
                    <a:lnTo>
                      <a:pt x="69" y="24"/>
                    </a:lnTo>
                    <a:close/>
                    <a:moveTo>
                      <a:pt x="22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2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39"/>
              <p:cNvSpPr>
                <a:spLocks/>
              </p:cNvSpPr>
              <p:nvPr/>
            </p:nvSpPr>
            <p:spPr bwMode="auto">
              <a:xfrm>
                <a:off x="6432550" y="1963738"/>
                <a:ext cx="120650" cy="92075"/>
              </a:xfrm>
              <a:custGeom>
                <a:avLst/>
                <a:gdLst>
                  <a:gd name="T0" fmla="*/ 64 w 76"/>
                  <a:gd name="T1" fmla="*/ 0 h 58"/>
                  <a:gd name="T2" fmla="*/ 30 w 76"/>
                  <a:gd name="T3" fmla="*/ 34 h 58"/>
                  <a:gd name="T4" fmla="*/ 12 w 76"/>
                  <a:gd name="T5" fmla="*/ 16 h 58"/>
                  <a:gd name="T6" fmla="*/ 0 w 76"/>
                  <a:gd name="T7" fmla="*/ 28 h 58"/>
                  <a:gd name="T8" fmla="*/ 30 w 76"/>
                  <a:gd name="T9" fmla="*/ 58 h 58"/>
                  <a:gd name="T10" fmla="*/ 76 w 76"/>
                  <a:gd name="T11" fmla="*/ 12 h 58"/>
                  <a:gd name="T12" fmla="*/ 64 w 76"/>
                  <a:gd name="T1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8">
                    <a:moveTo>
                      <a:pt x="64" y="0"/>
                    </a:moveTo>
                    <a:lnTo>
                      <a:pt x="30" y="34"/>
                    </a:lnTo>
                    <a:lnTo>
                      <a:pt x="12" y="16"/>
                    </a:lnTo>
                    <a:lnTo>
                      <a:pt x="0" y="28"/>
                    </a:lnTo>
                    <a:lnTo>
                      <a:pt x="30" y="58"/>
                    </a:lnTo>
                    <a:lnTo>
                      <a:pt x="76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6859588" y="1782763"/>
              <a:ext cx="303212" cy="254000"/>
              <a:chOff x="6859588" y="1782763"/>
              <a:chExt cx="303212" cy="254000"/>
            </a:xfrm>
          </p:grpSpPr>
          <p:sp>
            <p:nvSpPr>
              <p:cNvPr id="42" name="Freeform 40"/>
              <p:cNvSpPr>
                <a:spLocks noEditPoints="1"/>
              </p:cNvSpPr>
              <p:nvPr/>
            </p:nvSpPr>
            <p:spPr bwMode="auto">
              <a:xfrm>
                <a:off x="7061200" y="1782763"/>
                <a:ext cx="76200" cy="762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1"/>
              <p:cNvSpPr>
                <a:spLocks noEditPoints="1"/>
              </p:cNvSpPr>
              <p:nvPr/>
            </p:nvSpPr>
            <p:spPr bwMode="auto">
              <a:xfrm>
                <a:off x="7035800" y="1858963"/>
                <a:ext cx="127000" cy="177800"/>
              </a:xfrm>
              <a:custGeom>
                <a:avLst/>
                <a:gdLst>
                  <a:gd name="T0" fmla="*/ 20 w 40"/>
                  <a:gd name="T1" fmla="*/ 0 h 56"/>
                  <a:gd name="T2" fmla="*/ 0 w 40"/>
                  <a:gd name="T3" fmla="*/ 20 h 56"/>
                  <a:gd name="T4" fmla="*/ 0 w 40"/>
                  <a:gd name="T5" fmla="*/ 32 h 56"/>
                  <a:gd name="T6" fmla="*/ 4 w 40"/>
                  <a:gd name="T7" fmla="*/ 36 h 56"/>
                  <a:gd name="T8" fmla="*/ 8 w 40"/>
                  <a:gd name="T9" fmla="*/ 36 h 56"/>
                  <a:gd name="T10" fmla="*/ 8 w 40"/>
                  <a:gd name="T11" fmla="*/ 52 h 56"/>
                  <a:gd name="T12" fmla="*/ 12 w 40"/>
                  <a:gd name="T13" fmla="*/ 56 h 56"/>
                  <a:gd name="T14" fmla="*/ 28 w 40"/>
                  <a:gd name="T15" fmla="*/ 56 h 56"/>
                  <a:gd name="T16" fmla="*/ 32 w 40"/>
                  <a:gd name="T17" fmla="*/ 52 h 56"/>
                  <a:gd name="T18" fmla="*/ 32 w 40"/>
                  <a:gd name="T19" fmla="*/ 36 h 56"/>
                  <a:gd name="T20" fmla="*/ 36 w 40"/>
                  <a:gd name="T21" fmla="*/ 36 h 56"/>
                  <a:gd name="T22" fmla="*/ 40 w 40"/>
                  <a:gd name="T23" fmla="*/ 32 h 56"/>
                  <a:gd name="T24" fmla="*/ 40 w 40"/>
                  <a:gd name="T25" fmla="*/ 20 h 56"/>
                  <a:gd name="T26" fmla="*/ 20 w 40"/>
                  <a:gd name="T27" fmla="*/ 0 h 56"/>
                  <a:gd name="T28" fmla="*/ 32 w 40"/>
                  <a:gd name="T29" fmla="*/ 28 h 56"/>
                  <a:gd name="T30" fmla="*/ 28 w 40"/>
                  <a:gd name="T31" fmla="*/ 28 h 56"/>
                  <a:gd name="T32" fmla="*/ 24 w 40"/>
                  <a:gd name="T33" fmla="*/ 32 h 56"/>
                  <a:gd name="T34" fmla="*/ 24 w 40"/>
                  <a:gd name="T35" fmla="*/ 48 h 56"/>
                  <a:gd name="T36" fmla="*/ 16 w 40"/>
                  <a:gd name="T37" fmla="*/ 48 h 56"/>
                  <a:gd name="T38" fmla="*/ 16 w 40"/>
                  <a:gd name="T39" fmla="*/ 32 h 56"/>
                  <a:gd name="T40" fmla="*/ 12 w 40"/>
                  <a:gd name="T41" fmla="*/ 28 h 56"/>
                  <a:gd name="T42" fmla="*/ 8 w 40"/>
                  <a:gd name="T43" fmla="*/ 28 h 56"/>
                  <a:gd name="T44" fmla="*/ 8 w 40"/>
                  <a:gd name="T45" fmla="*/ 20 h 56"/>
                  <a:gd name="T46" fmla="*/ 20 w 40"/>
                  <a:gd name="T47" fmla="*/ 8 h 56"/>
                  <a:gd name="T48" fmla="*/ 32 w 40"/>
                  <a:gd name="T49" fmla="*/ 20 h 56"/>
                  <a:gd name="T50" fmla="*/ 32 w 40"/>
                  <a:gd name="T51" fmla="*/ 2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6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4"/>
                      <a:pt x="10" y="56"/>
                      <a:pt x="12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30" y="56"/>
                      <a:pt x="32" y="54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8" y="36"/>
                      <a:pt x="40" y="34"/>
                      <a:pt x="40" y="32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32" y="28"/>
                    </a:moveTo>
                    <a:cubicBezTo>
                      <a:pt x="28" y="28"/>
                      <a:pt x="28" y="28"/>
                      <a:pt x="28" y="28"/>
                    </a:cubicBezTo>
                    <a:cubicBezTo>
                      <a:pt x="26" y="28"/>
                      <a:pt x="24" y="30"/>
                      <a:pt x="24" y="32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0"/>
                      <a:pt x="14" y="28"/>
                      <a:pt x="12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27" y="8"/>
                      <a:pt x="32" y="13"/>
                      <a:pt x="32" y="20"/>
                    </a:cubicBezTo>
                    <a:lnTo>
                      <a:pt x="32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42"/>
              <p:cNvSpPr>
                <a:spLocks noEditPoints="1"/>
              </p:cNvSpPr>
              <p:nvPr/>
            </p:nvSpPr>
            <p:spPr bwMode="auto">
              <a:xfrm>
                <a:off x="6859588" y="1858963"/>
                <a:ext cx="87313" cy="101600"/>
              </a:xfrm>
              <a:custGeom>
                <a:avLst/>
                <a:gdLst>
                  <a:gd name="T0" fmla="*/ 24 w 28"/>
                  <a:gd name="T1" fmla="*/ 32 h 32"/>
                  <a:gd name="T2" fmla="*/ 28 w 28"/>
                  <a:gd name="T3" fmla="*/ 28 h 32"/>
                  <a:gd name="T4" fmla="*/ 28 w 28"/>
                  <a:gd name="T5" fmla="*/ 4 h 32"/>
                  <a:gd name="T6" fmla="*/ 24 w 28"/>
                  <a:gd name="T7" fmla="*/ 0 h 32"/>
                  <a:gd name="T8" fmla="*/ 4 w 28"/>
                  <a:gd name="T9" fmla="*/ 0 h 32"/>
                  <a:gd name="T10" fmla="*/ 0 w 28"/>
                  <a:gd name="T11" fmla="*/ 4 h 32"/>
                  <a:gd name="T12" fmla="*/ 0 w 28"/>
                  <a:gd name="T13" fmla="*/ 28 h 32"/>
                  <a:gd name="T14" fmla="*/ 4 w 28"/>
                  <a:gd name="T15" fmla="*/ 32 h 32"/>
                  <a:gd name="T16" fmla="*/ 24 w 28"/>
                  <a:gd name="T17" fmla="*/ 32 h 32"/>
                  <a:gd name="T18" fmla="*/ 8 w 28"/>
                  <a:gd name="T19" fmla="*/ 8 h 32"/>
                  <a:gd name="T20" fmla="*/ 20 w 28"/>
                  <a:gd name="T21" fmla="*/ 8 h 32"/>
                  <a:gd name="T22" fmla="*/ 20 w 28"/>
                  <a:gd name="T23" fmla="*/ 24 h 32"/>
                  <a:gd name="T24" fmla="*/ 8 w 28"/>
                  <a:gd name="T25" fmla="*/ 24 h 32"/>
                  <a:gd name="T26" fmla="*/ 8 w 28"/>
                  <a:gd name="T27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2">
                    <a:moveTo>
                      <a:pt x="24" y="32"/>
                    </a:moveTo>
                    <a:cubicBezTo>
                      <a:pt x="26" y="32"/>
                      <a:pt x="28" y="30"/>
                      <a:pt x="28" y="2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6" y="0"/>
                      <a:pt x="2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lnTo>
                      <a:pt x="24" y="32"/>
                    </a:lnTo>
                    <a:close/>
                    <a:moveTo>
                      <a:pt x="8" y="8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8" y="24"/>
                      <a:pt x="8" y="24"/>
                      <a:pt x="8" y="24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Oval 43"/>
              <p:cNvSpPr>
                <a:spLocks noChangeArrowheads="1"/>
              </p:cNvSpPr>
              <p:nvPr/>
            </p:nvSpPr>
            <p:spPr bwMode="auto">
              <a:xfrm>
                <a:off x="6959600" y="1985963"/>
                <a:ext cx="50800" cy="508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44"/>
              <p:cNvSpPr>
                <a:spLocks/>
              </p:cNvSpPr>
              <p:nvPr/>
            </p:nvSpPr>
            <p:spPr bwMode="auto">
              <a:xfrm>
                <a:off x="6872288" y="1820863"/>
                <a:ext cx="150813" cy="177800"/>
              </a:xfrm>
              <a:custGeom>
                <a:avLst/>
                <a:gdLst>
                  <a:gd name="T0" fmla="*/ 32 w 48"/>
                  <a:gd name="T1" fmla="*/ 4 h 56"/>
                  <a:gd name="T2" fmla="*/ 28 w 48"/>
                  <a:gd name="T3" fmla="*/ 48 h 56"/>
                  <a:gd name="T4" fmla="*/ 0 w 48"/>
                  <a:gd name="T5" fmla="*/ 48 h 56"/>
                  <a:gd name="T6" fmla="*/ 0 w 48"/>
                  <a:gd name="T7" fmla="*/ 56 h 56"/>
                  <a:gd name="T8" fmla="*/ 25 w 48"/>
                  <a:gd name="T9" fmla="*/ 56 h 56"/>
                  <a:gd name="T10" fmla="*/ 36 w 48"/>
                  <a:gd name="T11" fmla="*/ 48 h 56"/>
                  <a:gd name="T12" fmla="*/ 36 w 48"/>
                  <a:gd name="T13" fmla="*/ 48 h 56"/>
                  <a:gd name="T14" fmla="*/ 40 w 48"/>
                  <a:gd name="T15" fmla="*/ 8 h 56"/>
                  <a:gd name="T16" fmla="*/ 48 w 48"/>
                  <a:gd name="T17" fmla="*/ 8 h 56"/>
                  <a:gd name="T18" fmla="*/ 48 w 48"/>
                  <a:gd name="T19" fmla="*/ 0 h 56"/>
                  <a:gd name="T20" fmla="*/ 36 w 48"/>
                  <a:gd name="T21" fmla="*/ 0 h 56"/>
                  <a:gd name="T22" fmla="*/ 32 w 48"/>
                  <a:gd name="T23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" h="56">
                    <a:moveTo>
                      <a:pt x="32" y="4"/>
                    </a:moveTo>
                    <a:cubicBezTo>
                      <a:pt x="28" y="48"/>
                      <a:pt x="28" y="48"/>
                      <a:pt x="28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6" y="51"/>
                      <a:pt x="31" y="48"/>
                      <a:pt x="36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4" y="0"/>
                      <a:pt x="32" y="2"/>
                      <a:pt x="32" y="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7491413" y="1782763"/>
              <a:ext cx="252413" cy="254000"/>
              <a:chOff x="7491413" y="1782763"/>
              <a:chExt cx="252413" cy="254000"/>
            </a:xfrm>
          </p:grpSpPr>
          <p:sp>
            <p:nvSpPr>
              <p:cNvPr id="47" name="Freeform 45"/>
              <p:cNvSpPr>
                <a:spLocks noEditPoints="1"/>
              </p:cNvSpPr>
              <p:nvPr/>
            </p:nvSpPr>
            <p:spPr bwMode="auto">
              <a:xfrm>
                <a:off x="7491413" y="1782763"/>
                <a:ext cx="252413" cy="254000"/>
              </a:xfrm>
              <a:custGeom>
                <a:avLst/>
                <a:gdLst>
                  <a:gd name="T0" fmla="*/ 76 w 80"/>
                  <a:gd name="T1" fmla="*/ 32 h 80"/>
                  <a:gd name="T2" fmla="*/ 72 w 80"/>
                  <a:gd name="T3" fmla="*/ 32 h 80"/>
                  <a:gd name="T4" fmla="*/ 72 w 80"/>
                  <a:gd name="T5" fmla="*/ 24 h 80"/>
                  <a:gd name="T6" fmla="*/ 64 w 80"/>
                  <a:gd name="T7" fmla="*/ 16 h 80"/>
                  <a:gd name="T8" fmla="*/ 62 w 80"/>
                  <a:gd name="T9" fmla="*/ 16 h 80"/>
                  <a:gd name="T10" fmla="*/ 56 w 80"/>
                  <a:gd name="T11" fmla="*/ 2 h 80"/>
                  <a:gd name="T12" fmla="*/ 51 w 80"/>
                  <a:gd name="T13" fmla="*/ 0 h 80"/>
                  <a:gd name="T14" fmla="*/ 11 w 80"/>
                  <a:gd name="T15" fmla="*/ 16 h 80"/>
                  <a:gd name="T16" fmla="*/ 8 w 80"/>
                  <a:gd name="T17" fmla="*/ 16 h 80"/>
                  <a:gd name="T18" fmla="*/ 0 w 80"/>
                  <a:gd name="T19" fmla="*/ 24 h 80"/>
                  <a:gd name="T20" fmla="*/ 0 w 80"/>
                  <a:gd name="T21" fmla="*/ 72 h 80"/>
                  <a:gd name="T22" fmla="*/ 8 w 80"/>
                  <a:gd name="T23" fmla="*/ 80 h 80"/>
                  <a:gd name="T24" fmla="*/ 64 w 80"/>
                  <a:gd name="T25" fmla="*/ 80 h 80"/>
                  <a:gd name="T26" fmla="*/ 72 w 80"/>
                  <a:gd name="T27" fmla="*/ 72 h 80"/>
                  <a:gd name="T28" fmla="*/ 72 w 80"/>
                  <a:gd name="T29" fmla="*/ 64 h 80"/>
                  <a:gd name="T30" fmla="*/ 76 w 80"/>
                  <a:gd name="T31" fmla="*/ 64 h 80"/>
                  <a:gd name="T32" fmla="*/ 80 w 80"/>
                  <a:gd name="T33" fmla="*/ 60 h 80"/>
                  <a:gd name="T34" fmla="*/ 80 w 80"/>
                  <a:gd name="T35" fmla="*/ 36 h 80"/>
                  <a:gd name="T36" fmla="*/ 76 w 80"/>
                  <a:gd name="T37" fmla="*/ 32 h 80"/>
                  <a:gd name="T38" fmla="*/ 50 w 80"/>
                  <a:gd name="T39" fmla="*/ 9 h 80"/>
                  <a:gd name="T40" fmla="*/ 54 w 80"/>
                  <a:gd name="T41" fmla="*/ 16 h 80"/>
                  <a:gd name="T42" fmla="*/ 33 w 80"/>
                  <a:gd name="T43" fmla="*/ 16 h 80"/>
                  <a:gd name="T44" fmla="*/ 50 w 80"/>
                  <a:gd name="T45" fmla="*/ 9 h 80"/>
                  <a:gd name="T46" fmla="*/ 64 w 80"/>
                  <a:gd name="T47" fmla="*/ 72 h 80"/>
                  <a:gd name="T48" fmla="*/ 8 w 80"/>
                  <a:gd name="T49" fmla="*/ 72 h 80"/>
                  <a:gd name="T50" fmla="*/ 8 w 80"/>
                  <a:gd name="T51" fmla="*/ 24 h 80"/>
                  <a:gd name="T52" fmla="*/ 64 w 80"/>
                  <a:gd name="T53" fmla="*/ 24 h 80"/>
                  <a:gd name="T54" fmla="*/ 64 w 80"/>
                  <a:gd name="T55" fmla="*/ 32 h 80"/>
                  <a:gd name="T56" fmla="*/ 52 w 80"/>
                  <a:gd name="T57" fmla="*/ 32 h 80"/>
                  <a:gd name="T58" fmla="*/ 49 w 80"/>
                  <a:gd name="T59" fmla="*/ 33 h 80"/>
                  <a:gd name="T60" fmla="*/ 37 w 80"/>
                  <a:gd name="T61" fmla="*/ 45 h 80"/>
                  <a:gd name="T62" fmla="*/ 37 w 80"/>
                  <a:gd name="T63" fmla="*/ 51 h 80"/>
                  <a:gd name="T64" fmla="*/ 49 w 80"/>
                  <a:gd name="T65" fmla="*/ 63 h 80"/>
                  <a:gd name="T66" fmla="*/ 52 w 80"/>
                  <a:gd name="T67" fmla="*/ 64 h 80"/>
                  <a:gd name="T68" fmla="*/ 64 w 80"/>
                  <a:gd name="T69" fmla="*/ 64 h 80"/>
                  <a:gd name="T70" fmla="*/ 64 w 80"/>
                  <a:gd name="T71" fmla="*/ 72 h 80"/>
                  <a:gd name="T72" fmla="*/ 72 w 80"/>
                  <a:gd name="T73" fmla="*/ 56 h 80"/>
                  <a:gd name="T74" fmla="*/ 54 w 80"/>
                  <a:gd name="T75" fmla="*/ 56 h 80"/>
                  <a:gd name="T76" fmla="*/ 46 w 80"/>
                  <a:gd name="T77" fmla="*/ 48 h 80"/>
                  <a:gd name="T78" fmla="*/ 54 w 80"/>
                  <a:gd name="T79" fmla="*/ 40 h 80"/>
                  <a:gd name="T80" fmla="*/ 72 w 80"/>
                  <a:gd name="T81" fmla="*/ 40 h 80"/>
                  <a:gd name="T82" fmla="*/ 72 w 80"/>
                  <a:gd name="T83" fmla="*/ 5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80">
                    <a:moveTo>
                      <a:pt x="76" y="32"/>
                    </a:move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0"/>
                      <a:pt x="68" y="16"/>
                      <a:pt x="64" y="16"/>
                    </a:cubicBezTo>
                    <a:cubicBezTo>
                      <a:pt x="62" y="16"/>
                      <a:pt x="62" y="16"/>
                      <a:pt x="62" y="16"/>
                    </a:cubicBezTo>
                    <a:cubicBezTo>
                      <a:pt x="56" y="2"/>
                      <a:pt x="56" y="2"/>
                      <a:pt x="56" y="2"/>
                    </a:cubicBezTo>
                    <a:cubicBezTo>
                      <a:pt x="55" y="0"/>
                      <a:pt x="52" y="0"/>
                      <a:pt x="51" y="0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20"/>
                      <a:pt x="0" y="24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8" y="80"/>
                      <a:pt x="72" y="76"/>
                      <a:pt x="72" y="72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8" y="64"/>
                      <a:pt x="80" y="62"/>
                      <a:pt x="80" y="60"/>
                    </a:cubicBezTo>
                    <a:cubicBezTo>
                      <a:pt x="80" y="36"/>
                      <a:pt x="80" y="36"/>
                      <a:pt x="80" y="36"/>
                    </a:cubicBezTo>
                    <a:cubicBezTo>
                      <a:pt x="80" y="34"/>
                      <a:pt x="78" y="32"/>
                      <a:pt x="76" y="32"/>
                    </a:cubicBezTo>
                    <a:close/>
                    <a:moveTo>
                      <a:pt x="50" y="9"/>
                    </a:moveTo>
                    <a:cubicBezTo>
                      <a:pt x="54" y="16"/>
                      <a:pt x="54" y="16"/>
                      <a:pt x="54" y="16"/>
                    </a:cubicBezTo>
                    <a:cubicBezTo>
                      <a:pt x="33" y="16"/>
                      <a:pt x="33" y="16"/>
                      <a:pt x="33" y="16"/>
                    </a:cubicBezTo>
                    <a:lnTo>
                      <a:pt x="50" y="9"/>
                    </a:lnTo>
                    <a:close/>
                    <a:moveTo>
                      <a:pt x="64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1" y="32"/>
                      <a:pt x="50" y="32"/>
                      <a:pt x="49" y="33"/>
                    </a:cubicBezTo>
                    <a:cubicBezTo>
                      <a:pt x="37" y="45"/>
                      <a:pt x="37" y="45"/>
                      <a:pt x="37" y="45"/>
                    </a:cubicBezTo>
                    <a:cubicBezTo>
                      <a:pt x="36" y="47"/>
                      <a:pt x="36" y="49"/>
                      <a:pt x="37" y="51"/>
                    </a:cubicBezTo>
                    <a:cubicBezTo>
                      <a:pt x="49" y="63"/>
                      <a:pt x="49" y="63"/>
                      <a:pt x="49" y="63"/>
                    </a:cubicBezTo>
                    <a:cubicBezTo>
                      <a:pt x="50" y="64"/>
                      <a:pt x="51" y="64"/>
                      <a:pt x="52" y="64"/>
                    </a:cubicBezTo>
                    <a:cubicBezTo>
                      <a:pt x="64" y="64"/>
                      <a:pt x="64" y="64"/>
                      <a:pt x="64" y="64"/>
                    </a:cubicBezTo>
                    <a:lnTo>
                      <a:pt x="64" y="72"/>
                    </a:lnTo>
                    <a:close/>
                    <a:moveTo>
                      <a:pt x="72" y="56"/>
                    </a:moveTo>
                    <a:cubicBezTo>
                      <a:pt x="54" y="56"/>
                      <a:pt x="54" y="56"/>
                      <a:pt x="54" y="56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72" y="40"/>
                      <a:pt x="72" y="40"/>
                      <a:pt x="72" y="40"/>
                    </a:cubicBezTo>
                    <a:lnTo>
                      <a:pt x="72" y="5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Oval 46"/>
              <p:cNvSpPr>
                <a:spLocks noChangeArrowheads="1"/>
              </p:cNvSpPr>
              <p:nvPr/>
            </p:nvSpPr>
            <p:spPr bwMode="auto">
              <a:xfrm>
                <a:off x="7654925" y="1922463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8097838" y="1795463"/>
              <a:ext cx="252413" cy="228600"/>
              <a:chOff x="8097838" y="1795463"/>
              <a:chExt cx="252413" cy="228600"/>
            </a:xfrm>
          </p:grpSpPr>
          <p:sp>
            <p:nvSpPr>
              <p:cNvPr id="49" name="Freeform 47"/>
              <p:cNvSpPr>
                <a:spLocks noEditPoints="1"/>
              </p:cNvSpPr>
              <p:nvPr/>
            </p:nvSpPr>
            <p:spPr bwMode="auto">
              <a:xfrm>
                <a:off x="8097838" y="1884363"/>
                <a:ext cx="252413" cy="139700"/>
              </a:xfrm>
              <a:custGeom>
                <a:avLst/>
                <a:gdLst>
                  <a:gd name="T0" fmla="*/ 40 w 80"/>
                  <a:gd name="T1" fmla="*/ 0 h 44"/>
                  <a:gd name="T2" fmla="*/ 0 w 80"/>
                  <a:gd name="T3" fmla="*/ 40 h 44"/>
                  <a:gd name="T4" fmla="*/ 4 w 80"/>
                  <a:gd name="T5" fmla="*/ 44 h 44"/>
                  <a:gd name="T6" fmla="*/ 76 w 80"/>
                  <a:gd name="T7" fmla="*/ 44 h 44"/>
                  <a:gd name="T8" fmla="*/ 80 w 80"/>
                  <a:gd name="T9" fmla="*/ 40 h 44"/>
                  <a:gd name="T10" fmla="*/ 40 w 80"/>
                  <a:gd name="T11" fmla="*/ 0 h 44"/>
                  <a:gd name="T12" fmla="*/ 8 w 80"/>
                  <a:gd name="T13" fmla="*/ 36 h 44"/>
                  <a:gd name="T14" fmla="*/ 40 w 80"/>
                  <a:gd name="T15" fmla="*/ 8 h 44"/>
                  <a:gd name="T16" fmla="*/ 72 w 80"/>
                  <a:gd name="T17" fmla="*/ 36 h 44"/>
                  <a:gd name="T18" fmla="*/ 8 w 80"/>
                  <a:gd name="T19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44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8" y="44"/>
                      <a:pt x="80" y="4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8" y="36"/>
                    </a:moveTo>
                    <a:cubicBezTo>
                      <a:pt x="10" y="20"/>
                      <a:pt x="24" y="8"/>
                      <a:pt x="40" y="8"/>
                    </a:cubicBezTo>
                    <a:cubicBezTo>
                      <a:pt x="56" y="8"/>
                      <a:pt x="70" y="20"/>
                      <a:pt x="72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48"/>
              <p:cNvSpPr>
                <a:spLocks noEditPoints="1"/>
              </p:cNvSpPr>
              <p:nvPr/>
            </p:nvSpPr>
            <p:spPr bwMode="auto">
              <a:xfrm>
                <a:off x="8101013" y="1795463"/>
                <a:ext cx="246063" cy="123825"/>
              </a:xfrm>
              <a:custGeom>
                <a:avLst/>
                <a:gdLst>
                  <a:gd name="T0" fmla="*/ 39 w 78"/>
                  <a:gd name="T1" fmla="*/ 24 h 39"/>
                  <a:gd name="T2" fmla="*/ 72 w 78"/>
                  <a:gd name="T3" fmla="*/ 39 h 39"/>
                  <a:gd name="T4" fmla="*/ 78 w 78"/>
                  <a:gd name="T5" fmla="*/ 33 h 39"/>
                  <a:gd name="T6" fmla="*/ 57 w 78"/>
                  <a:gd name="T7" fmla="*/ 19 h 39"/>
                  <a:gd name="T8" fmla="*/ 59 w 78"/>
                  <a:gd name="T9" fmla="*/ 12 h 39"/>
                  <a:gd name="T10" fmla="*/ 47 w 78"/>
                  <a:gd name="T11" fmla="*/ 0 h 39"/>
                  <a:gd name="T12" fmla="*/ 39 w 78"/>
                  <a:gd name="T13" fmla="*/ 3 h 39"/>
                  <a:gd name="T14" fmla="*/ 31 w 78"/>
                  <a:gd name="T15" fmla="*/ 0 h 39"/>
                  <a:gd name="T16" fmla="*/ 19 w 78"/>
                  <a:gd name="T17" fmla="*/ 12 h 39"/>
                  <a:gd name="T18" fmla="*/ 21 w 78"/>
                  <a:gd name="T19" fmla="*/ 19 h 39"/>
                  <a:gd name="T20" fmla="*/ 0 w 78"/>
                  <a:gd name="T21" fmla="*/ 33 h 39"/>
                  <a:gd name="T22" fmla="*/ 6 w 78"/>
                  <a:gd name="T23" fmla="*/ 39 h 39"/>
                  <a:gd name="T24" fmla="*/ 39 w 78"/>
                  <a:gd name="T25" fmla="*/ 24 h 39"/>
                  <a:gd name="T26" fmla="*/ 47 w 78"/>
                  <a:gd name="T27" fmla="*/ 8 h 39"/>
                  <a:gd name="T28" fmla="*/ 51 w 78"/>
                  <a:gd name="T29" fmla="*/ 12 h 39"/>
                  <a:gd name="T30" fmla="*/ 47 w 78"/>
                  <a:gd name="T31" fmla="*/ 16 h 39"/>
                  <a:gd name="T32" fmla="*/ 43 w 78"/>
                  <a:gd name="T33" fmla="*/ 12 h 39"/>
                  <a:gd name="T34" fmla="*/ 47 w 78"/>
                  <a:gd name="T35" fmla="*/ 8 h 39"/>
                  <a:gd name="T36" fmla="*/ 31 w 78"/>
                  <a:gd name="T37" fmla="*/ 8 h 39"/>
                  <a:gd name="T38" fmla="*/ 35 w 78"/>
                  <a:gd name="T39" fmla="*/ 12 h 39"/>
                  <a:gd name="T40" fmla="*/ 31 w 78"/>
                  <a:gd name="T41" fmla="*/ 16 h 39"/>
                  <a:gd name="T42" fmla="*/ 27 w 78"/>
                  <a:gd name="T43" fmla="*/ 12 h 39"/>
                  <a:gd name="T44" fmla="*/ 31 w 78"/>
                  <a:gd name="T45" fmla="*/ 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39">
                    <a:moveTo>
                      <a:pt x="39" y="24"/>
                    </a:moveTo>
                    <a:cubicBezTo>
                      <a:pt x="51" y="24"/>
                      <a:pt x="63" y="29"/>
                      <a:pt x="72" y="39"/>
                    </a:cubicBezTo>
                    <a:cubicBezTo>
                      <a:pt x="78" y="33"/>
                      <a:pt x="78" y="33"/>
                      <a:pt x="78" y="33"/>
                    </a:cubicBezTo>
                    <a:cubicBezTo>
                      <a:pt x="72" y="27"/>
                      <a:pt x="65" y="22"/>
                      <a:pt x="57" y="19"/>
                    </a:cubicBezTo>
                    <a:cubicBezTo>
                      <a:pt x="58" y="17"/>
                      <a:pt x="59" y="15"/>
                      <a:pt x="59" y="12"/>
                    </a:cubicBezTo>
                    <a:cubicBezTo>
                      <a:pt x="59" y="5"/>
                      <a:pt x="54" y="0"/>
                      <a:pt x="47" y="0"/>
                    </a:cubicBezTo>
                    <a:cubicBezTo>
                      <a:pt x="44" y="0"/>
                      <a:pt x="41" y="1"/>
                      <a:pt x="39" y="3"/>
                    </a:cubicBezTo>
                    <a:cubicBezTo>
                      <a:pt x="37" y="1"/>
                      <a:pt x="34" y="0"/>
                      <a:pt x="31" y="0"/>
                    </a:cubicBezTo>
                    <a:cubicBezTo>
                      <a:pt x="24" y="0"/>
                      <a:pt x="19" y="5"/>
                      <a:pt x="19" y="12"/>
                    </a:cubicBezTo>
                    <a:cubicBezTo>
                      <a:pt x="19" y="15"/>
                      <a:pt x="20" y="17"/>
                      <a:pt x="21" y="19"/>
                    </a:cubicBezTo>
                    <a:cubicBezTo>
                      <a:pt x="13" y="22"/>
                      <a:pt x="6" y="27"/>
                      <a:pt x="0" y="33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15" y="29"/>
                      <a:pt x="27" y="24"/>
                      <a:pt x="39" y="24"/>
                    </a:cubicBezTo>
                    <a:close/>
                    <a:moveTo>
                      <a:pt x="47" y="8"/>
                    </a:moveTo>
                    <a:cubicBezTo>
                      <a:pt x="49" y="8"/>
                      <a:pt x="51" y="10"/>
                      <a:pt x="51" y="12"/>
                    </a:cubicBezTo>
                    <a:cubicBezTo>
                      <a:pt x="51" y="14"/>
                      <a:pt x="49" y="16"/>
                      <a:pt x="47" y="16"/>
                    </a:cubicBezTo>
                    <a:cubicBezTo>
                      <a:pt x="45" y="16"/>
                      <a:pt x="43" y="14"/>
                      <a:pt x="43" y="12"/>
                    </a:cubicBezTo>
                    <a:cubicBezTo>
                      <a:pt x="43" y="10"/>
                      <a:pt x="45" y="8"/>
                      <a:pt x="47" y="8"/>
                    </a:cubicBezTo>
                    <a:close/>
                    <a:moveTo>
                      <a:pt x="31" y="8"/>
                    </a:moveTo>
                    <a:cubicBezTo>
                      <a:pt x="33" y="8"/>
                      <a:pt x="35" y="10"/>
                      <a:pt x="35" y="12"/>
                    </a:cubicBezTo>
                    <a:cubicBezTo>
                      <a:pt x="35" y="14"/>
                      <a:pt x="33" y="16"/>
                      <a:pt x="31" y="16"/>
                    </a:cubicBezTo>
                    <a:cubicBezTo>
                      <a:pt x="29" y="16"/>
                      <a:pt x="27" y="14"/>
                      <a:pt x="27" y="12"/>
                    </a:cubicBezTo>
                    <a:cubicBezTo>
                      <a:pt x="27" y="10"/>
                      <a:pt x="29" y="8"/>
                      <a:pt x="31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8704263" y="1782763"/>
              <a:ext cx="252413" cy="254000"/>
              <a:chOff x="8704263" y="1782763"/>
              <a:chExt cx="252413" cy="254000"/>
            </a:xfrm>
          </p:grpSpPr>
          <p:sp>
            <p:nvSpPr>
              <p:cNvPr id="51" name="Freeform 49"/>
              <p:cNvSpPr>
                <a:spLocks/>
              </p:cNvSpPr>
              <p:nvPr/>
            </p:nvSpPr>
            <p:spPr bwMode="auto">
              <a:xfrm>
                <a:off x="8704263" y="1782763"/>
                <a:ext cx="150813" cy="228600"/>
              </a:xfrm>
              <a:custGeom>
                <a:avLst/>
                <a:gdLst>
                  <a:gd name="T0" fmla="*/ 8 w 48"/>
                  <a:gd name="T1" fmla="*/ 12 h 72"/>
                  <a:gd name="T2" fmla="*/ 24 w 48"/>
                  <a:gd name="T3" fmla="*/ 8 h 72"/>
                  <a:gd name="T4" fmla="*/ 40 w 48"/>
                  <a:gd name="T5" fmla="*/ 12 h 72"/>
                  <a:gd name="T6" fmla="*/ 48 w 48"/>
                  <a:gd name="T7" fmla="*/ 12 h 72"/>
                  <a:gd name="T8" fmla="*/ 24 w 48"/>
                  <a:gd name="T9" fmla="*/ 0 h 72"/>
                  <a:gd name="T10" fmla="*/ 0 w 48"/>
                  <a:gd name="T11" fmla="*/ 12 h 72"/>
                  <a:gd name="T12" fmla="*/ 0 w 48"/>
                  <a:gd name="T13" fmla="*/ 60 h 72"/>
                  <a:gd name="T14" fmla="*/ 24 w 48"/>
                  <a:gd name="T15" fmla="*/ 72 h 72"/>
                  <a:gd name="T16" fmla="*/ 28 w 48"/>
                  <a:gd name="T17" fmla="*/ 72 h 72"/>
                  <a:gd name="T18" fmla="*/ 28 w 48"/>
                  <a:gd name="T19" fmla="*/ 64 h 72"/>
                  <a:gd name="T20" fmla="*/ 24 w 48"/>
                  <a:gd name="T21" fmla="*/ 64 h 72"/>
                  <a:gd name="T22" fmla="*/ 8 w 48"/>
                  <a:gd name="T23" fmla="*/ 60 h 72"/>
                  <a:gd name="T24" fmla="*/ 8 w 48"/>
                  <a:gd name="T25" fmla="*/ 57 h 72"/>
                  <a:gd name="T26" fmla="*/ 24 w 48"/>
                  <a:gd name="T27" fmla="*/ 60 h 72"/>
                  <a:gd name="T28" fmla="*/ 28 w 48"/>
                  <a:gd name="T29" fmla="*/ 60 h 72"/>
                  <a:gd name="T30" fmla="*/ 28 w 48"/>
                  <a:gd name="T31" fmla="*/ 52 h 72"/>
                  <a:gd name="T32" fmla="*/ 24 w 48"/>
                  <a:gd name="T33" fmla="*/ 52 h 72"/>
                  <a:gd name="T34" fmla="*/ 8 w 48"/>
                  <a:gd name="T35" fmla="*/ 48 h 72"/>
                  <a:gd name="T36" fmla="*/ 8 w 48"/>
                  <a:gd name="T37" fmla="*/ 45 h 72"/>
                  <a:gd name="T38" fmla="*/ 24 w 48"/>
                  <a:gd name="T39" fmla="*/ 48 h 72"/>
                  <a:gd name="T40" fmla="*/ 28 w 48"/>
                  <a:gd name="T41" fmla="*/ 48 h 72"/>
                  <a:gd name="T42" fmla="*/ 28 w 48"/>
                  <a:gd name="T43" fmla="*/ 40 h 72"/>
                  <a:gd name="T44" fmla="*/ 24 w 48"/>
                  <a:gd name="T45" fmla="*/ 40 h 72"/>
                  <a:gd name="T46" fmla="*/ 8 w 48"/>
                  <a:gd name="T47" fmla="*/ 36 h 72"/>
                  <a:gd name="T48" fmla="*/ 8 w 48"/>
                  <a:gd name="T49" fmla="*/ 33 h 72"/>
                  <a:gd name="T50" fmla="*/ 24 w 48"/>
                  <a:gd name="T51" fmla="*/ 36 h 72"/>
                  <a:gd name="T52" fmla="*/ 28 w 48"/>
                  <a:gd name="T53" fmla="*/ 36 h 72"/>
                  <a:gd name="T54" fmla="*/ 28 w 48"/>
                  <a:gd name="T55" fmla="*/ 28 h 72"/>
                  <a:gd name="T56" fmla="*/ 24 w 48"/>
                  <a:gd name="T57" fmla="*/ 28 h 72"/>
                  <a:gd name="T58" fmla="*/ 8 w 48"/>
                  <a:gd name="T59" fmla="*/ 24 h 72"/>
                  <a:gd name="T60" fmla="*/ 8 w 48"/>
                  <a:gd name="T61" fmla="*/ 21 h 72"/>
                  <a:gd name="T62" fmla="*/ 24 w 48"/>
                  <a:gd name="T63" fmla="*/ 24 h 72"/>
                  <a:gd name="T64" fmla="*/ 28 w 48"/>
                  <a:gd name="T65" fmla="*/ 24 h 72"/>
                  <a:gd name="T66" fmla="*/ 28 w 48"/>
                  <a:gd name="T67" fmla="*/ 16 h 72"/>
                  <a:gd name="T68" fmla="*/ 24 w 48"/>
                  <a:gd name="T69" fmla="*/ 16 h 72"/>
                  <a:gd name="T70" fmla="*/ 8 w 48"/>
                  <a:gd name="T71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8" h="72">
                    <a:moveTo>
                      <a:pt x="8" y="12"/>
                    </a:moveTo>
                    <a:cubicBezTo>
                      <a:pt x="10" y="10"/>
                      <a:pt x="17" y="8"/>
                      <a:pt x="24" y="8"/>
                    </a:cubicBezTo>
                    <a:cubicBezTo>
                      <a:pt x="31" y="8"/>
                      <a:pt x="38" y="10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3"/>
                      <a:pt x="32" y="0"/>
                      <a:pt x="24" y="0"/>
                    </a:cubicBezTo>
                    <a:cubicBezTo>
                      <a:pt x="16" y="0"/>
                      <a:pt x="0" y="3"/>
                      <a:pt x="0" y="1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9"/>
                      <a:pt x="16" y="72"/>
                      <a:pt x="24" y="72"/>
                    </a:cubicBezTo>
                    <a:cubicBezTo>
                      <a:pt x="25" y="72"/>
                      <a:pt x="27" y="72"/>
                      <a:pt x="28" y="72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27" y="64"/>
                      <a:pt x="25" y="64"/>
                      <a:pt x="24" y="64"/>
                    </a:cubicBezTo>
                    <a:cubicBezTo>
                      <a:pt x="16" y="64"/>
                      <a:pt x="9" y="61"/>
                      <a:pt x="8" y="60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13" y="59"/>
                      <a:pt x="20" y="60"/>
                      <a:pt x="24" y="60"/>
                    </a:cubicBezTo>
                    <a:cubicBezTo>
                      <a:pt x="25" y="60"/>
                      <a:pt x="27" y="60"/>
                      <a:pt x="28" y="60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7" y="52"/>
                      <a:pt x="25" y="52"/>
                      <a:pt x="24" y="52"/>
                    </a:cubicBezTo>
                    <a:cubicBezTo>
                      <a:pt x="16" y="52"/>
                      <a:pt x="9" y="49"/>
                      <a:pt x="8" y="48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13" y="47"/>
                      <a:pt x="20" y="48"/>
                      <a:pt x="24" y="48"/>
                    </a:cubicBezTo>
                    <a:cubicBezTo>
                      <a:pt x="25" y="48"/>
                      <a:pt x="27" y="48"/>
                      <a:pt x="28" y="48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7" y="40"/>
                      <a:pt x="25" y="40"/>
                      <a:pt x="24" y="40"/>
                    </a:cubicBezTo>
                    <a:cubicBezTo>
                      <a:pt x="16" y="40"/>
                      <a:pt x="9" y="37"/>
                      <a:pt x="8" y="36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3" y="35"/>
                      <a:pt x="20" y="36"/>
                      <a:pt x="24" y="36"/>
                    </a:cubicBezTo>
                    <a:cubicBezTo>
                      <a:pt x="25" y="36"/>
                      <a:pt x="27" y="36"/>
                      <a:pt x="28" y="36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7" y="28"/>
                      <a:pt x="25" y="28"/>
                      <a:pt x="24" y="28"/>
                    </a:cubicBezTo>
                    <a:cubicBezTo>
                      <a:pt x="16" y="28"/>
                      <a:pt x="9" y="25"/>
                      <a:pt x="8" y="24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3" y="23"/>
                      <a:pt x="20" y="24"/>
                      <a:pt x="24" y="24"/>
                    </a:cubicBezTo>
                    <a:cubicBezTo>
                      <a:pt x="25" y="24"/>
                      <a:pt x="27" y="24"/>
                      <a:pt x="28" y="24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7" y="16"/>
                      <a:pt x="25" y="16"/>
                      <a:pt x="24" y="16"/>
                    </a:cubicBezTo>
                    <a:cubicBezTo>
                      <a:pt x="17" y="16"/>
                      <a:pt x="10" y="14"/>
                      <a:pt x="8" y="1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0"/>
              <p:cNvSpPr>
                <a:spLocks noEditPoints="1"/>
              </p:cNvSpPr>
              <p:nvPr/>
            </p:nvSpPr>
            <p:spPr bwMode="auto">
              <a:xfrm>
                <a:off x="8805863" y="1846263"/>
                <a:ext cx="150813" cy="190500"/>
              </a:xfrm>
              <a:custGeom>
                <a:avLst/>
                <a:gdLst>
                  <a:gd name="T0" fmla="*/ 24 w 48"/>
                  <a:gd name="T1" fmla="*/ 0 h 60"/>
                  <a:gd name="T2" fmla="*/ 0 w 48"/>
                  <a:gd name="T3" fmla="*/ 12 h 60"/>
                  <a:gd name="T4" fmla="*/ 0 w 48"/>
                  <a:gd name="T5" fmla="*/ 48 h 60"/>
                  <a:gd name="T6" fmla="*/ 24 w 48"/>
                  <a:gd name="T7" fmla="*/ 60 h 60"/>
                  <a:gd name="T8" fmla="*/ 48 w 48"/>
                  <a:gd name="T9" fmla="*/ 48 h 60"/>
                  <a:gd name="T10" fmla="*/ 48 w 48"/>
                  <a:gd name="T11" fmla="*/ 12 h 60"/>
                  <a:gd name="T12" fmla="*/ 24 w 48"/>
                  <a:gd name="T13" fmla="*/ 0 h 60"/>
                  <a:gd name="T14" fmla="*/ 40 w 48"/>
                  <a:gd name="T15" fmla="*/ 24 h 60"/>
                  <a:gd name="T16" fmla="*/ 24 w 48"/>
                  <a:gd name="T17" fmla="*/ 28 h 60"/>
                  <a:gd name="T18" fmla="*/ 8 w 48"/>
                  <a:gd name="T19" fmla="*/ 24 h 60"/>
                  <a:gd name="T20" fmla="*/ 8 w 48"/>
                  <a:gd name="T21" fmla="*/ 21 h 60"/>
                  <a:gd name="T22" fmla="*/ 24 w 48"/>
                  <a:gd name="T23" fmla="*/ 24 h 60"/>
                  <a:gd name="T24" fmla="*/ 40 w 48"/>
                  <a:gd name="T25" fmla="*/ 21 h 60"/>
                  <a:gd name="T26" fmla="*/ 40 w 48"/>
                  <a:gd name="T27" fmla="*/ 24 h 60"/>
                  <a:gd name="T28" fmla="*/ 40 w 48"/>
                  <a:gd name="T29" fmla="*/ 36 h 60"/>
                  <a:gd name="T30" fmla="*/ 24 w 48"/>
                  <a:gd name="T31" fmla="*/ 40 h 60"/>
                  <a:gd name="T32" fmla="*/ 8 w 48"/>
                  <a:gd name="T33" fmla="*/ 36 h 60"/>
                  <a:gd name="T34" fmla="*/ 8 w 48"/>
                  <a:gd name="T35" fmla="*/ 33 h 60"/>
                  <a:gd name="T36" fmla="*/ 24 w 48"/>
                  <a:gd name="T37" fmla="*/ 36 h 60"/>
                  <a:gd name="T38" fmla="*/ 40 w 48"/>
                  <a:gd name="T39" fmla="*/ 33 h 60"/>
                  <a:gd name="T40" fmla="*/ 40 w 48"/>
                  <a:gd name="T41" fmla="*/ 36 h 60"/>
                  <a:gd name="T42" fmla="*/ 24 w 48"/>
                  <a:gd name="T43" fmla="*/ 8 h 60"/>
                  <a:gd name="T44" fmla="*/ 40 w 48"/>
                  <a:gd name="T45" fmla="*/ 12 h 60"/>
                  <a:gd name="T46" fmla="*/ 24 w 48"/>
                  <a:gd name="T47" fmla="*/ 16 h 60"/>
                  <a:gd name="T48" fmla="*/ 8 w 48"/>
                  <a:gd name="T49" fmla="*/ 12 h 60"/>
                  <a:gd name="T50" fmla="*/ 24 w 48"/>
                  <a:gd name="T51" fmla="*/ 8 h 60"/>
                  <a:gd name="T52" fmla="*/ 24 w 48"/>
                  <a:gd name="T53" fmla="*/ 52 h 60"/>
                  <a:gd name="T54" fmla="*/ 8 w 48"/>
                  <a:gd name="T55" fmla="*/ 48 h 60"/>
                  <a:gd name="T56" fmla="*/ 8 w 48"/>
                  <a:gd name="T57" fmla="*/ 45 h 60"/>
                  <a:gd name="T58" fmla="*/ 24 w 48"/>
                  <a:gd name="T59" fmla="*/ 48 h 60"/>
                  <a:gd name="T60" fmla="*/ 40 w 48"/>
                  <a:gd name="T61" fmla="*/ 45 h 60"/>
                  <a:gd name="T62" fmla="*/ 40 w 48"/>
                  <a:gd name="T63" fmla="*/ 48 h 60"/>
                  <a:gd name="T64" fmla="*/ 24 w 48"/>
                  <a:gd name="T65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8" h="60">
                    <a:moveTo>
                      <a:pt x="24" y="0"/>
                    </a:moveTo>
                    <a:cubicBezTo>
                      <a:pt x="16" y="0"/>
                      <a:pt x="0" y="3"/>
                      <a:pt x="0" y="12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7"/>
                      <a:pt x="16" y="60"/>
                      <a:pt x="24" y="60"/>
                    </a:cubicBezTo>
                    <a:cubicBezTo>
                      <a:pt x="32" y="60"/>
                      <a:pt x="48" y="57"/>
                      <a:pt x="48" y="48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3"/>
                      <a:pt x="32" y="0"/>
                      <a:pt x="24" y="0"/>
                    </a:cubicBezTo>
                    <a:close/>
                    <a:moveTo>
                      <a:pt x="40" y="24"/>
                    </a:moveTo>
                    <a:cubicBezTo>
                      <a:pt x="39" y="25"/>
                      <a:pt x="32" y="28"/>
                      <a:pt x="24" y="28"/>
                    </a:cubicBezTo>
                    <a:cubicBezTo>
                      <a:pt x="16" y="28"/>
                      <a:pt x="9" y="25"/>
                      <a:pt x="8" y="24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3" y="23"/>
                      <a:pt x="20" y="24"/>
                      <a:pt x="24" y="24"/>
                    </a:cubicBezTo>
                    <a:cubicBezTo>
                      <a:pt x="28" y="24"/>
                      <a:pt x="35" y="23"/>
                      <a:pt x="40" y="21"/>
                    </a:cubicBezTo>
                    <a:lnTo>
                      <a:pt x="40" y="24"/>
                    </a:lnTo>
                    <a:close/>
                    <a:moveTo>
                      <a:pt x="40" y="36"/>
                    </a:moveTo>
                    <a:cubicBezTo>
                      <a:pt x="39" y="37"/>
                      <a:pt x="32" y="40"/>
                      <a:pt x="24" y="40"/>
                    </a:cubicBezTo>
                    <a:cubicBezTo>
                      <a:pt x="16" y="40"/>
                      <a:pt x="9" y="37"/>
                      <a:pt x="8" y="36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3" y="35"/>
                      <a:pt x="20" y="36"/>
                      <a:pt x="24" y="36"/>
                    </a:cubicBezTo>
                    <a:cubicBezTo>
                      <a:pt x="28" y="36"/>
                      <a:pt x="35" y="35"/>
                      <a:pt x="40" y="33"/>
                    </a:cubicBezTo>
                    <a:lnTo>
                      <a:pt x="40" y="36"/>
                    </a:lnTo>
                    <a:close/>
                    <a:moveTo>
                      <a:pt x="24" y="8"/>
                    </a:moveTo>
                    <a:cubicBezTo>
                      <a:pt x="31" y="8"/>
                      <a:pt x="38" y="10"/>
                      <a:pt x="40" y="12"/>
                    </a:cubicBezTo>
                    <a:cubicBezTo>
                      <a:pt x="38" y="14"/>
                      <a:pt x="31" y="16"/>
                      <a:pt x="24" y="16"/>
                    </a:cubicBezTo>
                    <a:cubicBezTo>
                      <a:pt x="17" y="16"/>
                      <a:pt x="10" y="14"/>
                      <a:pt x="8" y="12"/>
                    </a:cubicBezTo>
                    <a:cubicBezTo>
                      <a:pt x="10" y="10"/>
                      <a:pt x="17" y="8"/>
                      <a:pt x="24" y="8"/>
                    </a:cubicBezTo>
                    <a:close/>
                    <a:moveTo>
                      <a:pt x="24" y="52"/>
                    </a:moveTo>
                    <a:cubicBezTo>
                      <a:pt x="16" y="52"/>
                      <a:pt x="9" y="49"/>
                      <a:pt x="8" y="48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13" y="47"/>
                      <a:pt x="20" y="48"/>
                      <a:pt x="24" y="48"/>
                    </a:cubicBezTo>
                    <a:cubicBezTo>
                      <a:pt x="28" y="48"/>
                      <a:pt x="35" y="47"/>
                      <a:pt x="40" y="45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39" y="49"/>
                      <a:pt x="32" y="52"/>
                      <a:pt x="24" y="5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3219450" y="2416176"/>
              <a:ext cx="303213" cy="203200"/>
              <a:chOff x="3219450" y="2416176"/>
              <a:chExt cx="303213" cy="203200"/>
            </a:xfrm>
          </p:grpSpPr>
          <p:sp>
            <p:nvSpPr>
              <p:cNvPr id="53" name="Freeform 51"/>
              <p:cNvSpPr>
                <a:spLocks noEditPoints="1"/>
              </p:cNvSpPr>
              <p:nvPr/>
            </p:nvSpPr>
            <p:spPr bwMode="auto">
              <a:xfrm>
                <a:off x="3384550" y="2454276"/>
                <a:ext cx="74613" cy="127000"/>
              </a:xfrm>
              <a:custGeom>
                <a:avLst/>
                <a:gdLst>
                  <a:gd name="T0" fmla="*/ 16 w 24"/>
                  <a:gd name="T1" fmla="*/ 4 h 40"/>
                  <a:gd name="T2" fmla="*/ 16 w 24"/>
                  <a:gd name="T3" fmla="*/ 0 h 40"/>
                  <a:gd name="T4" fmla="*/ 8 w 24"/>
                  <a:gd name="T5" fmla="*/ 0 h 40"/>
                  <a:gd name="T6" fmla="*/ 8 w 24"/>
                  <a:gd name="T7" fmla="*/ 4 h 40"/>
                  <a:gd name="T8" fmla="*/ 0 w 24"/>
                  <a:gd name="T9" fmla="*/ 4 h 40"/>
                  <a:gd name="T10" fmla="*/ 0 w 24"/>
                  <a:gd name="T11" fmla="*/ 36 h 40"/>
                  <a:gd name="T12" fmla="*/ 8 w 24"/>
                  <a:gd name="T13" fmla="*/ 36 h 40"/>
                  <a:gd name="T14" fmla="*/ 8 w 24"/>
                  <a:gd name="T15" fmla="*/ 40 h 40"/>
                  <a:gd name="T16" fmla="*/ 16 w 24"/>
                  <a:gd name="T17" fmla="*/ 40 h 40"/>
                  <a:gd name="T18" fmla="*/ 16 w 24"/>
                  <a:gd name="T19" fmla="*/ 36 h 40"/>
                  <a:gd name="T20" fmla="*/ 24 w 24"/>
                  <a:gd name="T21" fmla="*/ 26 h 40"/>
                  <a:gd name="T22" fmla="*/ 22 w 24"/>
                  <a:gd name="T23" fmla="*/ 20 h 40"/>
                  <a:gd name="T24" fmla="*/ 24 w 24"/>
                  <a:gd name="T25" fmla="*/ 14 h 40"/>
                  <a:gd name="T26" fmla="*/ 16 w 24"/>
                  <a:gd name="T27" fmla="*/ 4 h 40"/>
                  <a:gd name="T28" fmla="*/ 16 w 24"/>
                  <a:gd name="T29" fmla="*/ 14 h 40"/>
                  <a:gd name="T30" fmla="*/ 14 w 24"/>
                  <a:gd name="T31" fmla="*/ 16 h 40"/>
                  <a:gd name="T32" fmla="*/ 8 w 24"/>
                  <a:gd name="T33" fmla="*/ 16 h 40"/>
                  <a:gd name="T34" fmla="*/ 8 w 24"/>
                  <a:gd name="T35" fmla="*/ 12 h 40"/>
                  <a:gd name="T36" fmla="*/ 14 w 24"/>
                  <a:gd name="T37" fmla="*/ 12 h 40"/>
                  <a:gd name="T38" fmla="*/ 16 w 24"/>
                  <a:gd name="T39" fmla="*/ 14 h 40"/>
                  <a:gd name="T40" fmla="*/ 14 w 24"/>
                  <a:gd name="T41" fmla="*/ 28 h 40"/>
                  <a:gd name="T42" fmla="*/ 8 w 24"/>
                  <a:gd name="T43" fmla="*/ 28 h 40"/>
                  <a:gd name="T44" fmla="*/ 8 w 24"/>
                  <a:gd name="T45" fmla="*/ 24 h 40"/>
                  <a:gd name="T46" fmla="*/ 14 w 24"/>
                  <a:gd name="T47" fmla="*/ 24 h 40"/>
                  <a:gd name="T48" fmla="*/ 16 w 24"/>
                  <a:gd name="T49" fmla="*/ 26 h 40"/>
                  <a:gd name="T50" fmla="*/ 14 w 24"/>
                  <a:gd name="T51" fmla="*/ 2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" h="40">
                    <a:moveTo>
                      <a:pt x="16" y="4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4"/>
                      <a:pt x="23" y="22"/>
                      <a:pt x="22" y="20"/>
                    </a:cubicBezTo>
                    <a:cubicBezTo>
                      <a:pt x="23" y="18"/>
                      <a:pt x="24" y="16"/>
                      <a:pt x="24" y="14"/>
                    </a:cubicBezTo>
                    <a:cubicBezTo>
                      <a:pt x="24" y="9"/>
                      <a:pt x="21" y="5"/>
                      <a:pt x="16" y="4"/>
                    </a:cubicBezTo>
                    <a:close/>
                    <a:moveTo>
                      <a:pt x="16" y="14"/>
                    </a:moveTo>
                    <a:cubicBezTo>
                      <a:pt x="16" y="15"/>
                      <a:pt x="15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lose/>
                    <a:moveTo>
                      <a:pt x="14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52"/>
              <p:cNvSpPr>
                <a:spLocks noEditPoints="1"/>
              </p:cNvSpPr>
              <p:nvPr/>
            </p:nvSpPr>
            <p:spPr bwMode="auto">
              <a:xfrm>
                <a:off x="3219450" y="2416176"/>
                <a:ext cx="303213" cy="203200"/>
              </a:xfrm>
              <a:custGeom>
                <a:avLst/>
                <a:gdLst>
                  <a:gd name="T0" fmla="*/ 64 w 96"/>
                  <a:gd name="T1" fmla="*/ 0 h 64"/>
                  <a:gd name="T2" fmla="*/ 35 w 96"/>
                  <a:gd name="T3" fmla="*/ 19 h 64"/>
                  <a:gd name="T4" fmla="*/ 24 w 96"/>
                  <a:gd name="T5" fmla="*/ 16 h 64"/>
                  <a:gd name="T6" fmla="*/ 0 w 96"/>
                  <a:gd name="T7" fmla="*/ 40 h 64"/>
                  <a:gd name="T8" fmla="*/ 24 w 96"/>
                  <a:gd name="T9" fmla="*/ 64 h 64"/>
                  <a:gd name="T10" fmla="*/ 64 w 96"/>
                  <a:gd name="T11" fmla="*/ 64 h 64"/>
                  <a:gd name="T12" fmla="*/ 96 w 96"/>
                  <a:gd name="T13" fmla="*/ 32 h 64"/>
                  <a:gd name="T14" fmla="*/ 64 w 96"/>
                  <a:gd name="T15" fmla="*/ 0 h 64"/>
                  <a:gd name="T16" fmla="*/ 64 w 96"/>
                  <a:gd name="T17" fmla="*/ 56 h 64"/>
                  <a:gd name="T18" fmla="*/ 24 w 96"/>
                  <a:gd name="T19" fmla="*/ 56 h 64"/>
                  <a:gd name="T20" fmla="*/ 8 w 96"/>
                  <a:gd name="T21" fmla="*/ 40 h 64"/>
                  <a:gd name="T22" fmla="*/ 24 w 96"/>
                  <a:gd name="T23" fmla="*/ 24 h 64"/>
                  <a:gd name="T24" fmla="*/ 34 w 96"/>
                  <a:gd name="T25" fmla="*/ 28 h 64"/>
                  <a:gd name="T26" fmla="*/ 38 w 96"/>
                  <a:gd name="T27" fmla="*/ 29 h 64"/>
                  <a:gd name="T28" fmla="*/ 41 w 96"/>
                  <a:gd name="T29" fmla="*/ 26 h 64"/>
                  <a:gd name="T30" fmla="*/ 64 w 96"/>
                  <a:gd name="T31" fmla="*/ 8 h 64"/>
                  <a:gd name="T32" fmla="*/ 88 w 96"/>
                  <a:gd name="T33" fmla="*/ 32 h 64"/>
                  <a:gd name="T34" fmla="*/ 64 w 96"/>
                  <a:gd name="T35" fmla="*/ 5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64">
                    <a:moveTo>
                      <a:pt x="64" y="0"/>
                    </a:moveTo>
                    <a:cubicBezTo>
                      <a:pt x="51" y="0"/>
                      <a:pt x="40" y="7"/>
                      <a:pt x="35" y="19"/>
                    </a:cubicBezTo>
                    <a:cubicBezTo>
                      <a:pt x="32" y="17"/>
                      <a:pt x="28" y="16"/>
                      <a:pt x="24" y="16"/>
                    </a:cubicBezTo>
                    <a:cubicBezTo>
                      <a:pt x="11" y="16"/>
                      <a:pt x="0" y="27"/>
                      <a:pt x="0" y="40"/>
                    </a:cubicBezTo>
                    <a:cubicBezTo>
                      <a:pt x="0" y="53"/>
                      <a:pt x="11" y="64"/>
                      <a:pt x="24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82" y="64"/>
                      <a:pt x="96" y="50"/>
                      <a:pt x="96" y="32"/>
                    </a:cubicBezTo>
                    <a:cubicBezTo>
                      <a:pt x="96" y="14"/>
                      <a:pt x="82" y="0"/>
                      <a:pt x="64" y="0"/>
                    </a:cubicBezTo>
                    <a:close/>
                    <a:moveTo>
                      <a:pt x="64" y="56"/>
                    </a:moveTo>
                    <a:cubicBezTo>
                      <a:pt x="24" y="56"/>
                      <a:pt x="24" y="56"/>
                      <a:pt x="24" y="56"/>
                    </a:cubicBezTo>
                    <a:cubicBezTo>
                      <a:pt x="15" y="56"/>
                      <a:pt x="8" y="49"/>
                      <a:pt x="8" y="40"/>
                    </a:cubicBezTo>
                    <a:cubicBezTo>
                      <a:pt x="8" y="31"/>
                      <a:pt x="15" y="24"/>
                      <a:pt x="24" y="24"/>
                    </a:cubicBezTo>
                    <a:cubicBezTo>
                      <a:pt x="29" y="24"/>
                      <a:pt x="32" y="26"/>
                      <a:pt x="34" y="28"/>
                    </a:cubicBezTo>
                    <a:cubicBezTo>
                      <a:pt x="35" y="29"/>
                      <a:pt x="37" y="29"/>
                      <a:pt x="38" y="29"/>
                    </a:cubicBezTo>
                    <a:cubicBezTo>
                      <a:pt x="39" y="28"/>
                      <a:pt x="40" y="27"/>
                      <a:pt x="41" y="26"/>
                    </a:cubicBezTo>
                    <a:cubicBezTo>
                      <a:pt x="44" y="15"/>
                      <a:pt x="53" y="8"/>
                      <a:pt x="64" y="8"/>
                    </a:cubicBezTo>
                    <a:cubicBezTo>
                      <a:pt x="77" y="8"/>
                      <a:pt x="88" y="19"/>
                      <a:pt x="88" y="32"/>
                    </a:cubicBezTo>
                    <a:cubicBezTo>
                      <a:pt x="88" y="45"/>
                      <a:pt x="77" y="56"/>
                      <a:pt x="64" y="5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3825875" y="2390776"/>
              <a:ext cx="303213" cy="252413"/>
              <a:chOff x="3825875" y="2390776"/>
              <a:chExt cx="303213" cy="252413"/>
            </a:xfrm>
          </p:grpSpPr>
          <p:sp>
            <p:nvSpPr>
              <p:cNvPr id="55" name="Freeform 53"/>
              <p:cNvSpPr>
                <a:spLocks noEditPoints="1"/>
              </p:cNvSpPr>
              <p:nvPr/>
            </p:nvSpPr>
            <p:spPr bwMode="auto">
              <a:xfrm>
                <a:off x="3825875" y="2390776"/>
                <a:ext cx="303213" cy="252413"/>
              </a:xfrm>
              <a:custGeom>
                <a:avLst/>
                <a:gdLst>
                  <a:gd name="T0" fmla="*/ 93 w 96"/>
                  <a:gd name="T1" fmla="*/ 56 h 80"/>
                  <a:gd name="T2" fmla="*/ 92 w 96"/>
                  <a:gd name="T3" fmla="*/ 56 h 80"/>
                  <a:gd name="T4" fmla="*/ 92 w 96"/>
                  <a:gd name="T5" fmla="*/ 56 h 80"/>
                  <a:gd name="T6" fmla="*/ 92 w 96"/>
                  <a:gd name="T7" fmla="*/ 4 h 80"/>
                  <a:gd name="T8" fmla="*/ 88 w 96"/>
                  <a:gd name="T9" fmla="*/ 0 h 80"/>
                  <a:gd name="T10" fmla="*/ 8 w 96"/>
                  <a:gd name="T11" fmla="*/ 0 h 80"/>
                  <a:gd name="T12" fmla="*/ 4 w 96"/>
                  <a:gd name="T13" fmla="*/ 4 h 80"/>
                  <a:gd name="T14" fmla="*/ 4 w 96"/>
                  <a:gd name="T15" fmla="*/ 56 h 80"/>
                  <a:gd name="T16" fmla="*/ 4 w 96"/>
                  <a:gd name="T17" fmla="*/ 56 h 80"/>
                  <a:gd name="T18" fmla="*/ 3 w 96"/>
                  <a:gd name="T19" fmla="*/ 56 h 80"/>
                  <a:gd name="T20" fmla="*/ 0 w 96"/>
                  <a:gd name="T21" fmla="*/ 61 h 80"/>
                  <a:gd name="T22" fmla="*/ 3 w 96"/>
                  <a:gd name="T23" fmla="*/ 73 h 80"/>
                  <a:gd name="T24" fmla="*/ 12 w 96"/>
                  <a:gd name="T25" fmla="*/ 80 h 80"/>
                  <a:gd name="T26" fmla="*/ 84 w 96"/>
                  <a:gd name="T27" fmla="*/ 80 h 80"/>
                  <a:gd name="T28" fmla="*/ 93 w 96"/>
                  <a:gd name="T29" fmla="*/ 73 h 80"/>
                  <a:gd name="T30" fmla="*/ 96 w 96"/>
                  <a:gd name="T31" fmla="*/ 61 h 80"/>
                  <a:gd name="T32" fmla="*/ 93 w 96"/>
                  <a:gd name="T33" fmla="*/ 56 h 80"/>
                  <a:gd name="T34" fmla="*/ 12 w 96"/>
                  <a:gd name="T35" fmla="*/ 8 h 80"/>
                  <a:gd name="T36" fmla="*/ 84 w 96"/>
                  <a:gd name="T37" fmla="*/ 8 h 80"/>
                  <a:gd name="T38" fmla="*/ 84 w 96"/>
                  <a:gd name="T39" fmla="*/ 56 h 80"/>
                  <a:gd name="T40" fmla="*/ 60 w 96"/>
                  <a:gd name="T41" fmla="*/ 56 h 80"/>
                  <a:gd name="T42" fmla="*/ 57 w 96"/>
                  <a:gd name="T43" fmla="*/ 57 h 80"/>
                  <a:gd name="T44" fmla="*/ 54 w 96"/>
                  <a:gd name="T45" fmla="*/ 60 h 80"/>
                  <a:gd name="T46" fmla="*/ 42 w 96"/>
                  <a:gd name="T47" fmla="*/ 60 h 80"/>
                  <a:gd name="T48" fmla="*/ 39 w 96"/>
                  <a:gd name="T49" fmla="*/ 57 h 80"/>
                  <a:gd name="T50" fmla="*/ 36 w 96"/>
                  <a:gd name="T51" fmla="*/ 56 h 80"/>
                  <a:gd name="T52" fmla="*/ 12 w 96"/>
                  <a:gd name="T53" fmla="*/ 56 h 80"/>
                  <a:gd name="T54" fmla="*/ 12 w 96"/>
                  <a:gd name="T55" fmla="*/ 8 h 80"/>
                  <a:gd name="T56" fmla="*/ 84 w 96"/>
                  <a:gd name="T57" fmla="*/ 72 h 80"/>
                  <a:gd name="T58" fmla="*/ 12 w 96"/>
                  <a:gd name="T59" fmla="*/ 72 h 80"/>
                  <a:gd name="T60" fmla="*/ 11 w 96"/>
                  <a:gd name="T61" fmla="*/ 71 h 80"/>
                  <a:gd name="T62" fmla="*/ 9 w 96"/>
                  <a:gd name="T63" fmla="*/ 64 h 80"/>
                  <a:gd name="T64" fmla="*/ 34 w 96"/>
                  <a:gd name="T65" fmla="*/ 64 h 80"/>
                  <a:gd name="T66" fmla="*/ 37 w 96"/>
                  <a:gd name="T67" fmla="*/ 67 h 80"/>
                  <a:gd name="T68" fmla="*/ 40 w 96"/>
                  <a:gd name="T69" fmla="*/ 68 h 80"/>
                  <a:gd name="T70" fmla="*/ 56 w 96"/>
                  <a:gd name="T71" fmla="*/ 68 h 80"/>
                  <a:gd name="T72" fmla="*/ 59 w 96"/>
                  <a:gd name="T73" fmla="*/ 67 h 80"/>
                  <a:gd name="T74" fmla="*/ 62 w 96"/>
                  <a:gd name="T75" fmla="*/ 64 h 80"/>
                  <a:gd name="T76" fmla="*/ 87 w 96"/>
                  <a:gd name="T77" fmla="*/ 64 h 80"/>
                  <a:gd name="T78" fmla="*/ 85 w 96"/>
                  <a:gd name="T79" fmla="*/ 71 h 80"/>
                  <a:gd name="T80" fmla="*/ 84 w 96"/>
                  <a:gd name="T8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6" h="80">
                    <a:moveTo>
                      <a:pt x="93" y="56"/>
                    </a:moveTo>
                    <a:cubicBezTo>
                      <a:pt x="93" y="56"/>
                      <a:pt x="92" y="56"/>
                      <a:pt x="92" y="56"/>
                    </a:cubicBezTo>
                    <a:cubicBezTo>
                      <a:pt x="92" y="56"/>
                      <a:pt x="92" y="56"/>
                      <a:pt x="92" y="56"/>
                    </a:cubicBezTo>
                    <a:cubicBezTo>
                      <a:pt x="92" y="4"/>
                      <a:pt x="92" y="4"/>
                      <a:pt x="92" y="4"/>
                    </a:cubicBezTo>
                    <a:cubicBezTo>
                      <a:pt x="92" y="2"/>
                      <a:pt x="90" y="0"/>
                      <a:pt x="8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4" y="2"/>
                      <a:pt x="4" y="4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56"/>
                      <a:pt x="3" y="56"/>
                      <a:pt x="3" y="56"/>
                    </a:cubicBezTo>
                    <a:cubicBezTo>
                      <a:pt x="1" y="57"/>
                      <a:pt x="0" y="59"/>
                      <a:pt x="0" y="61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4" y="77"/>
                      <a:pt x="8" y="80"/>
                      <a:pt x="12" y="80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88" y="80"/>
                      <a:pt x="92" y="77"/>
                      <a:pt x="93" y="73"/>
                    </a:cubicBezTo>
                    <a:cubicBezTo>
                      <a:pt x="96" y="61"/>
                      <a:pt x="96" y="61"/>
                      <a:pt x="96" y="61"/>
                    </a:cubicBezTo>
                    <a:cubicBezTo>
                      <a:pt x="96" y="59"/>
                      <a:pt x="95" y="57"/>
                      <a:pt x="93" y="56"/>
                    </a:cubicBezTo>
                    <a:close/>
                    <a:moveTo>
                      <a:pt x="12" y="8"/>
                    </a:moveTo>
                    <a:cubicBezTo>
                      <a:pt x="84" y="8"/>
                      <a:pt x="84" y="8"/>
                      <a:pt x="84" y="8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59" y="56"/>
                      <a:pt x="58" y="56"/>
                      <a:pt x="57" y="57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6"/>
                      <a:pt x="37" y="56"/>
                      <a:pt x="36" y="56"/>
                    </a:cubicBezTo>
                    <a:cubicBezTo>
                      <a:pt x="12" y="56"/>
                      <a:pt x="12" y="56"/>
                      <a:pt x="12" y="56"/>
                    </a:cubicBezTo>
                    <a:lnTo>
                      <a:pt x="12" y="8"/>
                    </a:lnTo>
                    <a:close/>
                    <a:moveTo>
                      <a:pt x="84" y="72"/>
                    </a:move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2"/>
                      <a:pt x="11" y="71"/>
                      <a:pt x="11" y="71"/>
                    </a:cubicBezTo>
                    <a:cubicBezTo>
                      <a:pt x="9" y="64"/>
                      <a:pt x="9" y="64"/>
                      <a:pt x="9" y="64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37" y="67"/>
                      <a:pt x="37" y="67"/>
                      <a:pt x="37" y="67"/>
                    </a:cubicBezTo>
                    <a:cubicBezTo>
                      <a:pt x="38" y="68"/>
                      <a:pt x="39" y="68"/>
                      <a:pt x="40" y="68"/>
                    </a:cubicBezTo>
                    <a:cubicBezTo>
                      <a:pt x="56" y="68"/>
                      <a:pt x="56" y="68"/>
                      <a:pt x="56" y="68"/>
                    </a:cubicBezTo>
                    <a:cubicBezTo>
                      <a:pt x="57" y="68"/>
                      <a:pt x="58" y="68"/>
                      <a:pt x="59" y="67"/>
                    </a:cubicBezTo>
                    <a:cubicBezTo>
                      <a:pt x="62" y="64"/>
                      <a:pt x="62" y="64"/>
                      <a:pt x="62" y="64"/>
                    </a:cubicBezTo>
                    <a:cubicBezTo>
                      <a:pt x="87" y="64"/>
                      <a:pt x="87" y="64"/>
                      <a:pt x="87" y="64"/>
                    </a:cubicBezTo>
                    <a:cubicBezTo>
                      <a:pt x="85" y="71"/>
                      <a:pt x="85" y="71"/>
                      <a:pt x="85" y="71"/>
                    </a:cubicBezTo>
                    <a:cubicBezTo>
                      <a:pt x="85" y="71"/>
                      <a:pt x="84" y="72"/>
                      <a:pt x="84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54"/>
              <p:cNvSpPr>
                <a:spLocks noEditPoints="1"/>
              </p:cNvSpPr>
              <p:nvPr/>
            </p:nvSpPr>
            <p:spPr bwMode="auto">
              <a:xfrm>
                <a:off x="3940175" y="2428876"/>
                <a:ext cx="76200" cy="127000"/>
              </a:xfrm>
              <a:custGeom>
                <a:avLst/>
                <a:gdLst>
                  <a:gd name="T0" fmla="*/ 8 w 24"/>
                  <a:gd name="T1" fmla="*/ 36 h 40"/>
                  <a:gd name="T2" fmla="*/ 8 w 24"/>
                  <a:gd name="T3" fmla="*/ 40 h 40"/>
                  <a:gd name="T4" fmla="*/ 16 w 24"/>
                  <a:gd name="T5" fmla="*/ 40 h 40"/>
                  <a:gd name="T6" fmla="*/ 16 w 24"/>
                  <a:gd name="T7" fmla="*/ 36 h 40"/>
                  <a:gd name="T8" fmla="*/ 24 w 24"/>
                  <a:gd name="T9" fmla="*/ 26 h 40"/>
                  <a:gd name="T10" fmla="*/ 22 w 24"/>
                  <a:gd name="T11" fmla="*/ 20 h 40"/>
                  <a:gd name="T12" fmla="*/ 24 w 24"/>
                  <a:gd name="T13" fmla="*/ 14 h 40"/>
                  <a:gd name="T14" fmla="*/ 16 w 24"/>
                  <a:gd name="T15" fmla="*/ 4 h 40"/>
                  <a:gd name="T16" fmla="*/ 16 w 24"/>
                  <a:gd name="T17" fmla="*/ 0 h 40"/>
                  <a:gd name="T18" fmla="*/ 8 w 24"/>
                  <a:gd name="T19" fmla="*/ 0 h 40"/>
                  <a:gd name="T20" fmla="*/ 8 w 24"/>
                  <a:gd name="T21" fmla="*/ 4 h 40"/>
                  <a:gd name="T22" fmla="*/ 0 w 24"/>
                  <a:gd name="T23" fmla="*/ 4 h 40"/>
                  <a:gd name="T24" fmla="*/ 0 w 24"/>
                  <a:gd name="T25" fmla="*/ 36 h 40"/>
                  <a:gd name="T26" fmla="*/ 8 w 24"/>
                  <a:gd name="T27" fmla="*/ 36 h 40"/>
                  <a:gd name="T28" fmla="*/ 14 w 24"/>
                  <a:gd name="T29" fmla="*/ 28 h 40"/>
                  <a:gd name="T30" fmla="*/ 8 w 24"/>
                  <a:gd name="T31" fmla="*/ 28 h 40"/>
                  <a:gd name="T32" fmla="*/ 8 w 24"/>
                  <a:gd name="T33" fmla="*/ 24 h 40"/>
                  <a:gd name="T34" fmla="*/ 14 w 24"/>
                  <a:gd name="T35" fmla="*/ 24 h 40"/>
                  <a:gd name="T36" fmla="*/ 16 w 24"/>
                  <a:gd name="T37" fmla="*/ 26 h 40"/>
                  <a:gd name="T38" fmla="*/ 14 w 24"/>
                  <a:gd name="T39" fmla="*/ 28 h 40"/>
                  <a:gd name="T40" fmla="*/ 16 w 24"/>
                  <a:gd name="T41" fmla="*/ 14 h 40"/>
                  <a:gd name="T42" fmla="*/ 14 w 24"/>
                  <a:gd name="T43" fmla="*/ 16 h 40"/>
                  <a:gd name="T44" fmla="*/ 8 w 24"/>
                  <a:gd name="T45" fmla="*/ 16 h 40"/>
                  <a:gd name="T46" fmla="*/ 8 w 24"/>
                  <a:gd name="T47" fmla="*/ 12 h 40"/>
                  <a:gd name="T48" fmla="*/ 14 w 24"/>
                  <a:gd name="T49" fmla="*/ 12 h 40"/>
                  <a:gd name="T50" fmla="*/ 16 w 24"/>
                  <a:gd name="T51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" h="40">
                    <a:moveTo>
                      <a:pt x="8" y="36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4"/>
                      <a:pt x="23" y="22"/>
                      <a:pt x="22" y="20"/>
                    </a:cubicBezTo>
                    <a:cubicBezTo>
                      <a:pt x="23" y="18"/>
                      <a:pt x="24" y="16"/>
                      <a:pt x="24" y="14"/>
                    </a:cubicBezTo>
                    <a:cubicBezTo>
                      <a:pt x="24" y="9"/>
                      <a:pt x="21" y="5"/>
                      <a:pt x="16" y="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8" y="36"/>
                    </a:lnTo>
                    <a:close/>
                    <a:moveTo>
                      <a:pt x="14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lose/>
                    <a:moveTo>
                      <a:pt x="16" y="14"/>
                    </a:moveTo>
                    <a:cubicBezTo>
                      <a:pt x="16" y="15"/>
                      <a:pt x="15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5051425" y="2390776"/>
              <a:ext cx="277813" cy="252413"/>
              <a:chOff x="5051425" y="2390776"/>
              <a:chExt cx="277813" cy="252413"/>
            </a:xfrm>
          </p:grpSpPr>
          <p:sp>
            <p:nvSpPr>
              <p:cNvPr id="57" name="Freeform 55"/>
              <p:cNvSpPr>
                <a:spLocks noEditPoints="1"/>
              </p:cNvSpPr>
              <p:nvPr/>
            </p:nvSpPr>
            <p:spPr bwMode="auto">
              <a:xfrm>
                <a:off x="5051425" y="2390776"/>
                <a:ext cx="277813" cy="252413"/>
              </a:xfrm>
              <a:custGeom>
                <a:avLst/>
                <a:gdLst>
                  <a:gd name="T0" fmla="*/ 80 w 88"/>
                  <a:gd name="T1" fmla="*/ 0 h 80"/>
                  <a:gd name="T2" fmla="*/ 8 w 88"/>
                  <a:gd name="T3" fmla="*/ 0 h 80"/>
                  <a:gd name="T4" fmla="*/ 0 w 88"/>
                  <a:gd name="T5" fmla="*/ 8 h 80"/>
                  <a:gd name="T6" fmla="*/ 0 w 88"/>
                  <a:gd name="T7" fmla="*/ 72 h 80"/>
                  <a:gd name="T8" fmla="*/ 8 w 88"/>
                  <a:gd name="T9" fmla="*/ 80 h 80"/>
                  <a:gd name="T10" fmla="*/ 80 w 88"/>
                  <a:gd name="T11" fmla="*/ 80 h 80"/>
                  <a:gd name="T12" fmla="*/ 88 w 88"/>
                  <a:gd name="T13" fmla="*/ 72 h 80"/>
                  <a:gd name="T14" fmla="*/ 88 w 88"/>
                  <a:gd name="T15" fmla="*/ 8 h 80"/>
                  <a:gd name="T16" fmla="*/ 80 w 88"/>
                  <a:gd name="T17" fmla="*/ 0 h 80"/>
                  <a:gd name="T18" fmla="*/ 80 w 88"/>
                  <a:gd name="T19" fmla="*/ 16 h 80"/>
                  <a:gd name="T20" fmla="*/ 48 w 88"/>
                  <a:gd name="T21" fmla="*/ 16 h 80"/>
                  <a:gd name="T22" fmla="*/ 48 w 88"/>
                  <a:gd name="T23" fmla="*/ 8 h 80"/>
                  <a:gd name="T24" fmla="*/ 80 w 88"/>
                  <a:gd name="T25" fmla="*/ 8 h 80"/>
                  <a:gd name="T26" fmla="*/ 80 w 88"/>
                  <a:gd name="T27" fmla="*/ 16 h 80"/>
                  <a:gd name="T28" fmla="*/ 28 w 88"/>
                  <a:gd name="T29" fmla="*/ 16 h 80"/>
                  <a:gd name="T30" fmla="*/ 28 w 88"/>
                  <a:gd name="T31" fmla="*/ 8 h 80"/>
                  <a:gd name="T32" fmla="*/ 40 w 88"/>
                  <a:gd name="T33" fmla="*/ 8 h 80"/>
                  <a:gd name="T34" fmla="*/ 40 w 88"/>
                  <a:gd name="T35" fmla="*/ 16 h 80"/>
                  <a:gd name="T36" fmla="*/ 28 w 88"/>
                  <a:gd name="T37" fmla="*/ 16 h 80"/>
                  <a:gd name="T38" fmla="*/ 20 w 88"/>
                  <a:gd name="T39" fmla="*/ 8 h 80"/>
                  <a:gd name="T40" fmla="*/ 20 w 88"/>
                  <a:gd name="T41" fmla="*/ 16 h 80"/>
                  <a:gd name="T42" fmla="*/ 8 w 88"/>
                  <a:gd name="T43" fmla="*/ 16 h 80"/>
                  <a:gd name="T44" fmla="*/ 8 w 88"/>
                  <a:gd name="T45" fmla="*/ 8 h 80"/>
                  <a:gd name="T46" fmla="*/ 20 w 88"/>
                  <a:gd name="T47" fmla="*/ 8 h 80"/>
                  <a:gd name="T48" fmla="*/ 8 w 88"/>
                  <a:gd name="T49" fmla="*/ 72 h 80"/>
                  <a:gd name="T50" fmla="*/ 8 w 88"/>
                  <a:gd name="T51" fmla="*/ 24 h 80"/>
                  <a:gd name="T52" fmla="*/ 80 w 88"/>
                  <a:gd name="T53" fmla="*/ 24 h 80"/>
                  <a:gd name="T54" fmla="*/ 80 w 88"/>
                  <a:gd name="T55" fmla="*/ 72 h 80"/>
                  <a:gd name="T56" fmla="*/ 8 w 88"/>
                  <a:gd name="T5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8" h="80">
                    <a:moveTo>
                      <a:pt x="8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80" y="80"/>
                      <a:pt x="80" y="80"/>
                      <a:pt x="80" y="80"/>
                    </a:cubicBezTo>
                    <a:cubicBezTo>
                      <a:pt x="84" y="80"/>
                      <a:pt x="88" y="76"/>
                      <a:pt x="88" y="72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80" y="16"/>
                    </a:move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80" y="8"/>
                      <a:pt x="80" y="8"/>
                      <a:pt x="80" y="8"/>
                    </a:cubicBezTo>
                    <a:lnTo>
                      <a:pt x="80" y="16"/>
                    </a:lnTo>
                    <a:close/>
                    <a:moveTo>
                      <a:pt x="28" y="16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16"/>
                      <a:pt x="40" y="16"/>
                      <a:pt x="40" y="16"/>
                    </a:cubicBezTo>
                    <a:lnTo>
                      <a:pt x="28" y="16"/>
                    </a:lnTo>
                    <a:close/>
                    <a:moveTo>
                      <a:pt x="20" y="8"/>
                    </a:moveTo>
                    <a:cubicBezTo>
                      <a:pt x="20" y="16"/>
                      <a:pt x="20" y="16"/>
                      <a:pt x="2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20" y="8"/>
                    </a:lnTo>
                    <a:close/>
                    <a:moveTo>
                      <a:pt x="8" y="72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72"/>
                      <a:pt x="80" y="72"/>
                      <a:pt x="80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6"/>
              <p:cNvSpPr>
                <a:spLocks noEditPoints="1"/>
              </p:cNvSpPr>
              <p:nvPr/>
            </p:nvSpPr>
            <p:spPr bwMode="auto">
              <a:xfrm>
                <a:off x="5153025" y="2479676"/>
                <a:ext cx="76200" cy="127000"/>
              </a:xfrm>
              <a:custGeom>
                <a:avLst/>
                <a:gdLst>
                  <a:gd name="T0" fmla="*/ 16 w 24"/>
                  <a:gd name="T1" fmla="*/ 4 h 40"/>
                  <a:gd name="T2" fmla="*/ 16 w 24"/>
                  <a:gd name="T3" fmla="*/ 0 h 40"/>
                  <a:gd name="T4" fmla="*/ 8 w 24"/>
                  <a:gd name="T5" fmla="*/ 0 h 40"/>
                  <a:gd name="T6" fmla="*/ 8 w 24"/>
                  <a:gd name="T7" fmla="*/ 4 h 40"/>
                  <a:gd name="T8" fmla="*/ 0 w 24"/>
                  <a:gd name="T9" fmla="*/ 4 h 40"/>
                  <a:gd name="T10" fmla="*/ 0 w 24"/>
                  <a:gd name="T11" fmla="*/ 36 h 40"/>
                  <a:gd name="T12" fmla="*/ 8 w 24"/>
                  <a:gd name="T13" fmla="*/ 36 h 40"/>
                  <a:gd name="T14" fmla="*/ 8 w 24"/>
                  <a:gd name="T15" fmla="*/ 40 h 40"/>
                  <a:gd name="T16" fmla="*/ 16 w 24"/>
                  <a:gd name="T17" fmla="*/ 40 h 40"/>
                  <a:gd name="T18" fmla="*/ 16 w 24"/>
                  <a:gd name="T19" fmla="*/ 36 h 40"/>
                  <a:gd name="T20" fmla="*/ 24 w 24"/>
                  <a:gd name="T21" fmla="*/ 26 h 40"/>
                  <a:gd name="T22" fmla="*/ 22 w 24"/>
                  <a:gd name="T23" fmla="*/ 20 h 40"/>
                  <a:gd name="T24" fmla="*/ 24 w 24"/>
                  <a:gd name="T25" fmla="*/ 14 h 40"/>
                  <a:gd name="T26" fmla="*/ 16 w 24"/>
                  <a:gd name="T27" fmla="*/ 4 h 40"/>
                  <a:gd name="T28" fmla="*/ 16 w 24"/>
                  <a:gd name="T29" fmla="*/ 14 h 40"/>
                  <a:gd name="T30" fmla="*/ 14 w 24"/>
                  <a:gd name="T31" fmla="*/ 16 h 40"/>
                  <a:gd name="T32" fmla="*/ 8 w 24"/>
                  <a:gd name="T33" fmla="*/ 16 h 40"/>
                  <a:gd name="T34" fmla="*/ 8 w 24"/>
                  <a:gd name="T35" fmla="*/ 12 h 40"/>
                  <a:gd name="T36" fmla="*/ 14 w 24"/>
                  <a:gd name="T37" fmla="*/ 12 h 40"/>
                  <a:gd name="T38" fmla="*/ 16 w 24"/>
                  <a:gd name="T39" fmla="*/ 14 h 40"/>
                  <a:gd name="T40" fmla="*/ 14 w 24"/>
                  <a:gd name="T41" fmla="*/ 28 h 40"/>
                  <a:gd name="T42" fmla="*/ 8 w 24"/>
                  <a:gd name="T43" fmla="*/ 28 h 40"/>
                  <a:gd name="T44" fmla="*/ 8 w 24"/>
                  <a:gd name="T45" fmla="*/ 24 h 40"/>
                  <a:gd name="T46" fmla="*/ 14 w 24"/>
                  <a:gd name="T47" fmla="*/ 24 h 40"/>
                  <a:gd name="T48" fmla="*/ 16 w 24"/>
                  <a:gd name="T49" fmla="*/ 26 h 40"/>
                  <a:gd name="T50" fmla="*/ 14 w 24"/>
                  <a:gd name="T51" fmla="*/ 2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" h="40">
                    <a:moveTo>
                      <a:pt x="16" y="4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4"/>
                      <a:pt x="23" y="22"/>
                      <a:pt x="22" y="20"/>
                    </a:cubicBezTo>
                    <a:cubicBezTo>
                      <a:pt x="23" y="18"/>
                      <a:pt x="24" y="16"/>
                      <a:pt x="24" y="14"/>
                    </a:cubicBezTo>
                    <a:cubicBezTo>
                      <a:pt x="24" y="9"/>
                      <a:pt x="21" y="5"/>
                      <a:pt x="16" y="4"/>
                    </a:cubicBezTo>
                    <a:close/>
                    <a:moveTo>
                      <a:pt x="16" y="14"/>
                    </a:moveTo>
                    <a:cubicBezTo>
                      <a:pt x="16" y="15"/>
                      <a:pt x="15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lose/>
                    <a:moveTo>
                      <a:pt x="14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4432300" y="2365376"/>
              <a:ext cx="303213" cy="303213"/>
              <a:chOff x="4432300" y="2365376"/>
              <a:chExt cx="303213" cy="303213"/>
            </a:xfrm>
          </p:grpSpPr>
          <p:sp>
            <p:nvSpPr>
              <p:cNvPr id="59" name="Freeform 57"/>
              <p:cNvSpPr>
                <a:spLocks noEditPoints="1"/>
              </p:cNvSpPr>
              <p:nvPr/>
            </p:nvSpPr>
            <p:spPr bwMode="auto">
              <a:xfrm>
                <a:off x="4432300" y="2365376"/>
                <a:ext cx="303213" cy="303213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83 w 96"/>
                  <a:gd name="T11" fmla="*/ 28 h 96"/>
                  <a:gd name="T12" fmla="*/ 73 w 96"/>
                  <a:gd name="T13" fmla="*/ 28 h 96"/>
                  <a:gd name="T14" fmla="*/ 61 w 96"/>
                  <a:gd name="T15" fmla="*/ 10 h 96"/>
                  <a:gd name="T16" fmla="*/ 83 w 96"/>
                  <a:gd name="T17" fmla="*/ 28 h 96"/>
                  <a:gd name="T18" fmla="*/ 24 w 96"/>
                  <a:gd name="T19" fmla="*/ 48 h 96"/>
                  <a:gd name="T20" fmla="*/ 48 w 96"/>
                  <a:gd name="T21" fmla="*/ 24 h 96"/>
                  <a:gd name="T22" fmla="*/ 72 w 96"/>
                  <a:gd name="T23" fmla="*/ 48 h 96"/>
                  <a:gd name="T24" fmla="*/ 48 w 96"/>
                  <a:gd name="T25" fmla="*/ 72 h 96"/>
                  <a:gd name="T26" fmla="*/ 24 w 96"/>
                  <a:gd name="T27" fmla="*/ 48 h 96"/>
                  <a:gd name="T28" fmla="*/ 50 w 96"/>
                  <a:gd name="T29" fmla="*/ 8 h 96"/>
                  <a:gd name="T30" fmla="*/ 56 w 96"/>
                  <a:gd name="T31" fmla="*/ 17 h 96"/>
                  <a:gd name="T32" fmla="*/ 48 w 96"/>
                  <a:gd name="T33" fmla="*/ 16 h 96"/>
                  <a:gd name="T34" fmla="*/ 40 w 96"/>
                  <a:gd name="T35" fmla="*/ 17 h 96"/>
                  <a:gd name="T36" fmla="*/ 46 w 96"/>
                  <a:gd name="T37" fmla="*/ 8 h 96"/>
                  <a:gd name="T38" fmla="*/ 48 w 96"/>
                  <a:gd name="T39" fmla="*/ 8 h 96"/>
                  <a:gd name="T40" fmla="*/ 50 w 96"/>
                  <a:gd name="T41" fmla="*/ 8 h 96"/>
                  <a:gd name="T42" fmla="*/ 35 w 96"/>
                  <a:gd name="T43" fmla="*/ 10 h 96"/>
                  <a:gd name="T44" fmla="*/ 23 w 96"/>
                  <a:gd name="T45" fmla="*/ 28 h 96"/>
                  <a:gd name="T46" fmla="*/ 13 w 96"/>
                  <a:gd name="T47" fmla="*/ 28 h 96"/>
                  <a:gd name="T48" fmla="*/ 35 w 96"/>
                  <a:gd name="T49" fmla="*/ 10 h 96"/>
                  <a:gd name="T50" fmla="*/ 10 w 96"/>
                  <a:gd name="T51" fmla="*/ 36 h 96"/>
                  <a:gd name="T52" fmla="*/ 18 w 96"/>
                  <a:gd name="T53" fmla="*/ 36 h 96"/>
                  <a:gd name="T54" fmla="*/ 16 w 96"/>
                  <a:gd name="T55" fmla="*/ 48 h 96"/>
                  <a:gd name="T56" fmla="*/ 18 w 96"/>
                  <a:gd name="T57" fmla="*/ 60 h 96"/>
                  <a:gd name="T58" fmla="*/ 10 w 96"/>
                  <a:gd name="T59" fmla="*/ 60 h 96"/>
                  <a:gd name="T60" fmla="*/ 8 w 96"/>
                  <a:gd name="T61" fmla="*/ 48 h 96"/>
                  <a:gd name="T62" fmla="*/ 10 w 96"/>
                  <a:gd name="T63" fmla="*/ 36 h 96"/>
                  <a:gd name="T64" fmla="*/ 13 w 96"/>
                  <a:gd name="T65" fmla="*/ 68 h 96"/>
                  <a:gd name="T66" fmla="*/ 23 w 96"/>
                  <a:gd name="T67" fmla="*/ 68 h 96"/>
                  <a:gd name="T68" fmla="*/ 35 w 96"/>
                  <a:gd name="T69" fmla="*/ 86 h 96"/>
                  <a:gd name="T70" fmla="*/ 13 w 96"/>
                  <a:gd name="T71" fmla="*/ 68 h 96"/>
                  <a:gd name="T72" fmla="*/ 46 w 96"/>
                  <a:gd name="T73" fmla="*/ 88 h 96"/>
                  <a:gd name="T74" fmla="*/ 40 w 96"/>
                  <a:gd name="T75" fmla="*/ 79 h 96"/>
                  <a:gd name="T76" fmla="*/ 48 w 96"/>
                  <a:gd name="T77" fmla="*/ 80 h 96"/>
                  <a:gd name="T78" fmla="*/ 56 w 96"/>
                  <a:gd name="T79" fmla="*/ 79 h 96"/>
                  <a:gd name="T80" fmla="*/ 50 w 96"/>
                  <a:gd name="T81" fmla="*/ 88 h 96"/>
                  <a:gd name="T82" fmla="*/ 48 w 96"/>
                  <a:gd name="T83" fmla="*/ 88 h 96"/>
                  <a:gd name="T84" fmla="*/ 46 w 96"/>
                  <a:gd name="T85" fmla="*/ 88 h 96"/>
                  <a:gd name="T86" fmla="*/ 61 w 96"/>
                  <a:gd name="T87" fmla="*/ 86 h 96"/>
                  <a:gd name="T88" fmla="*/ 73 w 96"/>
                  <a:gd name="T89" fmla="*/ 68 h 96"/>
                  <a:gd name="T90" fmla="*/ 83 w 96"/>
                  <a:gd name="T91" fmla="*/ 68 h 96"/>
                  <a:gd name="T92" fmla="*/ 61 w 96"/>
                  <a:gd name="T93" fmla="*/ 86 h 96"/>
                  <a:gd name="T94" fmla="*/ 86 w 96"/>
                  <a:gd name="T95" fmla="*/ 60 h 96"/>
                  <a:gd name="T96" fmla="*/ 78 w 96"/>
                  <a:gd name="T97" fmla="*/ 60 h 96"/>
                  <a:gd name="T98" fmla="*/ 80 w 96"/>
                  <a:gd name="T99" fmla="*/ 48 h 96"/>
                  <a:gd name="T100" fmla="*/ 78 w 96"/>
                  <a:gd name="T101" fmla="*/ 36 h 96"/>
                  <a:gd name="T102" fmla="*/ 86 w 96"/>
                  <a:gd name="T103" fmla="*/ 36 h 96"/>
                  <a:gd name="T104" fmla="*/ 88 w 96"/>
                  <a:gd name="T105" fmla="*/ 48 h 96"/>
                  <a:gd name="T106" fmla="*/ 86 w 96"/>
                  <a:gd name="T107" fmla="*/ 6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4" y="96"/>
                      <a:pt x="96" y="74"/>
                      <a:pt x="96" y="48"/>
                    </a:cubicBezTo>
                    <a:cubicBezTo>
                      <a:pt x="96" y="22"/>
                      <a:pt x="74" y="0"/>
                      <a:pt x="48" y="0"/>
                    </a:cubicBezTo>
                    <a:close/>
                    <a:moveTo>
                      <a:pt x="83" y="28"/>
                    </a:moveTo>
                    <a:cubicBezTo>
                      <a:pt x="73" y="28"/>
                      <a:pt x="73" y="28"/>
                      <a:pt x="73" y="28"/>
                    </a:cubicBezTo>
                    <a:cubicBezTo>
                      <a:pt x="71" y="26"/>
                      <a:pt x="62" y="12"/>
                      <a:pt x="61" y="10"/>
                    </a:cubicBezTo>
                    <a:cubicBezTo>
                      <a:pt x="70" y="13"/>
                      <a:pt x="78" y="20"/>
                      <a:pt x="83" y="28"/>
                    </a:cubicBezTo>
                    <a:close/>
                    <a:moveTo>
                      <a:pt x="24" y="48"/>
                    </a:moveTo>
                    <a:cubicBezTo>
                      <a:pt x="24" y="35"/>
                      <a:pt x="35" y="24"/>
                      <a:pt x="48" y="24"/>
                    </a:cubicBezTo>
                    <a:cubicBezTo>
                      <a:pt x="61" y="24"/>
                      <a:pt x="72" y="35"/>
                      <a:pt x="72" y="48"/>
                    </a:cubicBezTo>
                    <a:cubicBezTo>
                      <a:pt x="72" y="61"/>
                      <a:pt x="61" y="72"/>
                      <a:pt x="48" y="72"/>
                    </a:cubicBezTo>
                    <a:cubicBezTo>
                      <a:pt x="35" y="72"/>
                      <a:pt x="24" y="61"/>
                      <a:pt x="24" y="48"/>
                    </a:cubicBezTo>
                    <a:close/>
                    <a:moveTo>
                      <a:pt x="50" y="8"/>
                    </a:moveTo>
                    <a:cubicBezTo>
                      <a:pt x="56" y="17"/>
                      <a:pt x="56" y="17"/>
                      <a:pt x="56" y="17"/>
                    </a:cubicBezTo>
                    <a:cubicBezTo>
                      <a:pt x="53" y="16"/>
                      <a:pt x="51" y="16"/>
                      <a:pt x="48" y="16"/>
                    </a:cubicBezTo>
                    <a:cubicBezTo>
                      <a:pt x="45" y="16"/>
                      <a:pt x="43" y="16"/>
                      <a:pt x="40" y="17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7" y="8"/>
                      <a:pt x="47" y="8"/>
                      <a:pt x="48" y="8"/>
                    </a:cubicBezTo>
                    <a:cubicBezTo>
                      <a:pt x="49" y="8"/>
                      <a:pt x="49" y="8"/>
                      <a:pt x="50" y="8"/>
                    </a:cubicBezTo>
                    <a:close/>
                    <a:moveTo>
                      <a:pt x="35" y="10"/>
                    </a:moveTo>
                    <a:cubicBezTo>
                      <a:pt x="34" y="12"/>
                      <a:pt x="25" y="26"/>
                      <a:pt x="2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8" y="20"/>
                      <a:pt x="26" y="13"/>
                      <a:pt x="35" y="10"/>
                    </a:cubicBezTo>
                    <a:close/>
                    <a:moveTo>
                      <a:pt x="10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17" y="40"/>
                      <a:pt x="16" y="44"/>
                      <a:pt x="16" y="48"/>
                    </a:cubicBezTo>
                    <a:cubicBezTo>
                      <a:pt x="16" y="52"/>
                      <a:pt x="17" y="56"/>
                      <a:pt x="18" y="60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9" y="56"/>
                      <a:pt x="8" y="52"/>
                      <a:pt x="8" y="48"/>
                    </a:cubicBezTo>
                    <a:cubicBezTo>
                      <a:pt x="8" y="44"/>
                      <a:pt x="9" y="40"/>
                      <a:pt x="10" y="36"/>
                    </a:cubicBezTo>
                    <a:close/>
                    <a:moveTo>
                      <a:pt x="13" y="68"/>
                    </a:moveTo>
                    <a:cubicBezTo>
                      <a:pt x="23" y="68"/>
                      <a:pt x="23" y="68"/>
                      <a:pt x="23" y="68"/>
                    </a:cubicBezTo>
                    <a:cubicBezTo>
                      <a:pt x="25" y="70"/>
                      <a:pt x="34" y="84"/>
                      <a:pt x="35" y="86"/>
                    </a:cubicBezTo>
                    <a:cubicBezTo>
                      <a:pt x="26" y="83"/>
                      <a:pt x="18" y="76"/>
                      <a:pt x="13" y="68"/>
                    </a:cubicBezTo>
                    <a:close/>
                    <a:moveTo>
                      <a:pt x="46" y="88"/>
                    </a:moveTo>
                    <a:cubicBezTo>
                      <a:pt x="40" y="79"/>
                      <a:pt x="40" y="79"/>
                      <a:pt x="40" y="79"/>
                    </a:cubicBezTo>
                    <a:cubicBezTo>
                      <a:pt x="43" y="80"/>
                      <a:pt x="45" y="80"/>
                      <a:pt x="48" y="80"/>
                    </a:cubicBezTo>
                    <a:cubicBezTo>
                      <a:pt x="51" y="80"/>
                      <a:pt x="53" y="80"/>
                      <a:pt x="56" y="79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9" y="88"/>
                      <a:pt x="49" y="88"/>
                      <a:pt x="48" y="88"/>
                    </a:cubicBezTo>
                    <a:cubicBezTo>
                      <a:pt x="47" y="88"/>
                      <a:pt x="47" y="88"/>
                      <a:pt x="46" y="88"/>
                    </a:cubicBezTo>
                    <a:close/>
                    <a:moveTo>
                      <a:pt x="61" y="86"/>
                    </a:moveTo>
                    <a:cubicBezTo>
                      <a:pt x="62" y="84"/>
                      <a:pt x="71" y="70"/>
                      <a:pt x="73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8" y="76"/>
                      <a:pt x="70" y="83"/>
                      <a:pt x="61" y="86"/>
                    </a:cubicBezTo>
                    <a:close/>
                    <a:moveTo>
                      <a:pt x="86" y="60"/>
                    </a:moveTo>
                    <a:cubicBezTo>
                      <a:pt x="78" y="60"/>
                      <a:pt x="78" y="60"/>
                      <a:pt x="78" y="60"/>
                    </a:cubicBezTo>
                    <a:cubicBezTo>
                      <a:pt x="79" y="56"/>
                      <a:pt x="80" y="52"/>
                      <a:pt x="80" y="48"/>
                    </a:cubicBezTo>
                    <a:cubicBezTo>
                      <a:pt x="80" y="44"/>
                      <a:pt x="79" y="40"/>
                      <a:pt x="78" y="36"/>
                    </a:cubicBezTo>
                    <a:cubicBezTo>
                      <a:pt x="86" y="36"/>
                      <a:pt x="86" y="36"/>
                      <a:pt x="86" y="36"/>
                    </a:cubicBezTo>
                    <a:cubicBezTo>
                      <a:pt x="87" y="40"/>
                      <a:pt x="88" y="44"/>
                      <a:pt x="88" y="48"/>
                    </a:cubicBezTo>
                    <a:cubicBezTo>
                      <a:pt x="88" y="52"/>
                      <a:pt x="87" y="56"/>
                      <a:pt x="86" y="6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58"/>
              <p:cNvSpPr>
                <a:spLocks noEditPoints="1"/>
              </p:cNvSpPr>
              <p:nvPr/>
            </p:nvSpPr>
            <p:spPr bwMode="auto">
              <a:xfrm>
                <a:off x="4546600" y="2454276"/>
                <a:ext cx="76200" cy="127000"/>
              </a:xfrm>
              <a:custGeom>
                <a:avLst/>
                <a:gdLst>
                  <a:gd name="T0" fmla="*/ 16 w 24"/>
                  <a:gd name="T1" fmla="*/ 40 h 40"/>
                  <a:gd name="T2" fmla="*/ 16 w 24"/>
                  <a:gd name="T3" fmla="*/ 36 h 40"/>
                  <a:gd name="T4" fmla="*/ 24 w 24"/>
                  <a:gd name="T5" fmla="*/ 26 h 40"/>
                  <a:gd name="T6" fmla="*/ 22 w 24"/>
                  <a:gd name="T7" fmla="*/ 20 h 40"/>
                  <a:gd name="T8" fmla="*/ 24 w 24"/>
                  <a:gd name="T9" fmla="*/ 14 h 40"/>
                  <a:gd name="T10" fmla="*/ 16 w 24"/>
                  <a:gd name="T11" fmla="*/ 4 h 40"/>
                  <a:gd name="T12" fmla="*/ 16 w 24"/>
                  <a:gd name="T13" fmla="*/ 0 h 40"/>
                  <a:gd name="T14" fmla="*/ 8 w 24"/>
                  <a:gd name="T15" fmla="*/ 0 h 40"/>
                  <a:gd name="T16" fmla="*/ 8 w 24"/>
                  <a:gd name="T17" fmla="*/ 4 h 40"/>
                  <a:gd name="T18" fmla="*/ 0 w 24"/>
                  <a:gd name="T19" fmla="*/ 4 h 40"/>
                  <a:gd name="T20" fmla="*/ 0 w 24"/>
                  <a:gd name="T21" fmla="*/ 36 h 40"/>
                  <a:gd name="T22" fmla="*/ 8 w 24"/>
                  <a:gd name="T23" fmla="*/ 36 h 40"/>
                  <a:gd name="T24" fmla="*/ 8 w 24"/>
                  <a:gd name="T25" fmla="*/ 40 h 40"/>
                  <a:gd name="T26" fmla="*/ 16 w 24"/>
                  <a:gd name="T27" fmla="*/ 40 h 40"/>
                  <a:gd name="T28" fmla="*/ 14 w 24"/>
                  <a:gd name="T29" fmla="*/ 28 h 40"/>
                  <a:gd name="T30" fmla="*/ 8 w 24"/>
                  <a:gd name="T31" fmla="*/ 28 h 40"/>
                  <a:gd name="T32" fmla="*/ 8 w 24"/>
                  <a:gd name="T33" fmla="*/ 24 h 40"/>
                  <a:gd name="T34" fmla="*/ 14 w 24"/>
                  <a:gd name="T35" fmla="*/ 24 h 40"/>
                  <a:gd name="T36" fmla="*/ 16 w 24"/>
                  <a:gd name="T37" fmla="*/ 26 h 40"/>
                  <a:gd name="T38" fmla="*/ 14 w 24"/>
                  <a:gd name="T39" fmla="*/ 28 h 40"/>
                  <a:gd name="T40" fmla="*/ 16 w 24"/>
                  <a:gd name="T41" fmla="*/ 14 h 40"/>
                  <a:gd name="T42" fmla="*/ 14 w 24"/>
                  <a:gd name="T43" fmla="*/ 16 h 40"/>
                  <a:gd name="T44" fmla="*/ 8 w 24"/>
                  <a:gd name="T45" fmla="*/ 16 h 40"/>
                  <a:gd name="T46" fmla="*/ 8 w 24"/>
                  <a:gd name="T47" fmla="*/ 12 h 40"/>
                  <a:gd name="T48" fmla="*/ 14 w 24"/>
                  <a:gd name="T49" fmla="*/ 12 h 40"/>
                  <a:gd name="T50" fmla="*/ 16 w 24"/>
                  <a:gd name="T51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" h="40">
                    <a:moveTo>
                      <a:pt x="16" y="40"/>
                    </a:move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4"/>
                      <a:pt x="23" y="22"/>
                      <a:pt x="22" y="20"/>
                    </a:cubicBezTo>
                    <a:cubicBezTo>
                      <a:pt x="23" y="18"/>
                      <a:pt x="24" y="16"/>
                      <a:pt x="24" y="14"/>
                    </a:cubicBezTo>
                    <a:cubicBezTo>
                      <a:pt x="24" y="9"/>
                      <a:pt x="21" y="5"/>
                      <a:pt x="16" y="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16" y="40"/>
                    </a:lnTo>
                    <a:close/>
                    <a:moveTo>
                      <a:pt x="14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lose/>
                    <a:moveTo>
                      <a:pt x="16" y="14"/>
                    </a:moveTo>
                    <a:cubicBezTo>
                      <a:pt x="16" y="15"/>
                      <a:pt x="15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1" name="组合 180"/>
            <p:cNvGrpSpPr/>
            <p:nvPr/>
          </p:nvGrpSpPr>
          <p:grpSpPr>
            <a:xfrm>
              <a:off x="4457700" y="2998788"/>
              <a:ext cx="252413" cy="252413"/>
              <a:chOff x="4457700" y="2998788"/>
              <a:chExt cx="252413" cy="252413"/>
            </a:xfrm>
          </p:grpSpPr>
          <p:sp>
            <p:nvSpPr>
              <p:cNvPr id="61" name="Oval 59"/>
              <p:cNvSpPr>
                <a:spLocks noChangeArrowheads="1"/>
              </p:cNvSpPr>
              <p:nvPr/>
            </p:nvSpPr>
            <p:spPr bwMode="auto">
              <a:xfrm>
                <a:off x="4546600" y="3087688"/>
                <a:ext cx="76200" cy="762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60"/>
              <p:cNvSpPr>
                <a:spLocks noEditPoints="1"/>
              </p:cNvSpPr>
              <p:nvPr/>
            </p:nvSpPr>
            <p:spPr bwMode="auto">
              <a:xfrm>
                <a:off x="4457700" y="2998788"/>
                <a:ext cx="252413" cy="252413"/>
              </a:xfrm>
              <a:custGeom>
                <a:avLst/>
                <a:gdLst>
                  <a:gd name="T0" fmla="*/ 80 w 80"/>
                  <a:gd name="T1" fmla="*/ 36 h 80"/>
                  <a:gd name="T2" fmla="*/ 72 w 80"/>
                  <a:gd name="T3" fmla="*/ 36 h 80"/>
                  <a:gd name="T4" fmla="*/ 44 w 80"/>
                  <a:gd name="T5" fmla="*/ 8 h 80"/>
                  <a:gd name="T6" fmla="*/ 44 w 80"/>
                  <a:gd name="T7" fmla="*/ 0 h 80"/>
                  <a:gd name="T8" fmla="*/ 36 w 80"/>
                  <a:gd name="T9" fmla="*/ 0 h 80"/>
                  <a:gd name="T10" fmla="*/ 36 w 80"/>
                  <a:gd name="T11" fmla="*/ 8 h 80"/>
                  <a:gd name="T12" fmla="*/ 8 w 80"/>
                  <a:gd name="T13" fmla="*/ 36 h 80"/>
                  <a:gd name="T14" fmla="*/ 0 w 80"/>
                  <a:gd name="T15" fmla="*/ 36 h 80"/>
                  <a:gd name="T16" fmla="*/ 0 w 80"/>
                  <a:gd name="T17" fmla="*/ 44 h 80"/>
                  <a:gd name="T18" fmla="*/ 8 w 80"/>
                  <a:gd name="T19" fmla="*/ 44 h 80"/>
                  <a:gd name="T20" fmla="*/ 36 w 80"/>
                  <a:gd name="T21" fmla="*/ 72 h 80"/>
                  <a:gd name="T22" fmla="*/ 36 w 80"/>
                  <a:gd name="T23" fmla="*/ 80 h 80"/>
                  <a:gd name="T24" fmla="*/ 44 w 80"/>
                  <a:gd name="T25" fmla="*/ 80 h 80"/>
                  <a:gd name="T26" fmla="*/ 44 w 80"/>
                  <a:gd name="T27" fmla="*/ 72 h 80"/>
                  <a:gd name="T28" fmla="*/ 72 w 80"/>
                  <a:gd name="T29" fmla="*/ 44 h 80"/>
                  <a:gd name="T30" fmla="*/ 80 w 80"/>
                  <a:gd name="T31" fmla="*/ 44 h 80"/>
                  <a:gd name="T32" fmla="*/ 80 w 80"/>
                  <a:gd name="T33" fmla="*/ 36 h 80"/>
                  <a:gd name="T34" fmla="*/ 40 w 80"/>
                  <a:gd name="T35" fmla="*/ 64 h 80"/>
                  <a:gd name="T36" fmla="*/ 16 w 80"/>
                  <a:gd name="T37" fmla="*/ 40 h 80"/>
                  <a:gd name="T38" fmla="*/ 40 w 80"/>
                  <a:gd name="T39" fmla="*/ 16 h 80"/>
                  <a:gd name="T40" fmla="*/ 64 w 80"/>
                  <a:gd name="T41" fmla="*/ 40 h 80"/>
                  <a:gd name="T42" fmla="*/ 40 w 80"/>
                  <a:gd name="T43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80">
                    <a:moveTo>
                      <a:pt x="80" y="36"/>
                    </a:moveTo>
                    <a:cubicBezTo>
                      <a:pt x="72" y="36"/>
                      <a:pt x="72" y="36"/>
                      <a:pt x="72" y="36"/>
                    </a:cubicBezTo>
                    <a:cubicBezTo>
                      <a:pt x="70" y="22"/>
                      <a:pt x="58" y="10"/>
                      <a:pt x="44" y="8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22" y="10"/>
                      <a:pt x="10" y="22"/>
                      <a:pt x="8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0" y="58"/>
                      <a:pt x="22" y="70"/>
                      <a:pt x="36" y="72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58" y="70"/>
                      <a:pt x="70" y="58"/>
                      <a:pt x="72" y="44"/>
                    </a:cubicBezTo>
                    <a:cubicBezTo>
                      <a:pt x="80" y="44"/>
                      <a:pt x="80" y="44"/>
                      <a:pt x="80" y="44"/>
                    </a:cubicBezTo>
                    <a:lnTo>
                      <a:pt x="80" y="36"/>
                    </a:lnTo>
                    <a:close/>
                    <a:moveTo>
                      <a:pt x="40" y="64"/>
                    </a:moveTo>
                    <a:cubicBezTo>
                      <a:pt x="27" y="64"/>
                      <a:pt x="16" y="53"/>
                      <a:pt x="16" y="40"/>
                    </a:cubicBezTo>
                    <a:cubicBezTo>
                      <a:pt x="16" y="27"/>
                      <a:pt x="27" y="16"/>
                      <a:pt x="40" y="16"/>
                    </a:cubicBezTo>
                    <a:cubicBezTo>
                      <a:pt x="53" y="16"/>
                      <a:pt x="64" y="27"/>
                      <a:pt x="64" y="40"/>
                    </a:cubicBezTo>
                    <a:cubicBezTo>
                      <a:pt x="64" y="53"/>
                      <a:pt x="53" y="64"/>
                      <a:pt x="40" y="6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3851275" y="2973388"/>
              <a:ext cx="252413" cy="303213"/>
              <a:chOff x="3851275" y="2973388"/>
              <a:chExt cx="252413" cy="303213"/>
            </a:xfrm>
          </p:grpSpPr>
          <p:sp>
            <p:nvSpPr>
              <p:cNvPr id="63" name="Freeform 61"/>
              <p:cNvSpPr>
                <a:spLocks noEditPoints="1"/>
              </p:cNvSpPr>
              <p:nvPr/>
            </p:nvSpPr>
            <p:spPr bwMode="auto">
              <a:xfrm>
                <a:off x="3940175" y="2973388"/>
                <a:ext cx="76200" cy="76200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  <a:gd name="T10" fmla="*/ 12 w 24"/>
                  <a:gd name="T11" fmla="*/ 8 h 24"/>
                  <a:gd name="T12" fmla="*/ 8 w 24"/>
                  <a:gd name="T13" fmla="*/ 12 h 24"/>
                  <a:gd name="T14" fmla="*/ 12 w 24"/>
                  <a:gd name="T15" fmla="*/ 16 h 24"/>
                  <a:gd name="T16" fmla="*/ 16 w 24"/>
                  <a:gd name="T17" fmla="*/ 12 h 24"/>
                  <a:gd name="T18" fmla="*/ 12 w 24"/>
                  <a:gd name="T19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ubicBezTo>
                      <a:pt x="24" y="19"/>
                      <a:pt x="19" y="24"/>
                      <a:pt x="12" y="24"/>
                    </a:cubicBezTo>
                    <a:close/>
                    <a:moveTo>
                      <a:pt x="12" y="8"/>
                    </a:moveTo>
                    <a:cubicBezTo>
                      <a:pt x="10" y="8"/>
                      <a:pt x="8" y="10"/>
                      <a:pt x="8" y="12"/>
                    </a:cubicBezTo>
                    <a:cubicBezTo>
                      <a:pt x="8" y="14"/>
                      <a:pt x="10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10"/>
                      <a:pt x="14" y="8"/>
                      <a:pt x="12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62"/>
              <p:cNvSpPr>
                <a:spLocks noEditPoints="1"/>
              </p:cNvSpPr>
              <p:nvPr/>
            </p:nvSpPr>
            <p:spPr bwMode="auto">
              <a:xfrm>
                <a:off x="3914775" y="3062288"/>
                <a:ext cx="125413" cy="163513"/>
              </a:xfrm>
              <a:custGeom>
                <a:avLst/>
                <a:gdLst>
                  <a:gd name="T0" fmla="*/ 28 w 40"/>
                  <a:gd name="T1" fmla="*/ 52 h 52"/>
                  <a:gd name="T2" fmla="*/ 12 w 40"/>
                  <a:gd name="T3" fmla="*/ 52 h 52"/>
                  <a:gd name="T4" fmla="*/ 8 w 40"/>
                  <a:gd name="T5" fmla="*/ 48 h 52"/>
                  <a:gd name="T6" fmla="*/ 8 w 40"/>
                  <a:gd name="T7" fmla="*/ 32 h 52"/>
                  <a:gd name="T8" fmla="*/ 4 w 40"/>
                  <a:gd name="T9" fmla="*/ 32 h 52"/>
                  <a:gd name="T10" fmla="*/ 0 w 40"/>
                  <a:gd name="T11" fmla="*/ 28 h 52"/>
                  <a:gd name="T12" fmla="*/ 0 w 40"/>
                  <a:gd name="T13" fmla="*/ 20 h 52"/>
                  <a:gd name="T14" fmla="*/ 20 w 40"/>
                  <a:gd name="T15" fmla="*/ 0 h 52"/>
                  <a:gd name="T16" fmla="*/ 40 w 40"/>
                  <a:gd name="T17" fmla="*/ 20 h 52"/>
                  <a:gd name="T18" fmla="*/ 40 w 40"/>
                  <a:gd name="T19" fmla="*/ 28 h 52"/>
                  <a:gd name="T20" fmla="*/ 36 w 40"/>
                  <a:gd name="T21" fmla="*/ 32 h 52"/>
                  <a:gd name="T22" fmla="*/ 32 w 40"/>
                  <a:gd name="T23" fmla="*/ 32 h 52"/>
                  <a:gd name="T24" fmla="*/ 32 w 40"/>
                  <a:gd name="T25" fmla="*/ 48 h 52"/>
                  <a:gd name="T26" fmla="*/ 28 w 40"/>
                  <a:gd name="T27" fmla="*/ 52 h 52"/>
                  <a:gd name="T28" fmla="*/ 16 w 40"/>
                  <a:gd name="T29" fmla="*/ 44 h 52"/>
                  <a:gd name="T30" fmla="*/ 24 w 40"/>
                  <a:gd name="T31" fmla="*/ 44 h 52"/>
                  <a:gd name="T32" fmla="*/ 24 w 40"/>
                  <a:gd name="T33" fmla="*/ 28 h 52"/>
                  <a:gd name="T34" fmla="*/ 28 w 40"/>
                  <a:gd name="T35" fmla="*/ 24 h 52"/>
                  <a:gd name="T36" fmla="*/ 32 w 40"/>
                  <a:gd name="T37" fmla="*/ 24 h 52"/>
                  <a:gd name="T38" fmla="*/ 32 w 40"/>
                  <a:gd name="T39" fmla="*/ 20 h 52"/>
                  <a:gd name="T40" fmla="*/ 20 w 40"/>
                  <a:gd name="T41" fmla="*/ 8 h 52"/>
                  <a:gd name="T42" fmla="*/ 8 w 40"/>
                  <a:gd name="T43" fmla="*/ 20 h 52"/>
                  <a:gd name="T44" fmla="*/ 8 w 40"/>
                  <a:gd name="T45" fmla="*/ 24 h 52"/>
                  <a:gd name="T46" fmla="*/ 12 w 40"/>
                  <a:gd name="T47" fmla="*/ 24 h 52"/>
                  <a:gd name="T48" fmla="*/ 16 w 40"/>
                  <a:gd name="T49" fmla="*/ 28 h 52"/>
                  <a:gd name="T50" fmla="*/ 16 w 40"/>
                  <a:gd name="T51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2">
                    <a:moveTo>
                      <a:pt x="28" y="52"/>
                    </a:moveTo>
                    <a:cubicBezTo>
                      <a:pt x="12" y="52"/>
                      <a:pt x="12" y="52"/>
                      <a:pt x="12" y="52"/>
                    </a:cubicBezTo>
                    <a:cubicBezTo>
                      <a:pt x="10" y="52"/>
                      <a:pt x="8" y="50"/>
                      <a:pt x="8" y="48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2" y="32"/>
                      <a:pt x="0" y="30"/>
                      <a:pt x="0" y="2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30"/>
                      <a:pt x="38" y="32"/>
                      <a:pt x="36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50"/>
                      <a:pt x="30" y="52"/>
                      <a:pt x="28" y="52"/>
                    </a:cubicBezTo>
                    <a:close/>
                    <a:moveTo>
                      <a:pt x="16" y="44"/>
                    </a:moveTo>
                    <a:cubicBezTo>
                      <a:pt x="24" y="44"/>
                      <a:pt x="24" y="44"/>
                      <a:pt x="24" y="4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6" y="24"/>
                      <a:pt x="28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13"/>
                      <a:pt x="27" y="8"/>
                      <a:pt x="20" y="8"/>
                    </a:cubicBezTo>
                    <a:cubicBezTo>
                      <a:pt x="13" y="8"/>
                      <a:pt x="8" y="13"/>
                      <a:pt x="8" y="20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4"/>
                      <a:pt x="16" y="26"/>
                      <a:pt x="16" y="28"/>
                    </a:cubicBezTo>
                    <a:lnTo>
                      <a:pt x="16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63"/>
              <p:cNvSpPr>
                <a:spLocks/>
              </p:cNvSpPr>
              <p:nvPr/>
            </p:nvSpPr>
            <p:spPr bwMode="auto">
              <a:xfrm>
                <a:off x="3851275" y="3186113"/>
                <a:ext cx="252413" cy="90488"/>
              </a:xfrm>
              <a:custGeom>
                <a:avLst/>
                <a:gdLst>
                  <a:gd name="T0" fmla="*/ 40 w 80"/>
                  <a:gd name="T1" fmla="*/ 29 h 29"/>
                  <a:gd name="T2" fmla="*/ 0 w 80"/>
                  <a:gd name="T3" fmla="*/ 13 h 29"/>
                  <a:gd name="T4" fmla="*/ 15 w 80"/>
                  <a:gd name="T5" fmla="*/ 0 h 29"/>
                  <a:gd name="T6" fmla="*/ 18 w 80"/>
                  <a:gd name="T7" fmla="*/ 8 h 29"/>
                  <a:gd name="T8" fmla="*/ 8 w 80"/>
                  <a:gd name="T9" fmla="*/ 13 h 29"/>
                  <a:gd name="T10" fmla="*/ 40 w 80"/>
                  <a:gd name="T11" fmla="*/ 21 h 29"/>
                  <a:gd name="T12" fmla="*/ 72 w 80"/>
                  <a:gd name="T13" fmla="*/ 13 h 29"/>
                  <a:gd name="T14" fmla="*/ 63 w 80"/>
                  <a:gd name="T15" fmla="*/ 8 h 29"/>
                  <a:gd name="T16" fmla="*/ 65 w 80"/>
                  <a:gd name="T17" fmla="*/ 0 h 29"/>
                  <a:gd name="T18" fmla="*/ 80 w 80"/>
                  <a:gd name="T19" fmla="*/ 13 h 29"/>
                  <a:gd name="T20" fmla="*/ 40 w 80"/>
                  <a:gd name="T2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29">
                    <a:moveTo>
                      <a:pt x="40" y="29"/>
                    </a:moveTo>
                    <a:cubicBezTo>
                      <a:pt x="21" y="29"/>
                      <a:pt x="0" y="24"/>
                      <a:pt x="0" y="13"/>
                    </a:cubicBezTo>
                    <a:cubicBezTo>
                      <a:pt x="0" y="9"/>
                      <a:pt x="3" y="4"/>
                      <a:pt x="15" y="0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0" y="10"/>
                      <a:pt x="8" y="13"/>
                      <a:pt x="8" y="13"/>
                    </a:cubicBezTo>
                    <a:cubicBezTo>
                      <a:pt x="8" y="15"/>
                      <a:pt x="19" y="21"/>
                      <a:pt x="40" y="21"/>
                    </a:cubicBezTo>
                    <a:cubicBezTo>
                      <a:pt x="61" y="21"/>
                      <a:pt x="72" y="15"/>
                      <a:pt x="72" y="13"/>
                    </a:cubicBezTo>
                    <a:cubicBezTo>
                      <a:pt x="72" y="13"/>
                      <a:pt x="70" y="10"/>
                      <a:pt x="63" y="8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77" y="4"/>
                      <a:pt x="80" y="9"/>
                      <a:pt x="80" y="13"/>
                    </a:cubicBezTo>
                    <a:cubicBezTo>
                      <a:pt x="80" y="24"/>
                      <a:pt x="59" y="29"/>
                      <a:pt x="40" y="2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2" name="组合 181"/>
            <p:cNvGrpSpPr/>
            <p:nvPr/>
          </p:nvGrpSpPr>
          <p:grpSpPr>
            <a:xfrm>
              <a:off x="5114925" y="3011488"/>
              <a:ext cx="152400" cy="252413"/>
              <a:chOff x="5114925" y="3011488"/>
              <a:chExt cx="152400" cy="252413"/>
            </a:xfrm>
          </p:grpSpPr>
          <p:sp>
            <p:nvSpPr>
              <p:cNvPr id="66" name="Freeform 64"/>
              <p:cNvSpPr>
                <a:spLocks noEditPoints="1"/>
              </p:cNvSpPr>
              <p:nvPr/>
            </p:nvSpPr>
            <p:spPr bwMode="auto">
              <a:xfrm>
                <a:off x="5114925" y="3011488"/>
                <a:ext cx="152400" cy="220663"/>
              </a:xfrm>
              <a:custGeom>
                <a:avLst/>
                <a:gdLst>
                  <a:gd name="T0" fmla="*/ 24 w 48"/>
                  <a:gd name="T1" fmla="*/ 70 h 70"/>
                  <a:gd name="T2" fmla="*/ 48 w 48"/>
                  <a:gd name="T3" fmla="*/ 24 h 70"/>
                  <a:gd name="T4" fmla="*/ 24 w 48"/>
                  <a:gd name="T5" fmla="*/ 0 h 70"/>
                  <a:gd name="T6" fmla="*/ 0 w 48"/>
                  <a:gd name="T7" fmla="*/ 24 h 70"/>
                  <a:gd name="T8" fmla="*/ 24 w 48"/>
                  <a:gd name="T9" fmla="*/ 70 h 70"/>
                  <a:gd name="T10" fmla="*/ 24 w 48"/>
                  <a:gd name="T11" fmla="*/ 8 h 70"/>
                  <a:gd name="T12" fmla="*/ 40 w 48"/>
                  <a:gd name="T13" fmla="*/ 24 h 70"/>
                  <a:gd name="T14" fmla="*/ 24 w 48"/>
                  <a:gd name="T15" fmla="*/ 58 h 70"/>
                  <a:gd name="T16" fmla="*/ 8 w 48"/>
                  <a:gd name="T17" fmla="*/ 24 h 70"/>
                  <a:gd name="T18" fmla="*/ 24 w 48"/>
                  <a:gd name="T19" fmla="*/ 8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70">
                    <a:moveTo>
                      <a:pt x="24" y="70"/>
                    </a:moveTo>
                    <a:cubicBezTo>
                      <a:pt x="34" y="59"/>
                      <a:pt x="48" y="39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9"/>
                      <a:pt x="14" y="59"/>
                      <a:pt x="24" y="70"/>
                    </a:cubicBezTo>
                    <a:close/>
                    <a:moveTo>
                      <a:pt x="24" y="8"/>
                    </a:moveTo>
                    <a:cubicBezTo>
                      <a:pt x="33" y="8"/>
                      <a:pt x="40" y="15"/>
                      <a:pt x="40" y="24"/>
                    </a:cubicBezTo>
                    <a:cubicBezTo>
                      <a:pt x="40" y="34"/>
                      <a:pt x="30" y="49"/>
                      <a:pt x="24" y="58"/>
                    </a:cubicBezTo>
                    <a:cubicBezTo>
                      <a:pt x="18" y="49"/>
                      <a:pt x="8" y="34"/>
                      <a:pt x="8" y="24"/>
                    </a:cubicBezTo>
                    <a:cubicBezTo>
                      <a:pt x="8" y="15"/>
                      <a:pt x="15" y="8"/>
                      <a:pt x="24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Oval 65"/>
              <p:cNvSpPr>
                <a:spLocks noChangeArrowheads="1"/>
              </p:cNvSpPr>
              <p:nvPr/>
            </p:nvSpPr>
            <p:spPr bwMode="auto">
              <a:xfrm>
                <a:off x="5165725" y="3062288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5140325" y="3238501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6" name="组合 185"/>
            <p:cNvGrpSpPr/>
            <p:nvPr/>
          </p:nvGrpSpPr>
          <p:grpSpPr>
            <a:xfrm>
              <a:off x="7516813" y="2998788"/>
              <a:ext cx="201613" cy="255588"/>
              <a:chOff x="7516813" y="2998788"/>
              <a:chExt cx="201613" cy="255588"/>
            </a:xfrm>
          </p:grpSpPr>
          <p:sp>
            <p:nvSpPr>
              <p:cNvPr id="69" name="Freeform 67"/>
              <p:cNvSpPr>
                <a:spLocks/>
              </p:cNvSpPr>
              <p:nvPr/>
            </p:nvSpPr>
            <p:spPr bwMode="auto">
              <a:xfrm>
                <a:off x="7578725" y="3036888"/>
                <a:ext cx="76200" cy="127000"/>
              </a:xfrm>
              <a:custGeom>
                <a:avLst/>
                <a:gdLst>
                  <a:gd name="T0" fmla="*/ 16 w 24"/>
                  <a:gd name="T1" fmla="*/ 0 h 40"/>
                  <a:gd name="T2" fmla="*/ 8 w 24"/>
                  <a:gd name="T3" fmla="*/ 0 h 40"/>
                  <a:gd name="T4" fmla="*/ 8 w 24"/>
                  <a:gd name="T5" fmla="*/ 4 h 40"/>
                  <a:gd name="T6" fmla="*/ 0 w 24"/>
                  <a:gd name="T7" fmla="*/ 14 h 40"/>
                  <a:gd name="T8" fmla="*/ 10 w 24"/>
                  <a:gd name="T9" fmla="*/ 24 h 40"/>
                  <a:gd name="T10" fmla="*/ 14 w 24"/>
                  <a:gd name="T11" fmla="*/ 24 h 40"/>
                  <a:gd name="T12" fmla="*/ 16 w 24"/>
                  <a:gd name="T13" fmla="*/ 26 h 40"/>
                  <a:gd name="T14" fmla="*/ 14 w 24"/>
                  <a:gd name="T15" fmla="*/ 28 h 40"/>
                  <a:gd name="T16" fmla="*/ 0 w 24"/>
                  <a:gd name="T17" fmla="*/ 28 h 40"/>
                  <a:gd name="T18" fmla="*/ 0 w 24"/>
                  <a:gd name="T19" fmla="*/ 36 h 40"/>
                  <a:gd name="T20" fmla="*/ 8 w 24"/>
                  <a:gd name="T21" fmla="*/ 36 h 40"/>
                  <a:gd name="T22" fmla="*/ 8 w 24"/>
                  <a:gd name="T23" fmla="*/ 40 h 40"/>
                  <a:gd name="T24" fmla="*/ 16 w 24"/>
                  <a:gd name="T25" fmla="*/ 40 h 40"/>
                  <a:gd name="T26" fmla="*/ 16 w 24"/>
                  <a:gd name="T27" fmla="*/ 36 h 40"/>
                  <a:gd name="T28" fmla="*/ 24 w 24"/>
                  <a:gd name="T29" fmla="*/ 26 h 40"/>
                  <a:gd name="T30" fmla="*/ 14 w 24"/>
                  <a:gd name="T31" fmla="*/ 16 h 40"/>
                  <a:gd name="T32" fmla="*/ 10 w 24"/>
                  <a:gd name="T33" fmla="*/ 16 h 40"/>
                  <a:gd name="T34" fmla="*/ 8 w 24"/>
                  <a:gd name="T35" fmla="*/ 14 h 40"/>
                  <a:gd name="T36" fmla="*/ 10 w 24"/>
                  <a:gd name="T37" fmla="*/ 12 h 40"/>
                  <a:gd name="T38" fmla="*/ 24 w 24"/>
                  <a:gd name="T39" fmla="*/ 12 h 40"/>
                  <a:gd name="T40" fmla="*/ 24 w 24"/>
                  <a:gd name="T41" fmla="*/ 4 h 40"/>
                  <a:gd name="T42" fmla="*/ 16 w 24"/>
                  <a:gd name="T43" fmla="*/ 4 h 40"/>
                  <a:gd name="T44" fmla="*/ 16 w 24"/>
                  <a:gd name="T4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4" h="40">
                    <a:moveTo>
                      <a:pt x="1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3" y="5"/>
                      <a:pt x="0" y="9"/>
                      <a:pt x="0" y="14"/>
                    </a:cubicBezTo>
                    <a:cubicBezTo>
                      <a:pt x="0" y="20"/>
                      <a:pt x="4" y="24"/>
                      <a:pt x="10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0"/>
                      <a:pt x="20" y="16"/>
                      <a:pt x="14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9" y="16"/>
                      <a:pt x="8" y="15"/>
                      <a:pt x="8" y="14"/>
                    </a:cubicBezTo>
                    <a:cubicBezTo>
                      <a:pt x="8" y="13"/>
                      <a:pt x="9" y="12"/>
                      <a:pt x="1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68"/>
              <p:cNvSpPr>
                <a:spLocks noEditPoints="1"/>
              </p:cNvSpPr>
              <p:nvPr/>
            </p:nvSpPr>
            <p:spPr bwMode="auto">
              <a:xfrm>
                <a:off x="7516813" y="2998788"/>
                <a:ext cx="201613" cy="255588"/>
              </a:xfrm>
              <a:custGeom>
                <a:avLst/>
                <a:gdLst>
                  <a:gd name="T0" fmla="*/ 32 w 64"/>
                  <a:gd name="T1" fmla="*/ 0 h 81"/>
                  <a:gd name="T2" fmla="*/ 0 w 64"/>
                  <a:gd name="T3" fmla="*/ 32 h 81"/>
                  <a:gd name="T4" fmla="*/ 32 w 64"/>
                  <a:gd name="T5" fmla="*/ 81 h 81"/>
                  <a:gd name="T6" fmla="*/ 64 w 64"/>
                  <a:gd name="T7" fmla="*/ 32 h 81"/>
                  <a:gd name="T8" fmla="*/ 32 w 64"/>
                  <a:gd name="T9" fmla="*/ 0 h 81"/>
                  <a:gd name="T10" fmla="*/ 32 w 64"/>
                  <a:gd name="T11" fmla="*/ 71 h 81"/>
                  <a:gd name="T12" fmla="*/ 8 w 64"/>
                  <a:gd name="T13" fmla="*/ 32 h 81"/>
                  <a:gd name="T14" fmla="*/ 32 w 64"/>
                  <a:gd name="T15" fmla="*/ 8 h 81"/>
                  <a:gd name="T16" fmla="*/ 56 w 64"/>
                  <a:gd name="T17" fmla="*/ 32 h 81"/>
                  <a:gd name="T18" fmla="*/ 32 w 64"/>
                  <a:gd name="T19" fmla="*/ 7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81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9" y="70"/>
                      <a:pt x="32" y="81"/>
                    </a:cubicBezTo>
                    <a:cubicBezTo>
                      <a:pt x="45" y="70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  <a:moveTo>
                      <a:pt x="32" y="71"/>
                    </a:moveTo>
                    <a:cubicBezTo>
                      <a:pt x="23" y="63"/>
                      <a:pt x="8" y="45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1" y="63"/>
                      <a:pt x="32" y="7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5695950" y="2998788"/>
              <a:ext cx="203200" cy="255588"/>
              <a:chOff x="5695950" y="2998788"/>
              <a:chExt cx="203200" cy="255588"/>
            </a:xfrm>
          </p:grpSpPr>
          <p:sp>
            <p:nvSpPr>
              <p:cNvPr id="71" name="Freeform 69"/>
              <p:cNvSpPr>
                <a:spLocks noEditPoints="1"/>
              </p:cNvSpPr>
              <p:nvPr/>
            </p:nvSpPr>
            <p:spPr bwMode="auto">
              <a:xfrm>
                <a:off x="5695950" y="2998788"/>
                <a:ext cx="203200" cy="255588"/>
              </a:xfrm>
              <a:custGeom>
                <a:avLst/>
                <a:gdLst>
                  <a:gd name="T0" fmla="*/ 32 w 64"/>
                  <a:gd name="T1" fmla="*/ 0 h 81"/>
                  <a:gd name="T2" fmla="*/ 0 w 64"/>
                  <a:gd name="T3" fmla="*/ 32 h 81"/>
                  <a:gd name="T4" fmla="*/ 32 w 64"/>
                  <a:gd name="T5" fmla="*/ 81 h 81"/>
                  <a:gd name="T6" fmla="*/ 64 w 64"/>
                  <a:gd name="T7" fmla="*/ 32 h 81"/>
                  <a:gd name="T8" fmla="*/ 32 w 64"/>
                  <a:gd name="T9" fmla="*/ 0 h 81"/>
                  <a:gd name="T10" fmla="*/ 32 w 64"/>
                  <a:gd name="T11" fmla="*/ 71 h 81"/>
                  <a:gd name="T12" fmla="*/ 8 w 64"/>
                  <a:gd name="T13" fmla="*/ 32 h 81"/>
                  <a:gd name="T14" fmla="*/ 32 w 64"/>
                  <a:gd name="T15" fmla="*/ 8 h 81"/>
                  <a:gd name="T16" fmla="*/ 56 w 64"/>
                  <a:gd name="T17" fmla="*/ 32 h 81"/>
                  <a:gd name="T18" fmla="*/ 32 w 64"/>
                  <a:gd name="T19" fmla="*/ 7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81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9" y="70"/>
                      <a:pt x="32" y="81"/>
                    </a:cubicBezTo>
                    <a:cubicBezTo>
                      <a:pt x="45" y="70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  <a:moveTo>
                      <a:pt x="32" y="71"/>
                    </a:moveTo>
                    <a:cubicBezTo>
                      <a:pt x="23" y="63"/>
                      <a:pt x="8" y="45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1" y="63"/>
                      <a:pt x="32" y="7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70"/>
              <p:cNvSpPr>
                <a:spLocks/>
              </p:cNvSpPr>
              <p:nvPr/>
            </p:nvSpPr>
            <p:spPr bwMode="auto">
              <a:xfrm>
                <a:off x="5746750" y="3049588"/>
                <a:ext cx="101600" cy="101600"/>
              </a:xfrm>
              <a:custGeom>
                <a:avLst/>
                <a:gdLst>
                  <a:gd name="T0" fmla="*/ 40 w 64"/>
                  <a:gd name="T1" fmla="*/ 0 h 64"/>
                  <a:gd name="T2" fmla="*/ 24 w 64"/>
                  <a:gd name="T3" fmla="*/ 0 h 64"/>
                  <a:gd name="T4" fmla="*/ 24 w 64"/>
                  <a:gd name="T5" fmla="*/ 24 h 64"/>
                  <a:gd name="T6" fmla="*/ 0 w 64"/>
                  <a:gd name="T7" fmla="*/ 24 h 64"/>
                  <a:gd name="T8" fmla="*/ 0 w 64"/>
                  <a:gd name="T9" fmla="*/ 40 h 64"/>
                  <a:gd name="T10" fmla="*/ 24 w 64"/>
                  <a:gd name="T11" fmla="*/ 40 h 64"/>
                  <a:gd name="T12" fmla="*/ 24 w 64"/>
                  <a:gd name="T13" fmla="*/ 64 h 64"/>
                  <a:gd name="T14" fmla="*/ 40 w 64"/>
                  <a:gd name="T15" fmla="*/ 64 h 64"/>
                  <a:gd name="T16" fmla="*/ 40 w 64"/>
                  <a:gd name="T17" fmla="*/ 40 h 64"/>
                  <a:gd name="T18" fmla="*/ 64 w 64"/>
                  <a:gd name="T19" fmla="*/ 40 h 64"/>
                  <a:gd name="T20" fmla="*/ 64 w 64"/>
                  <a:gd name="T21" fmla="*/ 24 h 64"/>
                  <a:gd name="T22" fmla="*/ 40 w 64"/>
                  <a:gd name="T23" fmla="*/ 24 h 64"/>
                  <a:gd name="T24" fmla="*/ 40 w 64"/>
                  <a:gd name="T2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40" y="0"/>
                    </a:move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lnTo>
                      <a:pt x="40" y="2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4" name="组合 183"/>
            <p:cNvGrpSpPr/>
            <p:nvPr/>
          </p:nvGrpSpPr>
          <p:grpSpPr>
            <a:xfrm>
              <a:off x="6302375" y="2998788"/>
              <a:ext cx="203200" cy="255588"/>
              <a:chOff x="6302375" y="2998788"/>
              <a:chExt cx="203200" cy="255588"/>
            </a:xfrm>
          </p:grpSpPr>
          <p:sp>
            <p:nvSpPr>
              <p:cNvPr id="73" name="Freeform 71"/>
              <p:cNvSpPr>
                <a:spLocks noEditPoints="1"/>
              </p:cNvSpPr>
              <p:nvPr/>
            </p:nvSpPr>
            <p:spPr bwMode="auto">
              <a:xfrm>
                <a:off x="6302375" y="2998788"/>
                <a:ext cx="203200" cy="255588"/>
              </a:xfrm>
              <a:custGeom>
                <a:avLst/>
                <a:gdLst>
                  <a:gd name="T0" fmla="*/ 32 w 64"/>
                  <a:gd name="T1" fmla="*/ 0 h 81"/>
                  <a:gd name="T2" fmla="*/ 0 w 64"/>
                  <a:gd name="T3" fmla="*/ 32 h 81"/>
                  <a:gd name="T4" fmla="*/ 32 w 64"/>
                  <a:gd name="T5" fmla="*/ 81 h 81"/>
                  <a:gd name="T6" fmla="*/ 64 w 64"/>
                  <a:gd name="T7" fmla="*/ 32 h 81"/>
                  <a:gd name="T8" fmla="*/ 32 w 64"/>
                  <a:gd name="T9" fmla="*/ 0 h 81"/>
                  <a:gd name="T10" fmla="*/ 32 w 64"/>
                  <a:gd name="T11" fmla="*/ 71 h 81"/>
                  <a:gd name="T12" fmla="*/ 8 w 64"/>
                  <a:gd name="T13" fmla="*/ 32 h 81"/>
                  <a:gd name="T14" fmla="*/ 32 w 64"/>
                  <a:gd name="T15" fmla="*/ 8 h 81"/>
                  <a:gd name="T16" fmla="*/ 56 w 64"/>
                  <a:gd name="T17" fmla="*/ 32 h 81"/>
                  <a:gd name="T18" fmla="*/ 32 w 64"/>
                  <a:gd name="T19" fmla="*/ 7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81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9" y="70"/>
                      <a:pt x="32" y="81"/>
                    </a:cubicBezTo>
                    <a:cubicBezTo>
                      <a:pt x="45" y="70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  <a:moveTo>
                      <a:pt x="32" y="71"/>
                    </a:moveTo>
                    <a:cubicBezTo>
                      <a:pt x="23" y="63"/>
                      <a:pt x="8" y="45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1" y="63"/>
                      <a:pt x="32" y="7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Rectangle 72"/>
              <p:cNvSpPr>
                <a:spLocks noChangeArrowheads="1"/>
              </p:cNvSpPr>
              <p:nvPr/>
            </p:nvSpPr>
            <p:spPr bwMode="auto">
              <a:xfrm>
                <a:off x="6353175" y="3087688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8" name="组合 187"/>
            <p:cNvGrpSpPr/>
            <p:nvPr/>
          </p:nvGrpSpPr>
          <p:grpSpPr>
            <a:xfrm>
              <a:off x="8729663" y="2998788"/>
              <a:ext cx="201613" cy="255588"/>
              <a:chOff x="8729663" y="2998788"/>
              <a:chExt cx="201613" cy="255588"/>
            </a:xfrm>
          </p:grpSpPr>
          <p:sp>
            <p:nvSpPr>
              <p:cNvPr id="75" name="Freeform 73"/>
              <p:cNvSpPr>
                <a:spLocks noEditPoints="1"/>
              </p:cNvSpPr>
              <p:nvPr/>
            </p:nvSpPr>
            <p:spPr bwMode="auto">
              <a:xfrm>
                <a:off x="8729663" y="2998788"/>
                <a:ext cx="201613" cy="255588"/>
              </a:xfrm>
              <a:custGeom>
                <a:avLst/>
                <a:gdLst>
                  <a:gd name="T0" fmla="*/ 32 w 64"/>
                  <a:gd name="T1" fmla="*/ 0 h 81"/>
                  <a:gd name="T2" fmla="*/ 0 w 64"/>
                  <a:gd name="T3" fmla="*/ 32 h 81"/>
                  <a:gd name="T4" fmla="*/ 32 w 64"/>
                  <a:gd name="T5" fmla="*/ 81 h 81"/>
                  <a:gd name="T6" fmla="*/ 64 w 64"/>
                  <a:gd name="T7" fmla="*/ 32 h 81"/>
                  <a:gd name="T8" fmla="*/ 32 w 64"/>
                  <a:gd name="T9" fmla="*/ 0 h 81"/>
                  <a:gd name="T10" fmla="*/ 32 w 64"/>
                  <a:gd name="T11" fmla="*/ 71 h 81"/>
                  <a:gd name="T12" fmla="*/ 8 w 64"/>
                  <a:gd name="T13" fmla="*/ 32 h 81"/>
                  <a:gd name="T14" fmla="*/ 32 w 64"/>
                  <a:gd name="T15" fmla="*/ 8 h 81"/>
                  <a:gd name="T16" fmla="*/ 56 w 64"/>
                  <a:gd name="T17" fmla="*/ 32 h 81"/>
                  <a:gd name="T18" fmla="*/ 32 w 64"/>
                  <a:gd name="T19" fmla="*/ 7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81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9" y="70"/>
                      <a:pt x="32" y="81"/>
                    </a:cubicBezTo>
                    <a:cubicBezTo>
                      <a:pt x="45" y="70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  <a:moveTo>
                      <a:pt x="32" y="71"/>
                    </a:moveTo>
                    <a:cubicBezTo>
                      <a:pt x="23" y="63"/>
                      <a:pt x="8" y="45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1" y="63"/>
                      <a:pt x="32" y="7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74"/>
              <p:cNvSpPr>
                <a:spLocks noEditPoints="1"/>
              </p:cNvSpPr>
              <p:nvPr/>
            </p:nvSpPr>
            <p:spPr bwMode="auto">
              <a:xfrm>
                <a:off x="8780463" y="3049588"/>
                <a:ext cx="100013" cy="101600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0 w 32"/>
                  <a:gd name="T5" fmla="*/ 24 h 32"/>
                  <a:gd name="T6" fmla="*/ 4 w 32"/>
                  <a:gd name="T7" fmla="*/ 24 h 32"/>
                  <a:gd name="T8" fmla="*/ 4 w 32"/>
                  <a:gd name="T9" fmla="*/ 28 h 32"/>
                  <a:gd name="T10" fmla="*/ 8 w 32"/>
                  <a:gd name="T11" fmla="*/ 32 h 32"/>
                  <a:gd name="T12" fmla="*/ 24 w 32"/>
                  <a:gd name="T13" fmla="*/ 32 h 32"/>
                  <a:gd name="T14" fmla="*/ 28 w 32"/>
                  <a:gd name="T15" fmla="*/ 28 h 32"/>
                  <a:gd name="T16" fmla="*/ 28 w 32"/>
                  <a:gd name="T17" fmla="*/ 24 h 32"/>
                  <a:gd name="T18" fmla="*/ 32 w 32"/>
                  <a:gd name="T19" fmla="*/ 24 h 32"/>
                  <a:gd name="T20" fmla="*/ 32 w 32"/>
                  <a:gd name="T21" fmla="*/ 16 h 32"/>
                  <a:gd name="T22" fmla="*/ 16 w 32"/>
                  <a:gd name="T23" fmla="*/ 0 h 32"/>
                  <a:gd name="T24" fmla="*/ 8 w 32"/>
                  <a:gd name="T25" fmla="*/ 20 h 32"/>
                  <a:gd name="T26" fmla="*/ 4 w 32"/>
                  <a:gd name="T27" fmla="*/ 16 h 32"/>
                  <a:gd name="T28" fmla="*/ 8 w 32"/>
                  <a:gd name="T29" fmla="*/ 12 h 32"/>
                  <a:gd name="T30" fmla="*/ 12 w 32"/>
                  <a:gd name="T31" fmla="*/ 16 h 32"/>
                  <a:gd name="T32" fmla="*/ 8 w 32"/>
                  <a:gd name="T33" fmla="*/ 20 h 32"/>
                  <a:gd name="T34" fmla="*/ 24 w 32"/>
                  <a:gd name="T35" fmla="*/ 20 h 32"/>
                  <a:gd name="T36" fmla="*/ 20 w 32"/>
                  <a:gd name="T37" fmla="*/ 16 h 32"/>
                  <a:gd name="T38" fmla="*/ 24 w 32"/>
                  <a:gd name="T39" fmla="*/ 12 h 32"/>
                  <a:gd name="T40" fmla="*/ 28 w 32"/>
                  <a:gd name="T41" fmla="*/ 16 h 32"/>
                  <a:gd name="T42" fmla="*/ 24 w 32"/>
                  <a:gd name="T43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30"/>
                      <a:pt x="6" y="32"/>
                      <a:pt x="8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6" y="32"/>
                      <a:pt x="28" y="30"/>
                      <a:pt x="28" y="28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8" y="20"/>
                    </a:moveTo>
                    <a:cubicBezTo>
                      <a:pt x="6" y="20"/>
                      <a:pt x="4" y="18"/>
                      <a:pt x="4" y="16"/>
                    </a:cubicBezTo>
                    <a:cubicBezTo>
                      <a:pt x="4" y="14"/>
                      <a:pt x="6" y="12"/>
                      <a:pt x="8" y="12"/>
                    </a:cubicBezTo>
                    <a:cubicBezTo>
                      <a:pt x="10" y="12"/>
                      <a:pt x="12" y="14"/>
                      <a:pt x="12" y="16"/>
                    </a:cubicBezTo>
                    <a:cubicBezTo>
                      <a:pt x="12" y="18"/>
                      <a:pt x="10" y="20"/>
                      <a:pt x="8" y="20"/>
                    </a:cubicBezTo>
                    <a:close/>
                    <a:moveTo>
                      <a:pt x="24" y="20"/>
                    </a:moveTo>
                    <a:cubicBezTo>
                      <a:pt x="22" y="20"/>
                      <a:pt x="20" y="18"/>
                      <a:pt x="20" y="16"/>
                    </a:cubicBezTo>
                    <a:cubicBezTo>
                      <a:pt x="20" y="14"/>
                      <a:pt x="22" y="12"/>
                      <a:pt x="24" y="12"/>
                    </a:cubicBezTo>
                    <a:cubicBezTo>
                      <a:pt x="26" y="12"/>
                      <a:pt x="28" y="14"/>
                      <a:pt x="28" y="16"/>
                    </a:cubicBezTo>
                    <a:cubicBezTo>
                      <a:pt x="28" y="18"/>
                      <a:pt x="26" y="20"/>
                      <a:pt x="24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3251200" y="2986088"/>
              <a:ext cx="239713" cy="252413"/>
              <a:chOff x="3251200" y="2986088"/>
              <a:chExt cx="239713" cy="252413"/>
            </a:xfrm>
          </p:grpSpPr>
          <p:sp>
            <p:nvSpPr>
              <p:cNvPr id="77" name="Freeform 75"/>
              <p:cNvSpPr>
                <a:spLocks noEditPoints="1"/>
              </p:cNvSpPr>
              <p:nvPr/>
            </p:nvSpPr>
            <p:spPr bwMode="auto">
              <a:xfrm>
                <a:off x="3308350" y="2986088"/>
                <a:ext cx="125413" cy="214313"/>
              </a:xfrm>
              <a:custGeom>
                <a:avLst/>
                <a:gdLst>
                  <a:gd name="T0" fmla="*/ 20 w 40"/>
                  <a:gd name="T1" fmla="*/ 68 h 68"/>
                  <a:gd name="T2" fmla="*/ 16 w 40"/>
                  <a:gd name="T3" fmla="*/ 66 h 68"/>
                  <a:gd name="T4" fmla="*/ 0 w 40"/>
                  <a:gd name="T5" fmla="*/ 20 h 68"/>
                  <a:gd name="T6" fmla="*/ 20 w 40"/>
                  <a:gd name="T7" fmla="*/ 0 h 68"/>
                  <a:gd name="T8" fmla="*/ 40 w 40"/>
                  <a:gd name="T9" fmla="*/ 20 h 68"/>
                  <a:gd name="T10" fmla="*/ 24 w 40"/>
                  <a:gd name="T11" fmla="*/ 66 h 68"/>
                  <a:gd name="T12" fmla="*/ 20 w 40"/>
                  <a:gd name="T13" fmla="*/ 68 h 68"/>
                  <a:gd name="T14" fmla="*/ 20 w 40"/>
                  <a:gd name="T15" fmla="*/ 8 h 68"/>
                  <a:gd name="T16" fmla="*/ 8 w 40"/>
                  <a:gd name="T17" fmla="*/ 20 h 68"/>
                  <a:gd name="T18" fmla="*/ 20 w 40"/>
                  <a:gd name="T19" fmla="*/ 54 h 68"/>
                  <a:gd name="T20" fmla="*/ 32 w 40"/>
                  <a:gd name="T21" fmla="*/ 20 h 68"/>
                  <a:gd name="T22" fmla="*/ 20 w 40"/>
                  <a:gd name="T23" fmla="*/ 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" h="68">
                    <a:moveTo>
                      <a:pt x="20" y="68"/>
                    </a:moveTo>
                    <a:cubicBezTo>
                      <a:pt x="18" y="68"/>
                      <a:pt x="17" y="67"/>
                      <a:pt x="16" y="66"/>
                    </a:cubicBezTo>
                    <a:cubicBezTo>
                      <a:pt x="14" y="60"/>
                      <a:pt x="0" y="29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29"/>
                      <a:pt x="26" y="60"/>
                      <a:pt x="24" y="66"/>
                    </a:cubicBezTo>
                    <a:cubicBezTo>
                      <a:pt x="23" y="67"/>
                      <a:pt x="22" y="68"/>
                      <a:pt x="20" y="68"/>
                    </a:cubicBezTo>
                    <a:close/>
                    <a:moveTo>
                      <a:pt x="20" y="8"/>
                    </a:moveTo>
                    <a:cubicBezTo>
                      <a:pt x="13" y="8"/>
                      <a:pt x="8" y="13"/>
                      <a:pt x="8" y="20"/>
                    </a:cubicBezTo>
                    <a:cubicBezTo>
                      <a:pt x="8" y="25"/>
                      <a:pt x="14" y="41"/>
                      <a:pt x="20" y="54"/>
                    </a:cubicBezTo>
                    <a:cubicBezTo>
                      <a:pt x="26" y="41"/>
                      <a:pt x="32" y="25"/>
                      <a:pt x="32" y="20"/>
                    </a:cubicBezTo>
                    <a:cubicBezTo>
                      <a:pt x="32" y="13"/>
                      <a:pt x="27" y="8"/>
                      <a:pt x="20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Oval 76"/>
              <p:cNvSpPr>
                <a:spLocks noChangeArrowheads="1"/>
              </p:cNvSpPr>
              <p:nvPr/>
            </p:nvSpPr>
            <p:spPr bwMode="auto">
              <a:xfrm>
                <a:off x="3352800" y="3030538"/>
                <a:ext cx="38100" cy="381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77"/>
              <p:cNvSpPr>
                <a:spLocks/>
              </p:cNvSpPr>
              <p:nvPr/>
            </p:nvSpPr>
            <p:spPr bwMode="auto">
              <a:xfrm>
                <a:off x="3251200" y="3125788"/>
                <a:ext cx="239713" cy="112713"/>
              </a:xfrm>
              <a:custGeom>
                <a:avLst/>
                <a:gdLst>
                  <a:gd name="T0" fmla="*/ 68 w 76"/>
                  <a:gd name="T1" fmla="*/ 36 h 36"/>
                  <a:gd name="T2" fmla="*/ 8 w 76"/>
                  <a:gd name="T3" fmla="*/ 36 h 36"/>
                  <a:gd name="T4" fmla="*/ 1 w 76"/>
                  <a:gd name="T5" fmla="*/ 32 h 36"/>
                  <a:gd name="T6" fmla="*/ 1 w 76"/>
                  <a:gd name="T7" fmla="*/ 25 h 36"/>
                  <a:gd name="T8" fmla="*/ 9 w 76"/>
                  <a:gd name="T9" fmla="*/ 5 h 36"/>
                  <a:gd name="T10" fmla="*/ 17 w 76"/>
                  <a:gd name="T11" fmla="*/ 0 h 36"/>
                  <a:gd name="T12" fmla="*/ 20 w 76"/>
                  <a:gd name="T13" fmla="*/ 0 h 36"/>
                  <a:gd name="T14" fmla="*/ 20 w 76"/>
                  <a:gd name="T15" fmla="*/ 8 h 36"/>
                  <a:gd name="T16" fmla="*/ 17 w 76"/>
                  <a:gd name="T17" fmla="*/ 8 h 36"/>
                  <a:gd name="T18" fmla="*/ 8 w 76"/>
                  <a:gd name="T19" fmla="*/ 28 h 36"/>
                  <a:gd name="T20" fmla="*/ 68 w 76"/>
                  <a:gd name="T21" fmla="*/ 28 h 36"/>
                  <a:gd name="T22" fmla="*/ 59 w 76"/>
                  <a:gd name="T23" fmla="*/ 8 h 36"/>
                  <a:gd name="T24" fmla="*/ 56 w 76"/>
                  <a:gd name="T25" fmla="*/ 8 h 36"/>
                  <a:gd name="T26" fmla="*/ 56 w 76"/>
                  <a:gd name="T27" fmla="*/ 0 h 36"/>
                  <a:gd name="T28" fmla="*/ 59 w 76"/>
                  <a:gd name="T29" fmla="*/ 0 h 36"/>
                  <a:gd name="T30" fmla="*/ 67 w 76"/>
                  <a:gd name="T31" fmla="*/ 5 h 36"/>
                  <a:gd name="T32" fmla="*/ 75 w 76"/>
                  <a:gd name="T33" fmla="*/ 25 h 36"/>
                  <a:gd name="T34" fmla="*/ 75 w 76"/>
                  <a:gd name="T35" fmla="*/ 32 h 36"/>
                  <a:gd name="T36" fmla="*/ 68 w 76"/>
                  <a:gd name="T3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36">
                    <a:moveTo>
                      <a:pt x="68" y="36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5" y="36"/>
                      <a:pt x="3" y="35"/>
                      <a:pt x="1" y="32"/>
                    </a:cubicBezTo>
                    <a:cubicBezTo>
                      <a:pt x="0" y="30"/>
                      <a:pt x="0" y="27"/>
                      <a:pt x="1" y="2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2"/>
                      <a:pt x="13" y="0"/>
                      <a:pt x="17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0"/>
                      <a:pt x="65" y="2"/>
                      <a:pt x="67" y="5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6" y="27"/>
                      <a:pt x="76" y="30"/>
                      <a:pt x="75" y="32"/>
                    </a:cubicBezTo>
                    <a:cubicBezTo>
                      <a:pt x="73" y="35"/>
                      <a:pt x="71" y="36"/>
                      <a:pt x="68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8123238" y="2998788"/>
              <a:ext cx="201613" cy="255588"/>
              <a:chOff x="8123238" y="2998788"/>
              <a:chExt cx="201613" cy="255588"/>
            </a:xfrm>
          </p:grpSpPr>
          <p:sp>
            <p:nvSpPr>
              <p:cNvPr id="80" name="Freeform 78"/>
              <p:cNvSpPr>
                <a:spLocks/>
              </p:cNvSpPr>
              <p:nvPr/>
            </p:nvSpPr>
            <p:spPr bwMode="auto">
              <a:xfrm>
                <a:off x="8164513" y="3065463"/>
                <a:ext cx="119063" cy="85725"/>
              </a:xfrm>
              <a:custGeom>
                <a:avLst/>
                <a:gdLst>
                  <a:gd name="T0" fmla="*/ 32 w 38"/>
                  <a:gd name="T1" fmla="*/ 0 h 27"/>
                  <a:gd name="T2" fmla="*/ 15 w 38"/>
                  <a:gd name="T3" fmla="*/ 17 h 27"/>
                  <a:gd name="T4" fmla="*/ 6 w 38"/>
                  <a:gd name="T5" fmla="*/ 8 h 27"/>
                  <a:gd name="T6" fmla="*/ 0 w 38"/>
                  <a:gd name="T7" fmla="*/ 14 h 27"/>
                  <a:gd name="T8" fmla="*/ 12 w 38"/>
                  <a:gd name="T9" fmla="*/ 26 h 27"/>
                  <a:gd name="T10" fmla="*/ 15 w 38"/>
                  <a:gd name="T11" fmla="*/ 27 h 27"/>
                  <a:gd name="T12" fmla="*/ 18 w 38"/>
                  <a:gd name="T13" fmla="*/ 26 h 27"/>
                  <a:gd name="T14" fmla="*/ 38 w 38"/>
                  <a:gd name="T15" fmla="*/ 6 h 27"/>
                  <a:gd name="T16" fmla="*/ 32 w 38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27">
                    <a:moveTo>
                      <a:pt x="32" y="0"/>
                    </a:moveTo>
                    <a:cubicBezTo>
                      <a:pt x="15" y="17"/>
                      <a:pt x="15" y="17"/>
                      <a:pt x="15" y="17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4" y="27"/>
                      <a:pt x="15" y="27"/>
                    </a:cubicBezTo>
                    <a:cubicBezTo>
                      <a:pt x="16" y="27"/>
                      <a:pt x="17" y="27"/>
                      <a:pt x="18" y="26"/>
                    </a:cubicBezTo>
                    <a:cubicBezTo>
                      <a:pt x="38" y="6"/>
                      <a:pt x="38" y="6"/>
                      <a:pt x="38" y="6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79"/>
              <p:cNvSpPr>
                <a:spLocks noEditPoints="1"/>
              </p:cNvSpPr>
              <p:nvPr/>
            </p:nvSpPr>
            <p:spPr bwMode="auto">
              <a:xfrm>
                <a:off x="8123238" y="2998788"/>
                <a:ext cx="201613" cy="255588"/>
              </a:xfrm>
              <a:custGeom>
                <a:avLst/>
                <a:gdLst>
                  <a:gd name="T0" fmla="*/ 32 w 64"/>
                  <a:gd name="T1" fmla="*/ 0 h 81"/>
                  <a:gd name="T2" fmla="*/ 0 w 64"/>
                  <a:gd name="T3" fmla="*/ 32 h 81"/>
                  <a:gd name="T4" fmla="*/ 32 w 64"/>
                  <a:gd name="T5" fmla="*/ 81 h 81"/>
                  <a:gd name="T6" fmla="*/ 64 w 64"/>
                  <a:gd name="T7" fmla="*/ 32 h 81"/>
                  <a:gd name="T8" fmla="*/ 32 w 64"/>
                  <a:gd name="T9" fmla="*/ 0 h 81"/>
                  <a:gd name="T10" fmla="*/ 32 w 64"/>
                  <a:gd name="T11" fmla="*/ 71 h 81"/>
                  <a:gd name="T12" fmla="*/ 8 w 64"/>
                  <a:gd name="T13" fmla="*/ 32 h 81"/>
                  <a:gd name="T14" fmla="*/ 32 w 64"/>
                  <a:gd name="T15" fmla="*/ 8 h 81"/>
                  <a:gd name="T16" fmla="*/ 56 w 64"/>
                  <a:gd name="T17" fmla="*/ 32 h 81"/>
                  <a:gd name="T18" fmla="*/ 32 w 64"/>
                  <a:gd name="T19" fmla="*/ 7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81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9" y="70"/>
                      <a:pt x="32" y="81"/>
                    </a:cubicBezTo>
                    <a:cubicBezTo>
                      <a:pt x="45" y="70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  <a:moveTo>
                      <a:pt x="32" y="71"/>
                    </a:moveTo>
                    <a:cubicBezTo>
                      <a:pt x="23" y="63"/>
                      <a:pt x="8" y="45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1" y="63"/>
                      <a:pt x="32" y="7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5" name="组合 184"/>
            <p:cNvGrpSpPr/>
            <p:nvPr/>
          </p:nvGrpSpPr>
          <p:grpSpPr>
            <a:xfrm>
              <a:off x="6908800" y="2998788"/>
              <a:ext cx="203200" cy="255588"/>
              <a:chOff x="6908800" y="2998788"/>
              <a:chExt cx="203200" cy="255588"/>
            </a:xfrm>
          </p:grpSpPr>
          <p:sp>
            <p:nvSpPr>
              <p:cNvPr id="82" name="Freeform 80"/>
              <p:cNvSpPr>
                <a:spLocks noEditPoints="1"/>
              </p:cNvSpPr>
              <p:nvPr/>
            </p:nvSpPr>
            <p:spPr bwMode="auto">
              <a:xfrm>
                <a:off x="6908800" y="2998788"/>
                <a:ext cx="203200" cy="255588"/>
              </a:xfrm>
              <a:custGeom>
                <a:avLst/>
                <a:gdLst>
                  <a:gd name="T0" fmla="*/ 32 w 64"/>
                  <a:gd name="T1" fmla="*/ 0 h 81"/>
                  <a:gd name="T2" fmla="*/ 0 w 64"/>
                  <a:gd name="T3" fmla="*/ 32 h 81"/>
                  <a:gd name="T4" fmla="*/ 32 w 64"/>
                  <a:gd name="T5" fmla="*/ 81 h 81"/>
                  <a:gd name="T6" fmla="*/ 64 w 64"/>
                  <a:gd name="T7" fmla="*/ 32 h 81"/>
                  <a:gd name="T8" fmla="*/ 32 w 64"/>
                  <a:gd name="T9" fmla="*/ 0 h 81"/>
                  <a:gd name="T10" fmla="*/ 32 w 64"/>
                  <a:gd name="T11" fmla="*/ 71 h 81"/>
                  <a:gd name="T12" fmla="*/ 8 w 64"/>
                  <a:gd name="T13" fmla="*/ 32 h 81"/>
                  <a:gd name="T14" fmla="*/ 32 w 64"/>
                  <a:gd name="T15" fmla="*/ 8 h 81"/>
                  <a:gd name="T16" fmla="*/ 56 w 64"/>
                  <a:gd name="T17" fmla="*/ 32 h 81"/>
                  <a:gd name="T18" fmla="*/ 32 w 64"/>
                  <a:gd name="T19" fmla="*/ 7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81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50"/>
                      <a:pt x="19" y="70"/>
                      <a:pt x="32" y="81"/>
                    </a:cubicBezTo>
                    <a:cubicBezTo>
                      <a:pt x="45" y="70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  <a:moveTo>
                      <a:pt x="32" y="71"/>
                    </a:moveTo>
                    <a:cubicBezTo>
                      <a:pt x="23" y="63"/>
                      <a:pt x="8" y="45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1" y="63"/>
                      <a:pt x="32" y="7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81"/>
              <p:cNvSpPr>
                <a:spLocks/>
              </p:cNvSpPr>
              <p:nvPr/>
            </p:nvSpPr>
            <p:spPr bwMode="auto">
              <a:xfrm>
                <a:off x="6962775" y="3052763"/>
                <a:ext cx="95250" cy="95250"/>
              </a:xfrm>
              <a:custGeom>
                <a:avLst/>
                <a:gdLst>
                  <a:gd name="T0" fmla="*/ 48 w 60"/>
                  <a:gd name="T1" fmla="*/ 0 h 60"/>
                  <a:gd name="T2" fmla="*/ 30 w 60"/>
                  <a:gd name="T3" fmla="*/ 18 h 60"/>
                  <a:gd name="T4" fmla="*/ 12 w 60"/>
                  <a:gd name="T5" fmla="*/ 0 h 60"/>
                  <a:gd name="T6" fmla="*/ 0 w 60"/>
                  <a:gd name="T7" fmla="*/ 12 h 60"/>
                  <a:gd name="T8" fmla="*/ 18 w 60"/>
                  <a:gd name="T9" fmla="*/ 30 h 60"/>
                  <a:gd name="T10" fmla="*/ 0 w 60"/>
                  <a:gd name="T11" fmla="*/ 48 h 60"/>
                  <a:gd name="T12" fmla="*/ 12 w 60"/>
                  <a:gd name="T13" fmla="*/ 60 h 60"/>
                  <a:gd name="T14" fmla="*/ 30 w 60"/>
                  <a:gd name="T15" fmla="*/ 42 h 60"/>
                  <a:gd name="T16" fmla="*/ 48 w 60"/>
                  <a:gd name="T17" fmla="*/ 60 h 60"/>
                  <a:gd name="T18" fmla="*/ 60 w 60"/>
                  <a:gd name="T19" fmla="*/ 48 h 60"/>
                  <a:gd name="T20" fmla="*/ 42 w 60"/>
                  <a:gd name="T21" fmla="*/ 30 h 60"/>
                  <a:gd name="T22" fmla="*/ 60 w 60"/>
                  <a:gd name="T23" fmla="*/ 12 h 60"/>
                  <a:gd name="T24" fmla="*/ 48 w 60"/>
                  <a:gd name="T2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60">
                    <a:moveTo>
                      <a:pt x="48" y="0"/>
                    </a:move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30" y="42"/>
                    </a:lnTo>
                    <a:lnTo>
                      <a:pt x="48" y="60"/>
                    </a:lnTo>
                    <a:lnTo>
                      <a:pt x="60" y="48"/>
                    </a:lnTo>
                    <a:lnTo>
                      <a:pt x="42" y="30"/>
                    </a:lnTo>
                    <a:lnTo>
                      <a:pt x="60" y="12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9" name="组合 188"/>
            <p:cNvGrpSpPr/>
            <p:nvPr/>
          </p:nvGrpSpPr>
          <p:grpSpPr>
            <a:xfrm>
              <a:off x="3232150" y="3632201"/>
              <a:ext cx="290513" cy="227013"/>
              <a:chOff x="3232150" y="3632201"/>
              <a:chExt cx="290513" cy="227013"/>
            </a:xfrm>
          </p:grpSpPr>
          <p:sp>
            <p:nvSpPr>
              <p:cNvPr id="84" name="Freeform 82"/>
              <p:cNvSpPr>
                <a:spLocks noEditPoints="1"/>
              </p:cNvSpPr>
              <p:nvPr/>
            </p:nvSpPr>
            <p:spPr bwMode="auto">
              <a:xfrm>
                <a:off x="3232150" y="3632201"/>
                <a:ext cx="290513" cy="227013"/>
              </a:xfrm>
              <a:custGeom>
                <a:avLst/>
                <a:gdLst>
                  <a:gd name="T0" fmla="*/ 91 w 92"/>
                  <a:gd name="T1" fmla="*/ 37 h 72"/>
                  <a:gd name="T2" fmla="*/ 80 w 92"/>
                  <a:gd name="T3" fmla="*/ 28 h 72"/>
                  <a:gd name="T4" fmla="*/ 80 w 92"/>
                  <a:gd name="T5" fmla="*/ 12 h 72"/>
                  <a:gd name="T6" fmla="*/ 76 w 92"/>
                  <a:gd name="T7" fmla="*/ 8 h 72"/>
                  <a:gd name="T8" fmla="*/ 64 w 92"/>
                  <a:gd name="T9" fmla="*/ 8 h 72"/>
                  <a:gd name="T10" fmla="*/ 60 w 92"/>
                  <a:gd name="T11" fmla="*/ 12 h 72"/>
                  <a:gd name="T12" fmla="*/ 47 w 92"/>
                  <a:gd name="T13" fmla="*/ 1 h 72"/>
                  <a:gd name="T14" fmla="*/ 41 w 92"/>
                  <a:gd name="T15" fmla="*/ 1 h 72"/>
                  <a:gd name="T16" fmla="*/ 1 w 92"/>
                  <a:gd name="T17" fmla="*/ 37 h 72"/>
                  <a:gd name="T18" fmla="*/ 0 w 92"/>
                  <a:gd name="T19" fmla="*/ 41 h 72"/>
                  <a:gd name="T20" fmla="*/ 4 w 92"/>
                  <a:gd name="T21" fmla="*/ 44 h 72"/>
                  <a:gd name="T22" fmla="*/ 12 w 92"/>
                  <a:gd name="T23" fmla="*/ 44 h 72"/>
                  <a:gd name="T24" fmla="*/ 12 w 92"/>
                  <a:gd name="T25" fmla="*/ 68 h 72"/>
                  <a:gd name="T26" fmla="*/ 16 w 92"/>
                  <a:gd name="T27" fmla="*/ 72 h 72"/>
                  <a:gd name="T28" fmla="*/ 76 w 92"/>
                  <a:gd name="T29" fmla="*/ 72 h 72"/>
                  <a:gd name="T30" fmla="*/ 80 w 92"/>
                  <a:gd name="T31" fmla="*/ 68 h 72"/>
                  <a:gd name="T32" fmla="*/ 80 w 92"/>
                  <a:gd name="T33" fmla="*/ 44 h 72"/>
                  <a:gd name="T34" fmla="*/ 88 w 92"/>
                  <a:gd name="T35" fmla="*/ 44 h 72"/>
                  <a:gd name="T36" fmla="*/ 92 w 92"/>
                  <a:gd name="T37" fmla="*/ 41 h 72"/>
                  <a:gd name="T38" fmla="*/ 91 w 92"/>
                  <a:gd name="T39" fmla="*/ 37 h 72"/>
                  <a:gd name="T40" fmla="*/ 68 w 92"/>
                  <a:gd name="T41" fmla="*/ 16 h 72"/>
                  <a:gd name="T42" fmla="*/ 72 w 92"/>
                  <a:gd name="T43" fmla="*/ 16 h 72"/>
                  <a:gd name="T44" fmla="*/ 72 w 92"/>
                  <a:gd name="T45" fmla="*/ 22 h 72"/>
                  <a:gd name="T46" fmla="*/ 68 w 92"/>
                  <a:gd name="T47" fmla="*/ 18 h 72"/>
                  <a:gd name="T48" fmla="*/ 68 w 92"/>
                  <a:gd name="T49" fmla="*/ 16 h 72"/>
                  <a:gd name="T50" fmla="*/ 40 w 92"/>
                  <a:gd name="T51" fmla="*/ 64 h 72"/>
                  <a:gd name="T52" fmla="*/ 40 w 92"/>
                  <a:gd name="T53" fmla="*/ 48 h 72"/>
                  <a:gd name="T54" fmla="*/ 28 w 92"/>
                  <a:gd name="T55" fmla="*/ 48 h 72"/>
                  <a:gd name="T56" fmla="*/ 28 w 92"/>
                  <a:gd name="T57" fmla="*/ 64 h 72"/>
                  <a:gd name="T58" fmla="*/ 20 w 92"/>
                  <a:gd name="T59" fmla="*/ 64 h 72"/>
                  <a:gd name="T60" fmla="*/ 20 w 92"/>
                  <a:gd name="T61" fmla="*/ 44 h 72"/>
                  <a:gd name="T62" fmla="*/ 72 w 92"/>
                  <a:gd name="T63" fmla="*/ 44 h 72"/>
                  <a:gd name="T64" fmla="*/ 72 w 92"/>
                  <a:gd name="T65" fmla="*/ 64 h 72"/>
                  <a:gd name="T66" fmla="*/ 40 w 92"/>
                  <a:gd name="T67" fmla="*/ 64 h 72"/>
                  <a:gd name="T68" fmla="*/ 14 w 92"/>
                  <a:gd name="T69" fmla="*/ 36 h 72"/>
                  <a:gd name="T70" fmla="*/ 44 w 92"/>
                  <a:gd name="T71" fmla="*/ 9 h 72"/>
                  <a:gd name="T72" fmla="*/ 77 w 92"/>
                  <a:gd name="T73" fmla="*/ 36 h 72"/>
                  <a:gd name="T74" fmla="*/ 14 w 92"/>
                  <a:gd name="T75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2" h="72">
                    <a:moveTo>
                      <a:pt x="91" y="37"/>
                    </a:move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80" y="10"/>
                      <a:pt x="78" y="8"/>
                      <a:pt x="76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2" y="8"/>
                      <a:pt x="60" y="10"/>
                      <a:pt x="60" y="1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5" y="0"/>
                      <a:pt x="43" y="0"/>
                      <a:pt x="41" y="1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8"/>
                      <a:pt x="0" y="40"/>
                      <a:pt x="0" y="41"/>
                    </a:cubicBezTo>
                    <a:cubicBezTo>
                      <a:pt x="1" y="43"/>
                      <a:pt x="2" y="44"/>
                      <a:pt x="4" y="44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68"/>
                      <a:pt x="12" y="68"/>
                      <a:pt x="12" y="68"/>
                    </a:cubicBezTo>
                    <a:cubicBezTo>
                      <a:pt x="12" y="70"/>
                      <a:pt x="14" y="72"/>
                      <a:pt x="16" y="72"/>
                    </a:cubicBezTo>
                    <a:cubicBezTo>
                      <a:pt x="76" y="72"/>
                      <a:pt x="76" y="72"/>
                      <a:pt x="76" y="72"/>
                    </a:cubicBezTo>
                    <a:cubicBezTo>
                      <a:pt x="78" y="72"/>
                      <a:pt x="80" y="70"/>
                      <a:pt x="80" y="68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8" y="44"/>
                      <a:pt x="88" y="44"/>
                      <a:pt x="88" y="44"/>
                    </a:cubicBezTo>
                    <a:cubicBezTo>
                      <a:pt x="90" y="44"/>
                      <a:pt x="91" y="43"/>
                      <a:pt x="92" y="41"/>
                    </a:cubicBezTo>
                    <a:cubicBezTo>
                      <a:pt x="92" y="40"/>
                      <a:pt x="92" y="38"/>
                      <a:pt x="91" y="37"/>
                    </a:cubicBezTo>
                    <a:close/>
                    <a:moveTo>
                      <a:pt x="68" y="16"/>
                    </a:move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68" y="18"/>
                      <a:pt x="68" y="18"/>
                      <a:pt x="68" y="18"/>
                    </a:cubicBezTo>
                    <a:lnTo>
                      <a:pt x="68" y="16"/>
                    </a:lnTo>
                    <a:close/>
                    <a:moveTo>
                      <a:pt x="40" y="64"/>
                    </a:moveTo>
                    <a:cubicBezTo>
                      <a:pt x="40" y="48"/>
                      <a:pt x="40" y="48"/>
                      <a:pt x="40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2" y="64"/>
                      <a:pt x="72" y="64"/>
                      <a:pt x="72" y="64"/>
                    </a:cubicBezTo>
                    <a:lnTo>
                      <a:pt x="40" y="64"/>
                    </a:lnTo>
                    <a:close/>
                    <a:moveTo>
                      <a:pt x="14" y="36"/>
                    </a:moveTo>
                    <a:cubicBezTo>
                      <a:pt x="44" y="9"/>
                      <a:pt x="44" y="9"/>
                      <a:pt x="44" y="9"/>
                    </a:cubicBezTo>
                    <a:cubicBezTo>
                      <a:pt x="77" y="36"/>
                      <a:pt x="77" y="36"/>
                      <a:pt x="77" y="36"/>
                    </a:cubicBezTo>
                    <a:lnTo>
                      <a:pt x="14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Rectangle 83"/>
              <p:cNvSpPr>
                <a:spLocks noChangeArrowheads="1"/>
              </p:cNvSpPr>
              <p:nvPr/>
            </p:nvSpPr>
            <p:spPr bwMode="auto">
              <a:xfrm>
                <a:off x="3384550" y="3783013"/>
                <a:ext cx="49213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1" name="组合 190"/>
            <p:cNvGrpSpPr/>
            <p:nvPr/>
          </p:nvGrpSpPr>
          <p:grpSpPr>
            <a:xfrm>
              <a:off x="3838575" y="3606801"/>
              <a:ext cx="277813" cy="252413"/>
              <a:chOff x="3838575" y="3606801"/>
              <a:chExt cx="277813" cy="252413"/>
            </a:xfrm>
          </p:grpSpPr>
          <p:sp>
            <p:nvSpPr>
              <p:cNvPr id="86" name="Freeform 84"/>
              <p:cNvSpPr>
                <a:spLocks noEditPoints="1"/>
              </p:cNvSpPr>
              <p:nvPr/>
            </p:nvSpPr>
            <p:spPr bwMode="auto">
              <a:xfrm>
                <a:off x="3838575" y="3606801"/>
                <a:ext cx="277813" cy="252413"/>
              </a:xfrm>
              <a:custGeom>
                <a:avLst/>
                <a:gdLst>
                  <a:gd name="T0" fmla="*/ 88 w 88"/>
                  <a:gd name="T1" fmla="*/ 38 h 80"/>
                  <a:gd name="T2" fmla="*/ 76 w 88"/>
                  <a:gd name="T3" fmla="*/ 14 h 80"/>
                  <a:gd name="T4" fmla="*/ 72 w 88"/>
                  <a:gd name="T5" fmla="*/ 12 h 80"/>
                  <a:gd name="T6" fmla="*/ 68 w 88"/>
                  <a:gd name="T7" fmla="*/ 12 h 80"/>
                  <a:gd name="T8" fmla="*/ 68 w 88"/>
                  <a:gd name="T9" fmla="*/ 4 h 80"/>
                  <a:gd name="T10" fmla="*/ 64 w 88"/>
                  <a:gd name="T11" fmla="*/ 0 h 80"/>
                  <a:gd name="T12" fmla="*/ 52 w 88"/>
                  <a:gd name="T13" fmla="*/ 0 h 80"/>
                  <a:gd name="T14" fmla="*/ 48 w 88"/>
                  <a:gd name="T15" fmla="*/ 4 h 80"/>
                  <a:gd name="T16" fmla="*/ 48 w 88"/>
                  <a:gd name="T17" fmla="*/ 12 h 80"/>
                  <a:gd name="T18" fmla="*/ 40 w 88"/>
                  <a:gd name="T19" fmla="*/ 12 h 80"/>
                  <a:gd name="T20" fmla="*/ 40 w 88"/>
                  <a:gd name="T21" fmla="*/ 4 h 80"/>
                  <a:gd name="T22" fmla="*/ 36 w 88"/>
                  <a:gd name="T23" fmla="*/ 0 h 80"/>
                  <a:gd name="T24" fmla="*/ 24 w 88"/>
                  <a:gd name="T25" fmla="*/ 0 h 80"/>
                  <a:gd name="T26" fmla="*/ 20 w 88"/>
                  <a:gd name="T27" fmla="*/ 4 h 80"/>
                  <a:gd name="T28" fmla="*/ 20 w 88"/>
                  <a:gd name="T29" fmla="*/ 12 h 80"/>
                  <a:gd name="T30" fmla="*/ 16 w 88"/>
                  <a:gd name="T31" fmla="*/ 12 h 80"/>
                  <a:gd name="T32" fmla="*/ 12 w 88"/>
                  <a:gd name="T33" fmla="*/ 14 h 80"/>
                  <a:gd name="T34" fmla="*/ 0 w 88"/>
                  <a:gd name="T35" fmla="*/ 38 h 80"/>
                  <a:gd name="T36" fmla="*/ 1 w 88"/>
                  <a:gd name="T37" fmla="*/ 42 h 80"/>
                  <a:gd name="T38" fmla="*/ 4 w 88"/>
                  <a:gd name="T39" fmla="*/ 44 h 80"/>
                  <a:gd name="T40" fmla="*/ 12 w 88"/>
                  <a:gd name="T41" fmla="*/ 44 h 80"/>
                  <a:gd name="T42" fmla="*/ 12 w 88"/>
                  <a:gd name="T43" fmla="*/ 76 h 80"/>
                  <a:gd name="T44" fmla="*/ 16 w 88"/>
                  <a:gd name="T45" fmla="*/ 80 h 80"/>
                  <a:gd name="T46" fmla="*/ 72 w 88"/>
                  <a:gd name="T47" fmla="*/ 80 h 80"/>
                  <a:gd name="T48" fmla="*/ 76 w 88"/>
                  <a:gd name="T49" fmla="*/ 76 h 80"/>
                  <a:gd name="T50" fmla="*/ 76 w 88"/>
                  <a:gd name="T51" fmla="*/ 44 h 80"/>
                  <a:gd name="T52" fmla="*/ 84 w 88"/>
                  <a:gd name="T53" fmla="*/ 44 h 80"/>
                  <a:gd name="T54" fmla="*/ 87 w 88"/>
                  <a:gd name="T55" fmla="*/ 42 h 80"/>
                  <a:gd name="T56" fmla="*/ 88 w 88"/>
                  <a:gd name="T57" fmla="*/ 38 h 80"/>
                  <a:gd name="T58" fmla="*/ 56 w 88"/>
                  <a:gd name="T59" fmla="*/ 8 h 80"/>
                  <a:gd name="T60" fmla="*/ 60 w 88"/>
                  <a:gd name="T61" fmla="*/ 8 h 80"/>
                  <a:gd name="T62" fmla="*/ 60 w 88"/>
                  <a:gd name="T63" fmla="*/ 12 h 80"/>
                  <a:gd name="T64" fmla="*/ 56 w 88"/>
                  <a:gd name="T65" fmla="*/ 12 h 80"/>
                  <a:gd name="T66" fmla="*/ 56 w 88"/>
                  <a:gd name="T67" fmla="*/ 8 h 80"/>
                  <a:gd name="T68" fmla="*/ 28 w 88"/>
                  <a:gd name="T69" fmla="*/ 8 h 80"/>
                  <a:gd name="T70" fmla="*/ 32 w 88"/>
                  <a:gd name="T71" fmla="*/ 8 h 80"/>
                  <a:gd name="T72" fmla="*/ 32 w 88"/>
                  <a:gd name="T73" fmla="*/ 12 h 80"/>
                  <a:gd name="T74" fmla="*/ 28 w 88"/>
                  <a:gd name="T75" fmla="*/ 12 h 80"/>
                  <a:gd name="T76" fmla="*/ 28 w 88"/>
                  <a:gd name="T77" fmla="*/ 8 h 80"/>
                  <a:gd name="T78" fmla="*/ 52 w 88"/>
                  <a:gd name="T79" fmla="*/ 72 h 80"/>
                  <a:gd name="T80" fmla="*/ 52 w 88"/>
                  <a:gd name="T81" fmla="*/ 64 h 80"/>
                  <a:gd name="T82" fmla="*/ 36 w 88"/>
                  <a:gd name="T83" fmla="*/ 64 h 80"/>
                  <a:gd name="T84" fmla="*/ 36 w 88"/>
                  <a:gd name="T85" fmla="*/ 72 h 80"/>
                  <a:gd name="T86" fmla="*/ 20 w 88"/>
                  <a:gd name="T87" fmla="*/ 72 h 80"/>
                  <a:gd name="T88" fmla="*/ 20 w 88"/>
                  <a:gd name="T89" fmla="*/ 44 h 80"/>
                  <a:gd name="T90" fmla="*/ 68 w 88"/>
                  <a:gd name="T91" fmla="*/ 44 h 80"/>
                  <a:gd name="T92" fmla="*/ 68 w 88"/>
                  <a:gd name="T93" fmla="*/ 72 h 80"/>
                  <a:gd name="T94" fmla="*/ 52 w 88"/>
                  <a:gd name="T95" fmla="*/ 72 h 80"/>
                  <a:gd name="T96" fmla="*/ 10 w 88"/>
                  <a:gd name="T97" fmla="*/ 36 h 80"/>
                  <a:gd name="T98" fmla="*/ 18 w 88"/>
                  <a:gd name="T99" fmla="*/ 20 h 80"/>
                  <a:gd name="T100" fmla="*/ 70 w 88"/>
                  <a:gd name="T101" fmla="*/ 20 h 80"/>
                  <a:gd name="T102" fmla="*/ 78 w 88"/>
                  <a:gd name="T103" fmla="*/ 36 h 80"/>
                  <a:gd name="T104" fmla="*/ 10 w 88"/>
                  <a:gd name="T105" fmla="*/ 3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8" h="80">
                    <a:moveTo>
                      <a:pt x="88" y="38"/>
                    </a:moveTo>
                    <a:cubicBezTo>
                      <a:pt x="76" y="14"/>
                      <a:pt x="76" y="14"/>
                      <a:pt x="76" y="14"/>
                    </a:cubicBezTo>
                    <a:cubicBezTo>
                      <a:pt x="75" y="13"/>
                      <a:pt x="74" y="12"/>
                      <a:pt x="72" y="12"/>
                    </a:cubicBezTo>
                    <a:cubicBezTo>
                      <a:pt x="68" y="12"/>
                      <a:pt x="68" y="12"/>
                      <a:pt x="68" y="12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2"/>
                      <a:pt x="48" y="4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0" y="2"/>
                      <a:pt x="20" y="4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3" y="13"/>
                      <a:pt x="12" y="14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9"/>
                      <a:pt x="0" y="41"/>
                      <a:pt x="1" y="42"/>
                    </a:cubicBezTo>
                    <a:cubicBezTo>
                      <a:pt x="1" y="43"/>
                      <a:pt x="3" y="44"/>
                      <a:pt x="4" y="44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76"/>
                      <a:pt x="12" y="76"/>
                      <a:pt x="12" y="76"/>
                    </a:cubicBezTo>
                    <a:cubicBezTo>
                      <a:pt x="12" y="78"/>
                      <a:pt x="14" y="80"/>
                      <a:pt x="16" y="80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4" y="80"/>
                      <a:pt x="76" y="78"/>
                      <a:pt x="76" y="76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5" y="44"/>
                      <a:pt x="87" y="43"/>
                      <a:pt x="87" y="42"/>
                    </a:cubicBezTo>
                    <a:cubicBezTo>
                      <a:pt x="88" y="41"/>
                      <a:pt x="88" y="39"/>
                      <a:pt x="88" y="38"/>
                    </a:cubicBezTo>
                    <a:close/>
                    <a:moveTo>
                      <a:pt x="56" y="8"/>
                    </a:moveTo>
                    <a:cubicBezTo>
                      <a:pt x="60" y="8"/>
                      <a:pt x="60" y="8"/>
                      <a:pt x="60" y="8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6" y="12"/>
                      <a:pt x="56" y="12"/>
                      <a:pt x="56" y="12"/>
                    </a:cubicBezTo>
                    <a:lnTo>
                      <a:pt x="56" y="8"/>
                    </a:lnTo>
                    <a:close/>
                    <a:moveTo>
                      <a:pt x="28" y="8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28" y="12"/>
                      <a:pt x="28" y="12"/>
                      <a:pt x="28" y="12"/>
                    </a:cubicBezTo>
                    <a:lnTo>
                      <a:pt x="28" y="8"/>
                    </a:lnTo>
                    <a:close/>
                    <a:moveTo>
                      <a:pt x="52" y="72"/>
                    </a:moveTo>
                    <a:cubicBezTo>
                      <a:pt x="52" y="64"/>
                      <a:pt x="52" y="64"/>
                      <a:pt x="52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8" y="72"/>
                      <a:pt x="68" y="72"/>
                      <a:pt x="68" y="72"/>
                    </a:cubicBezTo>
                    <a:lnTo>
                      <a:pt x="52" y="72"/>
                    </a:lnTo>
                    <a:close/>
                    <a:moveTo>
                      <a:pt x="10" y="36"/>
                    </a:moveTo>
                    <a:cubicBezTo>
                      <a:pt x="18" y="20"/>
                      <a:pt x="18" y="20"/>
                      <a:pt x="18" y="20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8" y="36"/>
                      <a:pt x="78" y="36"/>
                      <a:pt x="78" y="36"/>
                    </a:cubicBezTo>
                    <a:lnTo>
                      <a:pt x="10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90" name="组合 189"/>
              <p:cNvGrpSpPr/>
              <p:nvPr/>
            </p:nvGrpSpPr>
            <p:grpSpPr>
              <a:xfrm>
                <a:off x="3914775" y="3757613"/>
                <a:ext cx="125413" cy="38100"/>
                <a:chOff x="3914775" y="3757613"/>
                <a:chExt cx="125413" cy="38100"/>
              </a:xfrm>
            </p:grpSpPr>
            <p:sp>
              <p:nvSpPr>
                <p:cNvPr id="87" name="Rectangle 85"/>
                <p:cNvSpPr>
                  <a:spLocks noChangeArrowheads="1"/>
                </p:cNvSpPr>
                <p:nvPr/>
              </p:nvSpPr>
              <p:spPr bwMode="auto">
                <a:xfrm>
                  <a:off x="3914775" y="3757613"/>
                  <a:ext cx="38100" cy="38100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Rectangle 86"/>
                <p:cNvSpPr>
                  <a:spLocks noChangeArrowheads="1"/>
                </p:cNvSpPr>
                <p:nvPr/>
              </p:nvSpPr>
              <p:spPr bwMode="auto">
                <a:xfrm>
                  <a:off x="4003675" y="3757613"/>
                  <a:ext cx="36513" cy="38100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9" name="Freeform 87"/>
            <p:cNvSpPr>
              <a:spLocks noEditPoints="1"/>
            </p:cNvSpPr>
            <p:nvPr/>
          </p:nvSpPr>
          <p:spPr bwMode="auto">
            <a:xfrm>
              <a:off x="4445000" y="3632201"/>
              <a:ext cx="277813" cy="227013"/>
            </a:xfrm>
            <a:custGeom>
              <a:avLst/>
              <a:gdLst>
                <a:gd name="T0" fmla="*/ 86 w 88"/>
                <a:gd name="T1" fmla="*/ 20 h 72"/>
                <a:gd name="T2" fmla="*/ 46 w 88"/>
                <a:gd name="T3" fmla="*/ 0 h 72"/>
                <a:gd name="T4" fmla="*/ 42 w 88"/>
                <a:gd name="T5" fmla="*/ 0 h 72"/>
                <a:gd name="T6" fmla="*/ 2 w 88"/>
                <a:gd name="T7" fmla="*/ 20 h 72"/>
                <a:gd name="T8" fmla="*/ 0 w 88"/>
                <a:gd name="T9" fmla="*/ 24 h 72"/>
                <a:gd name="T10" fmla="*/ 0 w 88"/>
                <a:gd name="T11" fmla="*/ 32 h 72"/>
                <a:gd name="T12" fmla="*/ 4 w 88"/>
                <a:gd name="T13" fmla="*/ 36 h 72"/>
                <a:gd name="T14" fmla="*/ 8 w 88"/>
                <a:gd name="T15" fmla="*/ 36 h 72"/>
                <a:gd name="T16" fmla="*/ 8 w 88"/>
                <a:gd name="T17" fmla="*/ 68 h 72"/>
                <a:gd name="T18" fmla="*/ 12 w 88"/>
                <a:gd name="T19" fmla="*/ 72 h 72"/>
                <a:gd name="T20" fmla="*/ 76 w 88"/>
                <a:gd name="T21" fmla="*/ 72 h 72"/>
                <a:gd name="T22" fmla="*/ 80 w 88"/>
                <a:gd name="T23" fmla="*/ 68 h 72"/>
                <a:gd name="T24" fmla="*/ 80 w 88"/>
                <a:gd name="T25" fmla="*/ 36 h 72"/>
                <a:gd name="T26" fmla="*/ 84 w 88"/>
                <a:gd name="T27" fmla="*/ 36 h 72"/>
                <a:gd name="T28" fmla="*/ 88 w 88"/>
                <a:gd name="T29" fmla="*/ 32 h 72"/>
                <a:gd name="T30" fmla="*/ 88 w 88"/>
                <a:gd name="T31" fmla="*/ 24 h 72"/>
                <a:gd name="T32" fmla="*/ 86 w 88"/>
                <a:gd name="T33" fmla="*/ 20 h 72"/>
                <a:gd name="T34" fmla="*/ 56 w 88"/>
                <a:gd name="T35" fmla="*/ 40 h 72"/>
                <a:gd name="T36" fmla="*/ 32 w 88"/>
                <a:gd name="T37" fmla="*/ 40 h 72"/>
                <a:gd name="T38" fmla="*/ 32 w 88"/>
                <a:gd name="T39" fmla="*/ 36 h 72"/>
                <a:gd name="T40" fmla="*/ 56 w 88"/>
                <a:gd name="T41" fmla="*/ 36 h 72"/>
                <a:gd name="T42" fmla="*/ 56 w 88"/>
                <a:gd name="T43" fmla="*/ 40 h 72"/>
                <a:gd name="T44" fmla="*/ 32 w 88"/>
                <a:gd name="T45" fmla="*/ 48 h 72"/>
                <a:gd name="T46" fmla="*/ 56 w 88"/>
                <a:gd name="T47" fmla="*/ 48 h 72"/>
                <a:gd name="T48" fmla="*/ 56 w 88"/>
                <a:gd name="T49" fmla="*/ 52 h 72"/>
                <a:gd name="T50" fmla="*/ 32 w 88"/>
                <a:gd name="T51" fmla="*/ 52 h 72"/>
                <a:gd name="T52" fmla="*/ 32 w 88"/>
                <a:gd name="T53" fmla="*/ 48 h 72"/>
                <a:gd name="T54" fmla="*/ 32 w 88"/>
                <a:gd name="T55" fmla="*/ 60 h 72"/>
                <a:gd name="T56" fmla="*/ 56 w 88"/>
                <a:gd name="T57" fmla="*/ 60 h 72"/>
                <a:gd name="T58" fmla="*/ 56 w 88"/>
                <a:gd name="T59" fmla="*/ 64 h 72"/>
                <a:gd name="T60" fmla="*/ 32 w 88"/>
                <a:gd name="T61" fmla="*/ 64 h 72"/>
                <a:gd name="T62" fmla="*/ 32 w 88"/>
                <a:gd name="T63" fmla="*/ 60 h 72"/>
                <a:gd name="T64" fmla="*/ 80 w 88"/>
                <a:gd name="T65" fmla="*/ 28 h 72"/>
                <a:gd name="T66" fmla="*/ 76 w 88"/>
                <a:gd name="T67" fmla="*/ 28 h 72"/>
                <a:gd name="T68" fmla="*/ 72 w 88"/>
                <a:gd name="T69" fmla="*/ 32 h 72"/>
                <a:gd name="T70" fmla="*/ 72 w 88"/>
                <a:gd name="T71" fmla="*/ 64 h 72"/>
                <a:gd name="T72" fmla="*/ 64 w 88"/>
                <a:gd name="T73" fmla="*/ 64 h 72"/>
                <a:gd name="T74" fmla="*/ 64 w 88"/>
                <a:gd name="T75" fmla="*/ 32 h 72"/>
                <a:gd name="T76" fmla="*/ 60 w 88"/>
                <a:gd name="T77" fmla="*/ 28 h 72"/>
                <a:gd name="T78" fmla="*/ 28 w 88"/>
                <a:gd name="T79" fmla="*/ 28 h 72"/>
                <a:gd name="T80" fmla="*/ 24 w 88"/>
                <a:gd name="T81" fmla="*/ 32 h 72"/>
                <a:gd name="T82" fmla="*/ 24 w 88"/>
                <a:gd name="T83" fmla="*/ 64 h 72"/>
                <a:gd name="T84" fmla="*/ 16 w 88"/>
                <a:gd name="T85" fmla="*/ 64 h 72"/>
                <a:gd name="T86" fmla="*/ 16 w 88"/>
                <a:gd name="T87" fmla="*/ 32 h 72"/>
                <a:gd name="T88" fmla="*/ 12 w 88"/>
                <a:gd name="T89" fmla="*/ 28 h 72"/>
                <a:gd name="T90" fmla="*/ 8 w 88"/>
                <a:gd name="T91" fmla="*/ 28 h 72"/>
                <a:gd name="T92" fmla="*/ 8 w 88"/>
                <a:gd name="T93" fmla="*/ 26 h 72"/>
                <a:gd name="T94" fmla="*/ 44 w 88"/>
                <a:gd name="T95" fmla="*/ 8 h 72"/>
                <a:gd name="T96" fmla="*/ 80 w 88"/>
                <a:gd name="T97" fmla="*/ 26 h 72"/>
                <a:gd name="T98" fmla="*/ 80 w 88"/>
                <a:gd name="T99" fmla="*/ 2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8" h="72">
                  <a:moveTo>
                    <a:pt x="86" y="2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3" y="0"/>
                    <a:pt x="42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0" y="22"/>
                    <a:pt x="0" y="2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0"/>
                    <a:pt x="10" y="72"/>
                    <a:pt x="12" y="72"/>
                  </a:cubicBezTo>
                  <a:cubicBezTo>
                    <a:pt x="76" y="72"/>
                    <a:pt x="76" y="72"/>
                    <a:pt x="76" y="72"/>
                  </a:cubicBezTo>
                  <a:cubicBezTo>
                    <a:pt x="78" y="72"/>
                    <a:pt x="80" y="70"/>
                    <a:pt x="80" y="68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6" y="36"/>
                    <a:pt x="88" y="34"/>
                    <a:pt x="88" y="32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22"/>
                    <a:pt x="87" y="21"/>
                    <a:pt x="86" y="20"/>
                  </a:cubicBezTo>
                  <a:close/>
                  <a:moveTo>
                    <a:pt x="56" y="40"/>
                  </a:moveTo>
                  <a:cubicBezTo>
                    <a:pt x="32" y="40"/>
                    <a:pt x="32" y="40"/>
                    <a:pt x="32" y="40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40"/>
                  </a:lnTo>
                  <a:close/>
                  <a:moveTo>
                    <a:pt x="32" y="48"/>
                  </a:moveTo>
                  <a:cubicBezTo>
                    <a:pt x="56" y="48"/>
                    <a:pt x="56" y="48"/>
                    <a:pt x="56" y="48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32" y="52"/>
                    <a:pt x="32" y="52"/>
                    <a:pt x="32" y="52"/>
                  </a:cubicBezTo>
                  <a:lnTo>
                    <a:pt x="32" y="48"/>
                  </a:lnTo>
                  <a:close/>
                  <a:moveTo>
                    <a:pt x="32" y="60"/>
                  </a:moveTo>
                  <a:cubicBezTo>
                    <a:pt x="56" y="60"/>
                    <a:pt x="56" y="60"/>
                    <a:pt x="56" y="60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32" y="64"/>
                    <a:pt x="32" y="64"/>
                    <a:pt x="32" y="64"/>
                  </a:cubicBezTo>
                  <a:lnTo>
                    <a:pt x="32" y="60"/>
                  </a:lnTo>
                  <a:close/>
                  <a:moveTo>
                    <a:pt x="80" y="28"/>
                  </a:moveTo>
                  <a:cubicBezTo>
                    <a:pt x="76" y="28"/>
                    <a:pt x="76" y="28"/>
                    <a:pt x="76" y="28"/>
                  </a:cubicBezTo>
                  <a:cubicBezTo>
                    <a:pt x="74" y="28"/>
                    <a:pt x="72" y="30"/>
                    <a:pt x="72" y="32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30"/>
                    <a:pt x="62" y="28"/>
                    <a:pt x="60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6" y="28"/>
                    <a:pt x="24" y="30"/>
                    <a:pt x="24" y="32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0"/>
                    <a:pt x="14" y="28"/>
                    <a:pt x="12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80" y="26"/>
                    <a:pt x="80" y="26"/>
                    <a:pt x="80" y="26"/>
                  </a:cubicBezTo>
                  <a:lnTo>
                    <a:pt x="80" y="2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5670550" y="3594101"/>
              <a:ext cx="254000" cy="265113"/>
              <a:chOff x="5670550" y="3594101"/>
              <a:chExt cx="254000" cy="265113"/>
            </a:xfrm>
          </p:grpSpPr>
          <p:sp>
            <p:nvSpPr>
              <p:cNvPr id="90" name="Rectangle 88"/>
              <p:cNvSpPr>
                <a:spLocks noChangeArrowheads="1"/>
              </p:cNvSpPr>
              <p:nvPr/>
            </p:nvSpPr>
            <p:spPr bwMode="auto">
              <a:xfrm>
                <a:off x="5759450" y="3670301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Rectangle 89"/>
              <p:cNvSpPr>
                <a:spLocks noChangeArrowheads="1"/>
              </p:cNvSpPr>
              <p:nvPr/>
            </p:nvSpPr>
            <p:spPr bwMode="auto">
              <a:xfrm>
                <a:off x="5810250" y="3670301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Rectangle 90"/>
              <p:cNvSpPr>
                <a:spLocks noChangeArrowheads="1"/>
              </p:cNvSpPr>
              <p:nvPr/>
            </p:nvSpPr>
            <p:spPr bwMode="auto">
              <a:xfrm>
                <a:off x="5759450" y="3721101"/>
                <a:ext cx="25400" cy="238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Rectangle 91"/>
              <p:cNvSpPr>
                <a:spLocks noChangeArrowheads="1"/>
              </p:cNvSpPr>
              <p:nvPr/>
            </p:nvSpPr>
            <p:spPr bwMode="auto">
              <a:xfrm>
                <a:off x="5810250" y="3721101"/>
                <a:ext cx="25400" cy="238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Rectangle 92"/>
              <p:cNvSpPr>
                <a:spLocks noChangeArrowheads="1"/>
              </p:cNvSpPr>
              <p:nvPr/>
            </p:nvSpPr>
            <p:spPr bwMode="auto">
              <a:xfrm>
                <a:off x="5708650" y="37703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Rectangle 93"/>
              <p:cNvSpPr>
                <a:spLocks noChangeArrowheads="1"/>
              </p:cNvSpPr>
              <p:nvPr/>
            </p:nvSpPr>
            <p:spPr bwMode="auto">
              <a:xfrm>
                <a:off x="5759450" y="37703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Rectangle 94"/>
              <p:cNvSpPr>
                <a:spLocks noChangeArrowheads="1"/>
              </p:cNvSpPr>
              <p:nvPr/>
            </p:nvSpPr>
            <p:spPr bwMode="auto">
              <a:xfrm>
                <a:off x="5810250" y="37703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Rectangle 95"/>
              <p:cNvSpPr>
                <a:spLocks noChangeArrowheads="1"/>
              </p:cNvSpPr>
              <p:nvPr/>
            </p:nvSpPr>
            <p:spPr bwMode="auto">
              <a:xfrm>
                <a:off x="5861050" y="37703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6"/>
              <p:cNvSpPr>
                <a:spLocks noEditPoints="1"/>
              </p:cNvSpPr>
              <p:nvPr/>
            </p:nvSpPr>
            <p:spPr bwMode="auto">
              <a:xfrm>
                <a:off x="5670550" y="3594101"/>
                <a:ext cx="254000" cy="265113"/>
              </a:xfrm>
              <a:custGeom>
                <a:avLst/>
                <a:gdLst>
                  <a:gd name="T0" fmla="*/ 76 w 80"/>
                  <a:gd name="T1" fmla="*/ 44 h 84"/>
                  <a:gd name="T2" fmla="*/ 64 w 80"/>
                  <a:gd name="T3" fmla="*/ 44 h 84"/>
                  <a:gd name="T4" fmla="*/ 64 w 80"/>
                  <a:gd name="T5" fmla="*/ 12 h 84"/>
                  <a:gd name="T6" fmla="*/ 60 w 80"/>
                  <a:gd name="T7" fmla="*/ 8 h 84"/>
                  <a:gd name="T8" fmla="*/ 52 w 80"/>
                  <a:gd name="T9" fmla="*/ 8 h 84"/>
                  <a:gd name="T10" fmla="*/ 52 w 80"/>
                  <a:gd name="T11" fmla="*/ 4 h 84"/>
                  <a:gd name="T12" fmla="*/ 48 w 80"/>
                  <a:gd name="T13" fmla="*/ 0 h 84"/>
                  <a:gd name="T14" fmla="*/ 32 w 80"/>
                  <a:gd name="T15" fmla="*/ 0 h 84"/>
                  <a:gd name="T16" fmla="*/ 28 w 80"/>
                  <a:gd name="T17" fmla="*/ 4 h 84"/>
                  <a:gd name="T18" fmla="*/ 28 w 80"/>
                  <a:gd name="T19" fmla="*/ 8 h 84"/>
                  <a:gd name="T20" fmla="*/ 20 w 80"/>
                  <a:gd name="T21" fmla="*/ 8 h 84"/>
                  <a:gd name="T22" fmla="*/ 16 w 80"/>
                  <a:gd name="T23" fmla="*/ 12 h 84"/>
                  <a:gd name="T24" fmla="*/ 16 w 80"/>
                  <a:gd name="T25" fmla="*/ 44 h 84"/>
                  <a:gd name="T26" fmla="*/ 4 w 80"/>
                  <a:gd name="T27" fmla="*/ 44 h 84"/>
                  <a:gd name="T28" fmla="*/ 0 w 80"/>
                  <a:gd name="T29" fmla="*/ 48 h 84"/>
                  <a:gd name="T30" fmla="*/ 0 w 80"/>
                  <a:gd name="T31" fmla="*/ 80 h 84"/>
                  <a:gd name="T32" fmla="*/ 4 w 80"/>
                  <a:gd name="T33" fmla="*/ 84 h 84"/>
                  <a:gd name="T34" fmla="*/ 76 w 80"/>
                  <a:gd name="T35" fmla="*/ 84 h 84"/>
                  <a:gd name="T36" fmla="*/ 80 w 80"/>
                  <a:gd name="T37" fmla="*/ 80 h 84"/>
                  <a:gd name="T38" fmla="*/ 80 w 80"/>
                  <a:gd name="T39" fmla="*/ 48 h 84"/>
                  <a:gd name="T40" fmla="*/ 76 w 80"/>
                  <a:gd name="T41" fmla="*/ 44 h 84"/>
                  <a:gd name="T42" fmla="*/ 72 w 80"/>
                  <a:gd name="T43" fmla="*/ 76 h 84"/>
                  <a:gd name="T44" fmla="*/ 48 w 80"/>
                  <a:gd name="T45" fmla="*/ 76 h 84"/>
                  <a:gd name="T46" fmla="*/ 48 w 80"/>
                  <a:gd name="T47" fmla="*/ 68 h 84"/>
                  <a:gd name="T48" fmla="*/ 32 w 80"/>
                  <a:gd name="T49" fmla="*/ 68 h 84"/>
                  <a:gd name="T50" fmla="*/ 32 w 80"/>
                  <a:gd name="T51" fmla="*/ 76 h 84"/>
                  <a:gd name="T52" fmla="*/ 8 w 80"/>
                  <a:gd name="T53" fmla="*/ 76 h 84"/>
                  <a:gd name="T54" fmla="*/ 8 w 80"/>
                  <a:gd name="T55" fmla="*/ 52 h 84"/>
                  <a:gd name="T56" fmla="*/ 20 w 80"/>
                  <a:gd name="T57" fmla="*/ 52 h 84"/>
                  <a:gd name="T58" fmla="*/ 24 w 80"/>
                  <a:gd name="T59" fmla="*/ 48 h 84"/>
                  <a:gd name="T60" fmla="*/ 24 w 80"/>
                  <a:gd name="T61" fmla="*/ 16 h 84"/>
                  <a:gd name="T62" fmla="*/ 32 w 80"/>
                  <a:gd name="T63" fmla="*/ 16 h 84"/>
                  <a:gd name="T64" fmla="*/ 36 w 80"/>
                  <a:gd name="T65" fmla="*/ 12 h 84"/>
                  <a:gd name="T66" fmla="*/ 36 w 80"/>
                  <a:gd name="T67" fmla="*/ 8 h 84"/>
                  <a:gd name="T68" fmla="*/ 44 w 80"/>
                  <a:gd name="T69" fmla="*/ 8 h 84"/>
                  <a:gd name="T70" fmla="*/ 44 w 80"/>
                  <a:gd name="T71" fmla="*/ 12 h 84"/>
                  <a:gd name="T72" fmla="*/ 48 w 80"/>
                  <a:gd name="T73" fmla="*/ 16 h 84"/>
                  <a:gd name="T74" fmla="*/ 56 w 80"/>
                  <a:gd name="T75" fmla="*/ 16 h 84"/>
                  <a:gd name="T76" fmla="*/ 56 w 80"/>
                  <a:gd name="T77" fmla="*/ 48 h 84"/>
                  <a:gd name="T78" fmla="*/ 60 w 80"/>
                  <a:gd name="T79" fmla="*/ 52 h 84"/>
                  <a:gd name="T80" fmla="*/ 72 w 80"/>
                  <a:gd name="T81" fmla="*/ 52 h 84"/>
                  <a:gd name="T82" fmla="*/ 72 w 80"/>
                  <a:gd name="T83" fmla="*/ 7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84">
                    <a:moveTo>
                      <a:pt x="76" y="44"/>
                    </a:moveTo>
                    <a:cubicBezTo>
                      <a:pt x="64" y="44"/>
                      <a:pt x="64" y="44"/>
                      <a:pt x="64" y="44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10"/>
                      <a:pt x="62" y="8"/>
                      <a:pt x="60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2"/>
                      <a:pt x="50" y="0"/>
                      <a:pt x="48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0" y="0"/>
                      <a:pt x="28" y="2"/>
                      <a:pt x="28" y="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8" y="8"/>
                      <a:pt x="16" y="10"/>
                      <a:pt x="16" y="12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4" y="44"/>
                      <a:pt x="4" y="44"/>
                      <a:pt x="4" y="44"/>
                    </a:cubicBezTo>
                    <a:cubicBezTo>
                      <a:pt x="2" y="44"/>
                      <a:pt x="0" y="46"/>
                      <a:pt x="0" y="4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2"/>
                      <a:pt x="2" y="84"/>
                      <a:pt x="4" y="84"/>
                    </a:cubicBezTo>
                    <a:cubicBezTo>
                      <a:pt x="76" y="84"/>
                      <a:pt x="76" y="84"/>
                      <a:pt x="76" y="84"/>
                    </a:cubicBezTo>
                    <a:cubicBezTo>
                      <a:pt x="78" y="84"/>
                      <a:pt x="80" y="82"/>
                      <a:pt x="80" y="80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0" y="46"/>
                      <a:pt x="78" y="44"/>
                      <a:pt x="76" y="44"/>
                    </a:cubicBezTo>
                    <a:close/>
                    <a:moveTo>
                      <a:pt x="72" y="76"/>
                    </a:moveTo>
                    <a:cubicBezTo>
                      <a:pt x="48" y="76"/>
                      <a:pt x="48" y="76"/>
                      <a:pt x="48" y="76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2"/>
                      <a:pt x="24" y="50"/>
                      <a:pt x="24" y="4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4" y="16"/>
                      <a:pt x="36" y="14"/>
                      <a:pt x="36" y="12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4"/>
                      <a:pt x="46" y="16"/>
                      <a:pt x="48" y="16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56" y="50"/>
                      <a:pt x="58" y="52"/>
                      <a:pt x="60" y="52"/>
                    </a:cubicBezTo>
                    <a:cubicBezTo>
                      <a:pt x="72" y="52"/>
                      <a:pt x="72" y="52"/>
                      <a:pt x="72" y="52"/>
                    </a:cubicBezTo>
                    <a:lnTo>
                      <a:pt x="72" y="7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2" name="组合 191"/>
            <p:cNvGrpSpPr/>
            <p:nvPr/>
          </p:nvGrpSpPr>
          <p:grpSpPr>
            <a:xfrm>
              <a:off x="5051425" y="3594101"/>
              <a:ext cx="277813" cy="265113"/>
              <a:chOff x="5051425" y="3594101"/>
              <a:chExt cx="277813" cy="265113"/>
            </a:xfrm>
          </p:grpSpPr>
          <p:sp>
            <p:nvSpPr>
              <p:cNvPr id="99" name="Freeform 97"/>
              <p:cNvSpPr>
                <a:spLocks noEditPoints="1"/>
              </p:cNvSpPr>
              <p:nvPr/>
            </p:nvSpPr>
            <p:spPr bwMode="auto">
              <a:xfrm>
                <a:off x="5051425" y="3594101"/>
                <a:ext cx="277813" cy="265113"/>
              </a:xfrm>
              <a:custGeom>
                <a:avLst/>
                <a:gdLst>
                  <a:gd name="T0" fmla="*/ 84 w 88"/>
                  <a:gd name="T1" fmla="*/ 52 h 84"/>
                  <a:gd name="T2" fmla="*/ 68 w 88"/>
                  <a:gd name="T3" fmla="*/ 52 h 84"/>
                  <a:gd name="T4" fmla="*/ 68 w 88"/>
                  <a:gd name="T5" fmla="*/ 32 h 84"/>
                  <a:gd name="T6" fmla="*/ 48 w 88"/>
                  <a:gd name="T7" fmla="*/ 8 h 84"/>
                  <a:gd name="T8" fmla="*/ 48 w 88"/>
                  <a:gd name="T9" fmla="*/ 0 h 84"/>
                  <a:gd name="T10" fmla="*/ 40 w 88"/>
                  <a:gd name="T11" fmla="*/ 0 h 84"/>
                  <a:gd name="T12" fmla="*/ 40 w 88"/>
                  <a:gd name="T13" fmla="*/ 8 h 84"/>
                  <a:gd name="T14" fmla="*/ 20 w 88"/>
                  <a:gd name="T15" fmla="*/ 32 h 84"/>
                  <a:gd name="T16" fmla="*/ 20 w 88"/>
                  <a:gd name="T17" fmla="*/ 52 h 84"/>
                  <a:gd name="T18" fmla="*/ 4 w 88"/>
                  <a:gd name="T19" fmla="*/ 52 h 84"/>
                  <a:gd name="T20" fmla="*/ 0 w 88"/>
                  <a:gd name="T21" fmla="*/ 56 h 84"/>
                  <a:gd name="T22" fmla="*/ 0 w 88"/>
                  <a:gd name="T23" fmla="*/ 80 h 84"/>
                  <a:gd name="T24" fmla="*/ 4 w 88"/>
                  <a:gd name="T25" fmla="*/ 84 h 84"/>
                  <a:gd name="T26" fmla="*/ 84 w 88"/>
                  <a:gd name="T27" fmla="*/ 84 h 84"/>
                  <a:gd name="T28" fmla="*/ 88 w 88"/>
                  <a:gd name="T29" fmla="*/ 80 h 84"/>
                  <a:gd name="T30" fmla="*/ 88 w 88"/>
                  <a:gd name="T31" fmla="*/ 56 h 84"/>
                  <a:gd name="T32" fmla="*/ 84 w 88"/>
                  <a:gd name="T33" fmla="*/ 52 h 84"/>
                  <a:gd name="T34" fmla="*/ 28 w 88"/>
                  <a:gd name="T35" fmla="*/ 32 h 84"/>
                  <a:gd name="T36" fmla="*/ 44 w 88"/>
                  <a:gd name="T37" fmla="*/ 16 h 84"/>
                  <a:gd name="T38" fmla="*/ 60 w 88"/>
                  <a:gd name="T39" fmla="*/ 32 h 84"/>
                  <a:gd name="T40" fmla="*/ 60 w 88"/>
                  <a:gd name="T41" fmla="*/ 36 h 84"/>
                  <a:gd name="T42" fmla="*/ 28 w 88"/>
                  <a:gd name="T43" fmla="*/ 36 h 84"/>
                  <a:gd name="T44" fmla="*/ 28 w 88"/>
                  <a:gd name="T45" fmla="*/ 32 h 84"/>
                  <a:gd name="T46" fmla="*/ 80 w 88"/>
                  <a:gd name="T47" fmla="*/ 76 h 84"/>
                  <a:gd name="T48" fmla="*/ 8 w 88"/>
                  <a:gd name="T49" fmla="*/ 76 h 84"/>
                  <a:gd name="T50" fmla="*/ 8 w 88"/>
                  <a:gd name="T51" fmla="*/ 60 h 84"/>
                  <a:gd name="T52" fmla="*/ 24 w 88"/>
                  <a:gd name="T53" fmla="*/ 60 h 84"/>
                  <a:gd name="T54" fmla="*/ 28 w 88"/>
                  <a:gd name="T55" fmla="*/ 56 h 84"/>
                  <a:gd name="T56" fmla="*/ 28 w 88"/>
                  <a:gd name="T57" fmla="*/ 44 h 84"/>
                  <a:gd name="T58" fmla="*/ 60 w 88"/>
                  <a:gd name="T59" fmla="*/ 44 h 84"/>
                  <a:gd name="T60" fmla="*/ 60 w 88"/>
                  <a:gd name="T61" fmla="*/ 56 h 84"/>
                  <a:gd name="T62" fmla="*/ 64 w 88"/>
                  <a:gd name="T63" fmla="*/ 60 h 84"/>
                  <a:gd name="T64" fmla="*/ 80 w 88"/>
                  <a:gd name="T65" fmla="*/ 60 h 84"/>
                  <a:gd name="T66" fmla="*/ 80 w 88"/>
                  <a:gd name="T67" fmla="*/ 7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8" h="84">
                    <a:moveTo>
                      <a:pt x="84" y="52"/>
                    </a:move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68" y="20"/>
                      <a:pt x="59" y="10"/>
                      <a:pt x="48" y="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29" y="10"/>
                      <a:pt x="20" y="20"/>
                      <a:pt x="20" y="3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2" y="52"/>
                      <a:pt x="0" y="54"/>
                      <a:pt x="0" y="56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2"/>
                      <a:pt x="2" y="84"/>
                      <a:pt x="4" y="84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86" y="84"/>
                      <a:pt x="88" y="82"/>
                      <a:pt x="88" y="80"/>
                    </a:cubicBezTo>
                    <a:cubicBezTo>
                      <a:pt x="88" y="56"/>
                      <a:pt x="88" y="56"/>
                      <a:pt x="88" y="56"/>
                    </a:cubicBezTo>
                    <a:cubicBezTo>
                      <a:pt x="88" y="54"/>
                      <a:pt x="86" y="52"/>
                      <a:pt x="84" y="52"/>
                    </a:cubicBezTo>
                    <a:close/>
                    <a:moveTo>
                      <a:pt x="28" y="32"/>
                    </a:moveTo>
                    <a:cubicBezTo>
                      <a:pt x="28" y="23"/>
                      <a:pt x="35" y="16"/>
                      <a:pt x="44" y="16"/>
                    </a:cubicBezTo>
                    <a:cubicBezTo>
                      <a:pt x="53" y="16"/>
                      <a:pt x="60" y="23"/>
                      <a:pt x="60" y="32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32"/>
                    </a:lnTo>
                    <a:close/>
                    <a:moveTo>
                      <a:pt x="80" y="76"/>
                    </a:moveTo>
                    <a:cubicBezTo>
                      <a:pt x="8" y="76"/>
                      <a:pt x="8" y="76"/>
                      <a:pt x="8" y="76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6" y="60"/>
                      <a:pt x="28" y="58"/>
                      <a:pt x="28" y="56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0" y="58"/>
                      <a:pt x="62" y="60"/>
                      <a:pt x="64" y="60"/>
                    </a:cubicBezTo>
                    <a:cubicBezTo>
                      <a:pt x="80" y="60"/>
                      <a:pt x="80" y="60"/>
                      <a:pt x="80" y="60"/>
                    </a:cubicBezTo>
                    <a:lnTo>
                      <a:pt x="80" y="7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Rectangle 98"/>
              <p:cNvSpPr>
                <a:spLocks noChangeArrowheads="1"/>
              </p:cNvSpPr>
              <p:nvPr/>
            </p:nvSpPr>
            <p:spPr bwMode="auto">
              <a:xfrm>
                <a:off x="5153025" y="37576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Rectangle 99"/>
              <p:cNvSpPr>
                <a:spLocks noChangeArrowheads="1"/>
              </p:cNvSpPr>
              <p:nvPr/>
            </p:nvSpPr>
            <p:spPr bwMode="auto">
              <a:xfrm>
                <a:off x="5203825" y="37576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Rectangle 100"/>
              <p:cNvSpPr>
                <a:spLocks noChangeArrowheads="1"/>
              </p:cNvSpPr>
              <p:nvPr/>
            </p:nvSpPr>
            <p:spPr bwMode="auto">
              <a:xfrm>
                <a:off x="5102225" y="37957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Rectangle 101"/>
              <p:cNvSpPr>
                <a:spLocks noChangeArrowheads="1"/>
              </p:cNvSpPr>
              <p:nvPr/>
            </p:nvSpPr>
            <p:spPr bwMode="auto">
              <a:xfrm>
                <a:off x="5153025" y="37957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Rectangle 102"/>
              <p:cNvSpPr>
                <a:spLocks noChangeArrowheads="1"/>
              </p:cNvSpPr>
              <p:nvPr/>
            </p:nvSpPr>
            <p:spPr bwMode="auto">
              <a:xfrm>
                <a:off x="5203825" y="37957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Rectangle 103"/>
              <p:cNvSpPr>
                <a:spLocks noChangeArrowheads="1"/>
              </p:cNvSpPr>
              <p:nvPr/>
            </p:nvSpPr>
            <p:spPr bwMode="auto">
              <a:xfrm>
                <a:off x="5254625" y="379571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6" name="Freeform 104"/>
            <p:cNvSpPr>
              <a:spLocks noEditPoints="1"/>
            </p:cNvSpPr>
            <p:nvPr/>
          </p:nvSpPr>
          <p:spPr bwMode="auto">
            <a:xfrm>
              <a:off x="6265863" y="3619501"/>
              <a:ext cx="277813" cy="239713"/>
            </a:xfrm>
            <a:custGeom>
              <a:avLst/>
              <a:gdLst>
                <a:gd name="T0" fmla="*/ 88 w 88"/>
                <a:gd name="T1" fmla="*/ 44 h 76"/>
                <a:gd name="T2" fmla="*/ 63 w 88"/>
                <a:gd name="T3" fmla="*/ 44 h 76"/>
                <a:gd name="T4" fmla="*/ 61 w 88"/>
                <a:gd name="T5" fmla="*/ 32 h 76"/>
                <a:gd name="T6" fmla="*/ 68 w 88"/>
                <a:gd name="T7" fmla="*/ 24 h 76"/>
                <a:gd name="T8" fmla="*/ 68 w 88"/>
                <a:gd name="T9" fmla="*/ 0 h 76"/>
                <a:gd name="T10" fmla="*/ 60 w 88"/>
                <a:gd name="T11" fmla="*/ 0 h 76"/>
                <a:gd name="T12" fmla="*/ 60 w 88"/>
                <a:gd name="T13" fmla="*/ 8 h 76"/>
                <a:gd name="T14" fmla="*/ 48 w 88"/>
                <a:gd name="T15" fmla="*/ 8 h 76"/>
                <a:gd name="T16" fmla="*/ 48 w 88"/>
                <a:gd name="T17" fmla="*/ 0 h 76"/>
                <a:gd name="T18" fmla="*/ 40 w 88"/>
                <a:gd name="T19" fmla="*/ 0 h 76"/>
                <a:gd name="T20" fmla="*/ 40 w 88"/>
                <a:gd name="T21" fmla="*/ 8 h 76"/>
                <a:gd name="T22" fmla="*/ 28 w 88"/>
                <a:gd name="T23" fmla="*/ 8 h 76"/>
                <a:gd name="T24" fmla="*/ 28 w 88"/>
                <a:gd name="T25" fmla="*/ 0 h 76"/>
                <a:gd name="T26" fmla="*/ 20 w 88"/>
                <a:gd name="T27" fmla="*/ 0 h 76"/>
                <a:gd name="T28" fmla="*/ 20 w 88"/>
                <a:gd name="T29" fmla="*/ 24 h 76"/>
                <a:gd name="T30" fmla="*/ 27 w 88"/>
                <a:gd name="T31" fmla="*/ 32 h 76"/>
                <a:gd name="T32" fmla="*/ 25 w 88"/>
                <a:gd name="T33" fmla="*/ 44 h 76"/>
                <a:gd name="T34" fmla="*/ 0 w 88"/>
                <a:gd name="T35" fmla="*/ 44 h 76"/>
                <a:gd name="T36" fmla="*/ 0 w 88"/>
                <a:gd name="T37" fmla="*/ 52 h 76"/>
                <a:gd name="T38" fmla="*/ 4 w 88"/>
                <a:gd name="T39" fmla="*/ 52 h 76"/>
                <a:gd name="T40" fmla="*/ 4 w 88"/>
                <a:gd name="T41" fmla="*/ 72 h 76"/>
                <a:gd name="T42" fmla="*/ 8 w 88"/>
                <a:gd name="T43" fmla="*/ 76 h 76"/>
                <a:gd name="T44" fmla="*/ 36 w 88"/>
                <a:gd name="T45" fmla="*/ 76 h 76"/>
                <a:gd name="T46" fmla="*/ 40 w 88"/>
                <a:gd name="T47" fmla="*/ 72 h 76"/>
                <a:gd name="T48" fmla="*/ 40 w 88"/>
                <a:gd name="T49" fmla="*/ 68 h 76"/>
                <a:gd name="T50" fmla="*/ 44 w 88"/>
                <a:gd name="T51" fmla="*/ 64 h 76"/>
                <a:gd name="T52" fmla="*/ 48 w 88"/>
                <a:gd name="T53" fmla="*/ 68 h 76"/>
                <a:gd name="T54" fmla="*/ 48 w 88"/>
                <a:gd name="T55" fmla="*/ 72 h 76"/>
                <a:gd name="T56" fmla="*/ 52 w 88"/>
                <a:gd name="T57" fmla="*/ 76 h 76"/>
                <a:gd name="T58" fmla="*/ 80 w 88"/>
                <a:gd name="T59" fmla="*/ 76 h 76"/>
                <a:gd name="T60" fmla="*/ 84 w 88"/>
                <a:gd name="T61" fmla="*/ 72 h 76"/>
                <a:gd name="T62" fmla="*/ 84 w 88"/>
                <a:gd name="T63" fmla="*/ 52 h 76"/>
                <a:gd name="T64" fmla="*/ 88 w 88"/>
                <a:gd name="T65" fmla="*/ 52 h 76"/>
                <a:gd name="T66" fmla="*/ 88 w 88"/>
                <a:gd name="T67" fmla="*/ 44 h 76"/>
                <a:gd name="T68" fmla="*/ 35 w 88"/>
                <a:gd name="T69" fmla="*/ 25 h 76"/>
                <a:gd name="T70" fmla="*/ 32 w 88"/>
                <a:gd name="T71" fmla="*/ 24 h 76"/>
                <a:gd name="T72" fmla="*/ 28 w 88"/>
                <a:gd name="T73" fmla="*/ 24 h 76"/>
                <a:gd name="T74" fmla="*/ 28 w 88"/>
                <a:gd name="T75" fmla="*/ 16 h 76"/>
                <a:gd name="T76" fmla="*/ 60 w 88"/>
                <a:gd name="T77" fmla="*/ 16 h 76"/>
                <a:gd name="T78" fmla="*/ 60 w 88"/>
                <a:gd name="T79" fmla="*/ 24 h 76"/>
                <a:gd name="T80" fmla="*/ 56 w 88"/>
                <a:gd name="T81" fmla="*/ 24 h 76"/>
                <a:gd name="T82" fmla="*/ 53 w 88"/>
                <a:gd name="T83" fmla="*/ 25 h 76"/>
                <a:gd name="T84" fmla="*/ 52 w 88"/>
                <a:gd name="T85" fmla="*/ 29 h 76"/>
                <a:gd name="T86" fmla="*/ 55 w 88"/>
                <a:gd name="T87" fmla="*/ 44 h 76"/>
                <a:gd name="T88" fmla="*/ 33 w 88"/>
                <a:gd name="T89" fmla="*/ 44 h 76"/>
                <a:gd name="T90" fmla="*/ 36 w 88"/>
                <a:gd name="T91" fmla="*/ 29 h 76"/>
                <a:gd name="T92" fmla="*/ 35 w 88"/>
                <a:gd name="T93" fmla="*/ 25 h 76"/>
                <a:gd name="T94" fmla="*/ 76 w 88"/>
                <a:gd name="T95" fmla="*/ 68 h 76"/>
                <a:gd name="T96" fmla="*/ 56 w 88"/>
                <a:gd name="T97" fmla="*/ 68 h 76"/>
                <a:gd name="T98" fmla="*/ 44 w 88"/>
                <a:gd name="T99" fmla="*/ 56 h 76"/>
                <a:gd name="T100" fmla="*/ 32 w 88"/>
                <a:gd name="T101" fmla="*/ 68 h 76"/>
                <a:gd name="T102" fmla="*/ 12 w 88"/>
                <a:gd name="T103" fmla="*/ 68 h 76"/>
                <a:gd name="T104" fmla="*/ 12 w 88"/>
                <a:gd name="T105" fmla="*/ 52 h 76"/>
                <a:gd name="T106" fmla="*/ 76 w 88"/>
                <a:gd name="T107" fmla="*/ 52 h 76"/>
                <a:gd name="T108" fmla="*/ 76 w 88"/>
                <a:gd name="T109" fmla="*/ 6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8" h="76">
                  <a:moveTo>
                    <a:pt x="88" y="44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65" y="32"/>
                    <a:pt x="68" y="28"/>
                    <a:pt x="68" y="2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8"/>
                    <a:pt x="23" y="32"/>
                    <a:pt x="27" y="32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4" y="74"/>
                    <a:pt x="6" y="76"/>
                    <a:pt x="8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8" y="76"/>
                    <a:pt x="40" y="74"/>
                    <a:pt x="40" y="72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6"/>
                    <a:pt x="42" y="64"/>
                    <a:pt x="44" y="64"/>
                  </a:cubicBezTo>
                  <a:cubicBezTo>
                    <a:pt x="46" y="64"/>
                    <a:pt x="48" y="66"/>
                    <a:pt x="48" y="68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8" y="74"/>
                    <a:pt x="50" y="76"/>
                    <a:pt x="52" y="76"/>
                  </a:cubicBezTo>
                  <a:cubicBezTo>
                    <a:pt x="80" y="76"/>
                    <a:pt x="80" y="76"/>
                    <a:pt x="80" y="76"/>
                  </a:cubicBezTo>
                  <a:cubicBezTo>
                    <a:pt x="82" y="76"/>
                    <a:pt x="84" y="74"/>
                    <a:pt x="84" y="7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8" y="52"/>
                    <a:pt x="88" y="52"/>
                    <a:pt x="88" y="52"/>
                  </a:cubicBezTo>
                  <a:lnTo>
                    <a:pt x="88" y="44"/>
                  </a:lnTo>
                  <a:close/>
                  <a:moveTo>
                    <a:pt x="35" y="25"/>
                  </a:moveTo>
                  <a:cubicBezTo>
                    <a:pt x="34" y="25"/>
                    <a:pt x="33" y="24"/>
                    <a:pt x="32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5" y="24"/>
                    <a:pt x="54" y="25"/>
                    <a:pt x="53" y="25"/>
                  </a:cubicBezTo>
                  <a:cubicBezTo>
                    <a:pt x="52" y="26"/>
                    <a:pt x="52" y="28"/>
                    <a:pt x="52" y="29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8"/>
                    <a:pt x="36" y="26"/>
                    <a:pt x="35" y="25"/>
                  </a:cubicBezTo>
                  <a:close/>
                  <a:moveTo>
                    <a:pt x="76" y="68"/>
                  </a:moveTo>
                  <a:cubicBezTo>
                    <a:pt x="56" y="68"/>
                    <a:pt x="56" y="68"/>
                    <a:pt x="56" y="68"/>
                  </a:cubicBezTo>
                  <a:cubicBezTo>
                    <a:pt x="56" y="61"/>
                    <a:pt x="51" y="56"/>
                    <a:pt x="44" y="56"/>
                  </a:cubicBezTo>
                  <a:cubicBezTo>
                    <a:pt x="37" y="56"/>
                    <a:pt x="32" y="61"/>
                    <a:pt x="32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76" y="52"/>
                    <a:pt x="76" y="52"/>
                    <a:pt x="76" y="52"/>
                  </a:cubicBezTo>
                  <a:lnTo>
                    <a:pt x="76" y="6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 noEditPoints="1"/>
            </p:cNvSpPr>
            <p:nvPr/>
          </p:nvSpPr>
          <p:spPr bwMode="auto">
            <a:xfrm>
              <a:off x="7491413" y="3606801"/>
              <a:ext cx="252413" cy="239713"/>
            </a:xfrm>
            <a:custGeom>
              <a:avLst/>
              <a:gdLst>
                <a:gd name="T0" fmla="*/ 80 w 80"/>
                <a:gd name="T1" fmla="*/ 71 h 76"/>
                <a:gd name="T2" fmla="*/ 76 w 80"/>
                <a:gd name="T3" fmla="*/ 59 h 76"/>
                <a:gd name="T4" fmla="*/ 72 w 80"/>
                <a:gd name="T5" fmla="*/ 56 h 76"/>
                <a:gd name="T6" fmla="*/ 68 w 80"/>
                <a:gd name="T7" fmla="*/ 56 h 76"/>
                <a:gd name="T8" fmla="*/ 68 w 80"/>
                <a:gd name="T9" fmla="*/ 28 h 76"/>
                <a:gd name="T10" fmla="*/ 72 w 80"/>
                <a:gd name="T11" fmla="*/ 28 h 76"/>
                <a:gd name="T12" fmla="*/ 76 w 80"/>
                <a:gd name="T13" fmla="*/ 24 h 76"/>
                <a:gd name="T14" fmla="*/ 76 w 80"/>
                <a:gd name="T15" fmla="*/ 16 h 76"/>
                <a:gd name="T16" fmla="*/ 73 w 80"/>
                <a:gd name="T17" fmla="*/ 12 h 76"/>
                <a:gd name="T18" fmla="*/ 41 w 80"/>
                <a:gd name="T19" fmla="*/ 0 h 76"/>
                <a:gd name="T20" fmla="*/ 39 w 80"/>
                <a:gd name="T21" fmla="*/ 0 h 76"/>
                <a:gd name="T22" fmla="*/ 7 w 80"/>
                <a:gd name="T23" fmla="*/ 12 h 76"/>
                <a:gd name="T24" fmla="*/ 4 w 80"/>
                <a:gd name="T25" fmla="*/ 16 h 76"/>
                <a:gd name="T26" fmla="*/ 4 w 80"/>
                <a:gd name="T27" fmla="*/ 24 h 76"/>
                <a:gd name="T28" fmla="*/ 8 w 80"/>
                <a:gd name="T29" fmla="*/ 28 h 76"/>
                <a:gd name="T30" fmla="*/ 12 w 80"/>
                <a:gd name="T31" fmla="*/ 28 h 76"/>
                <a:gd name="T32" fmla="*/ 12 w 80"/>
                <a:gd name="T33" fmla="*/ 56 h 76"/>
                <a:gd name="T34" fmla="*/ 8 w 80"/>
                <a:gd name="T35" fmla="*/ 56 h 76"/>
                <a:gd name="T36" fmla="*/ 4 w 80"/>
                <a:gd name="T37" fmla="*/ 59 h 76"/>
                <a:gd name="T38" fmla="*/ 0 w 80"/>
                <a:gd name="T39" fmla="*/ 71 h 76"/>
                <a:gd name="T40" fmla="*/ 1 w 80"/>
                <a:gd name="T41" fmla="*/ 74 h 76"/>
                <a:gd name="T42" fmla="*/ 4 w 80"/>
                <a:gd name="T43" fmla="*/ 76 h 76"/>
                <a:gd name="T44" fmla="*/ 76 w 80"/>
                <a:gd name="T45" fmla="*/ 76 h 76"/>
                <a:gd name="T46" fmla="*/ 79 w 80"/>
                <a:gd name="T47" fmla="*/ 74 h 76"/>
                <a:gd name="T48" fmla="*/ 80 w 80"/>
                <a:gd name="T49" fmla="*/ 71 h 76"/>
                <a:gd name="T50" fmla="*/ 60 w 80"/>
                <a:gd name="T51" fmla="*/ 56 h 76"/>
                <a:gd name="T52" fmla="*/ 52 w 80"/>
                <a:gd name="T53" fmla="*/ 56 h 76"/>
                <a:gd name="T54" fmla="*/ 52 w 80"/>
                <a:gd name="T55" fmla="*/ 28 h 76"/>
                <a:gd name="T56" fmla="*/ 60 w 80"/>
                <a:gd name="T57" fmla="*/ 28 h 76"/>
                <a:gd name="T58" fmla="*/ 60 w 80"/>
                <a:gd name="T59" fmla="*/ 56 h 76"/>
                <a:gd name="T60" fmla="*/ 44 w 80"/>
                <a:gd name="T61" fmla="*/ 28 h 76"/>
                <a:gd name="T62" fmla="*/ 44 w 80"/>
                <a:gd name="T63" fmla="*/ 56 h 76"/>
                <a:gd name="T64" fmla="*/ 36 w 80"/>
                <a:gd name="T65" fmla="*/ 56 h 76"/>
                <a:gd name="T66" fmla="*/ 36 w 80"/>
                <a:gd name="T67" fmla="*/ 28 h 76"/>
                <a:gd name="T68" fmla="*/ 44 w 80"/>
                <a:gd name="T69" fmla="*/ 28 h 76"/>
                <a:gd name="T70" fmla="*/ 12 w 80"/>
                <a:gd name="T71" fmla="*/ 19 h 76"/>
                <a:gd name="T72" fmla="*/ 40 w 80"/>
                <a:gd name="T73" fmla="*/ 8 h 76"/>
                <a:gd name="T74" fmla="*/ 68 w 80"/>
                <a:gd name="T75" fmla="*/ 19 h 76"/>
                <a:gd name="T76" fmla="*/ 68 w 80"/>
                <a:gd name="T77" fmla="*/ 20 h 76"/>
                <a:gd name="T78" fmla="*/ 12 w 80"/>
                <a:gd name="T79" fmla="*/ 20 h 76"/>
                <a:gd name="T80" fmla="*/ 12 w 80"/>
                <a:gd name="T81" fmla="*/ 19 h 76"/>
                <a:gd name="T82" fmla="*/ 20 w 80"/>
                <a:gd name="T83" fmla="*/ 28 h 76"/>
                <a:gd name="T84" fmla="*/ 28 w 80"/>
                <a:gd name="T85" fmla="*/ 28 h 76"/>
                <a:gd name="T86" fmla="*/ 28 w 80"/>
                <a:gd name="T87" fmla="*/ 56 h 76"/>
                <a:gd name="T88" fmla="*/ 20 w 80"/>
                <a:gd name="T89" fmla="*/ 56 h 76"/>
                <a:gd name="T90" fmla="*/ 20 w 80"/>
                <a:gd name="T91" fmla="*/ 28 h 76"/>
                <a:gd name="T92" fmla="*/ 10 w 80"/>
                <a:gd name="T93" fmla="*/ 68 h 76"/>
                <a:gd name="T94" fmla="*/ 11 w 80"/>
                <a:gd name="T95" fmla="*/ 64 h 76"/>
                <a:gd name="T96" fmla="*/ 69 w 80"/>
                <a:gd name="T97" fmla="*/ 64 h 76"/>
                <a:gd name="T98" fmla="*/ 70 w 80"/>
                <a:gd name="T99" fmla="*/ 68 h 76"/>
                <a:gd name="T100" fmla="*/ 10 w 80"/>
                <a:gd name="T101" fmla="*/ 6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0" h="76">
                  <a:moveTo>
                    <a:pt x="80" y="71"/>
                  </a:moveTo>
                  <a:cubicBezTo>
                    <a:pt x="76" y="59"/>
                    <a:pt x="76" y="59"/>
                    <a:pt x="76" y="59"/>
                  </a:cubicBezTo>
                  <a:cubicBezTo>
                    <a:pt x="75" y="57"/>
                    <a:pt x="74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4" y="28"/>
                    <a:pt x="76" y="26"/>
                    <a:pt x="76" y="24"/>
                  </a:cubicBezTo>
                  <a:cubicBezTo>
                    <a:pt x="76" y="16"/>
                    <a:pt x="76" y="16"/>
                    <a:pt x="76" y="16"/>
                  </a:cubicBezTo>
                  <a:cubicBezTo>
                    <a:pt x="76" y="14"/>
                    <a:pt x="75" y="13"/>
                    <a:pt x="73" y="12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0" y="0"/>
                    <a:pt x="39" y="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5" y="13"/>
                    <a:pt x="4" y="14"/>
                    <a:pt x="4" y="1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6"/>
                    <a:pt x="6" y="28"/>
                    <a:pt x="8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6" y="56"/>
                    <a:pt x="5" y="57"/>
                    <a:pt x="4" y="59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2"/>
                    <a:pt x="0" y="73"/>
                    <a:pt x="1" y="74"/>
                  </a:cubicBezTo>
                  <a:cubicBezTo>
                    <a:pt x="2" y="75"/>
                    <a:pt x="3" y="76"/>
                    <a:pt x="4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7" y="76"/>
                    <a:pt x="78" y="75"/>
                    <a:pt x="79" y="74"/>
                  </a:cubicBezTo>
                  <a:cubicBezTo>
                    <a:pt x="80" y="73"/>
                    <a:pt x="80" y="72"/>
                    <a:pt x="80" y="71"/>
                  </a:cubicBezTo>
                  <a:close/>
                  <a:moveTo>
                    <a:pt x="60" y="56"/>
                  </a:moveTo>
                  <a:cubicBezTo>
                    <a:pt x="52" y="56"/>
                    <a:pt x="52" y="56"/>
                    <a:pt x="52" y="56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60" y="28"/>
                    <a:pt x="60" y="28"/>
                    <a:pt x="60" y="28"/>
                  </a:cubicBezTo>
                  <a:lnTo>
                    <a:pt x="60" y="56"/>
                  </a:lnTo>
                  <a:close/>
                  <a:moveTo>
                    <a:pt x="44" y="28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28"/>
                    <a:pt x="36" y="28"/>
                    <a:pt x="36" y="28"/>
                  </a:cubicBezTo>
                  <a:lnTo>
                    <a:pt x="44" y="28"/>
                  </a:lnTo>
                  <a:close/>
                  <a:moveTo>
                    <a:pt x="12" y="19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12" y="20"/>
                    <a:pt x="12" y="20"/>
                    <a:pt x="12" y="20"/>
                  </a:cubicBezTo>
                  <a:lnTo>
                    <a:pt x="12" y="19"/>
                  </a:lnTo>
                  <a:close/>
                  <a:moveTo>
                    <a:pt x="20" y="28"/>
                  </a:moveTo>
                  <a:cubicBezTo>
                    <a:pt x="28" y="28"/>
                    <a:pt x="28" y="28"/>
                    <a:pt x="28" y="28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0" y="56"/>
                    <a:pt x="20" y="56"/>
                    <a:pt x="20" y="56"/>
                  </a:cubicBezTo>
                  <a:lnTo>
                    <a:pt x="20" y="28"/>
                  </a:lnTo>
                  <a:close/>
                  <a:moveTo>
                    <a:pt x="10" y="68"/>
                  </a:moveTo>
                  <a:cubicBezTo>
                    <a:pt x="11" y="64"/>
                    <a:pt x="11" y="64"/>
                    <a:pt x="11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70" y="68"/>
                    <a:pt x="70" y="68"/>
                    <a:pt x="70" y="68"/>
                  </a:cubicBezTo>
                  <a:lnTo>
                    <a:pt x="10" y="6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 noEditPoints="1"/>
            </p:cNvSpPr>
            <p:nvPr/>
          </p:nvSpPr>
          <p:spPr bwMode="auto">
            <a:xfrm>
              <a:off x="8097838" y="3606801"/>
              <a:ext cx="252413" cy="265113"/>
            </a:xfrm>
            <a:custGeom>
              <a:avLst/>
              <a:gdLst>
                <a:gd name="T0" fmla="*/ 79 w 80"/>
                <a:gd name="T1" fmla="*/ 18 h 84"/>
                <a:gd name="T2" fmla="*/ 67 w 80"/>
                <a:gd name="T3" fmla="*/ 2 h 84"/>
                <a:gd name="T4" fmla="*/ 64 w 80"/>
                <a:gd name="T5" fmla="*/ 0 h 84"/>
                <a:gd name="T6" fmla="*/ 16 w 80"/>
                <a:gd name="T7" fmla="*/ 0 h 84"/>
                <a:gd name="T8" fmla="*/ 13 w 80"/>
                <a:gd name="T9" fmla="*/ 2 h 84"/>
                <a:gd name="T10" fmla="*/ 1 w 80"/>
                <a:gd name="T11" fmla="*/ 18 h 84"/>
                <a:gd name="T12" fmla="*/ 0 w 80"/>
                <a:gd name="T13" fmla="*/ 22 h 84"/>
                <a:gd name="T14" fmla="*/ 4 w 80"/>
                <a:gd name="T15" fmla="*/ 24 h 84"/>
                <a:gd name="T16" fmla="*/ 12 w 80"/>
                <a:gd name="T17" fmla="*/ 24 h 84"/>
                <a:gd name="T18" fmla="*/ 12 w 80"/>
                <a:gd name="T19" fmla="*/ 60 h 84"/>
                <a:gd name="T20" fmla="*/ 4 w 80"/>
                <a:gd name="T21" fmla="*/ 60 h 84"/>
                <a:gd name="T22" fmla="*/ 4 w 80"/>
                <a:gd name="T23" fmla="*/ 68 h 84"/>
                <a:gd name="T24" fmla="*/ 12 w 80"/>
                <a:gd name="T25" fmla="*/ 68 h 84"/>
                <a:gd name="T26" fmla="*/ 12 w 80"/>
                <a:gd name="T27" fmla="*/ 80 h 84"/>
                <a:gd name="T28" fmla="*/ 16 w 80"/>
                <a:gd name="T29" fmla="*/ 84 h 84"/>
                <a:gd name="T30" fmla="*/ 64 w 80"/>
                <a:gd name="T31" fmla="*/ 84 h 84"/>
                <a:gd name="T32" fmla="*/ 68 w 80"/>
                <a:gd name="T33" fmla="*/ 80 h 84"/>
                <a:gd name="T34" fmla="*/ 68 w 80"/>
                <a:gd name="T35" fmla="*/ 68 h 84"/>
                <a:gd name="T36" fmla="*/ 76 w 80"/>
                <a:gd name="T37" fmla="*/ 68 h 84"/>
                <a:gd name="T38" fmla="*/ 76 w 80"/>
                <a:gd name="T39" fmla="*/ 60 h 84"/>
                <a:gd name="T40" fmla="*/ 68 w 80"/>
                <a:gd name="T41" fmla="*/ 60 h 84"/>
                <a:gd name="T42" fmla="*/ 68 w 80"/>
                <a:gd name="T43" fmla="*/ 24 h 84"/>
                <a:gd name="T44" fmla="*/ 76 w 80"/>
                <a:gd name="T45" fmla="*/ 24 h 84"/>
                <a:gd name="T46" fmla="*/ 80 w 80"/>
                <a:gd name="T47" fmla="*/ 22 h 84"/>
                <a:gd name="T48" fmla="*/ 79 w 80"/>
                <a:gd name="T49" fmla="*/ 18 h 84"/>
                <a:gd name="T50" fmla="*/ 60 w 80"/>
                <a:gd name="T51" fmla="*/ 76 h 84"/>
                <a:gd name="T52" fmla="*/ 20 w 80"/>
                <a:gd name="T53" fmla="*/ 76 h 84"/>
                <a:gd name="T54" fmla="*/ 20 w 80"/>
                <a:gd name="T55" fmla="*/ 68 h 84"/>
                <a:gd name="T56" fmla="*/ 60 w 80"/>
                <a:gd name="T57" fmla="*/ 68 h 84"/>
                <a:gd name="T58" fmla="*/ 60 w 80"/>
                <a:gd name="T59" fmla="*/ 76 h 84"/>
                <a:gd name="T60" fmla="*/ 60 w 80"/>
                <a:gd name="T61" fmla="*/ 60 h 84"/>
                <a:gd name="T62" fmla="*/ 20 w 80"/>
                <a:gd name="T63" fmla="*/ 60 h 84"/>
                <a:gd name="T64" fmla="*/ 20 w 80"/>
                <a:gd name="T65" fmla="*/ 24 h 84"/>
                <a:gd name="T66" fmla="*/ 36 w 80"/>
                <a:gd name="T67" fmla="*/ 24 h 84"/>
                <a:gd name="T68" fmla="*/ 36 w 80"/>
                <a:gd name="T69" fmla="*/ 32 h 84"/>
                <a:gd name="T70" fmla="*/ 28 w 80"/>
                <a:gd name="T71" fmla="*/ 32 h 84"/>
                <a:gd name="T72" fmla="*/ 25 w 80"/>
                <a:gd name="T73" fmla="*/ 34 h 84"/>
                <a:gd name="T74" fmla="*/ 24 w 80"/>
                <a:gd name="T75" fmla="*/ 37 h 84"/>
                <a:gd name="T76" fmla="*/ 28 w 80"/>
                <a:gd name="T77" fmla="*/ 53 h 84"/>
                <a:gd name="T78" fmla="*/ 32 w 80"/>
                <a:gd name="T79" fmla="*/ 56 h 84"/>
                <a:gd name="T80" fmla="*/ 48 w 80"/>
                <a:gd name="T81" fmla="*/ 56 h 84"/>
                <a:gd name="T82" fmla="*/ 52 w 80"/>
                <a:gd name="T83" fmla="*/ 53 h 84"/>
                <a:gd name="T84" fmla="*/ 56 w 80"/>
                <a:gd name="T85" fmla="*/ 37 h 84"/>
                <a:gd name="T86" fmla="*/ 55 w 80"/>
                <a:gd name="T87" fmla="*/ 34 h 84"/>
                <a:gd name="T88" fmla="*/ 52 w 80"/>
                <a:gd name="T89" fmla="*/ 32 h 84"/>
                <a:gd name="T90" fmla="*/ 44 w 80"/>
                <a:gd name="T91" fmla="*/ 32 h 84"/>
                <a:gd name="T92" fmla="*/ 44 w 80"/>
                <a:gd name="T93" fmla="*/ 24 h 84"/>
                <a:gd name="T94" fmla="*/ 60 w 80"/>
                <a:gd name="T95" fmla="*/ 24 h 84"/>
                <a:gd name="T96" fmla="*/ 60 w 80"/>
                <a:gd name="T97" fmla="*/ 60 h 84"/>
                <a:gd name="T98" fmla="*/ 47 w 80"/>
                <a:gd name="T99" fmla="*/ 40 h 84"/>
                <a:gd name="T100" fmla="*/ 45 w 80"/>
                <a:gd name="T101" fmla="*/ 48 h 84"/>
                <a:gd name="T102" fmla="*/ 35 w 80"/>
                <a:gd name="T103" fmla="*/ 48 h 84"/>
                <a:gd name="T104" fmla="*/ 33 w 80"/>
                <a:gd name="T105" fmla="*/ 40 h 84"/>
                <a:gd name="T106" fmla="*/ 47 w 80"/>
                <a:gd name="T107" fmla="*/ 40 h 84"/>
                <a:gd name="T108" fmla="*/ 12 w 80"/>
                <a:gd name="T109" fmla="*/ 16 h 84"/>
                <a:gd name="T110" fmla="*/ 18 w 80"/>
                <a:gd name="T111" fmla="*/ 8 h 84"/>
                <a:gd name="T112" fmla="*/ 62 w 80"/>
                <a:gd name="T113" fmla="*/ 8 h 84"/>
                <a:gd name="T114" fmla="*/ 68 w 80"/>
                <a:gd name="T115" fmla="*/ 16 h 84"/>
                <a:gd name="T116" fmla="*/ 12 w 80"/>
                <a:gd name="T11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" h="84">
                  <a:moveTo>
                    <a:pt x="79" y="18"/>
                  </a:moveTo>
                  <a:cubicBezTo>
                    <a:pt x="67" y="2"/>
                    <a:pt x="67" y="2"/>
                    <a:pt x="67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4" y="1"/>
                    <a:pt x="13" y="2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9"/>
                    <a:pt x="0" y="20"/>
                    <a:pt x="0" y="22"/>
                  </a:cubicBezTo>
                  <a:cubicBezTo>
                    <a:pt x="1" y="23"/>
                    <a:pt x="2" y="24"/>
                    <a:pt x="4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82"/>
                    <a:pt x="14" y="84"/>
                    <a:pt x="16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6" y="84"/>
                    <a:pt x="68" y="82"/>
                    <a:pt x="68" y="80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68" y="60"/>
                    <a:pt x="68" y="60"/>
                    <a:pt x="68" y="60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8" y="24"/>
                    <a:pt x="79" y="23"/>
                    <a:pt x="80" y="22"/>
                  </a:cubicBezTo>
                  <a:cubicBezTo>
                    <a:pt x="80" y="20"/>
                    <a:pt x="80" y="19"/>
                    <a:pt x="79" y="18"/>
                  </a:cubicBezTo>
                  <a:close/>
                  <a:moveTo>
                    <a:pt x="60" y="76"/>
                  </a:moveTo>
                  <a:cubicBezTo>
                    <a:pt x="20" y="76"/>
                    <a:pt x="20" y="76"/>
                    <a:pt x="20" y="76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60" y="68"/>
                    <a:pt x="60" y="68"/>
                    <a:pt x="60" y="68"/>
                  </a:cubicBezTo>
                  <a:lnTo>
                    <a:pt x="60" y="76"/>
                  </a:lnTo>
                  <a:close/>
                  <a:moveTo>
                    <a:pt x="60" y="60"/>
                  </a:moveTo>
                  <a:cubicBezTo>
                    <a:pt x="20" y="60"/>
                    <a:pt x="20" y="60"/>
                    <a:pt x="20" y="60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7" y="32"/>
                    <a:pt x="26" y="33"/>
                    <a:pt x="25" y="34"/>
                  </a:cubicBezTo>
                  <a:cubicBezTo>
                    <a:pt x="24" y="35"/>
                    <a:pt x="24" y="36"/>
                    <a:pt x="24" y="37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5"/>
                    <a:pt x="30" y="56"/>
                    <a:pt x="32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50" y="56"/>
                    <a:pt x="51" y="55"/>
                    <a:pt x="52" y="53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6" y="36"/>
                    <a:pt x="56" y="35"/>
                    <a:pt x="55" y="34"/>
                  </a:cubicBezTo>
                  <a:cubicBezTo>
                    <a:pt x="54" y="33"/>
                    <a:pt x="53" y="32"/>
                    <a:pt x="52" y="3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60" y="24"/>
                    <a:pt x="60" y="24"/>
                    <a:pt x="60" y="24"/>
                  </a:cubicBezTo>
                  <a:lnTo>
                    <a:pt x="60" y="60"/>
                  </a:lnTo>
                  <a:close/>
                  <a:moveTo>
                    <a:pt x="47" y="40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3" y="40"/>
                    <a:pt x="33" y="40"/>
                    <a:pt x="33" y="40"/>
                  </a:cubicBezTo>
                  <a:lnTo>
                    <a:pt x="47" y="40"/>
                  </a:lnTo>
                  <a:close/>
                  <a:moveTo>
                    <a:pt x="12" y="16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8" y="16"/>
                    <a:pt x="68" y="16"/>
                    <a:pt x="68" y="16"/>
                  </a:cubicBezTo>
                  <a:lnTo>
                    <a:pt x="12" y="1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5" name="组合 194"/>
            <p:cNvGrpSpPr/>
            <p:nvPr/>
          </p:nvGrpSpPr>
          <p:grpSpPr>
            <a:xfrm>
              <a:off x="8716963" y="3606801"/>
              <a:ext cx="227013" cy="265112"/>
              <a:chOff x="8716963" y="3606801"/>
              <a:chExt cx="227013" cy="265112"/>
            </a:xfrm>
          </p:grpSpPr>
          <p:sp>
            <p:nvSpPr>
              <p:cNvPr id="109" name="Freeform 107"/>
              <p:cNvSpPr>
                <a:spLocks noEditPoints="1"/>
              </p:cNvSpPr>
              <p:nvPr/>
            </p:nvSpPr>
            <p:spPr bwMode="auto">
              <a:xfrm>
                <a:off x="8716963" y="3770313"/>
                <a:ext cx="227013" cy="101600"/>
              </a:xfrm>
              <a:custGeom>
                <a:avLst/>
                <a:gdLst>
                  <a:gd name="T0" fmla="*/ 68 w 72"/>
                  <a:gd name="T1" fmla="*/ 32 h 32"/>
                  <a:gd name="T2" fmla="*/ 4 w 72"/>
                  <a:gd name="T3" fmla="*/ 32 h 32"/>
                  <a:gd name="T4" fmla="*/ 0 w 72"/>
                  <a:gd name="T5" fmla="*/ 29 h 32"/>
                  <a:gd name="T6" fmla="*/ 2 w 72"/>
                  <a:gd name="T7" fmla="*/ 25 h 32"/>
                  <a:gd name="T8" fmla="*/ 20 w 72"/>
                  <a:gd name="T9" fmla="*/ 4 h 32"/>
                  <a:gd name="T10" fmla="*/ 24 w 72"/>
                  <a:gd name="T11" fmla="*/ 0 h 32"/>
                  <a:gd name="T12" fmla="*/ 48 w 72"/>
                  <a:gd name="T13" fmla="*/ 0 h 32"/>
                  <a:gd name="T14" fmla="*/ 52 w 72"/>
                  <a:gd name="T15" fmla="*/ 4 h 32"/>
                  <a:gd name="T16" fmla="*/ 71 w 72"/>
                  <a:gd name="T17" fmla="*/ 25 h 32"/>
                  <a:gd name="T18" fmla="*/ 72 w 72"/>
                  <a:gd name="T19" fmla="*/ 29 h 32"/>
                  <a:gd name="T20" fmla="*/ 68 w 72"/>
                  <a:gd name="T21" fmla="*/ 32 h 32"/>
                  <a:gd name="T22" fmla="*/ 15 w 72"/>
                  <a:gd name="T23" fmla="*/ 24 h 32"/>
                  <a:gd name="T24" fmla="*/ 57 w 72"/>
                  <a:gd name="T25" fmla="*/ 24 h 32"/>
                  <a:gd name="T26" fmla="*/ 45 w 72"/>
                  <a:gd name="T27" fmla="*/ 8 h 32"/>
                  <a:gd name="T28" fmla="*/ 27 w 72"/>
                  <a:gd name="T29" fmla="*/ 8 h 32"/>
                  <a:gd name="T30" fmla="*/ 15 w 72"/>
                  <a:gd name="T31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2" h="32">
                    <a:moveTo>
                      <a:pt x="68" y="32"/>
                    </a:moveTo>
                    <a:cubicBezTo>
                      <a:pt x="4" y="32"/>
                      <a:pt x="4" y="32"/>
                      <a:pt x="4" y="32"/>
                    </a:cubicBezTo>
                    <a:cubicBezTo>
                      <a:pt x="2" y="32"/>
                      <a:pt x="1" y="31"/>
                      <a:pt x="0" y="29"/>
                    </a:cubicBezTo>
                    <a:cubicBezTo>
                      <a:pt x="0" y="28"/>
                      <a:pt x="0" y="26"/>
                      <a:pt x="2" y="25"/>
                    </a:cubicBezTo>
                    <a:cubicBezTo>
                      <a:pt x="10" y="18"/>
                      <a:pt x="20" y="8"/>
                      <a:pt x="20" y="4"/>
                    </a:cubicBezTo>
                    <a:cubicBezTo>
                      <a:pt x="20" y="2"/>
                      <a:pt x="22" y="0"/>
                      <a:pt x="24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50" y="0"/>
                      <a:pt x="52" y="2"/>
                      <a:pt x="52" y="4"/>
                    </a:cubicBezTo>
                    <a:cubicBezTo>
                      <a:pt x="52" y="8"/>
                      <a:pt x="62" y="18"/>
                      <a:pt x="71" y="25"/>
                    </a:cubicBezTo>
                    <a:cubicBezTo>
                      <a:pt x="72" y="26"/>
                      <a:pt x="72" y="28"/>
                      <a:pt x="72" y="29"/>
                    </a:cubicBezTo>
                    <a:cubicBezTo>
                      <a:pt x="71" y="31"/>
                      <a:pt x="70" y="32"/>
                      <a:pt x="68" y="32"/>
                    </a:cubicBezTo>
                    <a:close/>
                    <a:moveTo>
                      <a:pt x="15" y="24"/>
                    </a:moveTo>
                    <a:cubicBezTo>
                      <a:pt x="57" y="24"/>
                      <a:pt x="57" y="24"/>
                      <a:pt x="57" y="24"/>
                    </a:cubicBezTo>
                    <a:cubicBezTo>
                      <a:pt x="52" y="19"/>
                      <a:pt x="47" y="13"/>
                      <a:pt x="45" y="8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5" y="13"/>
                      <a:pt x="20" y="19"/>
                      <a:pt x="15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108"/>
              <p:cNvSpPr>
                <a:spLocks/>
              </p:cNvSpPr>
              <p:nvPr/>
            </p:nvSpPr>
            <p:spPr bwMode="auto">
              <a:xfrm>
                <a:off x="8716963" y="3606801"/>
                <a:ext cx="227013" cy="150813"/>
              </a:xfrm>
              <a:custGeom>
                <a:avLst/>
                <a:gdLst>
                  <a:gd name="T0" fmla="*/ 48 w 72"/>
                  <a:gd name="T1" fmla="*/ 48 h 48"/>
                  <a:gd name="T2" fmla="*/ 40 w 72"/>
                  <a:gd name="T3" fmla="*/ 48 h 48"/>
                  <a:gd name="T4" fmla="*/ 40 w 72"/>
                  <a:gd name="T5" fmla="*/ 32 h 48"/>
                  <a:gd name="T6" fmla="*/ 44 w 72"/>
                  <a:gd name="T7" fmla="*/ 28 h 48"/>
                  <a:gd name="T8" fmla="*/ 60 w 72"/>
                  <a:gd name="T9" fmla="*/ 28 h 48"/>
                  <a:gd name="T10" fmla="*/ 64 w 72"/>
                  <a:gd name="T11" fmla="*/ 24 h 48"/>
                  <a:gd name="T12" fmla="*/ 60 w 72"/>
                  <a:gd name="T13" fmla="*/ 20 h 48"/>
                  <a:gd name="T14" fmla="*/ 50 w 72"/>
                  <a:gd name="T15" fmla="*/ 20 h 48"/>
                  <a:gd name="T16" fmla="*/ 46 w 72"/>
                  <a:gd name="T17" fmla="*/ 17 h 48"/>
                  <a:gd name="T18" fmla="*/ 36 w 72"/>
                  <a:gd name="T19" fmla="*/ 8 h 48"/>
                  <a:gd name="T20" fmla="*/ 26 w 72"/>
                  <a:gd name="T21" fmla="*/ 17 h 48"/>
                  <a:gd name="T22" fmla="*/ 22 w 72"/>
                  <a:gd name="T23" fmla="*/ 20 h 48"/>
                  <a:gd name="T24" fmla="*/ 12 w 72"/>
                  <a:gd name="T25" fmla="*/ 20 h 48"/>
                  <a:gd name="T26" fmla="*/ 8 w 72"/>
                  <a:gd name="T27" fmla="*/ 24 h 48"/>
                  <a:gd name="T28" fmla="*/ 12 w 72"/>
                  <a:gd name="T29" fmla="*/ 28 h 48"/>
                  <a:gd name="T30" fmla="*/ 28 w 72"/>
                  <a:gd name="T31" fmla="*/ 28 h 48"/>
                  <a:gd name="T32" fmla="*/ 32 w 72"/>
                  <a:gd name="T33" fmla="*/ 32 h 48"/>
                  <a:gd name="T34" fmla="*/ 32 w 72"/>
                  <a:gd name="T35" fmla="*/ 48 h 48"/>
                  <a:gd name="T36" fmla="*/ 24 w 72"/>
                  <a:gd name="T37" fmla="*/ 48 h 48"/>
                  <a:gd name="T38" fmla="*/ 24 w 72"/>
                  <a:gd name="T39" fmla="*/ 36 h 48"/>
                  <a:gd name="T40" fmla="*/ 12 w 72"/>
                  <a:gd name="T41" fmla="*/ 36 h 48"/>
                  <a:gd name="T42" fmla="*/ 0 w 72"/>
                  <a:gd name="T43" fmla="*/ 24 h 48"/>
                  <a:gd name="T44" fmla="*/ 12 w 72"/>
                  <a:gd name="T45" fmla="*/ 12 h 48"/>
                  <a:gd name="T46" fmla="*/ 19 w 72"/>
                  <a:gd name="T47" fmla="*/ 12 h 48"/>
                  <a:gd name="T48" fmla="*/ 36 w 72"/>
                  <a:gd name="T49" fmla="*/ 0 h 48"/>
                  <a:gd name="T50" fmla="*/ 53 w 72"/>
                  <a:gd name="T51" fmla="*/ 12 h 48"/>
                  <a:gd name="T52" fmla="*/ 60 w 72"/>
                  <a:gd name="T53" fmla="*/ 12 h 48"/>
                  <a:gd name="T54" fmla="*/ 72 w 72"/>
                  <a:gd name="T55" fmla="*/ 24 h 48"/>
                  <a:gd name="T56" fmla="*/ 60 w 72"/>
                  <a:gd name="T57" fmla="*/ 36 h 48"/>
                  <a:gd name="T58" fmla="*/ 48 w 72"/>
                  <a:gd name="T59" fmla="*/ 36 h 48"/>
                  <a:gd name="T60" fmla="*/ 48 w 72"/>
                  <a:gd name="T6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48">
                    <a:moveTo>
                      <a:pt x="48" y="48"/>
                    </a:move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0"/>
                      <a:pt x="42" y="28"/>
                      <a:pt x="44" y="28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62" y="28"/>
                      <a:pt x="64" y="26"/>
                      <a:pt x="64" y="24"/>
                    </a:cubicBezTo>
                    <a:cubicBezTo>
                      <a:pt x="64" y="22"/>
                      <a:pt x="62" y="20"/>
                      <a:pt x="60" y="20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48" y="20"/>
                      <a:pt x="46" y="19"/>
                      <a:pt x="46" y="17"/>
                    </a:cubicBezTo>
                    <a:cubicBezTo>
                      <a:pt x="45" y="12"/>
                      <a:pt x="41" y="8"/>
                      <a:pt x="36" y="8"/>
                    </a:cubicBezTo>
                    <a:cubicBezTo>
                      <a:pt x="31" y="8"/>
                      <a:pt x="27" y="12"/>
                      <a:pt x="26" y="17"/>
                    </a:cubicBezTo>
                    <a:cubicBezTo>
                      <a:pt x="26" y="19"/>
                      <a:pt x="24" y="20"/>
                      <a:pt x="2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0" y="20"/>
                      <a:pt x="8" y="22"/>
                      <a:pt x="8" y="24"/>
                    </a:cubicBezTo>
                    <a:cubicBezTo>
                      <a:pt x="8" y="26"/>
                      <a:pt x="10" y="28"/>
                      <a:pt x="12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30" y="28"/>
                      <a:pt x="32" y="30"/>
                      <a:pt x="32" y="32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5" y="36"/>
                      <a:pt x="0" y="31"/>
                      <a:pt x="0" y="24"/>
                    </a:cubicBezTo>
                    <a:cubicBezTo>
                      <a:pt x="0" y="17"/>
                      <a:pt x="5" y="12"/>
                      <a:pt x="12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22" y="5"/>
                      <a:pt x="28" y="0"/>
                      <a:pt x="36" y="0"/>
                    </a:cubicBezTo>
                    <a:cubicBezTo>
                      <a:pt x="44" y="0"/>
                      <a:pt x="50" y="5"/>
                      <a:pt x="53" y="1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67" y="12"/>
                      <a:pt x="72" y="17"/>
                      <a:pt x="72" y="24"/>
                    </a:cubicBezTo>
                    <a:cubicBezTo>
                      <a:pt x="72" y="31"/>
                      <a:pt x="67" y="36"/>
                      <a:pt x="60" y="36"/>
                    </a:cubicBezTo>
                    <a:cubicBezTo>
                      <a:pt x="48" y="36"/>
                      <a:pt x="48" y="36"/>
                      <a:pt x="48" y="36"/>
                    </a:cubicBezTo>
                    <a:lnTo>
                      <a:pt x="48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" name="Freeform 109"/>
            <p:cNvSpPr>
              <a:spLocks noEditPoints="1"/>
            </p:cNvSpPr>
            <p:nvPr/>
          </p:nvSpPr>
          <p:spPr bwMode="auto">
            <a:xfrm>
              <a:off x="3257550" y="4202113"/>
              <a:ext cx="201613" cy="290513"/>
            </a:xfrm>
            <a:custGeom>
              <a:avLst/>
              <a:gdLst>
                <a:gd name="T0" fmla="*/ 56 w 64"/>
                <a:gd name="T1" fmla="*/ 52 h 92"/>
                <a:gd name="T2" fmla="*/ 56 w 64"/>
                <a:gd name="T3" fmla="*/ 28 h 92"/>
                <a:gd name="T4" fmla="*/ 60 w 64"/>
                <a:gd name="T5" fmla="*/ 25 h 92"/>
                <a:gd name="T6" fmla="*/ 59 w 64"/>
                <a:gd name="T7" fmla="*/ 21 h 92"/>
                <a:gd name="T8" fmla="*/ 35 w 64"/>
                <a:gd name="T9" fmla="*/ 1 h 92"/>
                <a:gd name="T10" fmla="*/ 29 w 64"/>
                <a:gd name="T11" fmla="*/ 1 h 92"/>
                <a:gd name="T12" fmla="*/ 5 w 64"/>
                <a:gd name="T13" fmla="*/ 21 h 92"/>
                <a:gd name="T14" fmla="*/ 4 w 64"/>
                <a:gd name="T15" fmla="*/ 25 h 92"/>
                <a:gd name="T16" fmla="*/ 8 w 64"/>
                <a:gd name="T17" fmla="*/ 28 h 92"/>
                <a:gd name="T18" fmla="*/ 8 w 64"/>
                <a:gd name="T19" fmla="*/ 52 h 92"/>
                <a:gd name="T20" fmla="*/ 0 w 64"/>
                <a:gd name="T21" fmla="*/ 52 h 92"/>
                <a:gd name="T22" fmla="*/ 0 w 64"/>
                <a:gd name="T23" fmla="*/ 60 h 92"/>
                <a:gd name="T24" fmla="*/ 15 w 64"/>
                <a:gd name="T25" fmla="*/ 60 h 92"/>
                <a:gd name="T26" fmla="*/ 9 w 64"/>
                <a:gd name="T27" fmla="*/ 92 h 92"/>
                <a:gd name="T28" fmla="*/ 24 w 64"/>
                <a:gd name="T29" fmla="*/ 92 h 92"/>
                <a:gd name="T30" fmla="*/ 32 w 64"/>
                <a:gd name="T31" fmla="*/ 82 h 92"/>
                <a:gd name="T32" fmla="*/ 40 w 64"/>
                <a:gd name="T33" fmla="*/ 92 h 92"/>
                <a:gd name="T34" fmla="*/ 55 w 64"/>
                <a:gd name="T35" fmla="*/ 92 h 92"/>
                <a:gd name="T36" fmla="*/ 49 w 64"/>
                <a:gd name="T37" fmla="*/ 60 h 92"/>
                <a:gd name="T38" fmla="*/ 64 w 64"/>
                <a:gd name="T39" fmla="*/ 60 h 92"/>
                <a:gd name="T40" fmla="*/ 64 w 64"/>
                <a:gd name="T41" fmla="*/ 52 h 92"/>
                <a:gd name="T42" fmla="*/ 56 w 64"/>
                <a:gd name="T43" fmla="*/ 52 h 92"/>
                <a:gd name="T44" fmla="*/ 32 w 64"/>
                <a:gd name="T45" fmla="*/ 9 h 92"/>
                <a:gd name="T46" fmla="*/ 45 w 64"/>
                <a:gd name="T47" fmla="*/ 20 h 92"/>
                <a:gd name="T48" fmla="*/ 19 w 64"/>
                <a:gd name="T49" fmla="*/ 20 h 92"/>
                <a:gd name="T50" fmla="*/ 32 w 64"/>
                <a:gd name="T51" fmla="*/ 9 h 92"/>
                <a:gd name="T52" fmla="*/ 19 w 64"/>
                <a:gd name="T53" fmla="*/ 86 h 92"/>
                <a:gd name="T54" fmla="*/ 22 w 64"/>
                <a:gd name="T55" fmla="*/ 69 h 92"/>
                <a:gd name="T56" fmla="*/ 27 w 64"/>
                <a:gd name="T57" fmla="*/ 75 h 92"/>
                <a:gd name="T58" fmla="*/ 19 w 64"/>
                <a:gd name="T59" fmla="*/ 86 h 92"/>
                <a:gd name="T60" fmla="*/ 25 w 64"/>
                <a:gd name="T61" fmla="*/ 60 h 92"/>
                <a:gd name="T62" fmla="*/ 39 w 64"/>
                <a:gd name="T63" fmla="*/ 60 h 92"/>
                <a:gd name="T64" fmla="*/ 32 w 64"/>
                <a:gd name="T65" fmla="*/ 69 h 92"/>
                <a:gd name="T66" fmla="*/ 25 w 64"/>
                <a:gd name="T67" fmla="*/ 60 h 92"/>
                <a:gd name="T68" fmla="*/ 37 w 64"/>
                <a:gd name="T69" fmla="*/ 75 h 92"/>
                <a:gd name="T70" fmla="*/ 42 w 64"/>
                <a:gd name="T71" fmla="*/ 69 h 92"/>
                <a:gd name="T72" fmla="*/ 45 w 64"/>
                <a:gd name="T73" fmla="*/ 86 h 92"/>
                <a:gd name="T74" fmla="*/ 37 w 64"/>
                <a:gd name="T75" fmla="*/ 75 h 92"/>
                <a:gd name="T76" fmla="*/ 48 w 64"/>
                <a:gd name="T77" fmla="*/ 52 h 92"/>
                <a:gd name="T78" fmla="*/ 16 w 64"/>
                <a:gd name="T79" fmla="*/ 52 h 92"/>
                <a:gd name="T80" fmla="*/ 16 w 64"/>
                <a:gd name="T81" fmla="*/ 28 h 92"/>
                <a:gd name="T82" fmla="*/ 48 w 64"/>
                <a:gd name="T83" fmla="*/ 28 h 92"/>
                <a:gd name="T84" fmla="*/ 48 w 64"/>
                <a:gd name="T85" fmla="*/ 5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92">
                  <a:moveTo>
                    <a:pt x="56" y="52"/>
                  </a:moveTo>
                  <a:cubicBezTo>
                    <a:pt x="56" y="28"/>
                    <a:pt x="56" y="28"/>
                    <a:pt x="56" y="28"/>
                  </a:cubicBezTo>
                  <a:cubicBezTo>
                    <a:pt x="58" y="28"/>
                    <a:pt x="59" y="27"/>
                    <a:pt x="60" y="25"/>
                  </a:cubicBezTo>
                  <a:cubicBezTo>
                    <a:pt x="60" y="24"/>
                    <a:pt x="60" y="22"/>
                    <a:pt x="59" y="2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3" y="0"/>
                    <a:pt x="31" y="0"/>
                    <a:pt x="29" y="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2"/>
                    <a:pt x="4" y="24"/>
                    <a:pt x="4" y="25"/>
                  </a:cubicBezTo>
                  <a:cubicBezTo>
                    <a:pt x="5" y="27"/>
                    <a:pt x="6" y="28"/>
                    <a:pt x="8" y="28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9" y="92"/>
                    <a:pt x="9" y="92"/>
                    <a:pt x="9" y="92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32" y="82"/>
                    <a:pt x="32" y="82"/>
                    <a:pt x="32" y="82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4" y="52"/>
                    <a:pt x="64" y="52"/>
                    <a:pt x="64" y="52"/>
                  </a:cubicBezTo>
                  <a:lnTo>
                    <a:pt x="56" y="52"/>
                  </a:lnTo>
                  <a:close/>
                  <a:moveTo>
                    <a:pt x="32" y="9"/>
                  </a:moveTo>
                  <a:cubicBezTo>
                    <a:pt x="45" y="20"/>
                    <a:pt x="45" y="20"/>
                    <a:pt x="45" y="20"/>
                  </a:cubicBezTo>
                  <a:cubicBezTo>
                    <a:pt x="19" y="20"/>
                    <a:pt x="19" y="20"/>
                    <a:pt x="19" y="20"/>
                  </a:cubicBezTo>
                  <a:lnTo>
                    <a:pt x="32" y="9"/>
                  </a:lnTo>
                  <a:close/>
                  <a:moveTo>
                    <a:pt x="19" y="86"/>
                  </a:moveTo>
                  <a:cubicBezTo>
                    <a:pt x="22" y="69"/>
                    <a:pt x="22" y="69"/>
                    <a:pt x="22" y="69"/>
                  </a:cubicBezTo>
                  <a:cubicBezTo>
                    <a:pt x="27" y="75"/>
                    <a:pt x="27" y="75"/>
                    <a:pt x="27" y="75"/>
                  </a:cubicBezTo>
                  <a:lnTo>
                    <a:pt x="19" y="86"/>
                  </a:lnTo>
                  <a:close/>
                  <a:moveTo>
                    <a:pt x="25" y="60"/>
                  </a:moveTo>
                  <a:cubicBezTo>
                    <a:pt x="39" y="60"/>
                    <a:pt x="39" y="60"/>
                    <a:pt x="39" y="60"/>
                  </a:cubicBezTo>
                  <a:cubicBezTo>
                    <a:pt x="32" y="69"/>
                    <a:pt x="32" y="69"/>
                    <a:pt x="32" y="69"/>
                  </a:cubicBezTo>
                  <a:lnTo>
                    <a:pt x="25" y="60"/>
                  </a:lnTo>
                  <a:close/>
                  <a:moveTo>
                    <a:pt x="37" y="75"/>
                  </a:moveTo>
                  <a:cubicBezTo>
                    <a:pt x="42" y="69"/>
                    <a:pt x="42" y="69"/>
                    <a:pt x="42" y="69"/>
                  </a:cubicBezTo>
                  <a:cubicBezTo>
                    <a:pt x="45" y="86"/>
                    <a:pt x="45" y="86"/>
                    <a:pt x="45" y="86"/>
                  </a:cubicBezTo>
                  <a:lnTo>
                    <a:pt x="37" y="75"/>
                  </a:lnTo>
                  <a:close/>
                  <a:moveTo>
                    <a:pt x="48" y="52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48" y="28"/>
                    <a:pt x="48" y="28"/>
                    <a:pt x="48" y="28"/>
                  </a:cubicBezTo>
                  <a:lnTo>
                    <a:pt x="48" y="5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 noEditPoints="1"/>
            </p:cNvSpPr>
            <p:nvPr/>
          </p:nvSpPr>
          <p:spPr bwMode="auto">
            <a:xfrm>
              <a:off x="3825875" y="4240213"/>
              <a:ext cx="303213" cy="227013"/>
            </a:xfrm>
            <a:custGeom>
              <a:avLst/>
              <a:gdLst>
                <a:gd name="T0" fmla="*/ 88 w 96"/>
                <a:gd name="T1" fmla="*/ 64 h 72"/>
                <a:gd name="T2" fmla="*/ 88 w 96"/>
                <a:gd name="T3" fmla="*/ 36 h 72"/>
                <a:gd name="T4" fmla="*/ 86 w 96"/>
                <a:gd name="T5" fmla="*/ 32 h 72"/>
                <a:gd name="T6" fmla="*/ 70 w 96"/>
                <a:gd name="T7" fmla="*/ 24 h 72"/>
                <a:gd name="T8" fmla="*/ 66 w 96"/>
                <a:gd name="T9" fmla="*/ 24 h 72"/>
                <a:gd name="T10" fmla="*/ 50 w 96"/>
                <a:gd name="T11" fmla="*/ 32 h 72"/>
                <a:gd name="T12" fmla="*/ 48 w 96"/>
                <a:gd name="T13" fmla="*/ 36 h 72"/>
                <a:gd name="T14" fmla="*/ 48 w 96"/>
                <a:gd name="T15" fmla="*/ 64 h 72"/>
                <a:gd name="T16" fmla="*/ 40 w 96"/>
                <a:gd name="T17" fmla="*/ 64 h 72"/>
                <a:gd name="T18" fmla="*/ 40 w 96"/>
                <a:gd name="T19" fmla="*/ 14 h 72"/>
                <a:gd name="T20" fmla="*/ 26 w 96"/>
                <a:gd name="T21" fmla="*/ 0 h 72"/>
                <a:gd name="T22" fmla="*/ 12 w 96"/>
                <a:gd name="T23" fmla="*/ 14 h 72"/>
                <a:gd name="T24" fmla="*/ 12 w 96"/>
                <a:gd name="T25" fmla="*/ 64 h 72"/>
                <a:gd name="T26" fmla="*/ 0 w 96"/>
                <a:gd name="T27" fmla="*/ 64 h 72"/>
                <a:gd name="T28" fmla="*/ 0 w 96"/>
                <a:gd name="T29" fmla="*/ 72 h 72"/>
                <a:gd name="T30" fmla="*/ 96 w 96"/>
                <a:gd name="T31" fmla="*/ 72 h 72"/>
                <a:gd name="T32" fmla="*/ 96 w 96"/>
                <a:gd name="T33" fmla="*/ 64 h 72"/>
                <a:gd name="T34" fmla="*/ 88 w 96"/>
                <a:gd name="T35" fmla="*/ 64 h 72"/>
                <a:gd name="T36" fmla="*/ 32 w 96"/>
                <a:gd name="T37" fmla="*/ 40 h 72"/>
                <a:gd name="T38" fmla="*/ 20 w 96"/>
                <a:gd name="T39" fmla="*/ 40 h 72"/>
                <a:gd name="T40" fmla="*/ 20 w 96"/>
                <a:gd name="T41" fmla="*/ 28 h 72"/>
                <a:gd name="T42" fmla="*/ 32 w 96"/>
                <a:gd name="T43" fmla="*/ 28 h 72"/>
                <a:gd name="T44" fmla="*/ 32 w 96"/>
                <a:gd name="T45" fmla="*/ 40 h 72"/>
                <a:gd name="T46" fmla="*/ 26 w 96"/>
                <a:gd name="T47" fmla="*/ 8 h 72"/>
                <a:gd name="T48" fmla="*/ 32 w 96"/>
                <a:gd name="T49" fmla="*/ 14 h 72"/>
                <a:gd name="T50" fmla="*/ 32 w 96"/>
                <a:gd name="T51" fmla="*/ 20 h 72"/>
                <a:gd name="T52" fmla="*/ 20 w 96"/>
                <a:gd name="T53" fmla="*/ 20 h 72"/>
                <a:gd name="T54" fmla="*/ 20 w 96"/>
                <a:gd name="T55" fmla="*/ 14 h 72"/>
                <a:gd name="T56" fmla="*/ 26 w 96"/>
                <a:gd name="T57" fmla="*/ 8 h 72"/>
                <a:gd name="T58" fmla="*/ 20 w 96"/>
                <a:gd name="T59" fmla="*/ 64 h 72"/>
                <a:gd name="T60" fmla="*/ 20 w 96"/>
                <a:gd name="T61" fmla="*/ 48 h 72"/>
                <a:gd name="T62" fmla="*/ 32 w 96"/>
                <a:gd name="T63" fmla="*/ 48 h 72"/>
                <a:gd name="T64" fmla="*/ 32 w 96"/>
                <a:gd name="T65" fmla="*/ 64 h 72"/>
                <a:gd name="T66" fmla="*/ 20 w 96"/>
                <a:gd name="T67" fmla="*/ 64 h 72"/>
                <a:gd name="T68" fmla="*/ 76 w 96"/>
                <a:gd name="T69" fmla="*/ 64 h 72"/>
                <a:gd name="T70" fmla="*/ 76 w 96"/>
                <a:gd name="T71" fmla="*/ 52 h 72"/>
                <a:gd name="T72" fmla="*/ 60 w 96"/>
                <a:gd name="T73" fmla="*/ 52 h 72"/>
                <a:gd name="T74" fmla="*/ 60 w 96"/>
                <a:gd name="T75" fmla="*/ 64 h 72"/>
                <a:gd name="T76" fmla="*/ 56 w 96"/>
                <a:gd name="T77" fmla="*/ 64 h 72"/>
                <a:gd name="T78" fmla="*/ 56 w 96"/>
                <a:gd name="T79" fmla="*/ 38 h 72"/>
                <a:gd name="T80" fmla="*/ 68 w 96"/>
                <a:gd name="T81" fmla="*/ 32 h 72"/>
                <a:gd name="T82" fmla="*/ 80 w 96"/>
                <a:gd name="T83" fmla="*/ 38 h 72"/>
                <a:gd name="T84" fmla="*/ 80 w 96"/>
                <a:gd name="T85" fmla="*/ 64 h 72"/>
                <a:gd name="T86" fmla="*/ 76 w 96"/>
                <a:gd name="T87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" h="72">
                  <a:moveTo>
                    <a:pt x="88" y="64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8" y="34"/>
                    <a:pt x="87" y="33"/>
                    <a:pt x="86" y="32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69" y="24"/>
                    <a:pt x="67" y="24"/>
                    <a:pt x="66" y="24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49" y="33"/>
                    <a:pt x="48" y="34"/>
                    <a:pt x="48" y="36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0" y="6"/>
                    <a:pt x="34" y="0"/>
                    <a:pt x="26" y="0"/>
                  </a:cubicBezTo>
                  <a:cubicBezTo>
                    <a:pt x="18" y="0"/>
                    <a:pt x="12" y="6"/>
                    <a:pt x="12" y="1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64"/>
                    <a:pt x="96" y="64"/>
                    <a:pt x="96" y="64"/>
                  </a:cubicBezTo>
                  <a:lnTo>
                    <a:pt x="88" y="64"/>
                  </a:lnTo>
                  <a:close/>
                  <a:moveTo>
                    <a:pt x="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2" y="40"/>
                  </a:lnTo>
                  <a:close/>
                  <a:moveTo>
                    <a:pt x="26" y="8"/>
                  </a:moveTo>
                  <a:cubicBezTo>
                    <a:pt x="29" y="8"/>
                    <a:pt x="32" y="11"/>
                    <a:pt x="32" y="14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1"/>
                    <a:pt x="23" y="8"/>
                    <a:pt x="26" y="8"/>
                  </a:cubicBezTo>
                  <a:close/>
                  <a:moveTo>
                    <a:pt x="20" y="64"/>
                  </a:moveTo>
                  <a:cubicBezTo>
                    <a:pt x="20" y="48"/>
                    <a:pt x="20" y="48"/>
                    <a:pt x="20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64"/>
                    <a:pt x="32" y="64"/>
                    <a:pt x="32" y="64"/>
                  </a:cubicBezTo>
                  <a:lnTo>
                    <a:pt x="20" y="64"/>
                  </a:lnTo>
                  <a:close/>
                  <a:moveTo>
                    <a:pt x="76" y="64"/>
                  </a:moveTo>
                  <a:cubicBezTo>
                    <a:pt x="76" y="52"/>
                    <a:pt x="76" y="52"/>
                    <a:pt x="76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0" y="64"/>
                    <a:pt x="80" y="64"/>
                    <a:pt x="80" y="64"/>
                  </a:cubicBezTo>
                  <a:lnTo>
                    <a:pt x="76" y="6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 noEditPoints="1"/>
            </p:cNvSpPr>
            <p:nvPr/>
          </p:nvSpPr>
          <p:spPr bwMode="auto">
            <a:xfrm>
              <a:off x="5089525" y="4214813"/>
              <a:ext cx="203200" cy="277813"/>
            </a:xfrm>
            <a:custGeom>
              <a:avLst/>
              <a:gdLst>
                <a:gd name="T0" fmla="*/ 64 w 64"/>
                <a:gd name="T1" fmla="*/ 52 h 88"/>
                <a:gd name="T2" fmla="*/ 49 w 64"/>
                <a:gd name="T3" fmla="*/ 52 h 88"/>
                <a:gd name="T4" fmla="*/ 45 w 64"/>
                <a:gd name="T5" fmla="*/ 40 h 88"/>
                <a:gd name="T6" fmla="*/ 52 w 64"/>
                <a:gd name="T7" fmla="*/ 40 h 88"/>
                <a:gd name="T8" fmla="*/ 52 w 64"/>
                <a:gd name="T9" fmla="*/ 32 h 88"/>
                <a:gd name="T10" fmla="*/ 43 w 64"/>
                <a:gd name="T11" fmla="*/ 32 h 88"/>
                <a:gd name="T12" fmla="*/ 40 w 64"/>
                <a:gd name="T13" fmla="*/ 16 h 88"/>
                <a:gd name="T14" fmla="*/ 40 w 64"/>
                <a:gd name="T15" fmla="*/ 12 h 88"/>
                <a:gd name="T16" fmla="*/ 40 w 64"/>
                <a:gd name="T17" fmla="*/ 10 h 88"/>
                <a:gd name="T18" fmla="*/ 36 w 64"/>
                <a:gd name="T19" fmla="*/ 2 h 88"/>
                <a:gd name="T20" fmla="*/ 28 w 64"/>
                <a:gd name="T21" fmla="*/ 2 h 88"/>
                <a:gd name="T22" fmla="*/ 24 w 64"/>
                <a:gd name="T23" fmla="*/ 10 h 88"/>
                <a:gd name="T24" fmla="*/ 24 w 64"/>
                <a:gd name="T25" fmla="*/ 12 h 88"/>
                <a:gd name="T26" fmla="*/ 24 w 64"/>
                <a:gd name="T27" fmla="*/ 16 h 88"/>
                <a:gd name="T28" fmla="*/ 21 w 64"/>
                <a:gd name="T29" fmla="*/ 32 h 88"/>
                <a:gd name="T30" fmla="*/ 12 w 64"/>
                <a:gd name="T31" fmla="*/ 32 h 88"/>
                <a:gd name="T32" fmla="*/ 12 w 64"/>
                <a:gd name="T33" fmla="*/ 40 h 88"/>
                <a:gd name="T34" fmla="*/ 19 w 64"/>
                <a:gd name="T35" fmla="*/ 40 h 88"/>
                <a:gd name="T36" fmla="*/ 15 w 64"/>
                <a:gd name="T37" fmla="*/ 52 h 88"/>
                <a:gd name="T38" fmla="*/ 0 w 64"/>
                <a:gd name="T39" fmla="*/ 52 h 88"/>
                <a:gd name="T40" fmla="*/ 0 w 64"/>
                <a:gd name="T41" fmla="*/ 60 h 88"/>
                <a:gd name="T42" fmla="*/ 12 w 64"/>
                <a:gd name="T43" fmla="*/ 60 h 88"/>
                <a:gd name="T44" fmla="*/ 1 w 64"/>
                <a:gd name="T45" fmla="*/ 82 h 88"/>
                <a:gd name="T46" fmla="*/ 0 w 64"/>
                <a:gd name="T47" fmla="*/ 86 h 88"/>
                <a:gd name="T48" fmla="*/ 4 w 64"/>
                <a:gd name="T49" fmla="*/ 88 h 88"/>
                <a:gd name="T50" fmla="*/ 24 w 64"/>
                <a:gd name="T51" fmla="*/ 88 h 88"/>
                <a:gd name="T52" fmla="*/ 28 w 64"/>
                <a:gd name="T53" fmla="*/ 84 h 88"/>
                <a:gd name="T54" fmla="*/ 28 w 64"/>
                <a:gd name="T55" fmla="*/ 76 h 88"/>
                <a:gd name="T56" fmla="*/ 36 w 64"/>
                <a:gd name="T57" fmla="*/ 76 h 88"/>
                <a:gd name="T58" fmla="*/ 36 w 64"/>
                <a:gd name="T59" fmla="*/ 84 h 88"/>
                <a:gd name="T60" fmla="*/ 40 w 64"/>
                <a:gd name="T61" fmla="*/ 88 h 88"/>
                <a:gd name="T62" fmla="*/ 60 w 64"/>
                <a:gd name="T63" fmla="*/ 88 h 88"/>
                <a:gd name="T64" fmla="*/ 64 w 64"/>
                <a:gd name="T65" fmla="*/ 86 h 88"/>
                <a:gd name="T66" fmla="*/ 63 w 64"/>
                <a:gd name="T67" fmla="*/ 82 h 88"/>
                <a:gd name="T68" fmla="*/ 52 w 64"/>
                <a:gd name="T69" fmla="*/ 60 h 88"/>
                <a:gd name="T70" fmla="*/ 64 w 64"/>
                <a:gd name="T71" fmla="*/ 60 h 88"/>
                <a:gd name="T72" fmla="*/ 64 w 64"/>
                <a:gd name="T73" fmla="*/ 52 h 88"/>
                <a:gd name="T74" fmla="*/ 32 w 64"/>
                <a:gd name="T75" fmla="*/ 16 h 88"/>
                <a:gd name="T76" fmla="*/ 35 w 64"/>
                <a:gd name="T77" fmla="*/ 32 h 88"/>
                <a:gd name="T78" fmla="*/ 29 w 64"/>
                <a:gd name="T79" fmla="*/ 32 h 88"/>
                <a:gd name="T80" fmla="*/ 32 w 64"/>
                <a:gd name="T81" fmla="*/ 16 h 88"/>
                <a:gd name="T82" fmla="*/ 27 w 64"/>
                <a:gd name="T83" fmla="*/ 40 h 88"/>
                <a:gd name="T84" fmla="*/ 37 w 64"/>
                <a:gd name="T85" fmla="*/ 40 h 88"/>
                <a:gd name="T86" fmla="*/ 40 w 64"/>
                <a:gd name="T87" fmla="*/ 52 h 88"/>
                <a:gd name="T88" fmla="*/ 24 w 64"/>
                <a:gd name="T89" fmla="*/ 52 h 88"/>
                <a:gd name="T90" fmla="*/ 27 w 64"/>
                <a:gd name="T91" fmla="*/ 40 h 88"/>
                <a:gd name="T92" fmla="*/ 53 w 64"/>
                <a:gd name="T93" fmla="*/ 80 h 88"/>
                <a:gd name="T94" fmla="*/ 44 w 64"/>
                <a:gd name="T95" fmla="*/ 80 h 88"/>
                <a:gd name="T96" fmla="*/ 44 w 64"/>
                <a:gd name="T97" fmla="*/ 76 h 88"/>
                <a:gd name="T98" fmla="*/ 36 w 64"/>
                <a:gd name="T99" fmla="*/ 68 h 88"/>
                <a:gd name="T100" fmla="*/ 28 w 64"/>
                <a:gd name="T101" fmla="*/ 68 h 88"/>
                <a:gd name="T102" fmla="*/ 20 w 64"/>
                <a:gd name="T103" fmla="*/ 76 h 88"/>
                <a:gd name="T104" fmla="*/ 20 w 64"/>
                <a:gd name="T105" fmla="*/ 80 h 88"/>
                <a:gd name="T106" fmla="*/ 11 w 64"/>
                <a:gd name="T107" fmla="*/ 80 h 88"/>
                <a:gd name="T108" fmla="*/ 21 w 64"/>
                <a:gd name="T109" fmla="*/ 60 h 88"/>
                <a:gd name="T110" fmla="*/ 43 w 64"/>
                <a:gd name="T111" fmla="*/ 60 h 88"/>
                <a:gd name="T112" fmla="*/ 53 w 64"/>
                <a:gd name="T113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" h="88">
                  <a:moveTo>
                    <a:pt x="64" y="52"/>
                  </a:moveTo>
                  <a:cubicBezTo>
                    <a:pt x="49" y="52"/>
                    <a:pt x="49" y="52"/>
                    <a:pt x="49" y="52"/>
                  </a:cubicBezTo>
                  <a:cubicBezTo>
                    <a:pt x="48" y="48"/>
                    <a:pt x="46" y="44"/>
                    <a:pt x="45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2" y="27"/>
                    <a:pt x="41" y="21"/>
                    <a:pt x="40" y="16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4" y="0"/>
                    <a:pt x="30" y="0"/>
                    <a:pt x="28" y="2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4" y="11"/>
                    <a:pt x="24" y="12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21"/>
                    <a:pt x="22" y="27"/>
                    <a:pt x="21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44"/>
                    <a:pt x="16" y="48"/>
                    <a:pt x="15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9" y="69"/>
                    <a:pt x="5" y="76"/>
                    <a:pt x="1" y="82"/>
                  </a:cubicBezTo>
                  <a:cubicBezTo>
                    <a:pt x="0" y="83"/>
                    <a:pt x="0" y="84"/>
                    <a:pt x="0" y="86"/>
                  </a:cubicBezTo>
                  <a:cubicBezTo>
                    <a:pt x="1" y="87"/>
                    <a:pt x="2" y="88"/>
                    <a:pt x="4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6" y="88"/>
                    <a:pt x="28" y="86"/>
                    <a:pt x="28" y="84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84"/>
                    <a:pt x="36" y="84"/>
                    <a:pt x="36" y="84"/>
                  </a:cubicBezTo>
                  <a:cubicBezTo>
                    <a:pt x="36" y="86"/>
                    <a:pt x="38" y="88"/>
                    <a:pt x="40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2" y="88"/>
                    <a:pt x="63" y="87"/>
                    <a:pt x="64" y="86"/>
                  </a:cubicBezTo>
                  <a:cubicBezTo>
                    <a:pt x="64" y="84"/>
                    <a:pt x="64" y="83"/>
                    <a:pt x="63" y="82"/>
                  </a:cubicBezTo>
                  <a:cubicBezTo>
                    <a:pt x="59" y="76"/>
                    <a:pt x="55" y="69"/>
                    <a:pt x="52" y="60"/>
                  </a:cubicBezTo>
                  <a:cubicBezTo>
                    <a:pt x="64" y="60"/>
                    <a:pt x="64" y="60"/>
                    <a:pt x="64" y="60"/>
                  </a:cubicBezTo>
                  <a:lnTo>
                    <a:pt x="64" y="52"/>
                  </a:lnTo>
                  <a:close/>
                  <a:moveTo>
                    <a:pt x="32" y="16"/>
                  </a:moveTo>
                  <a:cubicBezTo>
                    <a:pt x="32" y="18"/>
                    <a:pt x="35" y="30"/>
                    <a:pt x="35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0"/>
                    <a:pt x="32" y="18"/>
                    <a:pt x="32" y="16"/>
                  </a:cubicBezTo>
                  <a:close/>
                  <a:moveTo>
                    <a:pt x="27" y="40"/>
                  </a:moveTo>
                  <a:cubicBezTo>
                    <a:pt x="37" y="40"/>
                    <a:pt x="37" y="40"/>
                    <a:pt x="37" y="40"/>
                  </a:cubicBezTo>
                  <a:cubicBezTo>
                    <a:pt x="38" y="44"/>
                    <a:pt x="39" y="48"/>
                    <a:pt x="40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5" y="48"/>
                    <a:pt x="26" y="44"/>
                    <a:pt x="27" y="40"/>
                  </a:cubicBezTo>
                  <a:close/>
                  <a:moveTo>
                    <a:pt x="53" y="80"/>
                  </a:moveTo>
                  <a:cubicBezTo>
                    <a:pt x="44" y="80"/>
                    <a:pt x="44" y="80"/>
                    <a:pt x="44" y="80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2"/>
                    <a:pt x="40" y="68"/>
                    <a:pt x="36" y="68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4" y="68"/>
                    <a:pt x="20" y="72"/>
                    <a:pt x="20" y="76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5" y="74"/>
                    <a:pt x="18" y="67"/>
                    <a:pt x="21" y="60"/>
                  </a:cubicBezTo>
                  <a:cubicBezTo>
                    <a:pt x="43" y="60"/>
                    <a:pt x="43" y="60"/>
                    <a:pt x="43" y="60"/>
                  </a:cubicBezTo>
                  <a:cubicBezTo>
                    <a:pt x="46" y="67"/>
                    <a:pt x="49" y="74"/>
                    <a:pt x="53" y="80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6" name="组合 195"/>
            <p:cNvGrpSpPr/>
            <p:nvPr/>
          </p:nvGrpSpPr>
          <p:grpSpPr>
            <a:xfrm>
              <a:off x="4457700" y="4202113"/>
              <a:ext cx="252413" cy="265113"/>
              <a:chOff x="4457700" y="4202113"/>
              <a:chExt cx="252413" cy="265113"/>
            </a:xfrm>
          </p:grpSpPr>
          <p:sp>
            <p:nvSpPr>
              <p:cNvPr id="114" name="Freeform 112"/>
              <p:cNvSpPr>
                <a:spLocks noEditPoints="1"/>
              </p:cNvSpPr>
              <p:nvPr/>
            </p:nvSpPr>
            <p:spPr bwMode="auto">
              <a:xfrm>
                <a:off x="4457700" y="4202113"/>
                <a:ext cx="252413" cy="265113"/>
              </a:xfrm>
              <a:custGeom>
                <a:avLst/>
                <a:gdLst>
                  <a:gd name="T0" fmla="*/ 76 w 80"/>
                  <a:gd name="T1" fmla="*/ 48 h 84"/>
                  <a:gd name="T2" fmla="*/ 52 w 80"/>
                  <a:gd name="T3" fmla="*/ 48 h 84"/>
                  <a:gd name="T4" fmla="*/ 52 w 80"/>
                  <a:gd name="T5" fmla="*/ 37 h 84"/>
                  <a:gd name="T6" fmla="*/ 60 w 80"/>
                  <a:gd name="T7" fmla="*/ 24 h 84"/>
                  <a:gd name="T8" fmla="*/ 42 w 80"/>
                  <a:gd name="T9" fmla="*/ 1 h 84"/>
                  <a:gd name="T10" fmla="*/ 38 w 80"/>
                  <a:gd name="T11" fmla="*/ 1 h 84"/>
                  <a:gd name="T12" fmla="*/ 20 w 80"/>
                  <a:gd name="T13" fmla="*/ 24 h 84"/>
                  <a:gd name="T14" fmla="*/ 28 w 80"/>
                  <a:gd name="T15" fmla="*/ 37 h 84"/>
                  <a:gd name="T16" fmla="*/ 28 w 80"/>
                  <a:gd name="T17" fmla="*/ 48 h 84"/>
                  <a:gd name="T18" fmla="*/ 4 w 80"/>
                  <a:gd name="T19" fmla="*/ 48 h 84"/>
                  <a:gd name="T20" fmla="*/ 0 w 80"/>
                  <a:gd name="T21" fmla="*/ 52 h 84"/>
                  <a:gd name="T22" fmla="*/ 0 w 80"/>
                  <a:gd name="T23" fmla="*/ 80 h 84"/>
                  <a:gd name="T24" fmla="*/ 4 w 80"/>
                  <a:gd name="T25" fmla="*/ 84 h 84"/>
                  <a:gd name="T26" fmla="*/ 32 w 80"/>
                  <a:gd name="T27" fmla="*/ 84 h 84"/>
                  <a:gd name="T28" fmla="*/ 36 w 80"/>
                  <a:gd name="T29" fmla="*/ 80 h 84"/>
                  <a:gd name="T30" fmla="*/ 36 w 80"/>
                  <a:gd name="T31" fmla="*/ 74 h 84"/>
                  <a:gd name="T32" fmla="*/ 40 w 80"/>
                  <a:gd name="T33" fmla="*/ 70 h 84"/>
                  <a:gd name="T34" fmla="*/ 44 w 80"/>
                  <a:gd name="T35" fmla="*/ 74 h 84"/>
                  <a:gd name="T36" fmla="*/ 44 w 80"/>
                  <a:gd name="T37" fmla="*/ 80 h 84"/>
                  <a:gd name="T38" fmla="*/ 48 w 80"/>
                  <a:gd name="T39" fmla="*/ 84 h 84"/>
                  <a:gd name="T40" fmla="*/ 76 w 80"/>
                  <a:gd name="T41" fmla="*/ 84 h 84"/>
                  <a:gd name="T42" fmla="*/ 80 w 80"/>
                  <a:gd name="T43" fmla="*/ 80 h 84"/>
                  <a:gd name="T44" fmla="*/ 80 w 80"/>
                  <a:gd name="T45" fmla="*/ 52 h 84"/>
                  <a:gd name="T46" fmla="*/ 76 w 80"/>
                  <a:gd name="T47" fmla="*/ 48 h 84"/>
                  <a:gd name="T48" fmla="*/ 40 w 80"/>
                  <a:gd name="T49" fmla="*/ 9 h 84"/>
                  <a:gd name="T50" fmla="*/ 52 w 80"/>
                  <a:gd name="T51" fmla="*/ 24 h 84"/>
                  <a:gd name="T52" fmla="*/ 40 w 80"/>
                  <a:gd name="T53" fmla="*/ 32 h 84"/>
                  <a:gd name="T54" fmla="*/ 28 w 80"/>
                  <a:gd name="T55" fmla="*/ 24 h 84"/>
                  <a:gd name="T56" fmla="*/ 40 w 80"/>
                  <a:gd name="T57" fmla="*/ 9 h 84"/>
                  <a:gd name="T58" fmla="*/ 36 w 80"/>
                  <a:gd name="T59" fmla="*/ 40 h 84"/>
                  <a:gd name="T60" fmla="*/ 44 w 80"/>
                  <a:gd name="T61" fmla="*/ 40 h 84"/>
                  <a:gd name="T62" fmla="*/ 44 w 80"/>
                  <a:gd name="T63" fmla="*/ 48 h 84"/>
                  <a:gd name="T64" fmla="*/ 36 w 80"/>
                  <a:gd name="T65" fmla="*/ 48 h 84"/>
                  <a:gd name="T66" fmla="*/ 36 w 80"/>
                  <a:gd name="T67" fmla="*/ 40 h 84"/>
                  <a:gd name="T68" fmla="*/ 72 w 80"/>
                  <a:gd name="T69" fmla="*/ 76 h 84"/>
                  <a:gd name="T70" fmla="*/ 52 w 80"/>
                  <a:gd name="T71" fmla="*/ 76 h 84"/>
                  <a:gd name="T72" fmla="*/ 52 w 80"/>
                  <a:gd name="T73" fmla="*/ 72 h 84"/>
                  <a:gd name="T74" fmla="*/ 51 w 80"/>
                  <a:gd name="T75" fmla="*/ 69 h 84"/>
                  <a:gd name="T76" fmla="*/ 43 w 80"/>
                  <a:gd name="T77" fmla="*/ 61 h 84"/>
                  <a:gd name="T78" fmla="*/ 40 w 80"/>
                  <a:gd name="T79" fmla="*/ 60 h 84"/>
                  <a:gd name="T80" fmla="*/ 40 w 80"/>
                  <a:gd name="T81" fmla="*/ 60 h 84"/>
                  <a:gd name="T82" fmla="*/ 37 w 80"/>
                  <a:gd name="T83" fmla="*/ 61 h 84"/>
                  <a:gd name="T84" fmla="*/ 29 w 80"/>
                  <a:gd name="T85" fmla="*/ 69 h 84"/>
                  <a:gd name="T86" fmla="*/ 28 w 80"/>
                  <a:gd name="T87" fmla="*/ 72 h 84"/>
                  <a:gd name="T88" fmla="*/ 28 w 80"/>
                  <a:gd name="T89" fmla="*/ 76 h 84"/>
                  <a:gd name="T90" fmla="*/ 8 w 80"/>
                  <a:gd name="T91" fmla="*/ 76 h 84"/>
                  <a:gd name="T92" fmla="*/ 8 w 80"/>
                  <a:gd name="T93" fmla="*/ 56 h 84"/>
                  <a:gd name="T94" fmla="*/ 72 w 80"/>
                  <a:gd name="T95" fmla="*/ 56 h 84"/>
                  <a:gd name="T96" fmla="*/ 72 w 80"/>
                  <a:gd name="T97" fmla="*/ 7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0" h="84">
                    <a:moveTo>
                      <a:pt x="76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7" y="35"/>
                      <a:pt x="60" y="30"/>
                      <a:pt x="60" y="24"/>
                    </a:cubicBezTo>
                    <a:cubicBezTo>
                      <a:pt x="60" y="14"/>
                      <a:pt x="45" y="3"/>
                      <a:pt x="42" y="1"/>
                    </a:cubicBezTo>
                    <a:cubicBezTo>
                      <a:pt x="41" y="0"/>
                      <a:pt x="39" y="0"/>
                      <a:pt x="38" y="1"/>
                    </a:cubicBezTo>
                    <a:cubicBezTo>
                      <a:pt x="35" y="3"/>
                      <a:pt x="20" y="14"/>
                      <a:pt x="20" y="24"/>
                    </a:cubicBezTo>
                    <a:cubicBezTo>
                      <a:pt x="20" y="30"/>
                      <a:pt x="23" y="35"/>
                      <a:pt x="28" y="37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" y="48"/>
                      <a:pt x="0" y="50"/>
                      <a:pt x="0" y="52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2"/>
                      <a:pt x="2" y="84"/>
                      <a:pt x="4" y="84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34" y="84"/>
                      <a:pt x="36" y="82"/>
                      <a:pt x="36" y="80"/>
                    </a:cubicBezTo>
                    <a:cubicBezTo>
                      <a:pt x="36" y="74"/>
                      <a:pt x="36" y="74"/>
                      <a:pt x="36" y="74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4" y="82"/>
                      <a:pt x="46" y="84"/>
                      <a:pt x="48" y="84"/>
                    </a:cubicBezTo>
                    <a:cubicBezTo>
                      <a:pt x="76" y="84"/>
                      <a:pt x="76" y="84"/>
                      <a:pt x="76" y="84"/>
                    </a:cubicBezTo>
                    <a:cubicBezTo>
                      <a:pt x="78" y="84"/>
                      <a:pt x="80" y="82"/>
                      <a:pt x="80" y="80"/>
                    </a:cubicBez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50"/>
                      <a:pt x="78" y="48"/>
                      <a:pt x="76" y="48"/>
                    </a:cubicBezTo>
                    <a:close/>
                    <a:moveTo>
                      <a:pt x="40" y="9"/>
                    </a:moveTo>
                    <a:cubicBezTo>
                      <a:pt x="46" y="13"/>
                      <a:pt x="52" y="20"/>
                      <a:pt x="52" y="24"/>
                    </a:cubicBezTo>
                    <a:cubicBezTo>
                      <a:pt x="52" y="26"/>
                      <a:pt x="52" y="32"/>
                      <a:pt x="40" y="32"/>
                    </a:cubicBezTo>
                    <a:cubicBezTo>
                      <a:pt x="28" y="32"/>
                      <a:pt x="28" y="26"/>
                      <a:pt x="28" y="24"/>
                    </a:cubicBezTo>
                    <a:cubicBezTo>
                      <a:pt x="28" y="20"/>
                      <a:pt x="34" y="13"/>
                      <a:pt x="40" y="9"/>
                    </a:cubicBezTo>
                    <a:close/>
                    <a:moveTo>
                      <a:pt x="36" y="40"/>
                    </a:move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36" y="48"/>
                      <a:pt x="36" y="48"/>
                      <a:pt x="36" y="48"/>
                    </a:cubicBezTo>
                    <a:lnTo>
                      <a:pt x="36" y="40"/>
                    </a:lnTo>
                    <a:close/>
                    <a:moveTo>
                      <a:pt x="72" y="76"/>
                    </a:moveTo>
                    <a:cubicBezTo>
                      <a:pt x="52" y="76"/>
                      <a:pt x="52" y="76"/>
                      <a:pt x="52" y="76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52" y="71"/>
                      <a:pt x="52" y="70"/>
                      <a:pt x="51" y="69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2" y="60"/>
                      <a:pt x="41" y="60"/>
                      <a:pt x="40" y="60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60"/>
                      <a:pt x="38" y="60"/>
                      <a:pt x="37" y="61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8" y="70"/>
                      <a:pt x="28" y="71"/>
                      <a:pt x="28" y="72"/>
                    </a:cubicBezTo>
                    <a:cubicBezTo>
                      <a:pt x="28" y="76"/>
                      <a:pt x="28" y="76"/>
                      <a:pt x="2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72" y="56"/>
                      <a:pt x="72" y="56"/>
                      <a:pt x="72" y="56"/>
                    </a:cubicBezTo>
                    <a:lnTo>
                      <a:pt x="72" y="7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13"/>
              <p:cNvSpPr>
                <a:spLocks noChangeArrowheads="1"/>
              </p:cNvSpPr>
              <p:nvPr/>
            </p:nvSpPr>
            <p:spPr bwMode="auto">
              <a:xfrm>
                <a:off x="4635500" y="4391026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14"/>
              <p:cNvSpPr>
                <a:spLocks noChangeArrowheads="1"/>
              </p:cNvSpPr>
              <p:nvPr/>
            </p:nvSpPr>
            <p:spPr bwMode="auto">
              <a:xfrm>
                <a:off x="4508500" y="4391026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Rectangle 115"/>
              <p:cNvSpPr>
                <a:spLocks noChangeArrowheads="1"/>
              </p:cNvSpPr>
              <p:nvPr/>
            </p:nvSpPr>
            <p:spPr bwMode="auto">
              <a:xfrm>
                <a:off x="4470400" y="4302126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Rectangle 116"/>
              <p:cNvSpPr>
                <a:spLocks noChangeArrowheads="1"/>
              </p:cNvSpPr>
              <p:nvPr/>
            </p:nvSpPr>
            <p:spPr bwMode="auto">
              <a:xfrm>
                <a:off x="4672013" y="4302126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9" name="Freeform 117"/>
            <p:cNvSpPr>
              <a:spLocks noEditPoints="1"/>
            </p:cNvSpPr>
            <p:nvPr/>
          </p:nvSpPr>
          <p:spPr bwMode="auto">
            <a:xfrm>
              <a:off x="6276975" y="4205288"/>
              <a:ext cx="254000" cy="290513"/>
            </a:xfrm>
            <a:custGeom>
              <a:avLst/>
              <a:gdLst>
                <a:gd name="T0" fmla="*/ 64 w 80"/>
                <a:gd name="T1" fmla="*/ 40 h 92"/>
                <a:gd name="T2" fmla="*/ 67 w 80"/>
                <a:gd name="T3" fmla="*/ 38 h 92"/>
                <a:gd name="T4" fmla="*/ 74 w 80"/>
                <a:gd name="T5" fmla="*/ 28 h 92"/>
                <a:gd name="T6" fmla="*/ 80 w 80"/>
                <a:gd name="T7" fmla="*/ 28 h 92"/>
                <a:gd name="T8" fmla="*/ 80 w 80"/>
                <a:gd name="T9" fmla="*/ 20 h 92"/>
                <a:gd name="T10" fmla="*/ 52 w 80"/>
                <a:gd name="T11" fmla="*/ 20 h 92"/>
                <a:gd name="T12" fmla="*/ 52 w 80"/>
                <a:gd name="T13" fmla="*/ 12 h 92"/>
                <a:gd name="T14" fmla="*/ 40 w 80"/>
                <a:gd name="T15" fmla="*/ 0 h 92"/>
                <a:gd name="T16" fmla="*/ 28 w 80"/>
                <a:gd name="T17" fmla="*/ 12 h 92"/>
                <a:gd name="T18" fmla="*/ 28 w 80"/>
                <a:gd name="T19" fmla="*/ 20 h 92"/>
                <a:gd name="T20" fmla="*/ 0 w 80"/>
                <a:gd name="T21" fmla="*/ 20 h 92"/>
                <a:gd name="T22" fmla="*/ 0 w 80"/>
                <a:gd name="T23" fmla="*/ 28 h 92"/>
                <a:gd name="T24" fmla="*/ 6 w 80"/>
                <a:gd name="T25" fmla="*/ 28 h 92"/>
                <a:gd name="T26" fmla="*/ 13 w 80"/>
                <a:gd name="T27" fmla="*/ 38 h 92"/>
                <a:gd name="T28" fmla="*/ 16 w 80"/>
                <a:gd name="T29" fmla="*/ 40 h 92"/>
                <a:gd name="T30" fmla="*/ 24 w 80"/>
                <a:gd name="T31" fmla="*/ 40 h 92"/>
                <a:gd name="T32" fmla="*/ 24 w 80"/>
                <a:gd name="T33" fmla="*/ 72 h 92"/>
                <a:gd name="T34" fmla="*/ 20 w 80"/>
                <a:gd name="T35" fmla="*/ 72 h 92"/>
                <a:gd name="T36" fmla="*/ 16 w 80"/>
                <a:gd name="T37" fmla="*/ 75 h 92"/>
                <a:gd name="T38" fmla="*/ 12 w 80"/>
                <a:gd name="T39" fmla="*/ 87 h 92"/>
                <a:gd name="T40" fmla="*/ 13 w 80"/>
                <a:gd name="T41" fmla="*/ 90 h 92"/>
                <a:gd name="T42" fmla="*/ 16 w 80"/>
                <a:gd name="T43" fmla="*/ 92 h 92"/>
                <a:gd name="T44" fmla="*/ 64 w 80"/>
                <a:gd name="T45" fmla="*/ 92 h 92"/>
                <a:gd name="T46" fmla="*/ 67 w 80"/>
                <a:gd name="T47" fmla="*/ 90 h 92"/>
                <a:gd name="T48" fmla="*/ 68 w 80"/>
                <a:gd name="T49" fmla="*/ 87 h 92"/>
                <a:gd name="T50" fmla="*/ 64 w 80"/>
                <a:gd name="T51" fmla="*/ 75 h 92"/>
                <a:gd name="T52" fmla="*/ 60 w 80"/>
                <a:gd name="T53" fmla="*/ 72 h 92"/>
                <a:gd name="T54" fmla="*/ 56 w 80"/>
                <a:gd name="T55" fmla="*/ 72 h 92"/>
                <a:gd name="T56" fmla="*/ 56 w 80"/>
                <a:gd name="T57" fmla="*/ 40 h 92"/>
                <a:gd name="T58" fmla="*/ 64 w 80"/>
                <a:gd name="T59" fmla="*/ 40 h 92"/>
                <a:gd name="T60" fmla="*/ 62 w 80"/>
                <a:gd name="T61" fmla="*/ 32 h 92"/>
                <a:gd name="T62" fmla="*/ 54 w 80"/>
                <a:gd name="T63" fmla="*/ 32 h 92"/>
                <a:gd name="T64" fmla="*/ 58 w 80"/>
                <a:gd name="T65" fmla="*/ 28 h 92"/>
                <a:gd name="T66" fmla="*/ 65 w 80"/>
                <a:gd name="T67" fmla="*/ 28 h 92"/>
                <a:gd name="T68" fmla="*/ 62 w 80"/>
                <a:gd name="T69" fmla="*/ 32 h 92"/>
                <a:gd name="T70" fmla="*/ 36 w 80"/>
                <a:gd name="T71" fmla="*/ 12 h 92"/>
                <a:gd name="T72" fmla="*/ 40 w 80"/>
                <a:gd name="T73" fmla="*/ 8 h 92"/>
                <a:gd name="T74" fmla="*/ 44 w 80"/>
                <a:gd name="T75" fmla="*/ 12 h 92"/>
                <a:gd name="T76" fmla="*/ 44 w 80"/>
                <a:gd name="T77" fmla="*/ 20 h 92"/>
                <a:gd name="T78" fmla="*/ 36 w 80"/>
                <a:gd name="T79" fmla="*/ 20 h 92"/>
                <a:gd name="T80" fmla="*/ 36 w 80"/>
                <a:gd name="T81" fmla="*/ 12 h 92"/>
                <a:gd name="T82" fmla="*/ 18 w 80"/>
                <a:gd name="T83" fmla="*/ 32 h 92"/>
                <a:gd name="T84" fmla="*/ 15 w 80"/>
                <a:gd name="T85" fmla="*/ 28 h 92"/>
                <a:gd name="T86" fmla="*/ 47 w 80"/>
                <a:gd name="T87" fmla="*/ 28 h 92"/>
                <a:gd name="T88" fmla="*/ 32 w 80"/>
                <a:gd name="T89" fmla="*/ 45 h 92"/>
                <a:gd name="T90" fmla="*/ 32 w 80"/>
                <a:gd name="T91" fmla="*/ 36 h 92"/>
                <a:gd name="T92" fmla="*/ 28 w 80"/>
                <a:gd name="T93" fmla="*/ 32 h 92"/>
                <a:gd name="T94" fmla="*/ 18 w 80"/>
                <a:gd name="T95" fmla="*/ 32 h 92"/>
                <a:gd name="T96" fmla="*/ 58 w 80"/>
                <a:gd name="T97" fmla="*/ 84 h 92"/>
                <a:gd name="T98" fmla="*/ 22 w 80"/>
                <a:gd name="T99" fmla="*/ 84 h 92"/>
                <a:gd name="T100" fmla="*/ 23 w 80"/>
                <a:gd name="T101" fmla="*/ 80 h 92"/>
                <a:gd name="T102" fmla="*/ 57 w 80"/>
                <a:gd name="T103" fmla="*/ 80 h 92"/>
                <a:gd name="T104" fmla="*/ 58 w 80"/>
                <a:gd name="T105" fmla="*/ 84 h 92"/>
                <a:gd name="T106" fmla="*/ 32 w 80"/>
                <a:gd name="T107" fmla="*/ 72 h 92"/>
                <a:gd name="T108" fmla="*/ 32 w 80"/>
                <a:gd name="T109" fmla="*/ 57 h 92"/>
                <a:gd name="T110" fmla="*/ 48 w 80"/>
                <a:gd name="T111" fmla="*/ 39 h 92"/>
                <a:gd name="T112" fmla="*/ 48 w 80"/>
                <a:gd name="T113" fmla="*/ 72 h 92"/>
                <a:gd name="T114" fmla="*/ 32 w 80"/>
                <a:gd name="T115" fmla="*/ 7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" h="92">
                  <a:moveTo>
                    <a:pt x="64" y="40"/>
                  </a:moveTo>
                  <a:cubicBezTo>
                    <a:pt x="65" y="40"/>
                    <a:pt x="67" y="39"/>
                    <a:pt x="67" y="38"/>
                  </a:cubicBezTo>
                  <a:cubicBezTo>
                    <a:pt x="74" y="28"/>
                    <a:pt x="74" y="28"/>
                    <a:pt x="74" y="28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2" y="5"/>
                    <a:pt x="47" y="0"/>
                    <a:pt x="40" y="0"/>
                  </a:cubicBezTo>
                  <a:cubicBezTo>
                    <a:pt x="33" y="0"/>
                    <a:pt x="28" y="5"/>
                    <a:pt x="28" y="12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5" y="40"/>
                    <a:pt x="16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18" y="72"/>
                    <a:pt x="17" y="73"/>
                    <a:pt x="16" y="75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12" y="88"/>
                    <a:pt x="12" y="89"/>
                    <a:pt x="13" y="90"/>
                  </a:cubicBezTo>
                  <a:cubicBezTo>
                    <a:pt x="14" y="91"/>
                    <a:pt x="15" y="92"/>
                    <a:pt x="16" y="92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5" y="92"/>
                    <a:pt x="66" y="91"/>
                    <a:pt x="67" y="90"/>
                  </a:cubicBezTo>
                  <a:cubicBezTo>
                    <a:pt x="68" y="89"/>
                    <a:pt x="68" y="88"/>
                    <a:pt x="68" y="87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63" y="73"/>
                    <a:pt x="62" y="72"/>
                    <a:pt x="60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64" y="40"/>
                  </a:lnTo>
                  <a:close/>
                  <a:moveTo>
                    <a:pt x="62" y="32"/>
                  </a:moveTo>
                  <a:cubicBezTo>
                    <a:pt x="54" y="32"/>
                    <a:pt x="54" y="32"/>
                    <a:pt x="54" y="32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65" y="28"/>
                    <a:pt x="65" y="28"/>
                    <a:pt x="65" y="28"/>
                  </a:cubicBezTo>
                  <a:lnTo>
                    <a:pt x="62" y="32"/>
                  </a:lnTo>
                  <a:close/>
                  <a:moveTo>
                    <a:pt x="36" y="12"/>
                  </a:moveTo>
                  <a:cubicBezTo>
                    <a:pt x="36" y="10"/>
                    <a:pt x="38" y="8"/>
                    <a:pt x="40" y="8"/>
                  </a:cubicBezTo>
                  <a:cubicBezTo>
                    <a:pt x="42" y="8"/>
                    <a:pt x="44" y="10"/>
                    <a:pt x="44" y="12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36" y="20"/>
                    <a:pt x="36" y="20"/>
                    <a:pt x="36" y="20"/>
                  </a:cubicBezTo>
                  <a:lnTo>
                    <a:pt x="36" y="12"/>
                  </a:lnTo>
                  <a:close/>
                  <a:moveTo>
                    <a:pt x="18" y="32"/>
                  </a:moveTo>
                  <a:cubicBezTo>
                    <a:pt x="15" y="28"/>
                    <a:pt x="15" y="28"/>
                    <a:pt x="15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4"/>
                    <a:pt x="30" y="32"/>
                    <a:pt x="28" y="32"/>
                  </a:cubicBezTo>
                  <a:lnTo>
                    <a:pt x="18" y="32"/>
                  </a:lnTo>
                  <a:close/>
                  <a:moveTo>
                    <a:pt x="58" y="84"/>
                  </a:moveTo>
                  <a:cubicBezTo>
                    <a:pt x="22" y="84"/>
                    <a:pt x="22" y="84"/>
                    <a:pt x="22" y="84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57" y="80"/>
                    <a:pt x="57" y="80"/>
                    <a:pt x="57" y="80"/>
                  </a:cubicBezTo>
                  <a:lnTo>
                    <a:pt x="58" y="84"/>
                  </a:lnTo>
                  <a:close/>
                  <a:moveTo>
                    <a:pt x="32" y="72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8" y="72"/>
                    <a:pt x="48" y="72"/>
                    <a:pt x="48" y="72"/>
                  </a:cubicBezTo>
                  <a:lnTo>
                    <a:pt x="32" y="7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4" name="组合 193"/>
            <p:cNvGrpSpPr/>
            <p:nvPr/>
          </p:nvGrpSpPr>
          <p:grpSpPr>
            <a:xfrm>
              <a:off x="6884988" y="3606801"/>
              <a:ext cx="252413" cy="252412"/>
              <a:chOff x="6884988" y="3606801"/>
              <a:chExt cx="252413" cy="252412"/>
            </a:xfrm>
          </p:grpSpPr>
          <p:sp>
            <p:nvSpPr>
              <p:cNvPr id="120" name="Rectangle 118"/>
              <p:cNvSpPr>
                <a:spLocks noChangeArrowheads="1"/>
              </p:cNvSpPr>
              <p:nvPr/>
            </p:nvSpPr>
            <p:spPr bwMode="auto">
              <a:xfrm>
                <a:off x="6959600" y="3708401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119"/>
              <p:cNvSpPr>
                <a:spLocks noEditPoints="1"/>
              </p:cNvSpPr>
              <p:nvPr/>
            </p:nvSpPr>
            <p:spPr bwMode="auto">
              <a:xfrm>
                <a:off x="6884988" y="3606801"/>
                <a:ext cx="252413" cy="101600"/>
              </a:xfrm>
              <a:custGeom>
                <a:avLst/>
                <a:gdLst>
                  <a:gd name="T0" fmla="*/ 64 w 80"/>
                  <a:gd name="T1" fmla="*/ 0 h 32"/>
                  <a:gd name="T2" fmla="*/ 16 w 80"/>
                  <a:gd name="T3" fmla="*/ 0 h 32"/>
                  <a:gd name="T4" fmla="*/ 0 w 80"/>
                  <a:gd name="T5" fmla="*/ 16 h 32"/>
                  <a:gd name="T6" fmla="*/ 16 w 80"/>
                  <a:gd name="T7" fmla="*/ 32 h 32"/>
                  <a:gd name="T8" fmla="*/ 32 w 80"/>
                  <a:gd name="T9" fmla="*/ 16 h 32"/>
                  <a:gd name="T10" fmla="*/ 30 w 80"/>
                  <a:gd name="T11" fmla="*/ 8 h 32"/>
                  <a:gd name="T12" fmla="*/ 50 w 80"/>
                  <a:gd name="T13" fmla="*/ 8 h 32"/>
                  <a:gd name="T14" fmla="*/ 48 w 80"/>
                  <a:gd name="T15" fmla="*/ 16 h 32"/>
                  <a:gd name="T16" fmla="*/ 64 w 80"/>
                  <a:gd name="T17" fmla="*/ 32 h 32"/>
                  <a:gd name="T18" fmla="*/ 80 w 80"/>
                  <a:gd name="T19" fmla="*/ 16 h 32"/>
                  <a:gd name="T20" fmla="*/ 64 w 80"/>
                  <a:gd name="T21" fmla="*/ 0 h 32"/>
                  <a:gd name="T22" fmla="*/ 16 w 80"/>
                  <a:gd name="T23" fmla="*/ 24 h 32"/>
                  <a:gd name="T24" fmla="*/ 8 w 80"/>
                  <a:gd name="T25" fmla="*/ 16 h 32"/>
                  <a:gd name="T26" fmla="*/ 16 w 80"/>
                  <a:gd name="T27" fmla="*/ 8 h 32"/>
                  <a:gd name="T28" fmla="*/ 24 w 80"/>
                  <a:gd name="T29" fmla="*/ 16 h 32"/>
                  <a:gd name="T30" fmla="*/ 16 w 80"/>
                  <a:gd name="T31" fmla="*/ 24 h 32"/>
                  <a:gd name="T32" fmla="*/ 64 w 80"/>
                  <a:gd name="T33" fmla="*/ 24 h 32"/>
                  <a:gd name="T34" fmla="*/ 56 w 80"/>
                  <a:gd name="T35" fmla="*/ 16 h 32"/>
                  <a:gd name="T36" fmla="*/ 64 w 80"/>
                  <a:gd name="T37" fmla="*/ 8 h 32"/>
                  <a:gd name="T38" fmla="*/ 72 w 80"/>
                  <a:gd name="T39" fmla="*/ 16 h 32"/>
                  <a:gd name="T40" fmla="*/ 64 w 80"/>
                  <a:gd name="T41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32">
                    <a:moveTo>
                      <a:pt x="6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13"/>
                      <a:pt x="31" y="10"/>
                      <a:pt x="3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49" y="10"/>
                      <a:pt x="48" y="13"/>
                      <a:pt x="48" y="16"/>
                    </a:cubicBezTo>
                    <a:cubicBezTo>
                      <a:pt x="48" y="25"/>
                      <a:pt x="55" y="32"/>
                      <a:pt x="64" y="32"/>
                    </a:cubicBezTo>
                    <a:cubicBezTo>
                      <a:pt x="73" y="32"/>
                      <a:pt x="80" y="25"/>
                      <a:pt x="80" y="16"/>
                    </a:cubicBezTo>
                    <a:cubicBezTo>
                      <a:pt x="80" y="7"/>
                      <a:pt x="73" y="0"/>
                      <a:pt x="64" y="0"/>
                    </a:cubicBezTo>
                    <a:close/>
                    <a:moveTo>
                      <a:pt x="16" y="24"/>
                    </a:moveTo>
                    <a:cubicBezTo>
                      <a:pt x="12" y="24"/>
                      <a:pt x="8" y="20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lose/>
                    <a:moveTo>
                      <a:pt x="64" y="24"/>
                    </a:moveTo>
                    <a:cubicBezTo>
                      <a:pt x="60" y="24"/>
                      <a:pt x="56" y="20"/>
                      <a:pt x="56" y="16"/>
                    </a:cubicBezTo>
                    <a:cubicBezTo>
                      <a:pt x="56" y="12"/>
                      <a:pt x="60" y="8"/>
                      <a:pt x="64" y="8"/>
                    </a:cubicBezTo>
                    <a:cubicBezTo>
                      <a:pt x="68" y="8"/>
                      <a:pt x="72" y="12"/>
                      <a:pt x="72" y="16"/>
                    </a:cubicBezTo>
                    <a:cubicBezTo>
                      <a:pt x="72" y="20"/>
                      <a:pt x="68" y="24"/>
                      <a:pt x="64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120"/>
              <p:cNvSpPr>
                <a:spLocks/>
              </p:cNvSpPr>
              <p:nvPr/>
            </p:nvSpPr>
            <p:spPr bwMode="auto">
              <a:xfrm>
                <a:off x="6959600" y="3744913"/>
                <a:ext cx="101600" cy="114300"/>
              </a:xfrm>
              <a:custGeom>
                <a:avLst/>
                <a:gdLst>
                  <a:gd name="T0" fmla="*/ 0 w 64"/>
                  <a:gd name="T1" fmla="*/ 72 h 72"/>
                  <a:gd name="T2" fmla="*/ 16 w 64"/>
                  <a:gd name="T3" fmla="*/ 72 h 72"/>
                  <a:gd name="T4" fmla="*/ 16 w 64"/>
                  <a:gd name="T5" fmla="*/ 16 h 72"/>
                  <a:gd name="T6" fmla="*/ 24 w 64"/>
                  <a:gd name="T7" fmla="*/ 16 h 72"/>
                  <a:gd name="T8" fmla="*/ 24 w 64"/>
                  <a:gd name="T9" fmla="*/ 72 h 72"/>
                  <a:gd name="T10" fmla="*/ 40 w 64"/>
                  <a:gd name="T11" fmla="*/ 72 h 72"/>
                  <a:gd name="T12" fmla="*/ 40 w 64"/>
                  <a:gd name="T13" fmla="*/ 16 h 72"/>
                  <a:gd name="T14" fmla="*/ 48 w 64"/>
                  <a:gd name="T15" fmla="*/ 16 h 72"/>
                  <a:gd name="T16" fmla="*/ 48 w 64"/>
                  <a:gd name="T17" fmla="*/ 72 h 72"/>
                  <a:gd name="T18" fmla="*/ 64 w 64"/>
                  <a:gd name="T19" fmla="*/ 72 h 72"/>
                  <a:gd name="T20" fmla="*/ 64 w 64"/>
                  <a:gd name="T21" fmla="*/ 0 h 72"/>
                  <a:gd name="T22" fmla="*/ 0 w 64"/>
                  <a:gd name="T23" fmla="*/ 0 h 72"/>
                  <a:gd name="T24" fmla="*/ 0 w 64"/>
                  <a:gd name="T25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72">
                    <a:moveTo>
                      <a:pt x="0" y="72"/>
                    </a:moveTo>
                    <a:lnTo>
                      <a:pt x="16" y="72"/>
                    </a:lnTo>
                    <a:lnTo>
                      <a:pt x="16" y="16"/>
                    </a:lnTo>
                    <a:lnTo>
                      <a:pt x="24" y="16"/>
                    </a:lnTo>
                    <a:lnTo>
                      <a:pt x="24" y="72"/>
                    </a:lnTo>
                    <a:lnTo>
                      <a:pt x="40" y="72"/>
                    </a:lnTo>
                    <a:lnTo>
                      <a:pt x="40" y="16"/>
                    </a:lnTo>
                    <a:lnTo>
                      <a:pt x="48" y="16"/>
                    </a:lnTo>
                    <a:lnTo>
                      <a:pt x="48" y="72"/>
                    </a:lnTo>
                    <a:lnTo>
                      <a:pt x="64" y="72"/>
                    </a:lnTo>
                    <a:lnTo>
                      <a:pt x="64" y="0"/>
                    </a:lnTo>
                    <a:lnTo>
                      <a:pt x="0" y="0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7" name="组合 196"/>
            <p:cNvGrpSpPr/>
            <p:nvPr/>
          </p:nvGrpSpPr>
          <p:grpSpPr>
            <a:xfrm>
              <a:off x="6872288" y="4214813"/>
              <a:ext cx="280987" cy="252413"/>
              <a:chOff x="6872288" y="4214813"/>
              <a:chExt cx="280987" cy="252413"/>
            </a:xfrm>
          </p:grpSpPr>
          <p:sp>
            <p:nvSpPr>
              <p:cNvPr id="123" name="Freeform 121"/>
              <p:cNvSpPr>
                <a:spLocks noEditPoints="1"/>
              </p:cNvSpPr>
              <p:nvPr/>
            </p:nvSpPr>
            <p:spPr bwMode="auto">
              <a:xfrm>
                <a:off x="6872288" y="4214813"/>
                <a:ext cx="252413" cy="252413"/>
              </a:xfrm>
              <a:custGeom>
                <a:avLst/>
                <a:gdLst>
                  <a:gd name="T0" fmla="*/ 71 w 80"/>
                  <a:gd name="T1" fmla="*/ 48 h 80"/>
                  <a:gd name="T2" fmla="*/ 56 w 80"/>
                  <a:gd name="T3" fmla="*/ 48 h 80"/>
                  <a:gd name="T4" fmla="*/ 56 w 80"/>
                  <a:gd name="T5" fmla="*/ 40 h 80"/>
                  <a:gd name="T6" fmla="*/ 48 w 80"/>
                  <a:gd name="T7" fmla="*/ 40 h 80"/>
                  <a:gd name="T8" fmla="*/ 48 w 80"/>
                  <a:gd name="T9" fmla="*/ 48 h 80"/>
                  <a:gd name="T10" fmla="*/ 32 w 80"/>
                  <a:gd name="T11" fmla="*/ 48 h 80"/>
                  <a:gd name="T12" fmla="*/ 32 w 80"/>
                  <a:gd name="T13" fmla="*/ 32 h 80"/>
                  <a:gd name="T14" fmla="*/ 40 w 80"/>
                  <a:gd name="T15" fmla="*/ 32 h 80"/>
                  <a:gd name="T16" fmla="*/ 40 w 80"/>
                  <a:gd name="T17" fmla="*/ 24 h 80"/>
                  <a:gd name="T18" fmla="*/ 32 w 80"/>
                  <a:gd name="T19" fmla="*/ 24 h 80"/>
                  <a:gd name="T20" fmla="*/ 32 w 80"/>
                  <a:gd name="T21" fmla="*/ 9 h 80"/>
                  <a:gd name="T22" fmla="*/ 40 w 80"/>
                  <a:gd name="T23" fmla="*/ 8 h 80"/>
                  <a:gd name="T24" fmla="*/ 40 w 80"/>
                  <a:gd name="T25" fmla="*/ 0 h 80"/>
                  <a:gd name="T26" fmla="*/ 0 w 80"/>
                  <a:gd name="T27" fmla="*/ 40 h 80"/>
                  <a:gd name="T28" fmla="*/ 40 w 80"/>
                  <a:gd name="T29" fmla="*/ 80 h 80"/>
                  <a:gd name="T30" fmla="*/ 80 w 80"/>
                  <a:gd name="T31" fmla="*/ 40 h 80"/>
                  <a:gd name="T32" fmla="*/ 72 w 80"/>
                  <a:gd name="T33" fmla="*/ 40 h 80"/>
                  <a:gd name="T34" fmla="*/ 71 w 80"/>
                  <a:gd name="T35" fmla="*/ 48 h 80"/>
                  <a:gd name="T36" fmla="*/ 24 w 80"/>
                  <a:gd name="T37" fmla="*/ 12 h 80"/>
                  <a:gd name="T38" fmla="*/ 24 w 80"/>
                  <a:gd name="T39" fmla="*/ 24 h 80"/>
                  <a:gd name="T40" fmla="*/ 12 w 80"/>
                  <a:gd name="T41" fmla="*/ 24 h 80"/>
                  <a:gd name="T42" fmla="*/ 24 w 80"/>
                  <a:gd name="T43" fmla="*/ 12 h 80"/>
                  <a:gd name="T44" fmla="*/ 9 w 80"/>
                  <a:gd name="T45" fmla="*/ 32 h 80"/>
                  <a:gd name="T46" fmla="*/ 24 w 80"/>
                  <a:gd name="T47" fmla="*/ 32 h 80"/>
                  <a:gd name="T48" fmla="*/ 24 w 80"/>
                  <a:gd name="T49" fmla="*/ 48 h 80"/>
                  <a:gd name="T50" fmla="*/ 9 w 80"/>
                  <a:gd name="T51" fmla="*/ 48 h 80"/>
                  <a:gd name="T52" fmla="*/ 8 w 80"/>
                  <a:gd name="T53" fmla="*/ 40 h 80"/>
                  <a:gd name="T54" fmla="*/ 9 w 80"/>
                  <a:gd name="T55" fmla="*/ 32 h 80"/>
                  <a:gd name="T56" fmla="*/ 12 w 80"/>
                  <a:gd name="T57" fmla="*/ 56 h 80"/>
                  <a:gd name="T58" fmla="*/ 24 w 80"/>
                  <a:gd name="T59" fmla="*/ 56 h 80"/>
                  <a:gd name="T60" fmla="*/ 24 w 80"/>
                  <a:gd name="T61" fmla="*/ 68 h 80"/>
                  <a:gd name="T62" fmla="*/ 12 w 80"/>
                  <a:gd name="T63" fmla="*/ 56 h 80"/>
                  <a:gd name="T64" fmla="*/ 32 w 80"/>
                  <a:gd name="T65" fmla="*/ 71 h 80"/>
                  <a:gd name="T66" fmla="*/ 32 w 80"/>
                  <a:gd name="T67" fmla="*/ 56 h 80"/>
                  <a:gd name="T68" fmla="*/ 48 w 80"/>
                  <a:gd name="T69" fmla="*/ 56 h 80"/>
                  <a:gd name="T70" fmla="*/ 48 w 80"/>
                  <a:gd name="T71" fmla="*/ 71 h 80"/>
                  <a:gd name="T72" fmla="*/ 40 w 80"/>
                  <a:gd name="T73" fmla="*/ 72 h 80"/>
                  <a:gd name="T74" fmla="*/ 32 w 80"/>
                  <a:gd name="T75" fmla="*/ 71 h 80"/>
                  <a:gd name="T76" fmla="*/ 56 w 80"/>
                  <a:gd name="T77" fmla="*/ 68 h 80"/>
                  <a:gd name="T78" fmla="*/ 56 w 80"/>
                  <a:gd name="T79" fmla="*/ 56 h 80"/>
                  <a:gd name="T80" fmla="*/ 68 w 80"/>
                  <a:gd name="T81" fmla="*/ 56 h 80"/>
                  <a:gd name="T82" fmla="*/ 56 w 80"/>
                  <a:gd name="T83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80">
                    <a:moveTo>
                      <a:pt x="71" y="48"/>
                    </a:moveTo>
                    <a:cubicBezTo>
                      <a:pt x="56" y="48"/>
                      <a:pt x="56" y="48"/>
                      <a:pt x="56" y="48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5" y="8"/>
                      <a:pt x="37" y="8"/>
                      <a:pt x="40" y="8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62" y="80"/>
                      <a:pt x="80" y="62"/>
                      <a:pt x="80" y="40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72" y="43"/>
                      <a:pt x="72" y="45"/>
                      <a:pt x="71" y="48"/>
                    </a:cubicBezTo>
                    <a:close/>
                    <a:moveTo>
                      <a:pt x="24" y="12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5" y="19"/>
                      <a:pt x="19" y="15"/>
                      <a:pt x="24" y="12"/>
                    </a:cubicBezTo>
                    <a:close/>
                    <a:moveTo>
                      <a:pt x="9" y="32"/>
                    </a:move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45"/>
                      <a:pt x="8" y="43"/>
                      <a:pt x="8" y="40"/>
                    </a:cubicBezTo>
                    <a:cubicBezTo>
                      <a:pt x="8" y="37"/>
                      <a:pt x="8" y="35"/>
                      <a:pt x="9" y="32"/>
                    </a:cubicBezTo>
                    <a:close/>
                    <a:moveTo>
                      <a:pt x="12" y="56"/>
                    </a:move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19" y="65"/>
                      <a:pt x="15" y="61"/>
                      <a:pt x="12" y="56"/>
                    </a:cubicBezTo>
                    <a:close/>
                    <a:moveTo>
                      <a:pt x="32" y="71"/>
                    </a:moveTo>
                    <a:cubicBezTo>
                      <a:pt x="32" y="56"/>
                      <a:pt x="32" y="56"/>
                      <a:pt x="32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48" y="71"/>
                      <a:pt x="48" y="71"/>
                      <a:pt x="48" y="71"/>
                    </a:cubicBezTo>
                    <a:cubicBezTo>
                      <a:pt x="45" y="72"/>
                      <a:pt x="43" y="72"/>
                      <a:pt x="40" y="72"/>
                    </a:cubicBezTo>
                    <a:cubicBezTo>
                      <a:pt x="37" y="72"/>
                      <a:pt x="35" y="72"/>
                      <a:pt x="32" y="71"/>
                    </a:cubicBezTo>
                    <a:close/>
                    <a:moveTo>
                      <a:pt x="56" y="68"/>
                    </a:moveTo>
                    <a:cubicBezTo>
                      <a:pt x="56" y="56"/>
                      <a:pt x="56" y="56"/>
                      <a:pt x="56" y="56"/>
                    </a:cubicBezTo>
                    <a:cubicBezTo>
                      <a:pt x="68" y="56"/>
                      <a:pt x="68" y="56"/>
                      <a:pt x="68" y="56"/>
                    </a:cubicBezTo>
                    <a:cubicBezTo>
                      <a:pt x="65" y="61"/>
                      <a:pt x="61" y="65"/>
                      <a:pt x="56" y="6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122"/>
              <p:cNvSpPr>
                <a:spLocks/>
              </p:cNvSpPr>
              <p:nvPr/>
            </p:nvSpPr>
            <p:spPr bwMode="auto">
              <a:xfrm>
                <a:off x="6997700" y="4217988"/>
                <a:ext cx="155575" cy="109538"/>
              </a:xfrm>
              <a:custGeom>
                <a:avLst/>
                <a:gdLst>
                  <a:gd name="T0" fmla="*/ 48 w 49"/>
                  <a:gd name="T1" fmla="*/ 5 h 35"/>
                  <a:gd name="T2" fmla="*/ 42 w 49"/>
                  <a:gd name="T3" fmla="*/ 3 h 35"/>
                  <a:gd name="T4" fmla="*/ 31 w 49"/>
                  <a:gd name="T5" fmla="*/ 8 h 35"/>
                  <a:gd name="T6" fmla="*/ 18 w 49"/>
                  <a:gd name="T7" fmla="*/ 0 h 35"/>
                  <a:gd name="T8" fmla="*/ 12 w 49"/>
                  <a:gd name="T9" fmla="*/ 3 h 35"/>
                  <a:gd name="T10" fmla="*/ 24 w 49"/>
                  <a:gd name="T11" fmla="*/ 11 h 35"/>
                  <a:gd name="T12" fmla="*/ 24 w 49"/>
                  <a:gd name="T13" fmla="*/ 11 h 35"/>
                  <a:gd name="T14" fmla="*/ 15 w 49"/>
                  <a:gd name="T15" fmla="*/ 15 h 35"/>
                  <a:gd name="T16" fmla="*/ 6 w 49"/>
                  <a:gd name="T17" fmla="*/ 12 h 35"/>
                  <a:gd name="T18" fmla="*/ 0 w 49"/>
                  <a:gd name="T19" fmla="*/ 15 h 35"/>
                  <a:gd name="T20" fmla="*/ 16 w 49"/>
                  <a:gd name="T21" fmla="*/ 23 h 35"/>
                  <a:gd name="T22" fmla="*/ 25 w 49"/>
                  <a:gd name="T23" fmla="*/ 19 h 35"/>
                  <a:gd name="T24" fmla="*/ 19 w 49"/>
                  <a:gd name="T25" fmla="*/ 35 h 35"/>
                  <a:gd name="T26" fmla="*/ 26 w 49"/>
                  <a:gd name="T27" fmla="*/ 31 h 35"/>
                  <a:gd name="T28" fmla="*/ 35 w 49"/>
                  <a:gd name="T29" fmla="*/ 15 h 35"/>
                  <a:gd name="T30" fmla="*/ 46 w 49"/>
                  <a:gd name="T31" fmla="*/ 10 h 35"/>
                  <a:gd name="T32" fmla="*/ 48 w 49"/>
                  <a:gd name="T33" fmla="*/ 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9" h="35">
                    <a:moveTo>
                      <a:pt x="48" y="5"/>
                    </a:moveTo>
                    <a:cubicBezTo>
                      <a:pt x="47" y="3"/>
                      <a:pt x="44" y="2"/>
                      <a:pt x="4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48" y="10"/>
                      <a:pt x="49" y="7"/>
                      <a:pt x="48" y="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7540625" y="4227513"/>
              <a:ext cx="152400" cy="252413"/>
              <a:chOff x="7540625" y="4227513"/>
              <a:chExt cx="152400" cy="252413"/>
            </a:xfrm>
          </p:grpSpPr>
          <p:sp>
            <p:nvSpPr>
              <p:cNvPr id="125" name="Freeform 123"/>
              <p:cNvSpPr>
                <a:spLocks noEditPoints="1"/>
              </p:cNvSpPr>
              <p:nvPr/>
            </p:nvSpPr>
            <p:spPr bwMode="auto">
              <a:xfrm>
                <a:off x="7540625" y="4227513"/>
                <a:ext cx="152400" cy="252413"/>
              </a:xfrm>
              <a:custGeom>
                <a:avLst/>
                <a:gdLst>
                  <a:gd name="T0" fmla="*/ 40 w 48"/>
                  <a:gd name="T1" fmla="*/ 24 h 80"/>
                  <a:gd name="T2" fmla="*/ 28 w 48"/>
                  <a:gd name="T3" fmla="*/ 24 h 80"/>
                  <a:gd name="T4" fmla="*/ 28 w 48"/>
                  <a:gd name="T5" fmla="*/ 8 h 80"/>
                  <a:gd name="T6" fmla="*/ 40 w 48"/>
                  <a:gd name="T7" fmla="*/ 8 h 80"/>
                  <a:gd name="T8" fmla="*/ 40 w 48"/>
                  <a:gd name="T9" fmla="*/ 0 h 80"/>
                  <a:gd name="T10" fmla="*/ 8 w 48"/>
                  <a:gd name="T11" fmla="*/ 0 h 80"/>
                  <a:gd name="T12" fmla="*/ 8 w 48"/>
                  <a:gd name="T13" fmla="*/ 8 h 80"/>
                  <a:gd name="T14" fmla="*/ 20 w 48"/>
                  <a:gd name="T15" fmla="*/ 8 h 80"/>
                  <a:gd name="T16" fmla="*/ 20 w 48"/>
                  <a:gd name="T17" fmla="*/ 24 h 80"/>
                  <a:gd name="T18" fmla="*/ 8 w 48"/>
                  <a:gd name="T19" fmla="*/ 24 h 80"/>
                  <a:gd name="T20" fmla="*/ 0 w 48"/>
                  <a:gd name="T21" fmla="*/ 32 h 80"/>
                  <a:gd name="T22" fmla="*/ 0 w 48"/>
                  <a:gd name="T23" fmla="*/ 68 h 80"/>
                  <a:gd name="T24" fmla="*/ 8 w 48"/>
                  <a:gd name="T25" fmla="*/ 76 h 80"/>
                  <a:gd name="T26" fmla="*/ 8 w 48"/>
                  <a:gd name="T27" fmla="*/ 80 h 80"/>
                  <a:gd name="T28" fmla="*/ 16 w 48"/>
                  <a:gd name="T29" fmla="*/ 80 h 80"/>
                  <a:gd name="T30" fmla="*/ 16 w 48"/>
                  <a:gd name="T31" fmla="*/ 76 h 80"/>
                  <a:gd name="T32" fmla="*/ 32 w 48"/>
                  <a:gd name="T33" fmla="*/ 76 h 80"/>
                  <a:gd name="T34" fmla="*/ 32 w 48"/>
                  <a:gd name="T35" fmla="*/ 80 h 80"/>
                  <a:gd name="T36" fmla="*/ 40 w 48"/>
                  <a:gd name="T37" fmla="*/ 80 h 80"/>
                  <a:gd name="T38" fmla="*/ 40 w 48"/>
                  <a:gd name="T39" fmla="*/ 76 h 80"/>
                  <a:gd name="T40" fmla="*/ 48 w 48"/>
                  <a:gd name="T41" fmla="*/ 68 h 80"/>
                  <a:gd name="T42" fmla="*/ 48 w 48"/>
                  <a:gd name="T43" fmla="*/ 32 h 80"/>
                  <a:gd name="T44" fmla="*/ 40 w 48"/>
                  <a:gd name="T45" fmla="*/ 24 h 80"/>
                  <a:gd name="T46" fmla="*/ 8 w 48"/>
                  <a:gd name="T47" fmla="*/ 68 h 80"/>
                  <a:gd name="T48" fmla="*/ 8 w 48"/>
                  <a:gd name="T49" fmla="*/ 32 h 80"/>
                  <a:gd name="T50" fmla="*/ 40 w 48"/>
                  <a:gd name="T51" fmla="*/ 32 h 80"/>
                  <a:gd name="T52" fmla="*/ 40 w 48"/>
                  <a:gd name="T53" fmla="*/ 68 h 80"/>
                  <a:gd name="T54" fmla="*/ 8 w 48"/>
                  <a:gd name="T55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" h="80">
                    <a:moveTo>
                      <a:pt x="40" y="24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4" y="24"/>
                      <a:pt x="0" y="28"/>
                      <a:pt x="0" y="32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2"/>
                      <a:pt x="4" y="76"/>
                      <a:pt x="8" y="76"/>
                    </a:cubicBezTo>
                    <a:cubicBezTo>
                      <a:pt x="8" y="80"/>
                      <a:pt x="8" y="80"/>
                      <a:pt x="8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40" y="80"/>
                      <a:pt x="40" y="80"/>
                      <a:pt x="40" y="80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4" y="76"/>
                      <a:pt x="48" y="72"/>
                      <a:pt x="48" y="68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28"/>
                      <a:pt x="44" y="24"/>
                      <a:pt x="40" y="24"/>
                    </a:cubicBezTo>
                    <a:close/>
                    <a:moveTo>
                      <a:pt x="8" y="68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68"/>
                      <a:pt x="40" y="68"/>
                      <a:pt x="40" y="68"/>
                    </a:cubicBezTo>
                    <a:lnTo>
                      <a:pt x="8" y="6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24"/>
              <p:cNvSpPr>
                <a:spLocks/>
              </p:cNvSpPr>
              <p:nvPr/>
            </p:nvSpPr>
            <p:spPr bwMode="auto">
              <a:xfrm>
                <a:off x="7591425" y="4340226"/>
                <a:ext cx="50800" cy="38100"/>
              </a:xfrm>
              <a:custGeom>
                <a:avLst/>
                <a:gdLst>
                  <a:gd name="T0" fmla="*/ 0 w 32"/>
                  <a:gd name="T1" fmla="*/ 16 h 24"/>
                  <a:gd name="T2" fmla="*/ 16 w 32"/>
                  <a:gd name="T3" fmla="*/ 16 h 24"/>
                  <a:gd name="T4" fmla="*/ 16 w 32"/>
                  <a:gd name="T5" fmla="*/ 24 h 24"/>
                  <a:gd name="T6" fmla="*/ 32 w 32"/>
                  <a:gd name="T7" fmla="*/ 24 h 24"/>
                  <a:gd name="T8" fmla="*/ 32 w 32"/>
                  <a:gd name="T9" fmla="*/ 0 h 24"/>
                  <a:gd name="T10" fmla="*/ 0 w 32"/>
                  <a:gd name="T11" fmla="*/ 0 h 24"/>
                  <a:gd name="T12" fmla="*/ 0 w 32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24">
                    <a:moveTo>
                      <a:pt x="0" y="16"/>
                    </a:moveTo>
                    <a:lnTo>
                      <a:pt x="16" y="16"/>
                    </a:lnTo>
                    <a:lnTo>
                      <a:pt x="16" y="24"/>
                    </a:lnTo>
                    <a:lnTo>
                      <a:pt x="32" y="24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7" name="Freeform 125"/>
            <p:cNvSpPr>
              <a:spLocks noEditPoints="1"/>
            </p:cNvSpPr>
            <p:nvPr/>
          </p:nvSpPr>
          <p:spPr bwMode="auto">
            <a:xfrm>
              <a:off x="3257550" y="4829176"/>
              <a:ext cx="239713" cy="246063"/>
            </a:xfrm>
            <a:custGeom>
              <a:avLst/>
              <a:gdLst>
                <a:gd name="T0" fmla="*/ 75 w 76"/>
                <a:gd name="T1" fmla="*/ 72 h 78"/>
                <a:gd name="T2" fmla="*/ 43 w 76"/>
                <a:gd name="T3" fmla="*/ 18 h 78"/>
                <a:gd name="T4" fmla="*/ 51 w 76"/>
                <a:gd name="T5" fmla="*/ 4 h 78"/>
                <a:gd name="T6" fmla="*/ 45 w 76"/>
                <a:gd name="T7" fmla="*/ 0 h 78"/>
                <a:gd name="T8" fmla="*/ 38 w 76"/>
                <a:gd name="T9" fmla="*/ 11 h 78"/>
                <a:gd name="T10" fmla="*/ 31 w 76"/>
                <a:gd name="T11" fmla="*/ 0 h 78"/>
                <a:gd name="T12" fmla="*/ 25 w 76"/>
                <a:gd name="T13" fmla="*/ 4 h 78"/>
                <a:gd name="T14" fmla="*/ 33 w 76"/>
                <a:gd name="T15" fmla="*/ 18 h 78"/>
                <a:gd name="T16" fmla="*/ 1 w 76"/>
                <a:gd name="T17" fmla="*/ 72 h 78"/>
                <a:gd name="T18" fmla="*/ 1 w 76"/>
                <a:gd name="T19" fmla="*/ 76 h 78"/>
                <a:gd name="T20" fmla="*/ 4 w 76"/>
                <a:gd name="T21" fmla="*/ 78 h 78"/>
                <a:gd name="T22" fmla="*/ 72 w 76"/>
                <a:gd name="T23" fmla="*/ 78 h 78"/>
                <a:gd name="T24" fmla="*/ 75 w 76"/>
                <a:gd name="T25" fmla="*/ 76 h 78"/>
                <a:gd name="T26" fmla="*/ 75 w 76"/>
                <a:gd name="T27" fmla="*/ 72 h 78"/>
                <a:gd name="T28" fmla="*/ 32 w 76"/>
                <a:gd name="T29" fmla="*/ 70 h 78"/>
                <a:gd name="T30" fmla="*/ 32 w 76"/>
                <a:gd name="T31" fmla="*/ 64 h 78"/>
                <a:gd name="T32" fmla="*/ 38 w 76"/>
                <a:gd name="T33" fmla="*/ 58 h 78"/>
                <a:gd name="T34" fmla="*/ 44 w 76"/>
                <a:gd name="T35" fmla="*/ 64 h 78"/>
                <a:gd name="T36" fmla="*/ 44 w 76"/>
                <a:gd name="T37" fmla="*/ 70 h 78"/>
                <a:gd name="T38" fmla="*/ 32 w 76"/>
                <a:gd name="T39" fmla="*/ 70 h 78"/>
                <a:gd name="T40" fmla="*/ 52 w 76"/>
                <a:gd name="T41" fmla="*/ 70 h 78"/>
                <a:gd name="T42" fmla="*/ 52 w 76"/>
                <a:gd name="T43" fmla="*/ 64 h 78"/>
                <a:gd name="T44" fmla="*/ 38 w 76"/>
                <a:gd name="T45" fmla="*/ 50 h 78"/>
                <a:gd name="T46" fmla="*/ 24 w 76"/>
                <a:gd name="T47" fmla="*/ 64 h 78"/>
                <a:gd name="T48" fmla="*/ 24 w 76"/>
                <a:gd name="T49" fmla="*/ 70 h 78"/>
                <a:gd name="T50" fmla="*/ 11 w 76"/>
                <a:gd name="T51" fmla="*/ 70 h 78"/>
                <a:gd name="T52" fmla="*/ 38 w 76"/>
                <a:gd name="T53" fmla="*/ 26 h 78"/>
                <a:gd name="T54" fmla="*/ 65 w 76"/>
                <a:gd name="T55" fmla="*/ 70 h 78"/>
                <a:gd name="T56" fmla="*/ 52 w 76"/>
                <a:gd name="T57" fmla="*/ 7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6" h="78">
                  <a:moveTo>
                    <a:pt x="75" y="72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73"/>
                    <a:pt x="0" y="75"/>
                    <a:pt x="1" y="76"/>
                  </a:cubicBezTo>
                  <a:cubicBezTo>
                    <a:pt x="1" y="77"/>
                    <a:pt x="3" y="78"/>
                    <a:pt x="4" y="78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73" y="78"/>
                    <a:pt x="75" y="77"/>
                    <a:pt x="75" y="76"/>
                  </a:cubicBezTo>
                  <a:cubicBezTo>
                    <a:pt x="76" y="75"/>
                    <a:pt x="76" y="73"/>
                    <a:pt x="75" y="72"/>
                  </a:cubicBezTo>
                  <a:close/>
                  <a:moveTo>
                    <a:pt x="32" y="70"/>
                  </a:moveTo>
                  <a:cubicBezTo>
                    <a:pt x="32" y="64"/>
                    <a:pt x="32" y="64"/>
                    <a:pt x="32" y="64"/>
                  </a:cubicBezTo>
                  <a:cubicBezTo>
                    <a:pt x="32" y="61"/>
                    <a:pt x="35" y="58"/>
                    <a:pt x="38" y="58"/>
                  </a:cubicBezTo>
                  <a:cubicBezTo>
                    <a:pt x="41" y="58"/>
                    <a:pt x="44" y="61"/>
                    <a:pt x="44" y="64"/>
                  </a:cubicBezTo>
                  <a:cubicBezTo>
                    <a:pt x="44" y="70"/>
                    <a:pt x="44" y="70"/>
                    <a:pt x="44" y="70"/>
                  </a:cubicBezTo>
                  <a:lnTo>
                    <a:pt x="32" y="70"/>
                  </a:lnTo>
                  <a:close/>
                  <a:moveTo>
                    <a:pt x="52" y="70"/>
                  </a:moveTo>
                  <a:cubicBezTo>
                    <a:pt x="52" y="64"/>
                    <a:pt x="52" y="64"/>
                    <a:pt x="52" y="64"/>
                  </a:cubicBezTo>
                  <a:cubicBezTo>
                    <a:pt x="52" y="56"/>
                    <a:pt x="46" y="50"/>
                    <a:pt x="38" y="50"/>
                  </a:cubicBezTo>
                  <a:cubicBezTo>
                    <a:pt x="30" y="50"/>
                    <a:pt x="24" y="56"/>
                    <a:pt x="24" y="64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65" y="70"/>
                    <a:pt x="65" y="70"/>
                    <a:pt x="65" y="70"/>
                  </a:cubicBezTo>
                  <a:lnTo>
                    <a:pt x="52" y="7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126"/>
            <p:cNvSpPr>
              <a:spLocks noEditPoints="1"/>
            </p:cNvSpPr>
            <p:nvPr/>
          </p:nvSpPr>
          <p:spPr bwMode="auto">
            <a:xfrm>
              <a:off x="8088313" y="4214813"/>
              <a:ext cx="274638" cy="277813"/>
            </a:xfrm>
            <a:custGeom>
              <a:avLst/>
              <a:gdLst>
                <a:gd name="T0" fmla="*/ 83 w 87"/>
                <a:gd name="T1" fmla="*/ 64 h 88"/>
                <a:gd name="T2" fmla="*/ 55 w 87"/>
                <a:gd name="T3" fmla="*/ 66 h 88"/>
                <a:gd name="T4" fmla="*/ 49 w 87"/>
                <a:gd name="T5" fmla="*/ 48 h 88"/>
                <a:gd name="T6" fmla="*/ 61 w 87"/>
                <a:gd name="T7" fmla="*/ 39 h 88"/>
                <a:gd name="T8" fmla="*/ 77 w 87"/>
                <a:gd name="T9" fmla="*/ 40 h 88"/>
                <a:gd name="T10" fmla="*/ 81 w 87"/>
                <a:gd name="T11" fmla="*/ 40 h 88"/>
                <a:gd name="T12" fmla="*/ 83 w 87"/>
                <a:gd name="T13" fmla="*/ 34 h 88"/>
                <a:gd name="T14" fmla="*/ 37 w 87"/>
                <a:gd name="T15" fmla="*/ 7 h 88"/>
                <a:gd name="T16" fmla="*/ 35 w 87"/>
                <a:gd name="T17" fmla="*/ 3 h 88"/>
                <a:gd name="T18" fmla="*/ 30 w 87"/>
                <a:gd name="T19" fmla="*/ 0 h 88"/>
                <a:gd name="T20" fmla="*/ 28 w 87"/>
                <a:gd name="T21" fmla="*/ 5 h 88"/>
                <a:gd name="T22" fmla="*/ 29 w 87"/>
                <a:gd name="T23" fmla="*/ 9 h 88"/>
                <a:gd name="T24" fmla="*/ 6 w 87"/>
                <a:gd name="T25" fmla="*/ 59 h 88"/>
                <a:gd name="T26" fmla="*/ 10 w 87"/>
                <a:gd name="T27" fmla="*/ 62 h 88"/>
                <a:gd name="T28" fmla="*/ 14 w 87"/>
                <a:gd name="T29" fmla="*/ 60 h 88"/>
                <a:gd name="T30" fmla="*/ 26 w 87"/>
                <a:gd name="T31" fmla="*/ 49 h 88"/>
                <a:gd name="T32" fmla="*/ 41 w 87"/>
                <a:gd name="T33" fmla="*/ 50 h 88"/>
                <a:gd name="T34" fmla="*/ 47 w 87"/>
                <a:gd name="T35" fmla="*/ 68 h 88"/>
                <a:gd name="T36" fmla="*/ 8 w 87"/>
                <a:gd name="T37" fmla="*/ 88 h 88"/>
                <a:gd name="T38" fmla="*/ 87 w 87"/>
                <a:gd name="T39" fmla="*/ 88 h 88"/>
                <a:gd name="T40" fmla="*/ 87 w 87"/>
                <a:gd name="T41" fmla="*/ 64 h 88"/>
                <a:gd name="T42" fmla="*/ 83 w 87"/>
                <a:gd name="T43" fmla="*/ 64 h 88"/>
                <a:gd name="T44" fmla="*/ 24 w 87"/>
                <a:gd name="T45" fmla="*/ 42 h 88"/>
                <a:gd name="T46" fmla="*/ 12 w 87"/>
                <a:gd name="T47" fmla="*/ 49 h 88"/>
                <a:gd name="T48" fmla="*/ 35 w 87"/>
                <a:gd name="T49" fmla="*/ 15 h 88"/>
                <a:gd name="T50" fmla="*/ 72 w 87"/>
                <a:gd name="T51" fmla="*/ 30 h 88"/>
                <a:gd name="T52" fmla="*/ 59 w 87"/>
                <a:gd name="T53" fmla="*/ 31 h 88"/>
                <a:gd name="T54" fmla="*/ 43 w 87"/>
                <a:gd name="T55" fmla="*/ 42 h 88"/>
                <a:gd name="T56" fmla="*/ 24 w 87"/>
                <a:gd name="T57" fmla="*/ 42 h 88"/>
                <a:gd name="T58" fmla="*/ 79 w 87"/>
                <a:gd name="T59" fmla="*/ 80 h 88"/>
                <a:gd name="T60" fmla="*/ 35 w 87"/>
                <a:gd name="T61" fmla="*/ 80 h 88"/>
                <a:gd name="T62" fmla="*/ 79 w 87"/>
                <a:gd name="T63" fmla="*/ 72 h 88"/>
                <a:gd name="T64" fmla="*/ 79 w 87"/>
                <a:gd name="T65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7" h="88">
                  <a:moveTo>
                    <a:pt x="83" y="64"/>
                  </a:moveTo>
                  <a:cubicBezTo>
                    <a:pt x="72" y="64"/>
                    <a:pt x="63" y="65"/>
                    <a:pt x="55" y="66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2" y="44"/>
                    <a:pt x="56" y="40"/>
                    <a:pt x="61" y="39"/>
                  </a:cubicBezTo>
                  <a:cubicBezTo>
                    <a:pt x="66" y="37"/>
                    <a:pt x="72" y="38"/>
                    <a:pt x="77" y="40"/>
                  </a:cubicBezTo>
                  <a:cubicBezTo>
                    <a:pt x="79" y="41"/>
                    <a:pt x="80" y="41"/>
                    <a:pt x="81" y="40"/>
                  </a:cubicBezTo>
                  <a:cubicBezTo>
                    <a:pt x="83" y="38"/>
                    <a:pt x="83" y="37"/>
                    <a:pt x="83" y="34"/>
                  </a:cubicBezTo>
                  <a:cubicBezTo>
                    <a:pt x="77" y="15"/>
                    <a:pt x="57" y="3"/>
                    <a:pt x="37" y="7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1"/>
                    <a:pt x="32" y="0"/>
                    <a:pt x="30" y="0"/>
                  </a:cubicBezTo>
                  <a:cubicBezTo>
                    <a:pt x="28" y="1"/>
                    <a:pt x="27" y="3"/>
                    <a:pt x="28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8" y="18"/>
                    <a:pt x="0" y="42"/>
                    <a:pt x="6" y="59"/>
                  </a:cubicBezTo>
                  <a:cubicBezTo>
                    <a:pt x="7" y="61"/>
                    <a:pt x="9" y="62"/>
                    <a:pt x="10" y="62"/>
                  </a:cubicBezTo>
                  <a:cubicBezTo>
                    <a:pt x="12" y="62"/>
                    <a:pt x="13" y="61"/>
                    <a:pt x="14" y="60"/>
                  </a:cubicBezTo>
                  <a:cubicBezTo>
                    <a:pt x="16" y="55"/>
                    <a:pt x="21" y="51"/>
                    <a:pt x="26" y="49"/>
                  </a:cubicBezTo>
                  <a:cubicBezTo>
                    <a:pt x="31" y="48"/>
                    <a:pt x="37" y="48"/>
                    <a:pt x="41" y="50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23" y="74"/>
                    <a:pt x="16" y="82"/>
                    <a:pt x="8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87" y="64"/>
                    <a:pt x="87" y="64"/>
                    <a:pt x="87" y="64"/>
                  </a:cubicBezTo>
                  <a:lnTo>
                    <a:pt x="83" y="64"/>
                  </a:lnTo>
                  <a:close/>
                  <a:moveTo>
                    <a:pt x="24" y="42"/>
                  </a:moveTo>
                  <a:cubicBezTo>
                    <a:pt x="20" y="43"/>
                    <a:pt x="16" y="45"/>
                    <a:pt x="12" y="49"/>
                  </a:cubicBezTo>
                  <a:cubicBezTo>
                    <a:pt x="11" y="34"/>
                    <a:pt x="20" y="20"/>
                    <a:pt x="35" y="15"/>
                  </a:cubicBezTo>
                  <a:cubicBezTo>
                    <a:pt x="50" y="11"/>
                    <a:pt x="65" y="18"/>
                    <a:pt x="72" y="30"/>
                  </a:cubicBezTo>
                  <a:cubicBezTo>
                    <a:pt x="68" y="30"/>
                    <a:pt x="63" y="30"/>
                    <a:pt x="59" y="31"/>
                  </a:cubicBezTo>
                  <a:cubicBezTo>
                    <a:pt x="52" y="33"/>
                    <a:pt x="47" y="37"/>
                    <a:pt x="43" y="42"/>
                  </a:cubicBezTo>
                  <a:cubicBezTo>
                    <a:pt x="37" y="40"/>
                    <a:pt x="30" y="40"/>
                    <a:pt x="24" y="42"/>
                  </a:cubicBezTo>
                  <a:close/>
                  <a:moveTo>
                    <a:pt x="79" y="80"/>
                  </a:moveTo>
                  <a:cubicBezTo>
                    <a:pt x="35" y="80"/>
                    <a:pt x="35" y="80"/>
                    <a:pt x="35" y="80"/>
                  </a:cubicBezTo>
                  <a:cubicBezTo>
                    <a:pt x="45" y="76"/>
                    <a:pt x="59" y="73"/>
                    <a:pt x="79" y="72"/>
                  </a:cubicBezTo>
                  <a:lnTo>
                    <a:pt x="79" y="8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9" name="组合 198"/>
            <p:cNvGrpSpPr/>
            <p:nvPr/>
          </p:nvGrpSpPr>
          <p:grpSpPr>
            <a:xfrm>
              <a:off x="8691563" y="4214813"/>
              <a:ext cx="277812" cy="252413"/>
              <a:chOff x="8691563" y="4214813"/>
              <a:chExt cx="277812" cy="252413"/>
            </a:xfrm>
          </p:grpSpPr>
          <p:sp>
            <p:nvSpPr>
              <p:cNvPr id="129" name="Freeform 127"/>
              <p:cNvSpPr>
                <a:spLocks noEditPoints="1"/>
              </p:cNvSpPr>
              <p:nvPr/>
            </p:nvSpPr>
            <p:spPr bwMode="auto">
              <a:xfrm>
                <a:off x="8691563" y="4214813"/>
                <a:ext cx="125413" cy="252413"/>
              </a:xfrm>
              <a:custGeom>
                <a:avLst/>
                <a:gdLst>
                  <a:gd name="T0" fmla="*/ 20 w 40"/>
                  <a:gd name="T1" fmla="*/ 0 h 80"/>
                  <a:gd name="T2" fmla="*/ 7 w 40"/>
                  <a:gd name="T3" fmla="*/ 12 h 80"/>
                  <a:gd name="T4" fmla="*/ 0 w 40"/>
                  <a:gd name="T5" fmla="*/ 76 h 80"/>
                  <a:gd name="T6" fmla="*/ 2 w 40"/>
                  <a:gd name="T7" fmla="*/ 79 h 80"/>
                  <a:gd name="T8" fmla="*/ 6 w 40"/>
                  <a:gd name="T9" fmla="*/ 80 h 80"/>
                  <a:gd name="T10" fmla="*/ 20 w 40"/>
                  <a:gd name="T11" fmla="*/ 72 h 80"/>
                  <a:gd name="T12" fmla="*/ 34 w 40"/>
                  <a:gd name="T13" fmla="*/ 80 h 80"/>
                  <a:gd name="T14" fmla="*/ 38 w 40"/>
                  <a:gd name="T15" fmla="*/ 79 h 80"/>
                  <a:gd name="T16" fmla="*/ 40 w 40"/>
                  <a:gd name="T17" fmla="*/ 76 h 80"/>
                  <a:gd name="T18" fmla="*/ 33 w 40"/>
                  <a:gd name="T19" fmla="*/ 12 h 80"/>
                  <a:gd name="T20" fmla="*/ 20 w 40"/>
                  <a:gd name="T21" fmla="*/ 0 h 80"/>
                  <a:gd name="T22" fmla="*/ 16 w 40"/>
                  <a:gd name="T23" fmla="*/ 12 h 80"/>
                  <a:gd name="T24" fmla="*/ 20 w 40"/>
                  <a:gd name="T25" fmla="*/ 8 h 80"/>
                  <a:gd name="T26" fmla="*/ 24 w 40"/>
                  <a:gd name="T27" fmla="*/ 12 h 80"/>
                  <a:gd name="T28" fmla="*/ 24 w 40"/>
                  <a:gd name="T29" fmla="*/ 24 h 80"/>
                  <a:gd name="T30" fmla="*/ 20 w 40"/>
                  <a:gd name="T31" fmla="*/ 28 h 80"/>
                  <a:gd name="T32" fmla="*/ 16 w 40"/>
                  <a:gd name="T33" fmla="*/ 24 h 80"/>
                  <a:gd name="T34" fmla="*/ 16 w 40"/>
                  <a:gd name="T35" fmla="*/ 12 h 80"/>
                  <a:gd name="T36" fmla="*/ 22 w 40"/>
                  <a:gd name="T37" fmla="*/ 64 h 80"/>
                  <a:gd name="T38" fmla="*/ 18 w 40"/>
                  <a:gd name="T39" fmla="*/ 64 h 80"/>
                  <a:gd name="T40" fmla="*/ 9 w 40"/>
                  <a:gd name="T41" fmla="*/ 69 h 80"/>
                  <a:gd name="T42" fmla="*/ 13 w 40"/>
                  <a:gd name="T43" fmla="*/ 34 h 80"/>
                  <a:gd name="T44" fmla="*/ 20 w 40"/>
                  <a:gd name="T45" fmla="*/ 36 h 80"/>
                  <a:gd name="T46" fmla="*/ 27 w 40"/>
                  <a:gd name="T47" fmla="*/ 34 h 80"/>
                  <a:gd name="T48" fmla="*/ 31 w 40"/>
                  <a:gd name="T49" fmla="*/ 69 h 80"/>
                  <a:gd name="T50" fmla="*/ 22 w 40"/>
                  <a:gd name="T51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80">
                    <a:moveTo>
                      <a:pt x="20" y="0"/>
                    </a:moveTo>
                    <a:cubicBezTo>
                      <a:pt x="13" y="0"/>
                      <a:pt x="8" y="5"/>
                      <a:pt x="7" y="12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7"/>
                      <a:pt x="1" y="78"/>
                      <a:pt x="2" y="79"/>
                    </a:cubicBezTo>
                    <a:cubicBezTo>
                      <a:pt x="3" y="80"/>
                      <a:pt x="4" y="80"/>
                      <a:pt x="6" y="80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34" y="80"/>
                      <a:pt x="34" y="80"/>
                      <a:pt x="34" y="80"/>
                    </a:cubicBezTo>
                    <a:cubicBezTo>
                      <a:pt x="36" y="80"/>
                      <a:pt x="37" y="80"/>
                      <a:pt x="38" y="79"/>
                    </a:cubicBezTo>
                    <a:cubicBezTo>
                      <a:pt x="39" y="78"/>
                      <a:pt x="40" y="77"/>
                      <a:pt x="40" y="76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5"/>
                      <a:pt x="27" y="0"/>
                      <a:pt x="20" y="0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6"/>
                      <a:pt x="22" y="28"/>
                      <a:pt x="20" y="28"/>
                    </a:cubicBezTo>
                    <a:cubicBezTo>
                      <a:pt x="18" y="28"/>
                      <a:pt x="16" y="26"/>
                      <a:pt x="16" y="24"/>
                    </a:cubicBezTo>
                    <a:lnTo>
                      <a:pt x="16" y="12"/>
                    </a:lnTo>
                    <a:close/>
                    <a:moveTo>
                      <a:pt x="22" y="64"/>
                    </a:moveTo>
                    <a:cubicBezTo>
                      <a:pt x="21" y="64"/>
                      <a:pt x="19" y="64"/>
                      <a:pt x="18" y="64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5" y="35"/>
                      <a:pt x="17" y="36"/>
                      <a:pt x="20" y="36"/>
                    </a:cubicBezTo>
                    <a:cubicBezTo>
                      <a:pt x="23" y="36"/>
                      <a:pt x="25" y="35"/>
                      <a:pt x="27" y="34"/>
                    </a:cubicBezTo>
                    <a:cubicBezTo>
                      <a:pt x="31" y="69"/>
                      <a:pt x="31" y="69"/>
                      <a:pt x="31" y="69"/>
                    </a:cubicBezTo>
                    <a:lnTo>
                      <a:pt x="22" y="6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128"/>
              <p:cNvSpPr>
                <a:spLocks noEditPoints="1"/>
              </p:cNvSpPr>
              <p:nvPr/>
            </p:nvSpPr>
            <p:spPr bwMode="auto">
              <a:xfrm>
                <a:off x="8842375" y="4214813"/>
                <a:ext cx="127000" cy="252413"/>
              </a:xfrm>
              <a:custGeom>
                <a:avLst/>
                <a:gdLst>
                  <a:gd name="T0" fmla="*/ 38 w 40"/>
                  <a:gd name="T1" fmla="*/ 1 h 80"/>
                  <a:gd name="T2" fmla="*/ 34 w 40"/>
                  <a:gd name="T3" fmla="*/ 0 h 80"/>
                  <a:gd name="T4" fmla="*/ 20 w 40"/>
                  <a:gd name="T5" fmla="*/ 8 h 80"/>
                  <a:gd name="T6" fmla="*/ 6 w 40"/>
                  <a:gd name="T7" fmla="*/ 0 h 80"/>
                  <a:gd name="T8" fmla="*/ 2 w 40"/>
                  <a:gd name="T9" fmla="*/ 1 h 80"/>
                  <a:gd name="T10" fmla="*/ 0 w 40"/>
                  <a:gd name="T11" fmla="*/ 4 h 80"/>
                  <a:gd name="T12" fmla="*/ 7 w 40"/>
                  <a:gd name="T13" fmla="*/ 68 h 80"/>
                  <a:gd name="T14" fmla="*/ 20 w 40"/>
                  <a:gd name="T15" fmla="*/ 80 h 80"/>
                  <a:gd name="T16" fmla="*/ 33 w 40"/>
                  <a:gd name="T17" fmla="*/ 68 h 80"/>
                  <a:gd name="T18" fmla="*/ 40 w 40"/>
                  <a:gd name="T19" fmla="*/ 4 h 80"/>
                  <a:gd name="T20" fmla="*/ 38 w 40"/>
                  <a:gd name="T21" fmla="*/ 1 h 80"/>
                  <a:gd name="T22" fmla="*/ 18 w 40"/>
                  <a:gd name="T23" fmla="*/ 16 h 80"/>
                  <a:gd name="T24" fmla="*/ 22 w 40"/>
                  <a:gd name="T25" fmla="*/ 16 h 80"/>
                  <a:gd name="T26" fmla="*/ 31 w 40"/>
                  <a:gd name="T27" fmla="*/ 11 h 80"/>
                  <a:gd name="T28" fmla="*/ 27 w 40"/>
                  <a:gd name="T29" fmla="*/ 47 h 80"/>
                  <a:gd name="T30" fmla="*/ 20 w 40"/>
                  <a:gd name="T31" fmla="*/ 44 h 80"/>
                  <a:gd name="T32" fmla="*/ 13 w 40"/>
                  <a:gd name="T33" fmla="*/ 47 h 80"/>
                  <a:gd name="T34" fmla="*/ 9 w 40"/>
                  <a:gd name="T35" fmla="*/ 11 h 80"/>
                  <a:gd name="T36" fmla="*/ 18 w 40"/>
                  <a:gd name="T37" fmla="*/ 16 h 80"/>
                  <a:gd name="T38" fmla="*/ 16 w 40"/>
                  <a:gd name="T39" fmla="*/ 68 h 80"/>
                  <a:gd name="T40" fmla="*/ 16 w 40"/>
                  <a:gd name="T41" fmla="*/ 56 h 80"/>
                  <a:gd name="T42" fmla="*/ 20 w 40"/>
                  <a:gd name="T43" fmla="*/ 52 h 80"/>
                  <a:gd name="T44" fmla="*/ 24 w 40"/>
                  <a:gd name="T45" fmla="*/ 56 h 80"/>
                  <a:gd name="T46" fmla="*/ 24 w 40"/>
                  <a:gd name="T47" fmla="*/ 68 h 80"/>
                  <a:gd name="T48" fmla="*/ 20 w 40"/>
                  <a:gd name="T49" fmla="*/ 72 h 80"/>
                  <a:gd name="T50" fmla="*/ 16 w 40"/>
                  <a:gd name="T51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80">
                    <a:moveTo>
                      <a:pt x="38" y="1"/>
                    </a:moveTo>
                    <a:cubicBezTo>
                      <a:pt x="37" y="0"/>
                      <a:pt x="36" y="0"/>
                      <a:pt x="34" y="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8" y="75"/>
                      <a:pt x="13" y="80"/>
                      <a:pt x="20" y="80"/>
                    </a:cubicBezTo>
                    <a:cubicBezTo>
                      <a:pt x="27" y="80"/>
                      <a:pt x="32" y="75"/>
                      <a:pt x="33" y="6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3"/>
                      <a:pt x="39" y="2"/>
                      <a:pt x="38" y="1"/>
                    </a:cubicBezTo>
                    <a:close/>
                    <a:moveTo>
                      <a:pt x="18" y="16"/>
                    </a:moveTo>
                    <a:cubicBezTo>
                      <a:pt x="19" y="16"/>
                      <a:pt x="21" y="16"/>
                      <a:pt x="22" y="16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5" y="45"/>
                      <a:pt x="23" y="44"/>
                      <a:pt x="20" y="44"/>
                    </a:cubicBezTo>
                    <a:cubicBezTo>
                      <a:pt x="17" y="44"/>
                      <a:pt x="15" y="45"/>
                      <a:pt x="13" y="47"/>
                    </a:cubicBezTo>
                    <a:cubicBezTo>
                      <a:pt x="9" y="11"/>
                      <a:pt x="9" y="11"/>
                      <a:pt x="9" y="11"/>
                    </a:cubicBezTo>
                    <a:lnTo>
                      <a:pt x="18" y="16"/>
                    </a:lnTo>
                    <a:close/>
                    <a:moveTo>
                      <a:pt x="16" y="68"/>
                    </a:move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54"/>
                      <a:pt x="18" y="52"/>
                      <a:pt x="20" y="52"/>
                    </a:cubicBezTo>
                    <a:cubicBezTo>
                      <a:pt x="22" y="52"/>
                      <a:pt x="24" y="54"/>
                      <a:pt x="24" y="56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24" y="70"/>
                      <a:pt x="22" y="72"/>
                      <a:pt x="20" y="72"/>
                    </a:cubicBezTo>
                    <a:cubicBezTo>
                      <a:pt x="18" y="72"/>
                      <a:pt x="16" y="70"/>
                      <a:pt x="16" y="6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0" name="组合 199"/>
            <p:cNvGrpSpPr/>
            <p:nvPr/>
          </p:nvGrpSpPr>
          <p:grpSpPr>
            <a:xfrm>
              <a:off x="3825875" y="4822826"/>
              <a:ext cx="303213" cy="252413"/>
              <a:chOff x="3825875" y="4822826"/>
              <a:chExt cx="303213" cy="252413"/>
            </a:xfrm>
          </p:grpSpPr>
          <p:sp>
            <p:nvSpPr>
              <p:cNvPr id="131" name="Freeform 129"/>
              <p:cNvSpPr>
                <a:spLocks noEditPoints="1"/>
              </p:cNvSpPr>
              <p:nvPr/>
            </p:nvSpPr>
            <p:spPr bwMode="auto">
              <a:xfrm>
                <a:off x="4029075" y="4835526"/>
                <a:ext cx="74613" cy="74613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130"/>
              <p:cNvSpPr>
                <a:spLocks noEditPoints="1"/>
              </p:cNvSpPr>
              <p:nvPr/>
            </p:nvSpPr>
            <p:spPr bwMode="auto">
              <a:xfrm>
                <a:off x="4003675" y="4910138"/>
                <a:ext cx="125413" cy="165100"/>
              </a:xfrm>
              <a:custGeom>
                <a:avLst/>
                <a:gdLst>
                  <a:gd name="T0" fmla="*/ 20 w 40"/>
                  <a:gd name="T1" fmla="*/ 0 h 52"/>
                  <a:gd name="T2" fmla="*/ 0 w 40"/>
                  <a:gd name="T3" fmla="*/ 20 h 52"/>
                  <a:gd name="T4" fmla="*/ 0 w 40"/>
                  <a:gd name="T5" fmla="*/ 28 h 52"/>
                  <a:gd name="T6" fmla="*/ 4 w 40"/>
                  <a:gd name="T7" fmla="*/ 32 h 52"/>
                  <a:gd name="T8" fmla="*/ 8 w 40"/>
                  <a:gd name="T9" fmla="*/ 32 h 52"/>
                  <a:gd name="T10" fmla="*/ 8 w 40"/>
                  <a:gd name="T11" fmla="*/ 48 h 52"/>
                  <a:gd name="T12" fmla="*/ 12 w 40"/>
                  <a:gd name="T13" fmla="*/ 52 h 52"/>
                  <a:gd name="T14" fmla="*/ 28 w 40"/>
                  <a:gd name="T15" fmla="*/ 52 h 52"/>
                  <a:gd name="T16" fmla="*/ 32 w 40"/>
                  <a:gd name="T17" fmla="*/ 48 h 52"/>
                  <a:gd name="T18" fmla="*/ 32 w 40"/>
                  <a:gd name="T19" fmla="*/ 32 h 52"/>
                  <a:gd name="T20" fmla="*/ 36 w 40"/>
                  <a:gd name="T21" fmla="*/ 32 h 52"/>
                  <a:gd name="T22" fmla="*/ 40 w 40"/>
                  <a:gd name="T23" fmla="*/ 28 h 52"/>
                  <a:gd name="T24" fmla="*/ 40 w 40"/>
                  <a:gd name="T25" fmla="*/ 20 h 52"/>
                  <a:gd name="T26" fmla="*/ 20 w 40"/>
                  <a:gd name="T27" fmla="*/ 0 h 52"/>
                  <a:gd name="T28" fmla="*/ 32 w 40"/>
                  <a:gd name="T29" fmla="*/ 24 h 52"/>
                  <a:gd name="T30" fmla="*/ 28 w 40"/>
                  <a:gd name="T31" fmla="*/ 24 h 52"/>
                  <a:gd name="T32" fmla="*/ 24 w 40"/>
                  <a:gd name="T33" fmla="*/ 28 h 52"/>
                  <a:gd name="T34" fmla="*/ 24 w 40"/>
                  <a:gd name="T35" fmla="*/ 44 h 52"/>
                  <a:gd name="T36" fmla="*/ 16 w 40"/>
                  <a:gd name="T37" fmla="*/ 44 h 52"/>
                  <a:gd name="T38" fmla="*/ 16 w 40"/>
                  <a:gd name="T39" fmla="*/ 28 h 52"/>
                  <a:gd name="T40" fmla="*/ 12 w 40"/>
                  <a:gd name="T41" fmla="*/ 24 h 52"/>
                  <a:gd name="T42" fmla="*/ 8 w 40"/>
                  <a:gd name="T43" fmla="*/ 24 h 52"/>
                  <a:gd name="T44" fmla="*/ 8 w 40"/>
                  <a:gd name="T45" fmla="*/ 20 h 52"/>
                  <a:gd name="T46" fmla="*/ 20 w 40"/>
                  <a:gd name="T47" fmla="*/ 8 h 52"/>
                  <a:gd name="T48" fmla="*/ 32 w 40"/>
                  <a:gd name="T49" fmla="*/ 20 h 52"/>
                  <a:gd name="T50" fmla="*/ 32 w 40"/>
                  <a:gd name="T51" fmla="*/ 2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2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10" y="52"/>
                      <a:pt x="12" y="52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30" y="52"/>
                      <a:pt x="32" y="50"/>
                      <a:pt x="32" y="48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8" y="32"/>
                      <a:pt x="40" y="30"/>
                      <a:pt x="40" y="28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32" y="24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26" y="24"/>
                      <a:pt x="24" y="26"/>
                      <a:pt x="24" y="28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6"/>
                      <a:pt x="14" y="24"/>
                      <a:pt x="12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27" y="8"/>
                      <a:pt x="32" y="13"/>
                      <a:pt x="32" y="20"/>
                    </a:cubicBezTo>
                    <a:lnTo>
                      <a:pt x="32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Rectangle 131"/>
              <p:cNvSpPr>
                <a:spLocks noChangeArrowheads="1"/>
              </p:cNvSpPr>
              <p:nvPr/>
            </p:nvSpPr>
            <p:spPr bwMode="auto">
              <a:xfrm>
                <a:off x="3965575" y="4822826"/>
                <a:ext cx="25400" cy="2524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Freeform 132"/>
              <p:cNvSpPr>
                <a:spLocks noEditPoints="1"/>
              </p:cNvSpPr>
              <p:nvPr/>
            </p:nvSpPr>
            <p:spPr bwMode="auto">
              <a:xfrm>
                <a:off x="3851275" y="4835526"/>
                <a:ext cx="76200" cy="74613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133"/>
              <p:cNvSpPr>
                <a:spLocks noEditPoints="1"/>
              </p:cNvSpPr>
              <p:nvPr/>
            </p:nvSpPr>
            <p:spPr bwMode="auto">
              <a:xfrm>
                <a:off x="3825875" y="4910138"/>
                <a:ext cx="127000" cy="165100"/>
              </a:xfrm>
              <a:custGeom>
                <a:avLst/>
                <a:gdLst>
                  <a:gd name="T0" fmla="*/ 34 w 40"/>
                  <a:gd name="T1" fmla="*/ 11 h 52"/>
                  <a:gd name="T2" fmla="*/ 20 w 40"/>
                  <a:gd name="T3" fmla="*/ 0 h 52"/>
                  <a:gd name="T4" fmla="*/ 6 w 40"/>
                  <a:gd name="T5" fmla="*/ 11 h 52"/>
                  <a:gd name="T6" fmla="*/ 0 w 40"/>
                  <a:gd name="T7" fmla="*/ 35 h 52"/>
                  <a:gd name="T8" fmla="*/ 1 w 40"/>
                  <a:gd name="T9" fmla="*/ 38 h 52"/>
                  <a:gd name="T10" fmla="*/ 4 w 40"/>
                  <a:gd name="T11" fmla="*/ 40 h 52"/>
                  <a:gd name="T12" fmla="*/ 9 w 40"/>
                  <a:gd name="T13" fmla="*/ 40 h 52"/>
                  <a:gd name="T14" fmla="*/ 12 w 40"/>
                  <a:gd name="T15" fmla="*/ 49 h 52"/>
                  <a:gd name="T16" fmla="*/ 16 w 40"/>
                  <a:gd name="T17" fmla="*/ 52 h 52"/>
                  <a:gd name="T18" fmla="*/ 24 w 40"/>
                  <a:gd name="T19" fmla="*/ 52 h 52"/>
                  <a:gd name="T20" fmla="*/ 28 w 40"/>
                  <a:gd name="T21" fmla="*/ 49 h 52"/>
                  <a:gd name="T22" fmla="*/ 31 w 40"/>
                  <a:gd name="T23" fmla="*/ 40 h 52"/>
                  <a:gd name="T24" fmla="*/ 36 w 40"/>
                  <a:gd name="T25" fmla="*/ 40 h 52"/>
                  <a:gd name="T26" fmla="*/ 39 w 40"/>
                  <a:gd name="T27" fmla="*/ 38 h 52"/>
                  <a:gd name="T28" fmla="*/ 40 w 40"/>
                  <a:gd name="T29" fmla="*/ 35 h 52"/>
                  <a:gd name="T30" fmla="*/ 34 w 40"/>
                  <a:gd name="T31" fmla="*/ 11 h 52"/>
                  <a:gd name="T32" fmla="*/ 28 w 40"/>
                  <a:gd name="T33" fmla="*/ 32 h 52"/>
                  <a:gd name="T34" fmla="*/ 21 w 40"/>
                  <a:gd name="T35" fmla="*/ 44 h 52"/>
                  <a:gd name="T36" fmla="*/ 19 w 40"/>
                  <a:gd name="T37" fmla="*/ 44 h 52"/>
                  <a:gd name="T38" fmla="*/ 12 w 40"/>
                  <a:gd name="T39" fmla="*/ 32 h 52"/>
                  <a:gd name="T40" fmla="*/ 9 w 40"/>
                  <a:gd name="T41" fmla="*/ 32 h 52"/>
                  <a:gd name="T42" fmla="*/ 10 w 40"/>
                  <a:gd name="T43" fmla="*/ 28 h 52"/>
                  <a:gd name="T44" fmla="*/ 13 w 40"/>
                  <a:gd name="T45" fmla="*/ 17 h 52"/>
                  <a:gd name="T46" fmla="*/ 14 w 40"/>
                  <a:gd name="T47" fmla="*/ 13 h 52"/>
                  <a:gd name="T48" fmla="*/ 20 w 40"/>
                  <a:gd name="T49" fmla="*/ 8 h 52"/>
                  <a:gd name="T50" fmla="*/ 26 w 40"/>
                  <a:gd name="T51" fmla="*/ 13 h 52"/>
                  <a:gd name="T52" fmla="*/ 27 w 40"/>
                  <a:gd name="T53" fmla="*/ 17 h 52"/>
                  <a:gd name="T54" fmla="*/ 30 w 40"/>
                  <a:gd name="T55" fmla="*/ 28 h 52"/>
                  <a:gd name="T56" fmla="*/ 31 w 40"/>
                  <a:gd name="T57" fmla="*/ 32 h 52"/>
                  <a:gd name="T58" fmla="*/ 28 w 40"/>
                  <a:gd name="T59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0" h="52">
                    <a:moveTo>
                      <a:pt x="34" y="11"/>
                    </a:move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7" y="5"/>
                      <a:pt x="6" y="11"/>
                    </a:cubicBezTo>
                    <a:cubicBezTo>
                      <a:pt x="4" y="21"/>
                      <a:pt x="5" y="16"/>
                      <a:pt x="0" y="35"/>
                    </a:cubicBezTo>
                    <a:cubicBezTo>
                      <a:pt x="0" y="36"/>
                      <a:pt x="0" y="37"/>
                      <a:pt x="1" y="38"/>
                    </a:cubicBezTo>
                    <a:cubicBezTo>
                      <a:pt x="2" y="39"/>
                      <a:pt x="3" y="40"/>
                      <a:pt x="4" y="40"/>
                    </a:cubicBezTo>
                    <a:cubicBezTo>
                      <a:pt x="4" y="40"/>
                      <a:pt x="7" y="40"/>
                      <a:pt x="9" y="40"/>
                    </a:cubicBezTo>
                    <a:cubicBezTo>
                      <a:pt x="10" y="42"/>
                      <a:pt x="11" y="46"/>
                      <a:pt x="12" y="49"/>
                    </a:cubicBezTo>
                    <a:cubicBezTo>
                      <a:pt x="13" y="51"/>
                      <a:pt x="14" y="52"/>
                      <a:pt x="16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6" y="52"/>
                      <a:pt x="27" y="51"/>
                      <a:pt x="28" y="49"/>
                    </a:cubicBezTo>
                    <a:cubicBezTo>
                      <a:pt x="29" y="46"/>
                      <a:pt x="30" y="42"/>
                      <a:pt x="31" y="40"/>
                    </a:cubicBezTo>
                    <a:cubicBezTo>
                      <a:pt x="33" y="40"/>
                      <a:pt x="36" y="40"/>
                      <a:pt x="36" y="40"/>
                    </a:cubicBezTo>
                    <a:cubicBezTo>
                      <a:pt x="37" y="40"/>
                      <a:pt x="38" y="39"/>
                      <a:pt x="39" y="38"/>
                    </a:cubicBezTo>
                    <a:cubicBezTo>
                      <a:pt x="40" y="37"/>
                      <a:pt x="40" y="36"/>
                      <a:pt x="40" y="35"/>
                    </a:cubicBezTo>
                    <a:cubicBezTo>
                      <a:pt x="35" y="17"/>
                      <a:pt x="36" y="20"/>
                      <a:pt x="34" y="11"/>
                    </a:cubicBezTo>
                    <a:close/>
                    <a:moveTo>
                      <a:pt x="28" y="32"/>
                    </a:moveTo>
                    <a:cubicBezTo>
                      <a:pt x="25" y="32"/>
                      <a:pt x="25" y="32"/>
                      <a:pt x="21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5" y="32"/>
                      <a:pt x="15" y="32"/>
                      <a:pt x="12" y="32"/>
                    </a:cubicBezTo>
                    <a:cubicBezTo>
                      <a:pt x="12" y="32"/>
                      <a:pt x="10" y="32"/>
                      <a:pt x="9" y="32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2" y="21"/>
                      <a:pt x="12" y="21"/>
                      <a:pt x="13" y="17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0"/>
                      <a:pt x="17" y="8"/>
                      <a:pt x="20" y="8"/>
                    </a:cubicBezTo>
                    <a:cubicBezTo>
                      <a:pt x="23" y="8"/>
                      <a:pt x="25" y="10"/>
                      <a:pt x="26" y="13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8" y="21"/>
                      <a:pt x="28" y="21"/>
                      <a:pt x="30" y="28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0" y="32"/>
                      <a:pt x="28" y="32"/>
                      <a:pt x="28" y="3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1" name="组合 200"/>
            <p:cNvGrpSpPr/>
            <p:nvPr/>
          </p:nvGrpSpPr>
          <p:grpSpPr>
            <a:xfrm>
              <a:off x="4445000" y="4803776"/>
              <a:ext cx="277813" cy="296862"/>
              <a:chOff x="4445000" y="4803776"/>
              <a:chExt cx="277813" cy="296862"/>
            </a:xfrm>
          </p:grpSpPr>
          <p:sp>
            <p:nvSpPr>
              <p:cNvPr id="136" name="Freeform 134"/>
              <p:cNvSpPr>
                <a:spLocks/>
              </p:cNvSpPr>
              <p:nvPr/>
            </p:nvSpPr>
            <p:spPr bwMode="auto">
              <a:xfrm>
                <a:off x="4473575" y="4803776"/>
                <a:ext cx="95250" cy="93663"/>
              </a:xfrm>
              <a:custGeom>
                <a:avLst/>
                <a:gdLst>
                  <a:gd name="T0" fmla="*/ 22 w 60"/>
                  <a:gd name="T1" fmla="*/ 32 h 59"/>
                  <a:gd name="T2" fmla="*/ 22 w 60"/>
                  <a:gd name="T3" fmla="*/ 59 h 59"/>
                  <a:gd name="T4" fmla="*/ 38 w 60"/>
                  <a:gd name="T5" fmla="*/ 59 h 59"/>
                  <a:gd name="T6" fmla="*/ 38 w 60"/>
                  <a:gd name="T7" fmla="*/ 32 h 59"/>
                  <a:gd name="T8" fmla="*/ 48 w 60"/>
                  <a:gd name="T9" fmla="*/ 41 h 59"/>
                  <a:gd name="T10" fmla="*/ 60 w 60"/>
                  <a:gd name="T11" fmla="*/ 30 h 59"/>
                  <a:gd name="T12" fmla="*/ 30 w 60"/>
                  <a:gd name="T13" fmla="*/ 0 h 59"/>
                  <a:gd name="T14" fmla="*/ 0 w 60"/>
                  <a:gd name="T15" fmla="*/ 30 h 59"/>
                  <a:gd name="T16" fmla="*/ 12 w 60"/>
                  <a:gd name="T17" fmla="*/ 41 h 59"/>
                  <a:gd name="T18" fmla="*/ 22 w 60"/>
                  <a:gd name="T19" fmla="*/ 3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59">
                    <a:moveTo>
                      <a:pt x="22" y="32"/>
                    </a:moveTo>
                    <a:lnTo>
                      <a:pt x="22" y="59"/>
                    </a:lnTo>
                    <a:lnTo>
                      <a:pt x="38" y="59"/>
                    </a:lnTo>
                    <a:lnTo>
                      <a:pt x="38" y="32"/>
                    </a:lnTo>
                    <a:lnTo>
                      <a:pt x="48" y="41"/>
                    </a:lnTo>
                    <a:lnTo>
                      <a:pt x="60" y="30"/>
                    </a:lnTo>
                    <a:lnTo>
                      <a:pt x="30" y="0"/>
                    </a:lnTo>
                    <a:lnTo>
                      <a:pt x="0" y="30"/>
                    </a:lnTo>
                    <a:lnTo>
                      <a:pt x="12" y="41"/>
                    </a:lnTo>
                    <a:lnTo>
                      <a:pt x="22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135"/>
              <p:cNvSpPr>
                <a:spLocks/>
              </p:cNvSpPr>
              <p:nvPr/>
            </p:nvSpPr>
            <p:spPr bwMode="auto">
              <a:xfrm>
                <a:off x="4600575" y="4810126"/>
                <a:ext cx="93663" cy="93663"/>
              </a:xfrm>
              <a:custGeom>
                <a:avLst/>
                <a:gdLst>
                  <a:gd name="T0" fmla="*/ 59 w 59"/>
                  <a:gd name="T1" fmla="*/ 30 h 59"/>
                  <a:gd name="T2" fmla="*/ 47 w 59"/>
                  <a:gd name="T3" fmla="*/ 18 h 59"/>
                  <a:gd name="T4" fmla="*/ 38 w 59"/>
                  <a:gd name="T5" fmla="*/ 28 h 59"/>
                  <a:gd name="T6" fmla="*/ 38 w 59"/>
                  <a:gd name="T7" fmla="*/ 0 h 59"/>
                  <a:gd name="T8" fmla="*/ 22 w 59"/>
                  <a:gd name="T9" fmla="*/ 0 h 59"/>
                  <a:gd name="T10" fmla="*/ 22 w 59"/>
                  <a:gd name="T11" fmla="*/ 28 h 59"/>
                  <a:gd name="T12" fmla="*/ 12 w 59"/>
                  <a:gd name="T13" fmla="*/ 18 h 59"/>
                  <a:gd name="T14" fmla="*/ 0 w 59"/>
                  <a:gd name="T15" fmla="*/ 30 h 59"/>
                  <a:gd name="T16" fmla="*/ 30 w 59"/>
                  <a:gd name="T17" fmla="*/ 59 h 59"/>
                  <a:gd name="T18" fmla="*/ 59 w 59"/>
                  <a:gd name="T1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59">
                    <a:moveTo>
                      <a:pt x="59" y="30"/>
                    </a:moveTo>
                    <a:lnTo>
                      <a:pt x="47" y="18"/>
                    </a:lnTo>
                    <a:lnTo>
                      <a:pt x="38" y="28"/>
                    </a:lnTo>
                    <a:lnTo>
                      <a:pt x="38" y="0"/>
                    </a:lnTo>
                    <a:lnTo>
                      <a:pt x="22" y="0"/>
                    </a:lnTo>
                    <a:lnTo>
                      <a:pt x="22" y="28"/>
                    </a:lnTo>
                    <a:lnTo>
                      <a:pt x="12" y="18"/>
                    </a:lnTo>
                    <a:lnTo>
                      <a:pt x="0" y="30"/>
                    </a:lnTo>
                    <a:lnTo>
                      <a:pt x="30" y="59"/>
                    </a:lnTo>
                    <a:lnTo>
                      <a:pt x="59" y="3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136"/>
              <p:cNvSpPr>
                <a:spLocks noEditPoints="1"/>
              </p:cNvSpPr>
              <p:nvPr/>
            </p:nvSpPr>
            <p:spPr bwMode="auto">
              <a:xfrm>
                <a:off x="4495800" y="4948238"/>
                <a:ext cx="76200" cy="762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137"/>
              <p:cNvSpPr>
                <a:spLocks/>
              </p:cNvSpPr>
              <p:nvPr/>
            </p:nvSpPr>
            <p:spPr bwMode="auto">
              <a:xfrm>
                <a:off x="4495800" y="5024438"/>
                <a:ext cx="76200" cy="38100"/>
              </a:xfrm>
              <a:custGeom>
                <a:avLst/>
                <a:gdLst>
                  <a:gd name="T0" fmla="*/ 0 w 24"/>
                  <a:gd name="T1" fmla="*/ 12 h 12"/>
                  <a:gd name="T2" fmla="*/ 8 w 24"/>
                  <a:gd name="T3" fmla="*/ 12 h 12"/>
                  <a:gd name="T4" fmla="*/ 12 w 24"/>
                  <a:gd name="T5" fmla="*/ 8 h 12"/>
                  <a:gd name="T6" fmla="*/ 16 w 24"/>
                  <a:gd name="T7" fmla="*/ 12 h 12"/>
                  <a:gd name="T8" fmla="*/ 24 w 24"/>
                  <a:gd name="T9" fmla="*/ 12 h 12"/>
                  <a:gd name="T10" fmla="*/ 12 w 24"/>
                  <a:gd name="T11" fmla="*/ 0 h 12"/>
                  <a:gd name="T12" fmla="*/ 0 w 24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12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138"/>
              <p:cNvSpPr>
                <a:spLocks noEditPoints="1"/>
              </p:cNvSpPr>
              <p:nvPr/>
            </p:nvSpPr>
            <p:spPr bwMode="auto">
              <a:xfrm>
                <a:off x="4597400" y="4948238"/>
                <a:ext cx="74613" cy="762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 139"/>
              <p:cNvSpPr>
                <a:spLocks/>
              </p:cNvSpPr>
              <p:nvPr/>
            </p:nvSpPr>
            <p:spPr bwMode="auto">
              <a:xfrm>
                <a:off x="4597400" y="5024438"/>
                <a:ext cx="74613" cy="38100"/>
              </a:xfrm>
              <a:custGeom>
                <a:avLst/>
                <a:gdLst>
                  <a:gd name="T0" fmla="*/ 0 w 24"/>
                  <a:gd name="T1" fmla="*/ 12 h 12"/>
                  <a:gd name="T2" fmla="*/ 8 w 24"/>
                  <a:gd name="T3" fmla="*/ 12 h 12"/>
                  <a:gd name="T4" fmla="*/ 12 w 24"/>
                  <a:gd name="T5" fmla="*/ 8 h 12"/>
                  <a:gd name="T6" fmla="*/ 16 w 24"/>
                  <a:gd name="T7" fmla="*/ 12 h 12"/>
                  <a:gd name="T8" fmla="*/ 24 w 24"/>
                  <a:gd name="T9" fmla="*/ 12 h 12"/>
                  <a:gd name="T10" fmla="*/ 12 w 24"/>
                  <a:gd name="T11" fmla="*/ 0 h 12"/>
                  <a:gd name="T12" fmla="*/ 0 w 24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12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140"/>
              <p:cNvSpPr>
                <a:spLocks noEditPoints="1"/>
              </p:cNvSpPr>
              <p:nvPr/>
            </p:nvSpPr>
            <p:spPr bwMode="auto">
              <a:xfrm>
                <a:off x="4445000" y="4910138"/>
                <a:ext cx="277813" cy="190500"/>
              </a:xfrm>
              <a:custGeom>
                <a:avLst/>
                <a:gdLst>
                  <a:gd name="T0" fmla="*/ 84 w 88"/>
                  <a:gd name="T1" fmla="*/ 0 h 60"/>
                  <a:gd name="T2" fmla="*/ 4 w 88"/>
                  <a:gd name="T3" fmla="*/ 0 h 60"/>
                  <a:gd name="T4" fmla="*/ 0 w 88"/>
                  <a:gd name="T5" fmla="*/ 4 h 60"/>
                  <a:gd name="T6" fmla="*/ 0 w 88"/>
                  <a:gd name="T7" fmla="*/ 56 h 60"/>
                  <a:gd name="T8" fmla="*/ 4 w 88"/>
                  <a:gd name="T9" fmla="*/ 60 h 60"/>
                  <a:gd name="T10" fmla="*/ 84 w 88"/>
                  <a:gd name="T11" fmla="*/ 60 h 60"/>
                  <a:gd name="T12" fmla="*/ 88 w 88"/>
                  <a:gd name="T13" fmla="*/ 56 h 60"/>
                  <a:gd name="T14" fmla="*/ 88 w 88"/>
                  <a:gd name="T15" fmla="*/ 4 h 60"/>
                  <a:gd name="T16" fmla="*/ 84 w 88"/>
                  <a:gd name="T17" fmla="*/ 0 h 60"/>
                  <a:gd name="T18" fmla="*/ 80 w 88"/>
                  <a:gd name="T19" fmla="*/ 52 h 60"/>
                  <a:gd name="T20" fmla="*/ 8 w 88"/>
                  <a:gd name="T21" fmla="*/ 52 h 60"/>
                  <a:gd name="T22" fmla="*/ 8 w 88"/>
                  <a:gd name="T23" fmla="*/ 8 h 60"/>
                  <a:gd name="T24" fmla="*/ 80 w 88"/>
                  <a:gd name="T25" fmla="*/ 8 h 60"/>
                  <a:gd name="T26" fmla="*/ 80 w 88"/>
                  <a:gd name="T27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60">
                    <a:moveTo>
                      <a:pt x="8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8"/>
                      <a:pt x="2" y="60"/>
                      <a:pt x="4" y="60"/>
                    </a:cubicBezTo>
                    <a:cubicBezTo>
                      <a:pt x="84" y="60"/>
                      <a:pt x="84" y="60"/>
                      <a:pt x="84" y="60"/>
                    </a:cubicBezTo>
                    <a:cubicBezTo>
                      <a:pt x="86" y="60"/>
                      <a:pt x="88" y="58"/>
                      <a:pt x="88" y="56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88" y="2"/>
                      <a:pt x="86" y="0"/>
                      <a:pt x="84" y="0"/>
                    </a:cubicBezTo>
                    <a:close/>
                    <a:moveTo>
                      <a:pt x="80" y="52"/>
                    </a:moveTo>
                    <a:cubicBezTo>
                      <a:pt x="8" y="52"/>
                      <a:pt x="8" y="52"/>
                      <a:pt x="8" y="5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0" y="8"/>
                      <a:pt x="80" y="8"/>
                      <a:pt x="80" y="8"/>
                    </a:cubicBezTo>
                    <a:lnTo>
                      <a:pt x="80" y="5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3" name="组合 202"/>
            <p:cNvGrpSpPr/>
            <p:nvPr/>
          </p:nvGrpSpPr>
          <p:grpSpPr>
            <a:xfrm>
              <a:off x="5683250" y="4810126"/>
              <a:ext cx="228600" cy="277813"/>
              <a:chOff x="5683250" y="4810126"/>
              <a:chExt cx="228600" cy="277813"/>
            </a:xfrm>
          </p:grpSpPr>
          <p:sp>
            <p:nvSpPr>
              <p:cNvPr id="143" name="Freeform 141"/>
              <p:cNvSpPr>
                <a:spLocks/>
              </p:cNvSpPr>
              <p:nvPr/>
            </p:nvSpPr>
            <p:spPr bwMode="auto">
              <a:xfrm>
                <a:off x="5734050" y="4810126"/>
                <a:ext cx="177800" cy="277813"/>
              </a:xfrm>
              <a:custGeom>
                <a:avLst/>
                <a:gdLst>
                  <a:gd name="T0" fmla="*/ 44 w 56"/>
                  <a:gd name="T1" fmla="*/ 0 h 88"/>
                  <a:gd name="T2" fmla="*/ 8 w 56"/>
                  <a:gd name="T3" fmla="*/ 0 h 88"/>
                  <a:gd name="T4" fmla="*/ 0 w 56"/>
                  <a:gd name="T5" fmla="*/ 8 h 88"/>
                  <a:gd name="T6" fmla="*/ 0 w 56"/>
                  <a:gd name="T7" fmla="*/ 16 h 88"/>
                  <a:gd name="T8" fmla="*/ 8 w 56"/>
                  <a:gd name="T9" fmla="*/ 16 h 88"/>
                  <a:gd name="T10" fmla="*/ 8 w 56"/>
                  <a:gd name="T11" fmla="*/ 8 h 88"/>
                  <a:gd name="T12" fmla="*/ 44 w 56"/>
                  <a:gd name="T13" fmla="*/ 8 h 88"/>
                  <a:gd name="T14" fmla="*/ 48 w 56"/>
                  <a:gd name="T15" fmla="*/ 12 h 88"/>
                  <a:gd name="T16" fmla="*/ 48 w 56"/>
                  <a:gd name="T17" fmla="*/ 68 h 88"/>
                  <a:gd name="T18" fmla="*/ 44 w 56"/>
                  <a:gd name="T19" fmla="*/ 68 h 88"/>
                  <a:gd name="T20" fmla="*/ 44 w 56"/>
                  <a:gd name="T21" fmla="*/ 64 h 88"/>
                  <a:gd name="T22" fmla="*/ 36 w 56"/>
                  <a:gd name="T23" fmla="*/ 64 h 88"/>
                  <a:gd name="T24" fmla="*/ 36 w 56"/>
                  <a:gd name="T25" fmla="*/ 80 h 88"/>
                  <a:gd name="T26" fmla="*/ 44 w 56"/>
                  <a:gd name="T27" fmla="*/ 80 h 88"/>
                  <a:gd name="T28" fmla="*/ 44 w 56"/>
                  <a:gd name="T29" fmla="*/ 76 h 88"/>
                  <a:gd name="T30" fmla="*/ 48 w 56"/>
                  <a:gd name="T31" fmla="*/ 76 h 88"/>
                  <a:gd name="T32" fmla="*/ 48 w 56"/>
                  <a:gd name="T33" fmla="*/ 88 h 88"/>
                  <a:gd name="T34" fmla="*/ 56 w 56"/>
                  <a:gd name="T35" fmla="*/ 88 h 88"/>
                  <a:gd name="T36" fmla="*/ 56 w 56"/>
                  <a:gd name="T37" fmla="*/ 12 h 88"/>
                  <a:gd name="T38" fmla="*/ 44 w 56"/>
                  <a:gd name="T3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6" h="88">
                    <a:moveTo>
                      <a:pt x="4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6" y="8"/>
                      <a:pt x="48" y="10"/>
                      <a:pt x="48" y="12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4" y="76"/>
                      <a:pt x="44" y="76"/>
                      <a:pt x="44" y="76"/>
                    </a:cubicBezTo>
                    <a:cubicBezTo>
                      <a:pt x="48" y="76"/>
                      <a:pt x="48" y="76"/>
                      <a:pt x="48" y="76"/>
                    </a:cubicBezTo>
                    <a:cubicBezTo>
                      <a:pt x="48" y="88"/>
                      <a:pt x="48" y="88"/>
                      <a:pt x="48" y="88"/>
                    </a:cubicBezTo>
                    <a:cubicBezTo>
                      <a:pt x="56" y="88"/>
                      <a:pt x="56" y="88"/>
                      <a:pt x="56" y="8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5"/>
                      <a:pt x="51" y="0"/>
                      <a:pt x="4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Oval 142"/>
              <p:cNvSpPr>
                <a:spLocks noChangeArrowheads="1"/>
              </p:cNvSpPr>
              <p:nvPr/>
            </p:nvSpPr>
            <p:spPr bwMode="auto">
              <a:xfrm>
                <a:off x="5734050" y="48847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Oval 143"/>
              <p:cNvSpPr>
                <a:spLocks noChangeArrowheads="1"/>
              </p:cNvSpPr>
              <p:nvPr/>
            </p:nvSpPr>
            <p:spPr bwMode="auto">
              <a:xfrm>
                <a:off x="5708650" y="49164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Oval 144"/>
              <p:cNvSpPr>
                <a:spLocks noChangeArrowheads="1"/>
              </p:cNvSpPr>
              <p:nvPr/>
            </p:nvSpPr>
            <p:spPr bwMode="auto">
              <a:xfrm>
                <a:off x="5759450" y="49164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Oval 145"/>
              <p:cNvSpPr>
                <a:spLocks noChangeArrowheads="1"/>
              </p:cNvSpPr>
              <p:nvPr/>
            </p:nvSpPr>
            <p:spPr bwMode="auto">
              <a:xfrm>
                <a:off x="5734050" y="49482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Oval 146"/>
              <p:cNvSpPr>
                <a:spLocks noChangeArrowheads="1"/>
              </p:cNvSpPr>
              <p:nvPr/>
            </p:nvSpPr>
            <p:spPr bwMode="auto">
              <a:xfrm>
                <a:off x="5683250" y="49482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Oval 147"/>
              <p:cNvSpPr>
                <a:spLocks noChangeArrowheads="1"/>
              </p:cNvSpPr>
              <p:nvPr/>
            </p:nvSpPr>
            <p:spPr bwMode="auto">
              <a:xfrm>
                <a:off x="5784850" y="49482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5038725" y="4810126"/>
              <a:ext cx="303213" cy="277813"/>
              <a:chOff x="5038725" y="4810126"/>
              <a:chExt cx="303213" cy="277813"/>
            </a:xfrm>
          </p:grpSpPr>
          <p:sp>
            <p:nvSpPr>
              <p:cNvPr id="150" name="Oval 148"/>
              <p:cNvSpPr>
                <a:spLocks noChangeArrowheads="1"/>
              </p:cNvSpPr>
              <p:nvPr/>
            </p:nvSpPr>
            <p:spPr bwMode="auto">
              <a:xfrm>
                <a:off x="5191125" y="48593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Oval 149"/>
              <p:cNvSpPr>
                <a:spLocks noChangeArrowheads="1"/>
              </p:cNvSpPr>
              <p:nvPr/>
            </p:nvSpPr>
            <p:spPr bwMode="auto">
              <a:xfrm>
                <a:off x="5165725" y="48910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Oval 150"/>
              <p:cNvSpPr>
                <a:spLocks noChangeArrowheads="1"/>
              </p:cNvSpPr>
              <p:nvPr/>
            </p:nvSpPr>
            <p:spPr bwMode="auto">
              <a:xfrm>
                <a:off x="5216525" y="48910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Oval 151"/>
              <p:cNvSpPr>
                <a:spLocks noChangeArrowheads="1"/>
              </p:cNvSpPr>
              <p:nvPr/>
            </p:nvSpPr>
            <p:spPr bwMode="auto">
              <a:xfrm>
                <a:off x="5191125" y="49228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Oval 152"/>
              <p:cNvSpPr>
                <a:spLocks noChangeArrowheads="1"/>
              </p:cNvSpPr>
              <p:nvPr/>
            </p:nvSpPr>
            <p:spPr bwMode="auto">
              <a:xfrm>
                <a:off x="5140325" y="49228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Oval 153"/>
              <p:cNvSpPr>
                <a:spLocks noChangeArrowheads="1"/>
              </p:cNvSpPr>
              <p:nvPr/>
            </p:nvSpPr>
            <p:spPr bwMode="auto">
              <a:xfrm>
                <a:off x="5241925" y="49228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154"/>
              <p:cNvSpPr>
                <a:spLocks noEditPoints="1"/>
              </p:cNvSpPr>
              <p:nvPr/>
            </p:nvSpPr>
            <p:spPr bwMode="auto">
              <a:xfrm>
                <a:off x="5038725" y="4810126"/>
                <a:ext cx="303213" cy="277813"/>
              </a:xfrm>
              <a:custGeom>
                <a:avLst/>
                <a:gdLst>
                  <a:gd name="T0" fmla="*/ 96 w 96"/>
                  <a:gd name="T1" fmla="*/ 52 h 88"/>
                  <a:gd name="T2" fmla="*/ 88 w 96"/>
                  <a:gd name="T3" fmla="*/ 52 h 88"/>
                  <a:gd name="T4" fmla="*/ 88 w 96"/>
                  <a:gd name="T5" fmla="*/ 12 h 88"/>
                  <a:gd name="T6" fmla="*/ 76 w 96"/>
                  <a:gd name="T7" fmla="*/ 0 h 88"/>
                  <a:gd name="T8" fmla="*/ 48 w 96"/>
                  <a:gd name="T9" fmla="*/ 0 h 88"/>
                  <a:gd name="T10" fmla="*/ 48 w 96"/>
                  <a:gd name="T11" fmla="*/ 12 h 88"/>
                  <a:gd name="T12" fmla="*/ 56 w 96"/>
                  <a:gd name="T13" fmla="*/ 12 h 88"/>
                  <a:gd name="T14" fmla="*/ 56 w 96"/>
                  <a:gd name="T15" fmla="*/ 8 h 88"/>
                  <a:gd name="T16" fmla="*/ 76 w 96"/>
                  <a:gd name="T17" fmla="*/ 8 h 88"/>
                  <a:gd name="T18" fmla="*/ 80 w 96"/>
                  <a:gd name="T19" fmla="*/ 12 h 88"/>
                  <a:gd name="T20" fmla="*/ 80 w 96"/>
                  <a:gd name="T21" fmla="*/ 52 h 88"/>
                  <a:gd name="T22" fmla="*/ 0 w 96"/>
                  <a:gd name="T23" fmla="*/ 52 h 88"/>
                  <a:gd name="T24" fmla="*/ 0 w 96"/>
                  <a:gd name="T25" fmla="*/ 60 h 88"/>
                  <a:gd name="T26" fmla="*/ 8 w 96"/>
                  <a:gd name="T27" fmla="*/ 60 h 88"/>
                  <a:gd name="T28" fmla="*/ 8 w 96"/>
                  <a:gd name="T29" fmla="*/ 64 h 88"/>
                  <a:gd name="T30" fmla="*/ 20 w 96"/>
                  <a:gd name="T31" fmla="*/ 80 h 88"/>
                  <a:gd name="T32" fmla="*/ 14 w 96"/>
                  <a:gd name="T33" fmla="*/ 88 h 88"/>
                  <a:gd name="T34" fmla="*/ 24 w 96"/>
                  <a:gd name="T35" fmla="*/ 88 h 88"/>
                  <a:gd name="T36" fmla="*/ 30 w 96"/>
                  <a:gd name="T37" fmla="*/ 80 h 88"/>
                  <a:gd name="T38" fmla="*/ 66 w 96"/>
                  <a:gd name="T39" fmla="*/ 80 h 88"/>
                  <a:gd name="T40" fmla="*/ 72 w 96"/>
                  <a:gd name="T41" fmla="*/ 88 h 88"/>
                  <a:gd name="T42" fmla="*/ 82 w 96"/>
                  <a:gd name="T43" fmla="*/ 88 h 88"/>
                  <a:gd name="T44" fmla="*/ 76 w 96"/>
                  <a:gd name="T45" fmla="*/ 80 h 88"/>
                  <a:gd name="T46" fmla="*/ 88 w 96"/>
                  <a:gd name="T47" fmla="*/ 64 h 88"/>
                  <a:gd name="T48" fmla="*/ 88 w 96"/>
                  <a:gd name="T49" fmla="*/ 60 h 88"/>
                  <a:gd name="T50" fmla="*/ 96 w 96"/>
                  <a:gd name="T51" fmla="*/ 60 h 88"/>
                  <a:gd name="T52" fmla="*/ 96 w 96"/>
                  <a:gd name="T53" fmla="*/ 52 h 88"/>
                  <a:gd name="T54" fmla="*/ 80 w 96"/>
                  <a:gd name="T55" fmla="*/ 64 h 88"/>
                  <a:gd name="T56" fmla="*/ 72 w 96"/>
                  <a:gd name="T57" fmla="*/ 72 h 88"/>
                  <a:gd name="T58" fmla="*/ 24 w 96"/>
                  <a:gd name="T59" fmla="*/ 72 h 88"/>
                  <a:gd name="T60" fmla="*/ 16 w 96"/>
                  <a:gd name="T61" fmla="*/ 64 h 88"/>
                  <a:gd name="T62" fmla="*/ 16 w 96"/>
                  <a:gd name="T63" fmla="*/ 60 h 88"/>
                  <a:gd name="T64" fmla="*/ 80 w 96"/>
                  <a:gd name="T65" fmla="*/ 60 h 88"/>
                  <a:gd name="T66" fmla="*/ 80 w 96"/>
                  <a:gd name="T67" fmla="*/ 6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6" h="88">
                    <a:moveTo>
                      <a:pt x="96" y="52"/>
                    </a:moveTo>
                    <a:cubicBezTo>
                      <a:pt x="88" y="52"/>
                      <a:pt x="88" y="52"/>
                      <a:pt x="88" y="52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5"/>
                      <a:pt x="83" y="0"/>
                      <a:pt x="76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8" y="8"/>
                      <a:pt x="80" y="10"/>
                      <a:pt x="80" y="12"/>
                    </a:cubicBezTo>
                    <a:cubicBezTo>
                      <a:pt x="80" y="52"/>
                      <a:pt x="80" y="52"/>
                      <a:pt x="80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72"/>
                      <a:pt x="13" y="78"/>
                      <a:pt x="20" y="80"/>
                    </a:cubicBezTo>
                    <a:cubicBezTo>
                      <a:pt x="14" y="88"/>
                      <a:pt x="14" y="88"/>
                      <a:pt x="14" y="88"/>
                    </a:cubicBezTo>
                    <a:cubicBezTo>
                      <a:pt x="24" y="88"/>
                      <a:pt x="24" y="88"/>
                      <a:pt x="24" y="8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72" y="88"/>
                      <a:pt x="72" y="88"/>
                      <a:pt x="72" y="88"/>
                    </a:cubicBezTo>
                    <a:cubicBezTo>
                      <a:pt x="82" y="88"/>
                      <a:pt x="82" y="88"/>
                      <a:pt x="82" y="88"/>
                    </a:cubicBezTo>
                    <a:cubicBezTo>
                      <a:pt x="76" y="80"/>
                      <a:pt x="76" y="80"/>
                      <a:pt x="76" y="80"/>
                    </a:cubicBezTo>
                    <a:cubicBezTo>
                      <a:pt x="83" y="78"/>
                      <a:pt x="88" y="72"/>
                      <a:pt x="88" y="64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96" y="60"/>
                      <a:pt x="96" y="60"/>
                      <a:pt x="96" y="60"/>
                    </a:cubicBezTo>
                    <a:lnTo>
                      <a:pt x="96" y="52"/>
                    </a:lnTo>
                    <a:close/>
                    <a:moveTo>
                      <a:pt x="80" y="64"/>
                    </a:moveTo>
                    <a:cubicBezTo>
                      <a:pt x="80" y="68"/>
                      <a:pt x="76" y="72"/>
                      <a:pt x="72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0" y="72"/>
                      <a:pt x="16" y="68"/>
                      <a:pt x="16" y="64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80" y="60"/>
                      <a:pt x="80" y="60"/>
                      <a:pt x="80" y="60"/>
                    </a:cubicBezTo>
                    <a:lnTo>
                      <a:pt x="80" y="6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7" name="Freeform 155"/>
            <p:cNvSpPr>
              <a:spLocks noEditPoints="1"/>
            </p:cNvSpPr>
            <p:nvPr/>
          </p:nvSpPr>
          <p:spPr bwMode="auto">
            <a:xfrm>
              <a:off x="6276975" y="4872038"/>
              <a:ext cx="254000" cy="203200"/>
            </a:xfrm>
            <a:custGeom>
              <a:avLst/>
              <a:gdLst>
                <a:gd name="T0" fmla="*/ 78 w 80"/>
                <a:gd name="T1" fmla="*/ 32 h 64"/>
                <a:gd name="T2" fmla="*/ 72 w 80"/>
                <a:gd name="T3" fmla="*/ 30 h 64"/>
                <a:gd name="T4" fmla="*/ 72 w 80"/>
                <a:gd name="T5" fmla="*/ 0 h 64"/>
                <a:gd name="T6" fmla="*/ 64 w 80"/>
                <a:gd name="T7" fmla="*/ 0 h 64"/>
                <a:gd name="T8" fmla="*/ 64 w 80"/>
                <a:gd name="T9" fmla="*/ 8 h 64"/>
                <a:gd name="T10" fmla="*/ 16 w 80"/>
                <a:gd name="T11" fmla="*/ 8 h 64"/>
                <a:gd name="T12" fmla="*/ 16 w 80"/>
                <a:gd name="T13" fmla="*/ 0 h 64"/>
                <a:gd name="T14" fmla="*/ 8 w 80"/>
                <a:gd name="T15" fmla="*/ 0 h 64"/>
                <a:gd name="T16" fmla="*/ 8 w 80"/>
                <a:gd name="T17" fmla="*/ 30 h 64"/>
                <a:gd name="T18" fmla="*/ 2 w 80"/>
                <a:gd name="T19" fmla="*/ 32 h 64"/>
                <a:gd name="T20" fmla="*/ 0 w 80"/>
                <a:gd name="T21" fmla="*/ 36 h 64"/>
                <a:gd name="T22" fmla="*/ 0 w 80"/>
                <a:gd name="T23" fmla="*/ 64 h 64"/>
                <a:gd name="T24" fmla="*/ 8 w 80"/>
                <a:gd name="T25" fmla="*/ 64 h 64"/>
                <a:gd name="T26" fmla="*/ 8 w 80"/>
                <a:gd name="T27" fmla="*/ 56 h 64"/>
                <a:gd name="T28" fmla="*/ 72 w 80"/>
                <a:gd name="T29" fmla="*/ 56 h 64"/>
                <a:gd name="T30" fmla="*/ 72 w 80"/>
                <a:gd name="T31" fmla="*/ 64 h 64"/>
                <a:gd name="T32" fmla="*/ 80 w 80"/>
                <a:gd name="T33" fmla="*/ 64 h 64"/>
                <a:gd name="T34" fmla="*/ 80 w 80"/>
                <a:gd name="T35" fmla="*/ 36 h 64"/>
                <a:gd name="T36" fmla="*/ 78 w 80"/>
                <a:gd name="T37" fmla="*/ 32 h 64"/>
                <a:gd name="T38" fmla="*/ 64 w 80"/>
                <a:gd name="T39" fmla="*/ 16 h 64"/>
                <a:gd name="T40" fmla="*/ 64 w 80"/>
                <a:gd name="T41" fmla="*/ 27 h 64"/>
                <a:gd name="T42" fmla="*/ 44 w 80"/>
                <a:gd name="T43" fmla="*/ 24 h 64"/>
                <a:gd name="T44" fmla="*/ 44 w 80"/>
                <a:gd name="T45" fmla="*/ 16 h 64"/>
                <a:gd name="T46" fmla="*/ 64 w 80"/>
                <a:gd name="T47" fmla="*/ 16 h 64"/>
                <a:gd name="T48" fmla="*/ 16 w 80"/>
                <a:gd name="T49" fmla="*/ 16 h 64"/>
                <a:gd name="T50" fmla="*/ 36 w 80"/>
                <a:gd name="T51" fmla="*/ 16 h 64"/>
                <a:gd name="T52" fmla="*/ 36 w 80"/>
                <a:gd name="T53" fmla="*/ 24 h 64"/>
                <a:gd name="T54" fmla="*/ 16 w 80"/>
                <a:gd name="T55" fmla="*/ 27 h 64"/>
                <a:gd name="T56" fmla="*/ 16 w 80"/>
                <a:gd name="T57" fmla="*/ 16 h 64"/>
                <a:gd name="T58" fmla="*/ 8 w 80"/>
                <a:gd name="T59" fmla="*/ 39 h 64"/>
                <a:gd name="T60" fmla="*/ 72 w 80"/>
                <a:gd name="T61" fmla="*/ 39 h 64"/>
                <a:gd name="T62" fmla="*/ 72 w 80"/>
                <a:gd name="T63" fmla="*/ 48 h 64"/>
                <a:gd name="T64" fmla="*/ 8 w 80"/>
                <a:gd name="T65" fmla="*/ 48 h 64"/>
                <a:gd name="T66" fmla="*/ 8 w 80"/>
                <a:gd name="T67" fmla="*/ 3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64">
                  <a:moveTo>
                    <a:pt x="78" y="32"/>
                  </a:moveTo>
                  <a:cubicBezTo>
                    <a:pt x="76" y="32"/>
                    <a:pt x="74" y="31"/>
                    <a:pt x="72" y="3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6" y="31"/>
                    <a:pt x="4" y="32"/>
                    <a:pt x="2" y="32"/>
                  </a:cubicBezTo>
                  <a:cubicBezTo>
                    <a:pt x="1" y="33"/>
                    <a:pt x="0" y="34"/>
                    <a:pt x="0" y="3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34"/>
                    <a:pt x="79" y="33"/>
                    <a:pt x="78" y="32"/>
                  </a:cubicBezTo>
                  <a:close/>
                  <a:moveTo>
                    <a:pt x="64" y="16"/>
                  </a:moveTo>
                  <a:cubicBezTo>
                    <a:pt x="64" y="27"/>
                    <a:pt x="64" y="27"/>
                    <a:pt x="64" y="27"/>
                  </a:cubicBezTo>
                  <a:cubicBezTo>
                    <a:pt x="58" y="26"/>
                    <a:pt x="51" y="25"/>
                    <a:pt x="44" y="24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64" y="16"/>
                  </a:lnTo>
                  <a:close/>
                  <a:moveTo>
                    <a:pt x="16" y="16"/>
                  </a:moveTo>
                  <a:cubicBezTo>
                    <a:pt x="36" y="16"/>
                    <a:pt x="36" y="16"/>
                    <a:pt x="36" y="16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29" y="25"/>
                    <a:pt x="23" y="26"/>
                    <a:pt x="16" y="27"/>
                  </a:cubicBezTo>
                  <a:lnTo>
                    <a:pt x="16" y="16"/>
                  </a:lnTo>
                  <a:close/>
                  <a:moveTo>
                    <a:pt x="8" y="39"/>
                  </a:moveTo>
                  <a:cubicBezTo>
                    <a:pt x="28" y="30"/>
                    <a:pt x="52" y="30"/>
                    <a:pt x="72" y="39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8" y="39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4" name="组合 203"/>
            <p:cNvGrpSpPr/>
            <p:nvPr/>
          </p:nvGrpSpPr>
          <p:grpSpPr>
            <a:xfrm>
              <a:off x="6897688" y="4822826"/>
              <a:ext cx="239713" cy="252413"/>
              <a:chOff x="6897688" y="4822826"/>
              <a:chExt cx="239713" cy="252413"/>
            </a:xfrm>
          </p:grpSpPr>
          <p:sp>
            <p:nvSpPr>
              <p:cNvPr id="158" name="Rectangle 156"/>
              <p:cNvSpPr>
                <a:spLocks noChangeArrowheads="1"/>
              </p:cNvSpPr>
              <p:nvPr/>
            </p:nvSpPr>
            <p:spPr bwMode="auto">
              <a:xfrm>
                <a:off x="6897688" y="4910138"/>
                <a:ext cx="1381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157"/>
              <p:cNvSpPr>
                <a:spLocks noEditPoints="1"/>
              </p:cNvSpPr>
              <p:nvPr/>
            </p:nvSpPr>
            <p:spPr bwMode="auto">
              <a:xfrm>
                <a:off x="6897688" y="4822826"/>
                <a:ext cx="239713" cy="252413"/>
              </a:xfrm>
              <a:custGeom>
                <a:avLst/>
                <a:gdLst>
                  <a:gd name="T0" fmla="*/ 68 w 76"/>
                  <a:gd name="T1" fmla="*/ 0 h 80"/>
                  <a:gd name="T2" fmla="*/ 56 w 76"/>
                  <a:gd name="T3" fmla="*/ 0 h 80"/>
                  <a:gd name="T4" fmla="*/ 48 w 76"/>
                  <a:gd name="T5" fmla="*/ 8 h 80"/>
                  <a:gd name="T6" fmla="*/ 48 w 76"/>
                  <a:gd name="T7" fmla="*/ 40 h 80"/>
                  <a:gd name="T8" fmla="*/ 4 w 76"/>
                  <a:gd name="T9" fmla="*/ 40 h 80"/>
                  <a:gd name="T10" fmla="*/ 0 w 76"/>
                  <a:gd name="T11" fmla="*/ 44 h 80"/>
                  <a:gd name="T12" fmla="*/ 16 w 76"/>
                  <a:gd name="T13" fmla="*/ 60 h 80"/>
                  <a:gd name="T14" fmla="*/ 35 w 76"/>
                  <a:gd name="T15" fmla="*/ 60 h 80"/>
                  <a:gd name="T16" fmla="*/ 32 w 76"/>
                  <a:gd name="T17" fmla="*/ 75 h 80"/>
                  <a:gd name="T18" fmla="*/ 33 w 76"/>
                  <a:gd name="T19" fmla="*/ 79 h 80"/>
                  <a:gd name="T20" fmla="*/ 36 w 76"/>
                  <a:gd name="T21" fmla="*/ 80 h 80"/>
                  <a:gd name="T22" fmla="*/ 72 w 76"/>
                  <a:gd name="T23" fmla="*/ 80 h 80"/>
                  <a:gd name="T24" fmla="*/ 76 w 76"/>
                  <a:gd name="T25" fmla="*/ 76 h 80"/>
                  <a:gd name="T26" fmla="*/ 76 w 76"/>
                  <a:gd name="T27" fmla="*/ 8 h 80"/>
                  <a:gd name="T28" fmla="*/ 68 w 76"/>
                  <a:gd name="T29" fmla="*/ 0 h 80"/>
                  <a:gd name="T30" fmla="*/ 68 w 76"/>
                  <a:gd name="T31" fmla="*/ 8 h 80"/>
                  <a:gd name="T32" fmla="*/ 68 w 76"/>
                  <a:gd name="T33" fmla="*/ 16 h 80"/>
                  <a:gd name="T34" fmla="*/ 56 w 76"/>
                  <a:gd name="T35" fmla="*/ 16 h 80"/>
                  <a:gd name="T36" fmla="*/ 56 w 76"/>
                  <a:gd name="T37" fmla="*/ 8 h 80"/>
                  <a:gd name="T38" fmla="*/ 68 w 76"/>
                  <a:gd name="T39" fmla="*/ 8 h 80"/>
                  <a:gd name="T40" fmla="*/ 41 w 76"/>
                  <a:gd name="T41" fmla="*/ 72 h 80"/>
                  <a:gd name="T42" fmla="*/ 44 w 76"/>
                  <a:gd name="T43" fmla="*/ 57 h 80"/>
                  <a:gd name="T44" fmla="*/ 43 w 76"/>
                  <a:gd name="T45" fmla="*/ 53 h 80"/>
                  <a:gd name="T46" fmla="*/ 40 w 76"/>
                  <a:gd name="T47" fmla="*/ 52 h 80"/>
                  <a:gd name="T48" fmla="*/ 16 w 76"/>
                  <a:gd name="T49" fmla="*/ 52 h 80"/>
                  <a:gd name="T50" fmla="*/ 9 w 76"/>
                  <a:gd name="T51" fmla="*/ 48 h 80"/>
                  <a:gd name="T52" fmla="*/ 52 w 76"/>
                  <a:gd name="T53" fmla="*/ 48 h 80"/>
                  <a:gd name="T54" fmla="*/ 56 w 76"/>
                  <a:gd name="T55" fmla="*/ 44 h 80"/>
                  <a:gd name="T56" fmla="*/ 56 w 76"/>
                  <a:gd name="T57" fmla="*/ 24 h 80"/>
                  <a:gd name="T58" fmla="*/ 68 w 76"/>
                  <a:gd name="T59" fmla="*/ 24 h 80"/>
                  <a:gd name="T60" fmla="*/ 68 w 76"/>
                  <a:gd name="T61" fmla="*/ 72 h 80"/>
                  <a:gd name="T62" fmla="*/ 41 w 76"/>
                  <a:gd name="T63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6" h="80">
                    <a:moveTo>
                      <a:pt x="68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2" y="0"/>
                      <a:pt x="48" y="4"/>
                      <a:pt x="48" y="8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2" y="40"/>
                      <a:pt x="0" y="42"/>
                      <a:pt x="0" y="44"/>
                    </a:cubicBezTo>
                    <a:cubicBezTo>
                      <a:pt x="0" y="53"/>
                      <a:pt x="7" y="60"/>
                      <a:pt x="16" y="60"/>
                    </a:cubicBezTo>
                    <a:cubicBezTo>
                      <a:pt x="35" y="60"/>
                      <a:pt x="35" y="60"/>
                      <a:pt x="35" y="60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2" y="76"/>
                      <a:pt x="32" y="78"/>
                      <a:pt x="33" y="79"/>
                    </a:cubicBezTo>
                    <a:cubicBezTo>
                      <a:pt x="34" y="79"/>
                      <a:pt x="35" y="80"/>
                      <a:pt x="36" y="80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4" y="80"/>
                      <a:pt x="76" y="78"/>
                      <a:pt x="76" y="76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6" y="4"/>
                      <a:pt x="72" y="0"/>
                      <a:pt x="68" y="0"/>
                    </a:cubicBezTo>
                    <a:close/>
                    <a:moveTo>
                      <a:pt x="68" y="8"/>
                    </a:moveTo>
                    <a:cubicBezTo>
                      <a:pt x="68" y="16"/>
                      <a:pt x="68" y="16"/>
                      <a:pt x="68" y="16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8"/>
                      <a:pt x="56" y="8"/>
                      <a:pt x="56" y="8"/>
                    </a:cubicBezTo>
                    <a:lnTo>
                      <a:pt x="68" y="8"/>
                    </a:lnTo>
                    <a:close/>
                    <a:moveTo>
                      <a:pt x="41" y="72"/>
                    </a:moveTo>
                    <a:cubicBezTo>
                      <a:pt x="44" y="57"/>
                      <a:pt x="44" y="57"/>
                      <a:pt x="44" y="57"/>
                    </a:cubicBezTo>
                    <a:cubicBezTo>
                      <a:pt x="44" y="56"/>
                      <a:pt x="44" y="54"/>
                      <a:pt x="43" y="53"/>
                    </a:cubicBezTo>
                    <a:cubicBezTo>
                      <a:pt x="42" y="53"/>
                      <a:pt x="41" y="52"/>
                      <a:pt x="40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13" y="52"/>
                      <a:pt x="10" y="50"/>
                      <a:pt x="9" y="4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4" y="48"/>
                      <a:pt x="56" y="46"/>
                      <a:pt x="56" y="44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72"/>
                      <a:pt x="68" y="72"/>
                      <a:pt x="68" y="72"/>
                    </a:cubicBezTo>
                    <a:lnTo>
                      <a:pt x="41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674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107395"/>
            <a:ext cx="7200000" cy="4180133"/>
            <a:chOff x="3219450" y="1760538"/>
            <a:chExt cx="5753101" cy="3340101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8123238" y="4214813"/>
              <a:ext cx="201613" cy="252413"/>
            </a:xfrm>
            <a:custGeom>
              <a:avLst/>
              <a:gdLst>
                <a:gd name="T0" fmla="*/ 63 w 64"/>
                <a:gd name="T1" fmla="*/ 1 h 80"/>
                <a:gd name="T2" fmla="*/ 59 w 64"/>
                <a:gd name="T3" fmla="*/ 0 h 80"/>
                <a:gd name="T4" fmla="*/ 39 w 64"/>
                <a:gd name="T5" fmla="*/ 4 h 80"/>
                <a:gd name="T6" fmla="*/ 36 w 64"/>
                <a:gd name="T7" fmla="*/ 8 h 80"/>
                <a:gd name="T8" fmla="*/ 29 w 64"/>
                <a:gd name="T9" fmla="*/ 8 h 80"/>
                <a:gd name="T10" fmla="*/ 5 w 64"/>
                <a:gd name="T11" fmla="*/ 0 h 80"/>
                <a:gd name="T12" fmla="*/ 3 w 64"/>
                <a:gd name="T13" fmla="*/ 8 h 80"/>
                <a:gd name="T14" fmla="*/ 14 w 64"/>
                <a:gd name="T15" fmla="*/ 12 h 80"/>
                <a:gd name="T16" fmla="*/ 0 w 64"/>
                <a:gd name="T17" fmla="*/ 36 h 80"/>
                <a:gd name="T18" fmla="*/ 0 w 64"/>
                <a:gd name="T19" fmla="*/ 64 h 80"/>
                <a:gd name="T20" fmla="*/ 8 w 64"/>
                <a:gd name="T21" fmla="*/ 64 h 80"/>
                <a:gd name="T22" fmla="*/ 8 w 64"/>
                <a:gd name="T23" fmla="*/ 36 h 80"/>
                <a:gd name="T24" fmla="*/ 24 w 64"/>
                <a:gd name="T25" fmla="*/ 16 h 80"/>
                <a:gd name="T26" fmla="*/ 24 w 64"/>
                <a:gd name="T27" fmla="*/ 21 h 80"/>
                <a:gd name="T28" fmla="*/ 12 w 64"/>
                <a:gd name="T29" fmla="*/ 36 h 80"/>
                <a:gd name="T30" fmla="*/ 12 w 64"/>
                <a:gd name="T31" fmla="*/ 76 h 80"/>
                <a:gd name="T32" fmla="*/ 16 w 64"/>
                <a:gd name="T33" fmla="*/ 80 h 80"/>
                <a:gd name="T34" fmla="*/ 40 w 64"/>
                <a:gd name="T35" fmla="*/ 80 h 80"/>
                <a:gd name="T36" fmla="*/ 44 w 64"/>
                <a:gd name="T37" fmla="*/ 76 h 80"/>
                <a:gd name="T38" fmla="*/ 44 w 64"/>
                <a:gd name="T39" fmla="*/ 36 h 80"/>
                <a:gd name="T40" fmla="*/ 32 w 64"/>
                <a:gd name="T41" fmla="*/ 21 h 80"/>
                <a:gd name="T42" fmla="*/ 32 w 64"/>
                <a:gd name="T43" fmla="*/ 16 h 80"/>
                <a:gd name="T44" fmla="*/ 36 w 64"/>
                <a:gd name="T45" fmla="*/ 16 h 80"/>
                <a:gd name="T46" fmla="*/ 39 w 64"/>
                <a:gd name="T47" fmla="*/ 20 h 80"/>
                <a:gd name="T48" fmla="*/ 59 w 64"/>
                <a:gd name="T49" fmla="*/ 24 h 80"/>
                <a:gd name="T50" fmla="*/ 63 w 64"/>
                <a:gd name="T51" fmla="*/ 23 h 80"/>
                <a:gd name="T52" fmla="*/ 64 w 64"/>
                <a:gd name="T53" fmla="*/ 20 h 80"/>
                <a:gd name="T54" fmla="*/ 64 w 64"/>
                <a:gd name="T55" fmla="*/ 4 h 80"/>
                <a:gd name="T56" fmla="*/ 63 w 64"/>
                <a:gd name="T57" fmla="*/ 1 h 80"/>
                <a:gd name="T58" fmla="*/ 36 w 64"/>
                <a:gd name="T59" fmla="*/ 60 h 80"/>
                <a:gd name="T60" fmla="*/ 32 w 64"/>
                <a:gd name="T61" fmla="*/ 60 h 80"/>
                <a:gd name="T62" fmla="*/ 32 w 64"/>
                <a:gd name="T63" fmla="*/ 44 h 80"/>
                <a:gd name="T64" fmla="*/ 36 w 64"/>
                <a:gd name="T65" fmla="*/ 44 h 80"/>
                <a:gd name="T66" fmla="*/ 36 w 64"/>
                <a:gd name="T67" fmla="*/ 60 h 80"/>
                <a:gd name="T68" fmla="*/ 36 w 64"/>
                <a:gd name="T69" fmla="*/ 36 h 80"/>
                <a:gd name="T70" fmla="*/ 28 w 64"/>
                <a:gd name="T71" fmla="*/ 36 h 80"/>
                <a:gd name="T72" fmla="*/ 24 w 64"/>
                <a:gd name="T73" fmla="*/ 40 h 80"/>
                <a:gd name="T74" fmla="*/ 24 w 64"/>
                <a:gd name="T75" fmla="*/ 64 h 80"/>
                <a:gd name="T76" fmla="*/ 28 w 64"/>
                <a:gd name="T77" fmla="*/ 68 h 80"/>
                <a:gd name="T78" fmla="*/ 36 w 64"/>
                <a:gd name="T79" fmla="*/ 68 h 80"/>
                <a:gd name="T80" fmla="*/ 36 w 64"/>
                <a:gd name="T81" fmla="*/ 72 h 80"/>
                <a:gd name="T82" fmla="*/ 20 w 64"/>
                <a:gd name="T83" fmla="*/ 72 h 80"/>
                <a:gd name="T84" fmla="*/ 20 w 64"/>
                <a:gd name="T85" fmla="*/ 36 h 80"/>
                <a:gd name="T86" fmla="*/ 28 w 64"/>
                <a:gd name="T87" fmla="*/ 28 h 80"/>
                <a:gd name="T88" fmla="*/ 36 w 64"/>
                <a:gd name="T89" fmla="*/ 36 h 80"/>
                <a:gd name="T90" fmla="*/ 56 w 64"/>
                <a:gd name="T91" fmla="*/ 15 h 80"/>
                <a:gd name="T92" fmla="*/ 44 w 64"/>
                <a:gd name="T93" fmla="*/ 13 h 80"/>
                <a:gd name="T94" fmla="*/ 44 w 64"/>
                <a:gd name="T95" fmla="*/ 11 h 80"/>
                <a:gd name="T96" fmla="*/ 56 w 64"/>
                <a:gd name="T97" fmla="*/ 9 h 80"/>
                <a:gd name="T98" fmla="*/ 56 w 64"/>
                <a:gd name="T99" fmla="*/ 15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4" h="80">
                  <a:moveTo>
                    <a:pt x="63" y="1"/>
                  </a:moveTo>
                  <a:cubicBezTo>
                    <a:pt x="62" y="0"/>
                    <a:pt x="60" y="0"/>
                    <a:pt x="59" y="0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7" y="4"/>
                    <a:pt x="36" y="6"/>
                    <a:pt x="36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6" y="16"/>
                    <a:pt x="0" y="26"/>
                    <a:pt x="0" y="3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26"/>
                    <a:pt x="15" y="18"/>
                    <a:pt x="24" y="16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7" y="22"/>
                    <a:pt x="12" y="29"/>
                    <a:pt x="12" y="3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8"/>
                    <a:pt x="14" y="80"/>
                    <a:pt x="16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2" y="80"/>
                    <a:pt x="44" y="78"/>
                    <a:pt x="44" y="7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29"/>
                    <a:pt x="39" y="22"/>
                    <a:pt x="32" y="21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8"/>
                    <a:pt x="37" y="20"/>
                    <a:pt x="39" y="20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60" y="24"/>
                    <a:pt x="62" y="24"/>
                    <a:pt x="63" y="23"/>
                  </a:cubicBezTo>
                  <a:cubicBezTo>
                    <a:pt x="63" y="22"/>
                    <a:pt x="64" y="21"/>
                    <a:pt x="64" y="2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"/>
                    <a:pt x="63" y="2"/>
                    <a:pt x="63" y="1"/>
                  </a:cubicBezTo>
                  <a:close/>
                  <a:moveTo>
                    <a:pt x="36" y="60"/>
                  </a:moveTo>
                  <a:cubicBezTo>
                    <a:pt x="32" y="60"/>
                    <a:pt x="32" y="60"/>
                    <a:pt x="32" y="60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36" y="60"/>
                  </a:lnTo>
                  <a:close/>
                  <a:moveTo>
                    <a:pt x="36" y="36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6" y="36"/>
                    <a:pt x="24" y="38"/>
                    <a:pt x="24" y="40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6"/>
                    <a:pt x="26" y="68"/>
                    <a:pt x="28" y="68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2"/>
                    <a:pt x="24" y="28"/>
                    <a:pt x="28" y="28"/>
                  </a:cubicBezTo>
                  <a:cubicBezTo>
                    <a:pt x="32" y="28"/>
                    <a:pt x="36" y="32"/>
                    <a:pt x="36" y="36"/>
                  </a:cubicBezTo>
                  <a:close/>
                  <a:moveTo>
                    <a:pt x="56" y="15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56" y="9"/>
                    <a:pt x="56" y="9"/>
                    <a:pt x="56" y="9"/>
                  </a:cubicBezTo>
                  <a:lnTo>
                    <a:pt x="56" y="1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7504113" y="4227513"/>
              <a:ext cx="239713" cy="227013"/>
            </a:xfrm>
            <a:custGeom>
              <a:avLst/>
              <a:gdLst>
                <a:gd name="T0" fmla="*/ 76 w 76"/>
                <a:gd name="T1" fmla="*/ 2 h 72"/>
                <a:gd name="T2" fmla="*/ 72 w 76"/>
                <a:gd name="T3" fmla="*/ 0 h 72"/>
                <a:gd name="T4" fmla="*/ 20 w 76"/>
                <a:gd name="T5" fmla="*/ 0 h 72"/>
                <a:gd name="T6" fmla="*/ 0 w 76"/>
                <a:gd name="T7" fmla="*/ 20 h 72"/>
                <a:gd name="T8" fmla="*/ 20 w 76"/>
                <a:gd name="T9" fmla="*/ 40 h 72"/>
                <a:gd name="T10" fmla="*/ 28 w 76"/>
                <a:gd name="T11" fmla="*/ 40 h 72"/>
                <a:gd name="T12" fmla="*/ 28 w 76"/>
                <a:gd name="T13" fmla="*/ 49 h 72"/>
                <a:gd name="T14" fmla="*/ 8 w 76"/>
                <a:gd name="T15" fmla="*/ 55 h 72"/>
                <a:gd name="T16" fmla="*/ 8 w 76"/>
                <a:gd name="T17" fmla="*/ 44 h 72"/>
                <a:gd name="T18" fmla="*/ 0 w 76"/>
                <a:gd name="T19" fmla="*/ 44 h 72"/>
                <a:gd name="T20" fmla="*/ 0 w 76"/>
                <a:gd name="T21" fmla="*/ 72 h 72"/>
                <a:gd name="T22" fmla="*/ 8 w 76"/>
                <a:gd name="T23" fmla="*/ 72 h 72"/>
                <a:gd name="T24" fmla="*/ 8 w 76"/>
                <a:gd name="T25" fmla="*/ 63 h 72"/>
                <a:gd name="T26" fmla="*/ 33 w 76"/>
                <a:gd name="T27" fmla="*/ 56 h 72"/>
                <a:gd name="T28" fmla="*/ 36 w 76"/>
                <a:gd name="T29" fmla="*/ 52 h 72"/>
                <a:gd name="T30" fmla="*/ 36 w 76"/>
                <a:gd name="T31" fmla="*/ 40 h 72"/>
                <a:gd name="T32" fmla="*/ 52 w 76"/>
                <a:gd name="T33" fmla="*/ 40 h 72"/>
                <a:gd name="T34" fmla="*/ 56 w 76"/>
                <a:gd name="T35" fmla="*/ 36 h 72"/>
                <a:gd name="T36" fmla="*/ 64 w 76"/>
                <a:gd name="T37" fmla="*/ 36 h 72"/>
                <a:gd name="T38" fmla="*/ 68 w 76"/>
                <a:gd name="T39" fmla="*/ 32 h 72"/>
                <a:gd name="T40" fmla="*/ 68 w 76"/>
                <a:gd name="T41" fmla="*/ 20 h 72"/>
                <a:gd name="T42" fmla="*/ 65 w 76"/>
                <a:gd name="T43" fmla="*/ 16 h 72"/>
                <a:gd name="T44" fmla="*/ 75 w 76"/>
                <a:gd name="T45" fmla="*/ 7 h 72"/>
                <a:gd name="T46" fmla="*/ 76 w 76"/>
                <a:gd name="T47" fmla="*/ 2 h 72"/>
                <a:gd name="T48" fmla="*/ 49 w 76"/>
                <a:gd name="T49" fmla="*/ 21 h 72"/>
                <a:gd name="T50" fmla="*/ 48 w 76"/>
                <a:gd name="T51" fmla="*/ 24 h 72"/>
                <a:gd name="T52" fmla="*/ 48 w 76"/>
                <a:gd name="T53" fmla="*/ 32 h 72"/>
                <a:gd name="T54" fmla="*/ 20 w 76"/>
                <a:gd name="T55" fmla="*/ 32 h 72"/>
                <a:gd name="T56" fmla="*/ 8 w 76"/>
                <a:gd name="T57" fmla="*/ 20 h 72"/>
                <a:gd name="T58" fmla="*/ 16 w 76"/>
                <a:gd name="T59" fmla="*/ 9 h 72"/>
                <a:gd name="T60" fmla="*/ 16 w 76"/>
                <a:gd name="T61" fmla="*/ 20 h 72"/>
                <a:gd name="T62" fmla="*/ 24 w 76"/>
                <a:gd name="T63" fmla="*/ 20 h 72"/>
                <a:gd name="T64" fmla="*/ 24 w 76"/>
                <a:gd name="T65" fmla="*/ 8 h 72"/>
                <a:gd name="T66" fmla="*/ 28 w 76"/>
                <a:gd name="T67" fmla="*/ 8 h 72"/>
                <a:gd name="T68" fmla="*/ 28 w 76"/>
                <a:gd name="T69" fmla="*/ 16 h 72"/>
                <a:gd name="T70" fmla="*/ 36 w 76"/>
                <a:gd name="T71" fmla="*/ 16 h 72"/>
                <a:gd name="T72" fmla="*/ 36 w 76"/>
                <a:gd name="T73" fmla="*/ 8 h 72"/>
                <a:gd name="T74" fmla="*/ 62 w 76"/>
                <a:gd name="T75" fmla="*/ 8 h 72"/>
                <a:gd name="T76" fmla="*/ 49 w 76"/>
                <a:gd name="T77" fmla="*/ 21 h 72"/>
                <a:gd name="T78" fmla="*/ 60 w 76"/>
                <a:gd name="T79" fmla="*/ 24 h 72"/>
                <a:gd name="T80" fmla="*/ 60 w 76"/>
                <a:gd name="T81" fmla="*/ 28 h 72"/>
                <a:gd name="T82" fmla="*/ 56 w 76"/>
                <a:gd name="T83" fmla="*/ 28 h 72"/>
                <a:gd name="T84" fmla="*/ 56 w 76"/>
                <a:gd name="T85" fmla="*/ 26 h 72"/>
                <a:gd name="T86" fmla="*/ 58 w 76"/>
                <a:gd name="T87" fmla="*/ 24 h 72"/>
                <a:gd name="T88" fmla="*/ 60 w 76"/>
                <a:gd name="T89" fmla="*/ 2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72">
                  <a:moveTo>
                    <a:pt x="76" y="2"/>
                  </a:moveTo>
                  <a:cubicBezTo>
                    <a:pt x="75" y="1"/>
                    <a:pt x="74" y="0"/>
                    <a:pt x="7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5" y="55"/>
                    <a:pt x="36" y="54"/>
                    <a:pt x="36" y="5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4" y="40"/>
                    <a:pt x="56" y="38"/>
                    <a:pt x="56" y="3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6" y="36"/>
                    <a:pt x="68" y="34"/>
                    <a:pt x="68" y="32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68" y="18"/>
                    <a:pt x="67" y="17"/>
                    <a:pt x="65" y="16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6" y="6"/>
                    <a:pt x="76" y="4"/>
                    <a:pt x="76" y="2"/>
                  </a:cubicBezTo>
                  <a:close/>
                  <a:moveTo>
                    <a:pt x="49" y="21"/>
                  </a:moveTo>
                  <a:cubicBezTo>
                    <a:pt x="48" y="22"/>
                    <a:pt x="48" y="23"/>
                    <a:pt x="48" y="24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3" y="32"/>
                    <a:pt x="8" y="27"/>
                    <a:pt x="8" y="20"/>
                  </a:cubicBezTo>
                  <a:cubicBezTo>
                    <a:pt x="8" y="15"/>
                    <a:pt x="11" y="10"/>
                    <a:pt x="16" y="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62" y="8"/>
                    <a:pt x="62" y="8"/>
                    <a:pt x="62" y="8"/>
                  </a:cubicBezTo>
                  <a:lnTo>
                    <a:pt x="49" y="21"/>
                  </a:lnTo>
                  <a:close/>
                  <a:moveTo>
                    <a:pt x="60" y="24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8" y="24"/>
                    <a:pt x="58" y="24"/>
                    <a:pt x="58" y="24"/>
                  </a:cubicBezTo>
                  <a:lnTo>
                    <a:pt x="60" y="2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0" name="组合 199"/>
            <p:cNvGrpSpPr/>
            <p:nvPr/>
          </p:nvGrpSpPr>
          <p:grpSpPr>
            <a:xfrm>
              <a:off x="6872288" y="4291013"/>
              <a:ext cx="277813" cy="201613"/>
              <a:chOff x="6872288" y="4291013"/>
              <a:chExt cx="277813" cy="201613"/>
            </a:xfrm>
          </p:grpSpPr>
          <p:sp>
            <p:nvSpPr>
              <p:cNvPr id="8" name="Freeform 7"/>
              <p:cNvSpPr>
                <a:spLocks noEditPoints="1"/>
              </p:cNvSpPr>
              <p:nvPr/>
            </p:nvSpPr>
            <p:spPr bwMode="auto">
              <a:xfrm>
                <a:off x="6872288" y="4291013"/>
                <a:ext cx="277813" cy="201613"/>
              </a:xfrm>
              <a:custGeom>
                <a:avLst/>
                <a:gdLst>
                  <a:gd name="T0" fmla="*/ 74 w 88"/>
                  <a:gd name="T1" fmla="*/ 32 h 64"/>
                  <a:gd name="T2" fmla="*/ 67 w 88"/>
                  <a:gd name="T3" fmla="*/ 22 h 64"/>
                  <a:gd name="T4" fmla="*/ 64 w 88"/>
                  <a:gd name="T5" fmla="*/ 20 h 64"/>
                  <a:gd name="T6" fmla="*/ 63 w 88"/>
                  <a:gd name="T7" fmla="*/ 20 h 64"/>
                  <a:gd name="T8" fmla="*/ 61 w 88"/>
                  <a:gd name="T9" fmla="*/ 16 h 64"/>
                  <a:gd name="T10" fmla="*/ 76 w 88"/>
                  <a:gd name="T11" fmla="*/ 16 h 64"/>
                  <a:gd name="T12" fmla="*/ 76 w 88"/>
                  <a:gd name="T13" fmla="*/ 20 h 64"/>
                  <a:gd name="T14" fmla="*/ 84 w 88"/>
                  <a:gd name="T15" fmla="*/ 20 h 64"/>
                  <a:gd name="T16" fmla="*/ 84 w 88"/>
                  <a:gd name="T17" fmla="*/ 4 h 64"/>
                  <a:gd name="T18" fmla="*/ 76 w 88"/>
                  <a:gd name="T19" fmla="*/ 4 h 64"/>
                  <a:gd name="T20" fmla="*/ 76 w 88"/>
                  <a:gd name="T21" fmla="*/ 8 h 64"/>
                  <a:gd name="T22" fmla="*/ 58 w 88"/>
                  <a:gd name="T23" fmla="*/ 8 h 64"/>
                  <a:gd name="T24" fmla="*/ 56 w 88"/>
                  <a:gd name="T25" fmla="*/ 3 h 64"/>
                  <a:gd name="T26" fmla="*/ 52 w 88"/>
                  <a:gd name="T27" fmla="*/ 0 h 64"/>
                  <a:gd name="T28" fmla="*/ 32 w 88"/>
                  <a:gd name="T29" fmla="*/ 0 h 64"/>
                  <a:gd name="T30" fmla="*/ 28 w 88"/>
                  <a:gd name="T31" fmla="*/ 3 h 64"/>
                  <a:gd name="T32" fmla="*/ 21 w 88"/>
                  <a:gd name="T33" fmla="*/ 20 h 64"/>
                  <a:gd name="T34" fmla="*/ 20 w 88"/>
                  <a:gd name="T35" fmla="*/ 20 h 64"/>
                  <a:gd name="T36" fmla="*/ 16 w 88"/>
                  <a:gd name="T37" fmla="*/ 23 h 64"/>
                  <a:gd name="T38" fmla="*/ 13 w 88"/>
                  <a:gd name="T39" fmla="*/ 32 h 64"/>
                  <a:gd name="T40" fmla="*/ 0 w 88"/>
                  <a:gd name="T41" fmla="*/ 48 h 64"/>
                  <a:gd name="T42" fmla="*/ 16 w 88"/>
                  <a:gd name="T43" fmla="*/ 64 h 64"/>
                  <a:gd name="T44" fmla="*/ 72 w 88"/>
                  <a:gd name="T45" fmla="*/ 64 h 64"/>
                  <a:gd name="T46" fmla="*/ 88 w 88"/>
                  <a:gd name="T47" fmla="*/ 48 h 64"/>
                  <a:gd name="T48" fmla="*/ 74 w 88"/>
                  <a:gd name="T49" fmla="*/ 32 h 64"/>
                  <a:gd name="T50" fmla="*/ 65 w 88"/>
                  <a:gd name="T51" fmla="*/ 32 h 64"/>
                  <a:gd name="T52" fmla="*/ 22 w 88"/>
                  <a:gd name="T53" fmla="*/ 32 h 64"/>
                  <a:gd name="T54" fmla="*/ 23 w 88"/>
                  <a:gd name="T55" fmla="*/ 28 h 64"/>
                  <a:gd name="T56" fmla="*/ 62 w 88"/>
                  <a:gd name="T57" fmla="*/ 28 h 64"/>
                  <a:gd name="T58" fmla="*/ 65 w 88"/>
                  <a:gd name="T59" fmla="*/ 32 h 64"/>
                  <a:gd name="T60" fmla="*/ 35 w 88"/>
                  <a:gd name="T61" fmla="*/ 8 h 64"/>
                  <a:gd name="T62" fmla="*/ 49 w 88"/>
                  <a:gd name="T63" fmla="*/ 8 h 64"/>
                  <a:gd name="T64" fmla="*/ 54 w 88"/>
                  <a:gd name="T65" fmla="*/ 20 h 64"/>
                  <a:gd name="T66" fmla="*/ 30 w 88"/>
                  <a:gd name="T67" fmla="*/ 20 h 64"/>
                  <a:gd name="T68" fmla="*/ 35 w 88"/>
                  <a:gd name="T69" fmla="*/ 8 h 64"/>
                  <a:gd name="T70" fmla="*/ 72 w 88"/>
                  <a:gd name="T71" fmla="*/ 56 h 64"/>
                  <a:gd name="T72" fmla="*/ 16 w 88"/>
                  <a:gd name="T73" fmla="*/ 56 h 64"/>
                  <a:gd name="T74" fmla="*/ 8 w 88"/>
                  <a:gd name="T75" fmla="*/ 48 h 64"/>
                  <a:gd name="T76" fmla="*/ 16 w 88"/>
                  <a:gd name="T77" fmla="*/ 40 h 64"/>
                  <a:gd name="T78" fmla="*/ 72 w 88"/>
                  <a:gd name="T79" fmla="*/ 40 h 64"/>
                  <a:gd name="T80" fmla="*/ 80 w 88"/>
                  <a:gd name="T81" fmla="*/ 48 h 64"/>
                  <a:gd name="T82" fmla="*/ 72 w 88"/>
                  <a:gd name="T83" fmla="*/ 5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8" h="64">
                    <a:moveTo>
                      <a:pt x="74" y="32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21"/>
                      <a:pt x="65" y="20"/>
                      <a:pt x="64" y="2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84" y="4"/>
                      <a:pt x="84" y="4"/>
                      <a:pt x="84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56" y="3"/>
                      <a:pt x="56" y="3"/>
                      <a:pt x="56" y="3"/>
                    </a:cubicBezTo>
                    <a:cubicBezTo>
                      <a:pt x="55" y="1"/>
                      <a:pt x="54" y="0"/>
                      <a:pt x="5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0" y="0"/>
                      <a:pt x="29" y="1"/>
                      <a:pt x="28" y="3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8" y="20"/>
                      <a:pt x="17" y="21"/>
                      <a:pt x="16" y="23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6" y="34"/>
                      <a:pt x="0" y="40"/>
                      <a:pt x="0" y="48"/>
                    </a:cubicBezTo>
                    <a:cubicBezTo>
                      <a:pt x="0" y="57"/>
                      <a:pt x="7" y="64"/>
                      <a:pt x="16" y="64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81" y="64"/>
                      <a:pt x="88" y="57"/>
                      <a:pt x="88" y="48"/>
                    </a:cubicBezTo>
                    <a:cubicBezTo>
                      <a:pt x="88" y="40"/>
                      <a:pt x="82" y="33"/>
                      <a:pt x="74" y="32"/>
                    </a:cubicBezTo>
                    <a:close/>
                    <a:moveTo>
                      <a:pt x="65" y="32"/>
                    </a:moveTo>
                    <a:cubicBezTo>
                      <a:pt x="22" y="32"/>
                      <a:pt x="22" y="32"/>
                      <a:pt x="22" y="32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62" y="28"/>
                      <a:pt x="62" y="28"/>
                      <a:pt x="62" y="28"/>
                    </a:cubicBezTo>
                    <a:lnTo>
                      <a:pt x="65" y="32"/>
                    </a:lnTo>
                    <a:close/>
                    <a:moveTo>
                      <a:pt x="35" y="8"/>
                    </a:moveTo>
                    <a:cubicBezTo>
                      <a:pt x="49" y="8"/>
                      <a:pt x="49" y="8"/>
                      <a:pt x="49" y="8"/>
                    </a:cubicBezTo>
                    <a:cubicBezTo>
                      <a:pt x="54" y="20"/>
                      <a:pt x="54" y="20"/>
                      <a:pt x="54" y="20"/>
                    </a:cubicBezTo>
                    <a:cubicBezTo>
                      <a:pt x="30" y="20"/>
                      <a:pt x="30" y="20"/>
                      <a:pt x="30" y="20"/>
                    </a:cubicBezTo>
                    <a:lnTo>
                      <a:pt x="35" y="8"/>
                    </a:lnTo>
                    <a:close/>
                    <a:moveTo>
                      <a:pt x="72" y="56"/>
                    </a:moveTo>
                    <a:cubicBezTo>
                      <a:pt x="16" y="56"/>
                      <a:pt x="16" y="56"/>
                      <a:pt x="16" y="56"/>
                    </a:cubicBezTo>
                    <a:cubicBezTo>
                      <a:pt x="12" y="56"/>
                      <a:pt x="8" y="52"/>
                      <a:pt x="8" y="48"/>
                    </a:cubicBezTo>
                    <a:cubicBezTo>
                      <a:pt x="8" y="44"/>
                      <a:pt x="12" y="40"/>
                      <a:pt x="16" y="40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76" y="40"/>
                      <a:pt x="80" y="44"/>
                      <a:pt x="80" y="48"/>
                    </a:cubicBezTo>
                    <a:cubicBezTo>
                      <a:pt x="80" y="52"/>
                      <a:pt x="76" y="56"/>
                      <a:pt x="72" y="5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Oval 8"/>
              <p:cNvSpPr>
                <a:spLocks noChangeArrowheads="1"/>
              </p:cNvSpPr>
              <p:nvPr/>
            </p:nvSpPr>
            <p:spPr bwMode="auto">
              <a:xfrm>
                <a:off x="6931025" y="4425951"/>
                <a:ext cx="31750" cy="3175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Oval 9"/>
              <p:cNvSpPr>
                <a:spLocks noChangeArrowheads="1"/>
              </p:cNvSpPr>
              <p:nvPr/>
            </p:nvSpPr>
            <p:spPr bwMode="auto">
              <a:xfrm>
                <a:off x="6994525" y="4425951"/>
                <a:ext cx="31750" cy="3175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Oval 10"/>
              <p:cNvSpPr>
                <a:spLocks noChangeArrowheads="1"/>
              </p:cNvSpPr>
              <p:nvPr/>
            </p:nvSpPr>
            <p:spPr bwMode="auto">
              <a:xfrm>
                <a:off x="7058025" y="4425951"/>
                <a:ext cx="31750" cy="3175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6340475" y="4214813"/>
              <a:ext cx="127000" cy="252413"/>
              <a:chOff x="6340475" y="4214813"/>
              <a:chExt cx="127000" cy="252413"/>
            </a:xfrm>
          </p:grpSpPr>
          <p:sp>
            <p:nvSpPr>
              <p:cNvPr id="12" name="Freeform 11"/>
              <p:cNvSpPr>
                <a:spLocks noEditPoints="1"/>
              </p:cNvSpPr>
              <p:nvPr/>
            </p:nvSpPr>
            <p:spPr bwMode="auto">
              <a:xfrm>
                <a:off x="6340475" y="4294188"/>
                <a:ext cx="127000" cy="173038"/>
              </a:xfrm>
              <a:custGeom>
                <a:avLst/>
                <a:gdLst>
                  <a:gd name="T0" fmla="*/ 26 w 40"/>
                  <a:gd name="T1" fmla="*/ 15 h 55"/>
                  <a:gd name="T2" fmla="*/ 35 w 40"/>
                  <a:gd name="T3" fmla="*/ 6 h 55"/>
                  <a:gd name="T4" fmla="*/ 29 w 40"/>
                  <a:gd name="T5" fmla="*/ 0 h 55"/>
                  <a:gd name="T6" fmla="*/ 0 w 40"/>
                  <a:gd name="T7" fmla="*/ 39 h 55"/>
                  <a:gd name="T8" fmla="*/ 20 w 40"/>
                  <a:gd name="T9" fmla="*/ 55 h 55"/>
                  <a:gd name="T10" fmla="*/ 40 w 40"/>
                  <a:gd name="T11" fmla="*/ 39 h 55"/>
                  <a:gd name="T12" fmla="*/ 26 w 40"/>
                  <a:gd name="T13" fmla="*/ 15 h 55"/>
                  <a:gd name="T14" fmla="*/ 20 w 40"/>
                  <a:gd name="T15" fmla="*/ 47 h 55"/>
                  <a:gd name="T16" fmla="*/ 8 w 40"/>
                  <a:gd name="T17" fmla="*/ 39 h 55"/>
                  <a:gd name="T18" fmla="*/ 20 w 40"/>
                  <a:gd name="T19" fmla="*/ 20 h 55"/>
                  <a:gd name="T20" fmla="*/ 32 w 40"/>
                  <a:gd name="T21" fmla="*/ 39 h 55"/>
                  <a:gd name="T22" fmla="*/ 20 w 40"/>
                  <a:gd name="T23" fmla="*/ 4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" h="55">
                    <a:moveTo>
                      <a:pt x="26" y="15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3" y="16"/>
                      <a:pt x="0" y="26"/>
                      <a:pt x="0" y="39"/>
                    </a:cubicBezTo>
                    <a:cubicBezTo>
                      <a:pt x="0" y="55"/>
                      <a:pt x="14" y="55"/>
                      <a:pt x="20" y="55"/>
                    </a:cubicBezTo>
                    <a:cubicBezTo>
                      <a:pt x="26" y="55"/>
                      <a:pt x="40" y="55"/>
                      <a:pt x="40" y="39"/>
                    </a:cubicBezTo>
                    <a:cubicBezTo>
                      <a:pt x="40" y="29"/>
                      <a:pt x="31" y="20"/>
                      <a:pt x="26" y="15"/>
                    </a:cubicBezTo>
                    <a:close/>
                    <a:moveTo>
                      <a:pt x="20" y="47"/>
                    </a:moveTo>
                    <a:cubicBezTo>
                      <a:pt x="11" y="47"/>
                      <a:pt x="8" y="45"/>
                      <a:pt x="8" y="39"/>
                    </a:cubicBezTo>
                    <a:cubicBezTo>
                      <a:pt x="8" y="33"/>
                      <a:pt x="15" y="25"/>
                      <a:pt x="20" y="20"/>
                    </a:cubicBezTo>
                    <a:cubicBezTo>
                      <a:pt x="25" y="25"/>
                      <a:pt x="32" y="33"/>
                      <a:pt x="32" y="39"/>
                    </a:cubicBezTo>
                    <a:cubicBezTo>
                      <a:pt x="32" y="45"/>
                      <a:pt x="29" y="47"/>
                      <a:pt x="20" y="4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>
                <a:off x="6356350" y="4214813"/>
                <a:ext cx="95250" cy="122238"/>
              </a:xfrm>
              <a:custGeom>
                <a:avLst/>
                <a:gdLst>
                  <a:gd name="T0" fmla="*/ 12 w 60"/>
                  <a:gd name="T1" fmla="*/ 77 h 77"/>
                  <a:gd name="T2" fmla="*/ 60 w 60"/>
                  <a:gd name="T3" fmla="*/ 30 h 77"/>
                  <a:gd name="T4" fmla="*/ 48 w 60"/>
                  <a:gd name="T5" fmla="*/ 18 h 77"/>
                  <a:gd name="T6" fmla="*/ 38 w 60"/>
                  <a:gd name="T7" fmla="*/ 28 h 77"/>
                  <a:gd name="T8" fmla="*/ 38 w 60"/>
                  <a:gd name="T9" fmla="*/ 0 h 77"/>
                  <a:gd name="T10" fmla="*/ 22 w 60"/>
                  <a:gd name="T11" fmla="*/ 0 h 77"/>
                  <a:gd name="T12" fmla="*/ 22 w 60"/>
                  <a:gd name="T13" fmla="*/ 44 h 77"/>
                  <a:gd name="T14" fmla="*/ 0 w 60"/>
                  <a:gd name="T15" fmla="*/ 65 h 77"/>
                  <a:gd name="T16" fmla="*/ 12 w 60"/>
                  <a:gd name="T17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77">
                    <a:moveTo>
                      <a:pt x="12" y="77"/>
                    </a:moveTo>
                    <a:lnTo>
                      <a:pt x="60" y="30"/>
                    </a:lnTo>
                    <a:lnTo>
                      <a:pt x="48" y="18"/>
                    </a:lnTo>
                    <a:lnTo>
                      <a:pt x="38" y="28"/>
                    </a:lnTo>
                    <a:lnTo>
                      <a:pt x="38" y="0"/>
                    </a:lnTo>
                    <a:lnTo>
                      <a:pt x="22" y="0"/>
                    </a:lnTo>
                    <a:lnTo>
                      <a:pt x="22" y="44"/>
                    </a:lnTo>
                    <a:lnTo>
                      <a:pt x="0" y="65"/>
                    </a:lnTo>
                    <a:lnTo>
                      <a:pt x="12" y="7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5670550" y="4240213"/>
              <a:ext cx="254000" cy="201613"/>
            </a:xfrm>
            <a:custGeom>
              <a:avLst/>
              <a:gdLst>
                <a:gd name="T0" fmla="*/ 80 w 80"/>
                <a:gd name="T1" fmla="*/ 12 h 64"/>
                <a:gd name="T2" fmla="*/ 76 w 80"/>
                <a:gd name="T3" fmla="*/ 12 h 64"/>
                <a:gd name="T4" fmla="*/ 76 w 80"/>
                <a:gd name="T5" fmla="*/ 8 h 64"/>
                <a:gd name="T6" fmla="*/ 76 w 80"/>
                <a:gd name="T7" fmla="*/ 0 h 64"/>
                <a:gd name="T8" fmla="*/ 68 w 80"/>
                <a:gd name="T9" fmla="*/ 0 h 64"/>
                <a:gd name="T10" fmla="*/ 68 w 80"/>
                <a:gd name="T11" fmla="*/ 4 h 64"/>
                <a:gd name="T12" fmla="*/ 20 w 80"/>
                <a:gd name="T13" fmla="*/ 4 h 64"/>
                <a:gd name="T14" fmla="*/ 20 w 80"/>
                <a:gd name="T15" fmla="*/ 0 h 64"/>
                <a:gd name="T16" fmla="*/ 12 w 80"/>
                <a:gd name="T17" fmla="*/ 0 h 64"/>
                <a:gd name="T18" fmla="*/ 12 w 80"/>
                <a:gd name="T19" fmla="*/ 4 h 64"/>
                <a:gd name="T20" fmla="*/ 0 w 80"/>
                <a:gd name="T21" fmla="*/ 16 h 64"/>
                <a:gd name="T22" fmla="*/ 0 w 80"/>
                <a:gd name="T23" fmla="*/ 32 h 64"/>
                <a:gd name="T24" fmla="*/ 2 w 80"/>
                <a:gd name="T25" fmla="*/ 36 h 64"/>
                <a:gd name="T26" fmla="*/ 8 w 80"/>
                <a:gd name="T27" fmla="*/ 38 h 64"/>
                <a:gd name="T28" fmla="*/ 4 w 80"/>
                <a:gd name="T29" fmla="*/ 59 h 64"/>
                <a:gd name="T30" fmla="*/ 5 w 80"/>
                <a:gd name="T31" fmla="*/ 63 h 64"/>
                <a:gd name="T32" fmla="*/ 8 w 80"/>
                <a:gd name="T33" fmla="*/ 64 h 64"/>
                <a:gd name="T34" fmla="*/ 36 w 80"/>
                <a:gd name="T35" fmla="*/ 64 h 64"/>
                <a:gd name="T36" fmla="*/ 36 w 80"/>
                <a:gd name="T37" fmla="*/ 56 h 64"/>
                <a:gd name="T38" fmla="*/ 33 w 80"/>
                <a:gd name="T39" fmla="*/ 56 h 64"/>
                <a:gd name="T40" fmla="*/ 35 w 80"/>
                <a:gd name="T41" fmla="*/ 40 h 64"/>
                <a:gd name="T42" fmla="*/ 40 w 80"/>
                <a:gd name="T43" fmla="*/ 40 h 64"/>
                <a:gd name="T44" fmla="*/ 40 w 80"/>
                <a:gd name="T45" fmla="*/ 48 h 64"/>
                <a:gd name="T46" fmla="*/ 48 w 80"/>
                <a:gd name="T47" fmla="*/ 48 h 64"/>
                <a:gd name="T48" fmla="*/ 48 w 80"/>
                <a:gd name="T49" fmla="*/ 40 h 64"/>
                <a:gd name="T50" fmla="*/ 72 w 80"/>
                <a:gd name="T51" fmla="*/ 40 h 64"/>
                <a:gd name="T52" fmla="*/ 76 w 80"/>
                <a:gd name="T53" fmla="*/ 36 h 64"/>
                <a:gd name="T54" fmla="*/ 76 w 80"/>
                <a:gd name="T55" fmla="*/ 20 h 64"/>
                <a:gd name="T56" fmla="*/ 80 w 80"/>
                <a:gd name="T57" fmla="*/ 20 h 64"/>
                <a:gd name="T58" fmla="*/ 80 w 80"/>
                <a:gd name="T59" fmla="*/ 12 h 64"/>
                <a:gd name="T60" fmla="*/ 12 w 80"/>
                <a:gd name="T61" fmla="*/ 12 h 64"/>
                <a:gd name="T62" fmla="*/ 20 w 80"/>
                <a:gd name="T63" fmla="*/ 12 h 64"/>
                <a:gd name="T64" fmla="*/ 20 w 80"/>
                <a:gd name="T65" fmla="*/ 16 h 64"/>
                <a:gd name="T66" fmla="*/ 44 w 80"/>
                <a:gd name="T67" fmla="*/ 16 h 64"/>
                <a:gd name="T68" fmla="*/ 44 w 80"/>
                <a:gd name="T69" fmla="*/ 12 h 64"/>
                <a:gd name="T70" fmla="*/ 68 w 80"/>
                <a:gd name="T71" fmla="*/ 12 h 64"/>
                <a:gd name="T72" fmla="*/ 68 w 80"/>
                <a:gd name="T73" fmla="*/ 20 h 64"/>
                <a:gd name="T74" fmla="*/ 8 w 80"/>
                <a:gd name="T75" fmla="*/ 20 h 64"/>
                <a:gd name="T76" fmla="*/ 8 w 80"/>
                <a:gd name="T77" fmla="*/ 16 h 64"/>
                <a:gd name="T78" fmla="*/ 12 w 80"/>
                <a:gd name="T79" fmla="*/ 12 h 64"/>
                <a:gd name="T80" fmla="*/ 32 w 80"/>
                <a:gd name="T81" fmla="*/ 32 h 64"/>
                <a:gd name="T82" fmla="*/ 28 w 80"/>
                <a:gd name="T83" fmla="*/ 35 h 64"/>
                <a:gd name="T84" fmla="*/ 25 w 80"/>
                <a:gd name="T85" fmla="*/ 56 h 64"/>
                <a:gd name="T86" fmla="*/ 13 w 80"/>
                <a:gd name="T87" fmla="*/ 56 h 64"/>
                <a:gd name="T88" fmla="*/ 16 w 80"/>
                <a:gd name="T89" fmla="*/ 37 h 64"/>
                <a:gd name="T90" fmla="*/ 14 w 80"/>
                <a:gd name="T91" fmla="*/ 32 h 64"/>
                <a:gd name="T92" fmla="*/ 8 w 80"/>
                <a:gd name="T93" fmla="*/ 30 h 64"/>
                <a:gd name="T94" fmla="*/ 8 w 80"/>
                <a:gd name="T95" fmla="*/ 28 h 64"/>
                <a:gd name="T96" fmla="*/ 68 w 80"/>
                <a:gd name="T97" fmla="*/ 28 h 64"/>
                <a:gd name="T98" fmla="*/ 68 w 80"/>
                <a:gd name="T99" fmla="*/ 32 h 64"/>
                <a:gd name="T100" fmla="*/ 32 w 80"/>
                <a:gd name="T10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0" h="64">
                  <a:moveTo>
                    <a:pt x="80" y="12"/>
                  </a:moveTo>
                  <a:cubicBezTo>
                    <a:pt x="76" y="12"/>
                    <a:pt x="76" y="12"/>
                    <a:pt x="76" y="12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5" y="4"/>
                    <a:pt x="0" y="9"/>
                    <a:pt x="0" y="1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1" y="35"/>
                    <a:pt x="2" y="36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1"/>
                    <a:pt x="4" y="62"/>
                    <a:pt x="5" y="63"/>
                  </a:cubicBezTo>
                  <a:cubicBezTo>
                    <a:pt x="6" y="63"/>
                    <a:pt x="7" y="64"/>
                    <a:pt x="8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4" y="40"/>
                    <a:pt x="76" y="38"/>
                    <a:pt x="76" y="36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80" y="20"/>
                    <a:pt x="80" y="20"/>
                    <a:pt x="80" y="20"/>
                  </a:cubicBezTo>
                  <a:lnTo>
                    <a:pt x="80" y="12"/>
                  </a:lnTo>
                  <a:close/>
                  <a:moveTo>
                    <a:pt x="12" y="12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4"/>
                    <a:pt x="10" y="12"/>
                    <a:pt x="12" y="12"/>
                  </a:cubicBezTo>
                  <a:close/>
                  <a:moveTo>
                    <a:pt x="32" y="32"/>
                  </a:moveTo>
                  <a:cubicBezTo>
                    <a:pt x="30" y="32"/>
                    <a:pt x="28" y="33"/>
                    <a:pt x="28" y="35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5"/>
                    <a:pt x="15" y="33"/>
                    <a:pt x="14" y="32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32"/>
                    <a:pt x="68" y="32"/>
                    <a:pt x="68" y="32"/>
                  </a:cubicBezTo>
                  <a:lnTo>
                    <a:pt x="32" y="3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5670550" y="3606801"/>
              <a:ext cx="254000" cy="252413"/>
              <a:chOff x="5670550" y="3606801"/>
              <a:chExt cx="254000" cy="252413"/>
            </a:xfrm>
          </p:grpSpPr>
          <p:sp>
            <p:nvSpPr>
              <p:cNvPr id="15" name="Freeform 14"/>
              <p:cNvSpPr>
                <a:spLocks noEditPoints="1"/>
              </p:cNvSpPr>
              <p:nvPr/>
            </p:nvSpPr>
            <p:spPr bwMode="auto">
              <a:xfrm>
                <a:off x="5670550" y="3606801"/>
                <a:ext cx="254000" cy="252413"/>
              </a:xfrm>
              <a:custGeom>
                <a:avLst/>
                <a:gdLst>
                  <a:gd name="T0" fmla="*/ 68 w 80"/>
                  <a:gd name="T1" fmla="*/ 36 h 80"/>
                  <a:gd name="T2" fmla="*/ 52 w 80"/>
                  <a:gd name="T3" fmla="*/ 36 h 80"/>
                  <a:gd name="T4" fmla="*/ 52 w 80"/>
                  <a:gd name="T5" fmla="*/ 28 h 80"/>
                  <a:gd name="T6" fmla="*/ 24 w 80"/>
                  <a:gd name="T7" fmla="*/ 0 h 80"/>
                  <a:gd name="T8" fmla="*/ 8 w 80"/>
                  <a:gd name="T9" fmla="*/ 0 h 80"/>
                  <a:gd name="T10" fmla="*/ 0 w 80"/>
                  <a:gd name="T11" fmla="*/ 8 h 80"/>
                  <a:gd name="T12" fmla="*/ 0 w 80"/>
                  <a:gd name="T13" fmla="*/ 44 h 80"/>
                  <a:gd name="T14" fmla="*/ 4 w 80"/>
                  <a:gd name="T15" fmla="*/ 48 h 80"/>
                  <a:gd name="T16" fmla="*/ 48 w 80"/>
                  <a:gd name="T17" fmla="*/ 48 h 80"/>
                  <a:gd name="T18" fmla="*/ 52 w 80"/>
                  <a:gd name="T19" fmla="*/ 44 h 80"/>
                  <a:gd name="T20" fmla="*/ 68 w 80"/>
                  <a:gd name="T21" fmla="*/ 44 h 80"/>
                  <a:gd name="T22" fmla="*/ 72 w 80"/>
                  <a:gd name="T23" fmla="*/ 48 h 80"/>
                  <a:gd name="T24" fmla="*/ 68 w 80"/>
                  <a:gd name="T25" fmla="*/ 52 h 80"/>
                  <a:gd name="T26" fmla="*/ 16 w 80"/>
                  <a:gd name="T27" fmla="*/ 52 h 80"/>
                  <a:gd name="T28" fmla="*/ 4 w 80"/>
                  <a:gd name="T29" fmla="*/ 64 h 80"/>
                  <a:gd name="T30" fmla="*/ 16 w 80"/>
                  <a:gd name="T31" fmla="*/ 76 h 80"/>
                  <a:gd name="T32" fmla="*/ 52 w 80"/>
                  <a:gd name="T33" fmla="*/ 76 h 80"/>
                  <a:gd name="T34" fmla="*/ 52 w 80"/>
                  <a:gd name="T35" fmla="*/ 80 h 80"/>
                  <a:gd name="T36" fmla="*/ 60 w 80"/>
                  <a:gd name="T37" fmla="*/ 80 h 80"/>
                  <a:gd name="T38" fmla="*/ 60 w 80"/>
                  <a:gd name="T39" fmla="*/ 72 h 80"/>
                  <a:gd name="T40" fmla="*/ 56 w 80"/>
                  <a:gd name="T41" fmla="*/ 68 h 80"/>
                  <a:gd name="T42" fmla="*/ 16 w 80"/>
                  <a:gd name="T43" fmla="*/ 68 h 80"/>
                  <a:gd name="T44" fmla="*/ 12 w 80"/>
                  <a:gd name="T45" fmla="*/ 64 h 80"/>
                  <a:gd name="T46" fmla="*/ 16 w 80"/>
                  <a:gd name="T47" fmla="*/ 60 h 80"/>
                  <a:gd name="T48" fmla="*/ 68 w 80"/>
                  <a:gd name="T49" fmla="*/ 60 h 80"/>
                  <a:gd name="T50" fmla="*/ 80 w 80"/>
                  <a:gd name="T51" fmla="*/ 48 h 80"/>
                  <a:gd name="T52" fmla="*/ 68 w 80"/>
                  <a:gd name="T53" fmla="*/ 36 h 80"/>
                  <a:gd name="T54" fmla="*/ 44 w 80"/>
                  <a:gd name="T55" fmla="*/ 40 h 80"/>
                  <a:gd name="T56" fmla="*/ 8 w 80"/>
                  <a:gd name="T57" fmla="*/ 40 h 80"/>
                  <a:gd name="T58" fmla="*/ 8 w 80"/>
                  <a:gd name="T59" fmla="*/ 8 h 80"/>
                  <a:gd name="T60" fmla="*/ 24 w 80"/>
                  <a:gd name="T61" fmla="*/ 8 h 80"/>
                  <a:gd name="T62" fmla="*/ 44 w 80"/>
                  <a:gd name="T63" fmla="*/ 28 h 80"/>
                  <a:gd name="T64" fmla="*/ 44 w 80"/>
                  <a:gd name="T65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80">
                    <a:moveTo>
                      <a:pt x="68" y="36"/>
                    </a:move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2" y="13"/>
                      <a:pt x="39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50" y="48"/>
                      <a:pt x="52" y="46"/>
                      <a:pt x="52" y="44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70" y="44"/>
                      <a:pt x="72" y="46"/>
                      <a:pt x="72" y="48"/>
                    </a:cubicBezTo>
                    <a:cubicBezTo>
                      <a:pt x="72" y="50"/>
                      <a:pt x="70" y="52"/>
                      <a:pt x="68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9" y="52"/>
                      <a:pt x="4" y="57"/>
                      <a:pt x="4" y="64"/>
                    </a:cubicBezTo>
                    <a:cubicBezTo>
                      <a:pt x="4" y="71"/>
                      <a:pt x="9" y="76"/>
                      <a:pt x="16" y="76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60" y="72"/>
                      <a:pt x="60" y="72"/>
                      <a:pt x="60" y="72"/>
                    </a:cubicBezTo>
                    <a:cubicBezTo>
                      <a:pt x="60" y="70"/>
                      <a:pt x="58" y="68"/>
                      <a:pt x="56" y="68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4" y="68"/>
                      <a:pt x="12" y="66"/>
                      <a:pt x="12" y="64"/>
                    </a:cubicBezTo>
                    <a:cubicBezTo>
                      <a:pt x="12" y="62"/>
                      <a:pt x="14" y="60"/>
                      <a:pt x="16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75" y="60"/>
                      <a:pt x="80" y="55"/>
                      <a:pt x="80" y="48"/>
                    </a:cubicBezTo>
                    <a:cubicBezTo>
                      <a:pt x="80" y="41"/>
                      <a:pt x="75" y="36"/>
                      <a:pt x="68" y="36"/>
                    </a:cubicBezTo>
                    <a:close/>
                    <a:moveTo>
                      <a:pt x="44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35" y="8"/>
                      <a:pt x="44" y="17"/>
                      <a:pt x="44" y="28"/>
                    </a:cubicBezTo>
                    <a:lnTo>
                      <a:pt x="44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5708650" y="3695701"/>
                <a:ext cx="762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5064125" y="3594101"/>
              <a:ext cx="252413" cy="265113"/>
            </a:xfrm>
            <a:custGeom>
              <a:avLst/>
              <a:gdLst>
                <a:gd name="T0" fmla="*/ 76 w 80"/>
                <a:gd name="T1" fmla="*/ 24 h 84"/>
                <a:gd name="T2" fmla="*/ 68 w 80"/>
                <a:gd name="T3" fmla="*/ 24 h 84"/>
                <a:gd name="T4" fmla="*/ 68 w 80"/>
                <a:gd name="T5" fmla="*/ 23 h 84"/>
                <a:gd name="T6" fmla="*/ 76 w 80"/>
                <a:gd name="T7" fmla="*/ 12 h 84"/>
                <a:gd name="T8" fmla="*/ 64 w 80"/>
                <a:gd name="T9" fmla="*/ 0 h 84"/>
                <a:gd name="T10" fmla="*/ 52 w 80"/>
                <a:gd name="T11" fmla="*/ 12 h 84"/>
                <a:gd name="T12" fmla="*/ 60 w 80"/>
                <a:gd name="T13" fmla="*/ 23 h 84"/>
                <a:gd name="T14" fmla="*/ 60 w 80"/>
                <a:gd name="T15" fmla="*/ 24 h 84"/>
                <a:gd name="T16" fmla="*/ 20 w 80"/>
                <a:gd name="T17" fmla="*/ 24 h 84"/>
                <a:gd name="T18" fmla="*/ 20 w 80"/>
                <a:gd name="T19" fmla="*/ 23 h 84"/>
                <a:gd name="T20" fmla="*/ 28 w 80"/>
                <a:gd name="T21" fmla="*/ 12 h 84"/>
                <a:gd name="T22" fmla="*/ 16 w 80"/>
                <a:gd name="T23" fmla="*/ 0 h 84"/>
                <a:gd name="T24" fmla="*/ 4 w 80"/>
                <a:gd name="T25" fmla="*/ 12 h 84"/>
                <a:gd name="T26" fmla="*/ 12 w 80"/>
                <a:gd name="T27" fmla="*/ 23 h 84"/>
                <a:gd name="T28" fmla="*/ 12 w 80"/>
                <a:gd name="T29" fmla="*/ 24 h 84"/>
                <a:gd name="T30" fmla="*/ 4 w 80"/>
                <a:gd name="T31" fmla="*/ 24 h 84"/>
                <a:gd name="T32" fmla="*/ 0 w 80"/>
                <a:gd name="T33" fmla="*/ 28 h 84"/>
                <a:gd name="T34" fmla="*/ 0 w 80"/>
                <a:gd name="T35" fmla="*/ 52 h 84"/>
                <a:gd name="T36" fmla="*/ 4 w 80"/>
                <a:gd name="T37" fmla="*/ 56 h 84"/>
                <a:gd name="T38" fmla="*/ 8 w 80"/>
                <a:gd name="T39" fmla="*/ 56 h 84"/>
                <a:gd name="T40" fmla="*/ 8 w 80"/>
                <a:gd name="T41" fmla="*/ 84 h 84"/>
                <a:gd name="T42" fmla="*/ 16 w 80"/>
                <a:gd name="T43" fmla="*/ 84 h 84"/>
                <a:gd name="T44" fmla="*/ 16 w 80"/>
                <a:gd name="T45" fmla="*/ 56 h 84"/>
                <a:gd name="T46" fmla="*/ 64 w 80"/>
                <a:gd name="T47" fmla="*/ 56 h 84"/>
                <a:gd name="T48" fmla="*/ 64 w 80"/>
                <a:gd name="T49" fmla="*/ 84 h 84"/>
                <a:gd name="T50" fmla="*/ 72 w 80"/>
                <a:gd name="T51" fmla="*/ 84 h 84"/>
                <a:gd name="T52" fmla="*/ 72 w 80"/>
                <a:gd name="T53" fmla="*/ 56 h 84"/>
                <a:gd name="T54" fmla="*/ 76 w 80"/>
                <a:gd name="T55" fmla="*/ 56 h 84"/>
                <a:gd name="T56" fmla="*/ 80 w 80"/>
                <a:gd name="T57" fmla="*/ 52 h 84"/>
                <a:gd name="T58" fmla="*/ 80 w 80"/>
                <a:gd name="T59" fmla="*/ 28 h 84"/>
                <a:gd name="T60" fmla="*/ 76 w 80"/>
                <a:gd name="T61" fmla="*/ 24 h 84"/>
                <a:gd name="T62" fmla="*/ 54 w 80"/>
                <a:gd name="T63" fmla="*/ 32 h 84"/>
                <a:gd name="T64" fmla="*/ 66 w 80"/>
                <a:gd name="T65" fmla="*/ 32 h 84"/>
                <a:gd name="T66" fmla="*/ 50 w 80"/>
                <a:gd name="T67" fmla="*/ 48 h 84"/>
                <a:gd name="T68" fmla="*/ 38 w 80"/>
                <a:gd name="T69" fmla="*/ 48 h 84"/>
                <a:gd name="T70" fmla="*/ 54 w 80"/>
                <a:gd name="T71" fmla="*/ 32 h 84"/>
                <a:gd name="T72" fmla="*/ 26 w 80"/>
                <a:gd name="T73" fmla="*/ 48 h 84"/>
                <a:gd name="T74" fmla="*/ 14 w 80"/>
                <a:gd name="T75" fmla="*/ 48 h 84"/>
                <a:gd name="T76" fmla="*/ 30 w 80"/>
                <a:gd name="T77" fmla="*/ 32 h 84"/>
                <a:gd name="T78" fmla="*/ 42 w 80"/>
                <a:gd name="T79" fmla="*/ 32 h 84"/>
                <a:gd name="T80" fmla="*/ 26 w 80"/>
                <a:gd name="T81" fmla="*/ 48 h 84"/>
                <a:gd name="T82" fmla="*/ 64 w 80"/>
                <a:gd name="T83" fmla="*/ 8 h 84"/>
                <a:gd name="T84" fmla="*/ 68 w 80"/>
                <a:gd name="T85" fmla="*/ 12 h 84"/>
                <a:gd name="T86" fmla="*/ 64 w 80"/>
                <a:gd name="T87" fmla="*/ 16 h 84"/>
                <a:gd name="T88" fmla="*/ 60 w 80"/>
                <a:gd name="T89" fmla="*/ 12 h 84"/>
                <a:gd name="T90" fmla="*/ 64 w 80"/>
                <a:gd name="T91" fmla="*/ 8 h 84"/>
                <a:gd name="T92" fmla="*/ 16 w 80"/>
                <a:gd name="T93" fmla="*/ 8 h 84"/>
                <a:gd name="T94" fmla="*/ 20 w 80"/>
                <a:gd name="T95" fmla="*/ 12 h 84"/>
                <a:gd name="T96" fmla="*/ 16 w 80"/>
                <a:gd name="T97" fmla="*/ 16 h 84"/>
                <a:gd name="T98" fmla="*/ 12 w 80"/>
                <a:gd name="T99" fmla="*/ 12 h 84"/>
                <a:gd name="T100" fmla="*/ 16 w 80"/>
                <a:gd name="T101" fmla="*/ 8 h 84"/>
                <a:gd name="T102" fmla="*/ 18 w 80"/>
                <a:gd name="T103" fmla="*/ 32 h 84"/>
                <a:gd name="T104" fmla="*/ 8 w 80"/>
                <a:gd name="T105" fmla="*/ 42 h 84"/>
                <a:gd name="T106" fmla="*/ 8 w 80"/>
                <a:gd name="T107" fmla="*/ 32 h 84"/>
                <a:gd name="T108" fmla="*/ 18 w 80"/>
                <a:gd name="T109" fmla="*/ 32 h 84"/>
                <a:gd name="T110" fmla="*/ 62 w 80"/>
                <a:gd name="T111" fmla="*/ 48 h 84"/>
                <a:gd name="T112" fmla="*/ 72 w 80"/>
                <a:gd name="T113" fmla="*/ 38 h 84"/>
                <a:gd name="T114" fmla="*/ 72 w 80"/>
                <a:gd name="T115" fmla="*/ 48 h 84"/>
                <a:gd name="T116" fmla="*/ 62 w 80"/>
                <a:gd name="T117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" h="84">
                  <a:moveTo>
                    <a:pt x="76" y="24"/>
                  </a:moveTo>
                  <a:cubicBezTo>
                    <a:pt x="68" y="24"/>
                    <a:pt x="68" y="24"/>
                    <a:pt x="68" y="2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73" y="22"/>
                    <a:pt x="76" y="17"/>
                    <a:pt x="76" y="12"/>
                  </a:cubicBezTo>
                  <a:cubicBezTo>
                    <a:pt x="76" y="5"/>
                    <a:pt x="71" y="0"/>
                    <a:pt x="64" y="0"/>
                  </a:cubicBezTo>
                  <a:cubicBezTo>
                    <a:pt x="57" y="0"/>
                    <a:pt x="52" y="5"/>
                    <a:pt x="52" y="12"/>
                  </a:cubicBezTo>
                  <a:cubicBezTo>
                    <a:pt x="52" y="17"/>
                    <a:pt x="55" y="22"/>
                    <a:pt x="60" y="23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5" y="22"/>
                    <a:pt x="28" y="17"/>
                    <a:pt x="28" y="12"/>
                  </a:cubicBezTo>
                  <a:cubicBezTo>
                    <a:pt x="28" y="5"/>
                    <a:pt x="23" y="0"/>
                    <a:pt x="16" y="0"/>
                  </a:cubicBezTo>
                  <a:cubicBezTo>
                    <a:pt x="9" y="0"/>
                    <a:pt x="4" y="5"/>
                    <a:pt x="4" y="12"/>
                  </a:cubicBezTo>
                  <a:cubicBezTo>
                    <a:pt x="4" y="17"/>
                    <a:pt x="7" y="22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4"/>
                    <a:pt x="0" y="26"/>
                    <a:pt x="0" y="2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4"/>
                    <a:pt x="2" y="56"/>
                    <a:pt x="4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78" y="56"/>
                    <a:pt x="80" y="54"/>
                    <a:pt x="80" y="52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6"/>
                    <a:pt x="78" y="24"/>
                    <a:pt x="76" y="24"/>
                  </a:cubicBezTo>
                  <a:close/>
                  <a:moveTo>
                    <a:pt x="54" y="32"/>
                  </a:moveTo>
                  <a:cubicBezTo>
                    <a:pt x="66" y="32"/>
                    <a:pt x="66" y="32"/>
                    <a:pt x="66" y="32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54" y="32"/>
                  </a:lnTo>
                  <a:close/>
                  <a:moveTo>
                    <a:pt x="26" y="48"/>
                  </a:moveTo>
                  <a:cubicBezTo>
                    <a:pt x="14" y="48"/>
                    <a:pt x="14" y="48"/>
                    <a:pt x="14" y="48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42" y="32"/>
                    <a:pt x="42" y="32"/>
                    <a:pt x="42" y="32"/>
                  </a:cubicBezTo>
                  <a:lnTo>
                    <a:pt x="26" y="48"/>
                  </a:lnTo>
                  <a:close/>
                  <a:moveTo>
                    <a:pt x="64" y="8"/>
                  </a:moveTo>
                  <a:cubicBezTo>
                    <a:pt x="66" y="8"/>
                    <a:pt x="68" y="10"/>
                    <a:pt x="68" y="12"/>
                  </a:cubicBezTo>
                  <a:cubicBezTo>
                    <a:pt x="68" y="14"/>
                    <a:pt x="66" y="16"/>
                    <a:pt x="64" y="16"/>
                  </a:cubicBezTo>
                  <a:cubicBezTo>
                    <a:pt x="62" y="16"/>
                    <a:pt x="60" y="14"/>
                    <a:pt x="60" y="12"/>
                  </a:cubicBezTo>
                  <a:cubicBezTo>
                    <a:pt x="60" y="10"/>
                    <a:pt x="62" y="8"/>
                    <a:pt x="64" y="8"/>
                  </a:cubicBezTo>
                  <a:close/>
                  <a:moveTo>
                    <a:pt x="16" y="8"/>
                  </a:moveTo>
                  <a:cubicBezTo>
                    <a:pt x="18" y="8"/>
                    <a:pt x="20" y="10"/>
                    <a:pt x="20" y="12"/>
                  </a:cubicBezTo>
                  <a:cubicBezTo>
                    <a:pt x="20" y="14"/>
                    <a:pt x="18" y="16"/>
                    <a:pt x="16" y="16"/>
                  </a:cubicBezTo>
                  <a:cubicBezTo>
                    <a:pt x="14" y="16"/>
                    <a:pt x="12" y="14"/>
                    <a:pt x="12" y="12"/>
                  </a:cubicBezTo>
                  <a:cubicBezTo>
                    <a:pt x="12" y="10"/>
                    <a:pt x="14" y="8"/>
                    <a:pt x="16" y="8"/>
                  </a:cubicBezTo>
                  <a:close/>
                  <a:moveTo>
                    <a:pt x="18" y="3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8" y="32"/>
                    <a:pt x="8" y="32"/>
                    <a:pt x="8" y="32"/>
                  </a:cubicBezTo>
                  <a:lnTo>
                    <a:pt x="18" y="32"/>
                  </a:lnTo>
                  <a:close/>
                  <a:moveTo>
                    <a:pt x="62" y="48"/>
                  </a:moveTo>
                  <a:cubicBezTo>
                    <a:pt x="72" y="38"/>
                    <a:pt x="72" y="38"/>
                    <a:pt x="72" y="38"/>
                  </a:cubicBezTo>
                  <a:cubicBezTo>
                    <a:pt x="72" y="48"/>
                    <a:pt x="72" y="48"/>
                    <a:pt x="72" y="48"/>
                  </a:cubicBezTo>
                  <a:lnTo>
                    <a:pt x="62" y="4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3257550" y="1789113"/>
              <a:ext cx="227013" cy="247650"/>
            </a:xfrm>
            <a:custGeom>
              <a:avLst/>
              <a:gdLst>
                <a:gd name="T0" fmla="*/ 68 w 72"/>
                <a:gd name="T1" fmla="*/ 20 h 78"/>
                <a:gd name="T2" fmla="*/ 52 w 72"/>
                <a:gd name="T3" fmla="*/ 23 h 78"/>
                <a:gd name="T4" fmla="*/ 39 w 72"/>
                <a:gd name="T5" fmla="*/ 3 h 78"/>
                <a:gd name="T6" fmla="*/ 36 w 72"/>
                <a:gd name="T7" fmla="*/ 0 h 78"/>
                <a:gd name="T8" fmla="*/ 33 w 72"/>
                <a:gd name="T9" fmla="*/ 3 h 78"/>
                <a:gd name="T10" fmla="*/ 20 w 72"/>
                <a:gd name="T11" fmla="*/ 23 h 78"/>
                <a:gd name="T12" fmla="*/ 4 w 72"/>
                <a:gd name="T13" fmla="*/ 20 h 78"/>
                <a:gd name="T14" fmla="*/ 0 w 72"/>
                <a:gd name="T15" fmla="*/ 20 h 78"/>
                <a:gd name="T16" fmla="*/ 0 w 72"/>
                <a:gd name="T17" fmla="*/ 24 h 78"/>
                <a:gd name="T18" fmla="*/ 9 w 72"/>
                <a:gd name="T19" fmla="*/ 51 h 78"/>
                <a:gd name="T20" fmla="*/ 25 w 72"/>
                <a:gd name="T21" fmla="*/ 57 h 78"/>
                <a:gd name="T22" fmla="*/ 30 w 72"/>
                <a:gd name="T23" fmla="*/ 57 h 78"/>
                <a:gd name="T24" fmla="*/ 32 w 72"/>
                <a:gd name="T25" fmla="*/ 58 h 78"/>
                <a:gd name="T26" fmla="*/ 32 w 72"/>
                <a:gd name="T27" fmla="*/ 78 h 78"/>
                <a:gd name="T28" fmla="*/ 40 w 72"/>
                <a:gd name="T29" fmla="*/ 78 h 78"/>
                <a:gd name="T30" fmla="*/ 40 w 72"/>
                <a:gd name="T31" fmla="*/ 58 h 78"/>
                <a:gd name="T32" fmla="*/ 42 w 72"/>
                <a:gd name="T33" fmla="*/ 57 h 78"/>
                <a:gd name="T34" fmla="*/ 47 w 72"/>
                <a:gd name="T35" fmla="*/ 57 h 78"/>
                <a:gd name="T36" fmla="*/ 63 w 72"/>
                <a:gd name="T37" fmla="*/ 51 h 78"/>
                <a:gd name="T38" fmla="*/ 72 w 72"/>
                <a:gd name="T39" fmla="*/ 24 h 78"/>
                <a:gd name="T40" fmla="*/ 72 w 72"/>
                <a:gd name="T41" fmla="*/ 20 h 78"/>
                <a:gd name="T42" fmla="*/ 68 w 72"/>
                <a:gd name="T43" fmla="*/ 20 h 78"/>
                <a:gd name="T44" fmla="*/ 36 w 72"/>
                <a:gd name="T45" fmla="*/ 12 h 78"/>
                <a:gd name="T46" fmla="*/ 46 w 72"/>
                <a:gd name="T47" fmla="*/ 34 h 78"/>
                <a:gd name="T48" fmla="*/ 36 w 72"/>
                <a:gd name="T49" fmla="*/ 51 h 78"/>
                <a:gd name="T50" fmla="*/ 26 w 72"/>
                <a:gd name="T51" fmla="*/ 34 h 78"/>
                <a:gd name="T52" fmla="*/ 36 w 72"/>
                <a:gd name="T53" fmla="*/ 12 h 78"/>
                <a:gd name="T54" fmla="*/ 8 w 72"/>
                <a:gd name="T55" fmla="*/ 28 h 78"/>
                <a:gd name="T56" fmla="*/ 18 w 72"/>
                <a:gd name="T57" fmla="*/ 31 h 78"/>
                <a:gd name="T58" fmla="*/ 18 w 72"/>
                <a:gd name="T59" fmla="*/ 34 h 78"/>
                <a:gd name="T60" fmla="*/ 23 w 72"/>
                <a:gd name="T61" fmla="*/ 49 h 78"/>
                <a:gd name="T62" fmla="*/ 15 w 72"/>
                <a:gd name="T63" fmla="*/ 45 h 78"/>
                <a:gd name="T64" fmla="*/ 8 w 72"/>
                <a:gd name="T65" fmla="*/ 28 h 78"/>
                <a:gd name="T66" fmla="*/ 57 w 72"/>
                <a:gd name="T67" fmla="*/ 45 h 78"/>
                <a:gd name="T68" fmla="*/ 50 w 72"/>
                <a:gd name="T69" fmla="*/ 49 h 78"/>
                <a:gd name="T70" fmla="*/ 54 w 72"/>
                <a:gd name="T71" fmla="*/ 34 h 78"/>
                <a:gd name="T72" fmla="*/ 54 w 72"/>
                <a:gd name="T73" fmla="*/ 31 h 78"/>
                <a:gd name="T74" fmla="*/ 64 w 72"/>
                <a:gd name="T75" fmla="*/ 28 h 78"/>
                <a:gd name="T76" fmla="*/ 57 w 72"/>
                <a:gd name="T77" fmla="*/ 4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" h="78">
                  <a:moveTo>
                    <a:pt x="68" y="20"/>
                  </a:moveTo>
                  <a:cubicBezTo>
                    <a:pt x="68" y="20"/>
                    <a:pt x="60" y="20"/>
                    <a:pt x="52" y="23"/>
                  </a:cubicBezTo>
                  <a:cubicBezTo>
                    <a:pt x="48" y="12"/>
                    <a:pt x="39" y="4"/>
                    <a:pt x="39" y="3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25" y="12"/>
                    <a:pt x="20" y="23"/>
                  </a:cubicBezTo>
                  <a:cubicBezTo>
                    <a:pt x="13" y="20"/>
                    <a:pt x="5" y="20"/>
                    <a:pt x="4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42"/>
                    <a:pt x="9" y="51"/>
                  </a:cubicBezTo>
                  <a:cubicBezTo>
                    <a:pt x="14" y="56"/>
                    <a:pt x="20" y="57"/>
                    <a:pt x="25" y="57"/>
                  </a:cubicBezTo>
                  <a:cubicBezTo>
                    <a:pt x="27" y="57"/>
                    <a:pt x="29" y="57"/>
                    <a:pt x="30" y="57"/>
                  </a:cubicBezTo>
                  <a:cubicBezTo>
                    <a:pt x="31" y="57"/>
                    <a:pt x="32" y="58"/>
                    <a:pt x="32" y="58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8"/>
                    <a:pt x="41" y="57"/>
                    <a:pt x="42" y="57"/>
                  </a:cubicBezTo>
                  <a:cubicBezTo>
                    <a:pt x="43" y="57"/>
                    <a:pt x="45" y="57"/>
                    <a:pt x="47" y="57"/>
                  </a:cubicBezTo>
                  <a:cubicBezTo>
                    <a:pt x="52" y="57"/>
                    <a:pt x="58" y="56"/>
                    <a:pt x="63" y="51"/>
                  </a:cubicBezTo>
                  <a:cubicBezTo>
                    <a:pt x="72" y="42"/>
                    <a:pt x="72" y="25"/>
                    <a:pt x="72" y="24"/>
                  </a:cubicBezTo>
                  <a:cubicBezTo>
                    <a:pt x="72" y="20"/>
                    <a:pt x="72" y="20"/>
                    <a:pt x="72" y="20"/>
                  </a:cubicBezTo>
                  <a:lnTo>
                    <a:pt x="68" y="20"/>
                  </a:lnTo>
                  <a:close/>
                  <a:moveTo>
                    <a:pt x="36" y="12"/>
                  </a:moveTo>
                  <a:cubicBezTo>
                    <a:pt x="40" y="17"/>
                    <a:pt x="46" y="27"/>
                    <a:pt x="46" y="34"/>
                  </a:cubicBezTo>
                  <a:cubicBezTo>
                    <a:pt x="46" y="43"/>
                    <a:pt x="40" y="49"/>
                    <a:pt x="36" y="51"/>
                  </a:cubicBezTo>
                  <a:cubicBezTo>
                    <a:pt x="33" y="49"/>
                    <a:pt x="26" y="43"/>
                    <a:pt x="26" y="34"/>
                  </a:cubicBezTo>
                  <a:cubicBezTo>
                    <a:pt x="26" y="26"/>
                    <a:pt x="32" y="17"/>
                    <a:pt x="36" y="12"/>
                  </a:cubicBezTo>
                  <a:close/>
                  <a:moveTo>
                    <a:pt x="8" y="28"/>
                  </a:moveTo>
                  <a:cubicBezTo>
                    <a:pt x="11" y="29"/>
                    <a:pt x="15" y="29"/>
                    <a:pt x="18" y="31"/>
                  </a:cubicBezTo>
                  <a:cubicBezTo>
                    <a:pt x="18" y="32"/>
                    <a:pt x="18" y="33"/>
                    <a:pt x="18" y="34"/>
                  </a:cubicBezTo>
                  <a:cubicBezTo>
                    <a:pt x="18" y="40"/>
                    <a:pt x="20" y="45"/>
                    <a:pt x="23" y="49"/>
                  </a:cubicBezTo>
                  <a:cubicBezTo>
                    <a:pt x="20" y="48"/>
                    <a:pt x="17" y="47"/>
                    <a:pt x="15" y="45"/>
                  </a:cubicBezTo>
                  <a:cubicBezTo>
                    <a:pt x="11" y="41"/>
                    <a:pt x="9" y="34"/>
                    <a:pt x="8" y="28"/>
                  </a:cubicBezTo>
                  <a:close/>
                  <a:moveTo>
                    <a:pt x="57" y="45"/>
                  </a:moveTo>
                  <a:cubicBezTo>
                    <a:pt x="55" y="47"/>
                    <a:pt x="52" y="48"/>
                    <a:pt x="50" y="49"/>
                  </a:cubicBezTo>
                  <a:cubicBezTo>
                    <a:pt x="52" y="45"/>
                    <a:pt x="54" y="40"/>
                    <a:pt x="54" y="34"/>
                  </a:cubicBezTo>
                  <a:cubicBezTo>
                    <a:pt x="54" y="33"/>
                    <a:pt x="54" y="32"/>
                    <a:pt x="54" y="31"/>
                  </a:cubicBezTo>
                  <a:cubicBezTo>
                    <a:pt x="57" y="29"/>
                    <a:pt x="61" y="29"/>
                    <a:pt x="64" y="28"/>
                  </a:cubicBezTo>
                  <a:cubicBezTo>
                    <a:pt x="63" y="34"/>
                    <a:pt x="61" y="41"/>
                    <a:pt x="57" y="45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0"/>
            <p:cNvSpPr>
              <a:spLocks noEditPoints="1"/>
            </p:cNvSpPr>
            <p:nvPr/>
          </p:nvSpPr>
          <p:spPr bwMode="auto">
            <a:xfrm>
              <a:off x="3902075" y="1782763"/>
              <a:ext cx="188913" cy="254000"/>
            </a:xfrm>
            <a:custGeom>
              <a:avLst/>
              <a:gdLst>
                <a:gd name="T0" fmla="*/ 40 w 60"/>
                <a:gd name="T1" fmla="*/ 45 h 80"/>
                <a:gd name="T2" fmla="*/ 35 w 60"/>
                <a:gd name="T3" fmla="*/ 46 h 80"/>
                <a:gd name="T4" fmla="*/ 43 w 60"/>
                <a:gd name="T5" fmla="*/ 39 h 80"/>
                <a:gd name="T6" fmla="*/ 56 w 60"/>
                <a:gd name="T7" fmla="*/ 18 h 80"/>
                <a:gd name="T8" fmla="*/ 35 w 60"/>
                <a:gd name="T9" fmla="*/ 31 h 80"/>
                <a:gd name="T10" fmla="*/ 28 w 60"/>
                <a:gd name="T11" fmla="*/ 39 h 80"/>
                <a:gd name="T12" fmla="*/ 28 w 60"/>
                <a:gd name="T13" fmla="*/ 4 h 80"/>
                <a:gd name="T14" fmla="*/ 24 w 60"/>
                <a:gd name="T15" fmla="*/ 0 h 80"/>
                <a:gd name="T16" fmla="*/ 4 w 60"/>
                <a:gd name="T17" fmla="*/ 0 h 80"/>
                <a:gd name="T18" fmla="*/ 0 w 60"/>
                <a:gd name="T19" fmla="*/ 4 h 80"/>
                <a:gd name="T20" fmla="*/ 0 w 60"/>
                <a:gd name="T21" fmla="*/ 76 h 80"/>
                <a:gd name="T22" fmla="*/ 4 w 60"/>
                <a:gd name="T23" fmla="*/ 80 h 80"/>
                <a:gd name="T24" fmla="*/ 24 w 60"/>
                <a:gd name="T25" fmla="*/ 80 h 80"/>
                <a:gd name="T26" fmla="*/ 28 w 60"/>
                <a:gd name="T27" fmla="*/ 76 h 80"/>
                <a:gd name="T28" fmla="*/ 28 w 60"/>
                <a:gd name="T29" fmla="*/ 54 h 80"/>
                <a:gd name="T30" fmla="*/ 41 w 60"/>
                <a:gd name="T31" fmla="*/ 55 h 80"/>
                <a:gd name="T32" fmla="*/ 60 w 60"/>
                <a:gd name="T33" fmla="*/ 48 h 80"/>
                <a:gd name="T34" fmla="*/ 40 w 60"/>
                <a:gd name="T35" fmla="*/ 45 h 80"/>
                <a:gd name="T36" fmla="*/ 20 w 60"/>
                <a:gd name="T37" fmla="*/ 48 h 80"/>
                <a:gd name="T38" fmla="*/ 8 w 60"/>
                <a:gd name="T39" fmla="*/ 48 h 80"/>
                <a:gd name="T40" fmla="*/ 8 w 60"/>
                <a:gd name="T41" fmla="*/ 28 h 80"/>
                <a:gd name="T42" fmla="*/ 20 w 60"/>
                <a:gd name="T43" fmla="*/ 28 h 80"/>
                <a:gd name="T44" fmla="*/ 20 w 60"/>
                <a:gd name="T45" fmla="*/ 48 h 80"/>
                <a:gd name="T46" fmla="*/ 20 w 60"/>
                <a:gd name="T47" fmla="*/ 8 h 80"/>
                <a:gd name="T48" fmla="*/ 20 w 60"/>
                <a:gd name="T49" fmla="*/ 20 h 80"/>
                <a:gd name="T50" fmla="*/ 8 w 60"/>
                <a:gd name="T51" fmla="*/ 20 h 80"/>
                <a:gd name="T52" fmla="*/ 8 w 60"/>
                <a:gd name="T53" fmla="*/ 8 h 80"/>
                <a:gd name="T54" fmla="*/ 20 w 60"/>
                <a:gd name="T55" fmla="*/ 8 h 80"/>
                <a:gd name="T56" fmla="*/ 8 w 60"/>
                <a:gd name="T57" fmla="*/ 72 h 80"/>
                <a:gd name="T58" fmla="*/ 8 w 60"/>
                <a:gd name="T59" fmla="*/ 56 h 80"/>
                <a:gd name="T60" fmla="*/ 20 w 60"/>
                <a:gd name="T61" fmla="*/ 56 h 80"/>
                <a:gd name="T62" fmla="*/ 20 w 60"/>
                <a:gd name="T63" fmla="*/ 72 h 80"/>
                <a:gd name="T64" fmla="*/ 8 w 60"/>
                <a:gd name="T65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" h="80">
                  <a:moveTo>
                    <a:pt x="40" y="45"/>
                  </a:moveTo>
                  <a:cubicBezTo>
                    <a:pt x="38" y="45"/>
                    <a:pt x="37" y="45"/>
                    <a:pt x="35" y="46"/>
                  </a:cubicBezTo>
                  <a:cubicBezTo>
                    <a:pt x="38" y="44"/>
                    <a:pt x="41" y="42"/>
                    <a:pt x="43" y="39"/>
                  </a:cubicBezTo>
                  <a:cubicBezTo>
                    <a:pt x="53" y="30"/>
                    <a:pt x="56" y="18"/>
                    <a:pt x="56" y="18"/>
                  </a:cubicBezTo>
                  <a:cubicBezTo>
                    <a:pt x="56" y="18"/>
                    <a:pt x="44" y="21"/>
                    <a:pt x="35" y="31"/>
                  </a:cubicBezTo>
                  <a:cubicBezTo>
                    <a:pt x="32" y="34"/>
                    <a:pt x="30" y="37"/>
                    <a:pt x="28" y="39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2"/>
                    <a:pt x="26" y="0"/>
                    <a:pt x="2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6" y="80"/>
                    <a:pt x="28" y="78"/>
                    <a:pt x="28" y="76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32" y="55"/>
                    <a:pt x="36" y="55"/>
                    <a:pt x="41" y="55"/>
                  </a:cubicBezTo>
                  <a:cubicBezTo>
                    <a:pt x="52" y="54"/>
                    <a:pt x="60" y="48"/>
                    <a:pt x="60" y="48"/>
                  </a:cubicBezTo>
                  <a:cubicBezTo>
                    <a:pt x="60" y="48"/>
                    <a:pt x="51" y="44"/>
                    <a:pt x="40" y="45"/>
                  </a:cubicBezTo>
                  <a:close/>
                  <a:moveTo>
                    <a:pt x="20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20" y="28"/>
                    <a:pt x="20" y="28"/>
                    <a:pt x="20" y="28"/>
                  </a:cubicBezTo>
                  <a:lnTo>
                    <a:pt x="20" y="48"/>
                  </a:lnTo>
                  <a:close/>
                  <a:moveTo>
                    <a:pt x="20" y="8"/>
                  </a:moveTo>
                  <a:cubicBezTo>
                    <a:pt x="20" y="20"/>
                    <a:pt x="20" y="20"/>
                    <a:pt x="2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20" y="8"/>
                  </a:lnTo>
                  <a:close/>
                  <a:moveTo>
                    <a:pt x="8" y="72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72"/>
                    <a:pt x="20" y="72"/>
                    <a:pt x="20" y="72"/>
                  </a:cubicBezTo>
                  <a:lnTo>
                    <a:pt x="8" y="7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8" name="组合 167"/>
            <p:cNvGrpSpPr/>
            <p:nvPr/>
          </p:nvGrpSpPr>
          <p:grpSpPr>
            <a:xfrm>
              <a:off x="6280150" y="1789113"/>
              <a:ext cx="231775" cy="260350"/>
              <a:chOff x="6280150" y="1789113"/>
              <a:chExt cx="231775" cy="260350"/>
            </a:xfrm>
          </p:grpSpPr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6280150" y="1817688"/>
                <a:ext cx="107950" cy="98425"/>
              </a:xfrm>
              <a:custGeom>
                <a:avLst/>
                <a:gdLst>
                  <a:gd name="T0" fmla="*/ 20 w 34"/>
                  <a:gd name="T1" fmla="*/ 31 h 31"/>
                  <a:gd name="T2" fmla="*/ 30 w 34"/>
                  <a:gd name="T3" fmla="*/ 26 h 31"/>
                  <a:gd name="T4" fmla="*/ 34 w 34"/>
                  <a:gd name="T5" fmla="*/ 16 h 31"/>
                  <a:gd name="T6" fmla="*/ 29 w 34"/>
                  <a:gd name="T7" fmla="*/ 7 h 31"/>
                  <a:gd name="T8" fmla="*/ 0 w 34"/>
                  <a:gd name="T9" fmla="*/ 0 h 31"/>
                  <a:gd name="T10" fmla="*/ 11 w 34"/>
                  <a:gd name="T11" fmla="*/ 28 h 31"/>
                  <a:gd name="T12" fmla="*/ 20 w 34"/>
                  <a:gd name="T13" fmla="*/ 31 h 31"/>
                  <a:gd name="T14" fmla="*/ 24 w 34"/>
                  <a:gd name="T15" fmla="*/ 13 h 31"/>
                  <a:gd name="T16" fmla="*/ 24 w 34"/>
                  <a:gd name="T17" fmla="*/ 21 h 31"/>
                  <a:gd name="T18" fmla="*/ 16 w 34"/>
                  <a:gd name="T19" fmla="*/ 22 h 31"/>
                  <a:gd name="T20" fmla="*/ 11 w 34"/>
                  <a:gd name="T21" fmla="*/ 10 h 31"/>
                  <a:gd name="T22" fmla="*/ 24 w 34"/>
                  <a:gd name="T23" fmla="*/ 1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31">
                    <a:moveTo>
                      <a:pt x="20" y="31"/>
                    </a:moveTo>
                    <a:cubicBezTo>
                      <a:pt x="24" y="31"/>
                      <a:pt x="28" y="29"/>
                      <a:pt x="30" y="26"/>
                    </a:cubicBezTo>
                    <a:cubicBezTo>
                      <a:pt x="33" y="24"/>
                      <a:pt x="34" y="20"/>
                      <a:pt x="34" y="16"/>
                    </a:cubicBezTo>
                    <a:cubicBezTo>
                      <a:pt x="33" y="13"/>
                      <a:pt x="32" y="10"/>
                      <a:pt x="29" y="7"/>
                    </a:cubicBezTo>
                    <a:cubicBezTo>
                      <a:pt x="24" y="3"/>
                      <a:pt x="7" y="1"/>
                      <a:pt x="0" y="0"/>
                    </a:cubicBezTo>
                    <a:cubicBezTo>
                      <a:pt x="1" y="4"/>
                      <a:pt x="5" y="22"/>
                      <a:pt x="11" y="28"/>
                    </a:cubicBezTo>
                    <a:cubicBezTo>
                      <a:pt x="14" y="30"/>
                      <a:pt x="17" y="31"/>
                      <a:pt x="20" y="31"/>
                    </a:cubicBezTo>
                    <a:close/>
                    <a:moveTo>
                      <a:pt x="24" y="13"/>
                    </a:moveTo>
                    <a:cubicBezTo>
                      <a:pt x="26" y="15"/>
                      <a:pt x="26" y="19"/>
                      <a:pt x="24" y="21"/>
                    </a:cubicBezTo>
                    <a:cubicBezTo>
                      <a:pt x="22" y="23"/>
                      <a:pt x="19" y="24"/>
                      <a:pt x="16" y="22"/>
                    </a:cubicBezTo>
                    <a:cubicBezTo>
                      <a:pt x="14" y="20"/>
                      <a:pt x="12" y="15"/>
                      <a:pt x="11" y="10"/>
                    </a:cubicBezTo>
                    <a:cubicBezTo>
                      <a:pt x="17" y="11"/>
                      <a:pt x="22" y="12"/>
                      <a:pt x="24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22"/>
              <p:cNvSpPr>
                <a:spLocks noEditPoints="1"/>
              </p:cNvSpPr>
              <p:nvPr/>
            </p:nvSpPr>
            <p:spPr bwMode="auto">
              <a:xfrm>
                <a:off x="6315075" y="1789113"/>
                <a:ext cx="196850" cy="260350"/>
              </a:xfrm>
              <a:custGeom>
                <a:avLst/>
                <a:gdLst>
                  <a:gd name="T0" fmla="*/ 33 w 62"/>
                  <a:gd name="T1" fmla="*/ 34 h 82"/>
                  <a:gd name="T2" fmla="*/ 42 w 62"/>
                  <a:gd name="T3" fmla="*/ 36 h 82"/>
                  <a:gd name="T4" fmla="*/ 53 w 62"/>
                  <a:gd name="T5" fmla="*/ 32 h 82"/>
                  <a:gd name="T6" fmla="*/ 62 w 62"/>
                  <a:gd name="T7" fmla="*/ 0 h 82"/>
                  <a:gd name="T8" fmla="*/ 31 w 62"/>
                  <a:gd name="T9" fmla="*/ 11 h 82"/>
                  <a:gd name="T10" fmla="*/ 27 w 62"/>
                  <a:gd name="T11" fmla="*/ 21 h 82"/>
                  <a:gd name="T12" fmla="*/ 28 w 62"/>
                  <a:gd name="T13" fmla="*/ 27 h 82"/>
                  <a:gd name="T14" fmla="*/ 24 w 62"/>
                  <a:gd name="T15" fmla="*/ 38 h 82"/>
                  <a:gd name="T16" fmla="*/ 24 w 62"/>
                  <a:gd name="T17" fmla="*/ 50 h 82"/>
                  <a:gd name="T18" fmla="*/ 4 w 62"/>
                  <a:gd name="T19" fmla="*/ 50 h 82"/>
                  <a:gd name="T20" fmla="*/ 1 w 62"/>
                  <a:gd name="T21" fmla="*/ 52 h 82"/>
                  <a:gd name="T22" fmla="*/ 0 w 62"/>
                  <a:gd name="T23" fmla="*/ 55 h 82"/>
                  <a:gd name="T24" fmla="*/ 8 w 62"/>
                  <a:gd name="T25" fmla="*/ 79 h 82"/>
                  <a:gd name="T26" fmla="*/ 12 w 62"/>
                  <a:gd name="T27" fmla="*/ 82 h 82"/>
                  <a:gd name="T28" fmla="*/ 44 w 62"/>
                  <a:gd name="T29" fmla="*/ 82 h 82"/>
                  <a:gd name="T30" fmla="*/ 48 w 62"/>
                  <a:gd name="T31" fmla="*/ 79 h 82"/>
                  <a:gd name="T32" fmla="*/ 56 w 62"/>
                  <a:gd name="T33" fmla="*/ 55 h 82"/>
                  <a:gd name="T34" fmla="*/ 55 w 62"/>
                  <a:gd name="T35" fmla="*/ 52 h 82"/>
                  <a:gd name="T36" fmla="*/ 52 w 62"/>
                  <a:gd name="T37" fmla="*/ 50 h 82"/>
                  <a:gd name="T38" fmla="*/ 32 w 62"/>
                  <a:gd name="T39" fmla="*/ 50 h 82"/>
                  <a:gd name="T40" fmla="*/ 32 w 62"/>
                  <a:gd name="T41" fmla="*/ 38 h 82"/>
                  <a:gd name="T42" fmla="*/ 33 w 62"/>
                  <a:gd name="T43" fmla="*/ 34 h 82"/>
                  <a:gd name="T44" fmla="*/ 41 w 62"/>
                  <a:gd name="T45" fmla="*/ 74 h 82"/>
                  <a:gd name="T46" fmla="*/ 15 w 62"/>
                  <a:gd name="T47" fmla="*/ 74 h 82"/>
                  <a:gd name="T48" fmla="*/ 10 w 62"/>
                  <a:gd name="T49" fmla="*/ 58 h 82"/>
                  <a:gd name="T50" fmla="*/ 46 w 62"/>
                  <a:gd name="T51" fmla="*/ 58 h 82"/>
                  <a:gd name="T52" fmla="*/ 41 w 62"/>
                  <a:gd name="T53" fmla="*/ 74 h 82"/>
                  <a:gd name="T54" fmla="*/ 37 w 62"/>
                  <a:gd name="T55" fmla="*/ 16 h 82"/>
                  <a:gd name="T56" fmla="*/ 52 w 62"/>
                  <a:gd name="T57" fmla="*/ 10 h 82"/>
                  <a:gd name="T58" fmla="*/ 47 w 62"/>
                  <a:gd name="T59" fmla="*/ 26 h 82"/>
                  <a:gd name="T60" fmla="*/ 37 w 62"/>
                  <a:gd name="T61" fmla="*/ 26 h 82"/>
                  <a:gd name="T62" fmla="*/ 37 w 62"/>
                  <a:gd name="T63" fmla="*/ 16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2" h="82">
                    <a:moveTo>
                      <a:pt x="33" y="34"/>
                    </a:moveTo>
                    <a:cubicBezTo>
                      <a:pt x="36" y="35"/>
                      <a:pt x="39" y="36"/>
                      <a:pt x="42" y="36"/>
                    </a:cubicBezTo>
                    <a:cubicBezTo>
                      <a:pt x="46" y="36"/>
                      <a:pt x="50" y="35"/>
                      <a:pt x="53" y="32"/>
                    </a:cubicBezTo>
                    <a:cubicBezTo>
                      <a:pt x="58" y="26"/>
                      <a:pt x="61" y="7"/>
                      <a:pt x="62" y="0"/>
                    </a:cubicBezTo>
                    <a:cubicBezTo>
                      <a:pt x="58" y="1"/>
                      <a:pt x="38" y="4"/>
                      <a:pt x="31" y="11"/>
                    </a:cubicBezTo>
                    <a:cubicBezTo>
                      <a:pt x="28" y="13"/>
                      <a:pt x="27" y="17"/>
                      <a:pt x="27" y="21"/>
                    </a:cubicBezTo>
                    <a:cubicBezTo>
                      <a:pt x="27" y="23"/>
                      <a:pt x="27" y="25"/>
                      <a:pt x="28" y="27"/>
                    </a:cubicBezTo>
                    <a:cubicBezTo>
                      <a:pt x="25" y="31"/>
                      <a:pt x="24" y="35"/>
                      <a:pt x="24" y="38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3" y="50"/>
                      <a:pt x="2" y="51"/>
                      <a:pt x="1" y="52"/>
                    </a:cubicBezTo>
                    <a:cubicBezTo>
                      <a:pt x="0" y="53"/>
                      <a:pt x="0" y="54"/>
                      <a:pt x="0" y="55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81"/>
                      <a:pt x="10" y="82"/>
                      <a:pt x="12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6" y="82"/>
                      <a:pt x="47" y="81"/>
                      <a:pt x="48" y="79"/>
                    </a:cubicBezTo>
                    <a:cubicBezTo>
                      <a:pt x="56" y="55"/>
                      <a:pt x="56" y="55"/>
                      <a:pt x="56" y="55"/>
                    </a:cubicBezTo>
                    <a:cubicBezTo>
                      <a:pt x="56" y="54"/>
                      <a:pt x="56" y="53"/>
                      <a:pt x="55" y="52"/>
                    </a:cubicBezTo>
                    <a:cubicBezTo>
                      <a:pt x="54" y="51"/>
                      <a:pt x="53" y="50"/>
                      <a:pt x="52" y="50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7"/>
                      <a:pt x="32" y="35"/>
                      <a:pt x="33" y="34"/>
                    </a:cubicBezTo>
                    <a:close/>
                    <a:moveTo>
                      <a:pt x="41" y="74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46" y="58"/>
                      <a:pt x="46" y="58"/>
                      <a:pt x="46" y="58"/>
                    </a:cubicBezTo>
                    <a:lnTo>
                      <a:pt x="41" y="74"/>
                    </a:lnTo>
                    <a:close/>
                    <a:moveTo>
                      <a:pt x="37" y="16"/>
                    </a:moveTo>
                    <a:cubicBezTo>
                      <a:pt x="39" y="14"/>
                      <a:pt x="46" y="12"/>
                      <a:pt x="52" y="10"/>
                    </a:cubicBezTo>
                    <a:cubicBezTo>
                      <a:pt x="51" y="17"/>
                      <a:pt x="49" y="24"/>
                      <a:pt x="47" y="26"/>
                    </a:cubicBezTo>
                    <a:cubicBezTo>
                      <a:pt x="44" y="29"/>
                      <a:pt x="40" y="29"/>
                      <a:pt x="37" y="26"/>
                    </a:cubicBezTo>
                    <a:cubicBezTo>
                      <a:pt x="34" y="24"/>
                      <a:pt x="34" y="19"/>
                      <a:pt x="37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6921500" y="1782763"/>
              <a:ext cx="177800" cy="266700"/>
              <a:chOff x="6921500" y="1782763"/>
              <a:chExt cx="177800" cy="266700"/>
            </a:xfrm>
          </p:grpSpPr>
          <p:sp>
            <p:nvSpPr>
              <p:cNvPr id="24" name="Freeform 23"/>
              <p:cNvSpPr>
                <a:spLocks noEditPoints="1"/>
              </p:cNvSpPr>
              <p:nvPr/>
            </p:nvSpPr>
            <p:spPr bwMode="auto">
              <a:xfrm>
                <a:off x="6921500" y="1782763"/>
                <a:ext cx="177800" cy="266700"/>
              </a:xfrm>
              <a:custGeom>
                <a:avLst/>
                <a:gdLst>
                  <a:gd name="T0" fmla="*/ 55 w 56"/>
                  <a:gd name="T1" fmla="*/ 54 h 84"/>
                  <a:gd name="T2" fmla="*/ 52 w 56"/>
                  <a:gd name="T3" fmla="*/ 52 h 84"/>
                  <a:gd name="T4" fmla="*/ 32 w 56"/>
                  <a:gd name="T5" fmla="*/ 52 h 84"/>
                  <a:gd name="T6" fmla="*/ 32 w 56"/>
                  <a:gd name="T7" fmla="*/ 47 h 84"/>
                  <a:gd name="T8" fmla="*/ 36 w 56"/>
                  <a:gd name="T9" fmla="*/ 48 h 84"/>
                  <a:gd name="T10" fmla="*/ 48 w 56"/>
                  <a:gd name="T11" fmla="*/ 36 h 84"/>
                  <a:gd name="T12" fmla="*/ 46 w 56"/>
                  <a:gd name="T13" fmla="*/ 29 h 84"/>
                  <a:gd name="T14" fmla="*/ 52 w 56"/>
                  <a:gd name="T15" fmla="*/ 20 h 84"/>
                  <a:gd name="T16" fmla="*/ 39 w 56"/>
                  <a:gd name="T17" fmla="*/ 8 h 84"/>
                  <a:gd name="T18" fmla="*/ 28 w 56"/>
                  <a:gd name="T19" fmla="*/ 0 h 84"/>
                  <a:gd name="T20" fmla="*/ 17 w 56"/>
                  <a:gd name="T21" fmla="*/ 8 h 84"/>
                  <a:gd name="T22" fmla="*/ 4 w 56"/>
                  <a:gd name="T23" fmla="*/ 20 h 84"/>
                  <a:gd name="T24" fmla="*/ 10 w 56"/>
                  <a:gd name="T25" fmla="*/ 29 h 84"/>
                  <a:gd name="T26" fmla="*/ 8 w 56"/>
                  <a:gd name="T27" fmla="*/ 36 h 84"/>
                  <a:gd name="T28" fmla="*/ 20 w 56"/>
                  <a:gd name="T29" fmla="*/ 48 h 84"/>
                  <a:gd name="T30" fmla="*/ 24 w 56"/>
                  <a:gd name="T31" fmla="*/ 47 h 84"/>
                  <a:gd name="T32" fmla="*/ 24 w 56"/>
                  <a:gd name="T33" fmla="*/ 52 h 84"/>
                  <a:gd name="T34" fmla="*/ 4 w 56"/>
                  <a:gd name="T35" fmla="*/ 52 h 84"/>
                  <a:gd name="T36" fmla="*/ 1 w 56"/>
                  <a:gd name="T37" fmla="*/ 54 h 84"/>
                  <a:gd name="T38" fmla="*/ 0 w 56"/>
                  <a:gd name="T39" fmla="*/ 57 h 84"/>
                  <a:gd name="T40" fmla="*/ 8 w 56"/>
                  <a:gd name="T41" fmla="*/ 81 h 84"/>
                  <a:gd name="T42" fmla="*/ 12 w 56"/>
                  <a:gd name="T43" fmla="*/ 84 h 84"/>
                  <a:gd name="T44" fmla="*/ 44 w 56"/>
                  <a:gd name="T45" fmla="*/ 84 h 84"/>
                  <a:gd name="T46" fmla="*/ 48 w 56"/>
                  <a:gd name="T47" fmla="*/ 81 h 84"/>
                  <a:gd name="T48" fmla="*/ 56 w 56"/>
                  <a:gd name="T49" fmla="*/ 57 h 84"/>
                  <a:gd name="T50" fmla="*/ 55 w 56"/>
                  <a:gd name="T51" fmla="*/ 54 h 84"/>
                  <a:gd name="T52" fmla="*/ 20 w 56"/>
                  <a:gd name="T53" fmla="*/ 40 h 84"/>
                  <a:gd name="T54" fmla="*/ 16 w 56"/>
                  <a:gd name="T55" fmla="*/ 36 h 84"/>
                  <a:gd name="T56" fmla="*/ 19 w 56"/>
                  <a:gd name="T57" fmla="*/ 31 h 84"/>
                  <a:gd name="T58" fmla="*/ 21 w 56"/>
                  <a:gd name="T59" fmla="*/ 27 h 84"/>
                  <a:gd name="T60" fmla="*/ 18 w 56"/>
                  <a:gd name="T61" fmla="*/ 24 h 84"/>
                  <a:gd name="T62" fmla="*/ 12 w 56"/>
                  <a:gd name="T63" fmla="*/ 20 h 84"/>
                  <a:gd name="T64" fmla="*/ 18 w 56"/>
                  <a:gd name="T65" fmla="*/ 17 h 84"/>
                  <a:gd name="T66" fmla="*/ 22 w 56"/>
                  <a:gd name="T67" fmla="*/ 16 h 84"/>
                  <a:gd name="T68" fmla="*/ 24 w 56"/>
                  <a:gd name="T69" fmla="*/ 12 h 84"/>
                  <a:gd name="T70" fmla="*/ 24 w 56"/>
                  <a:gd name="T71" fmla="*/ 12 h 84"/>
                  <a:gd name="T72" fmla="*/ 28 w 56"/>
                  <a:gd name="T73" fmla="*/ 8 h 84"/>
                  <a:gd name="T74" fmla="*/ 32 w 56"/>
                  <a:gd name="T75" fmla="*/ 12 h 84"/>
                  <a:gd name="T76" fmla="*/ 32 w 56"/>
                  <a:gd name="T77" fmla="*/ 13 h 84"/>
                  <a:gd name="T78" fmla="*/ 34 w 56"/>
                  <a:gd name="T79" fmla="*/ 17 h 84"/>
                  <a:gd name="T80" fmla="*/ 38 w 56"/>
                  <a:gd name="T81" fmla="*/ 17 h 84"/>
                  <a:gd name="T82" fmla="*/ 44 w 56"/>
                  <a:gd name="T83" fmla="*/ 20 h 84"/>
                  <a:gd name="T84" fmla="*/ 38 w 56"/>
                  <a:gd name="T85" fmla="*/ 24 h 84"/>
                  <a:gd name="T86" fmla="*/ 35 w 56"/>
                  <a:gd name="T87" fmla="*/ 27 h 84"/>
                  <a:gd name="T88" fmla="*/ 37 w 56"/>
                  <a:gd name="T89" fmla="*/ 31 h 84"/>
                  <a:gd name="T90" fmla="*/ 40 w 56"/>
                  <a:gd name="T91" fmla="*/ 36 h 84"/>
                  <a:gd name="T92" fmla="*/ 36 w 56"/>
                  <a:gd name="T93" fmla="*/ 40 h 84"/>
                  <a:gd name="T94" fmla="*/ 32 w 56"/>
                  <a:gd name="T95" fmla="*/ 36 h 84"/>
                  <a:gd name="T96" fmla="*/ 28 w 56"/>
                  <a:gd name="T97" fmla="*/ 32 h 84"/>
                  <a:gd name="T98" fmla="*/ 24 w 56"/>
                  <a:gd name="T99" fmla="*/ 36 h 84"/>
                  <a:gd name="T100" fmla="*/ 20 w 56"/>
                  <a:gd name="T101" fmla="*/ 40 h 84"/>
                  <a:gd name="T102" fmla="*/ 41 w 56"/>
                  <a:gd name="T103" fmla="*/ 76 h 84"/>
                  <a:gd name="T104" fmla="*/ 15 w 56"/>
                  <a:gd name="T105" fmla="*/ 76 h 84"/>
                  <a:gd name="T106" fmla="*/ 10 w 56"/>
                  <a:gd name="T107" fmla="*/ 60 h 84"/>
                  <a:gd name="T108" fmla="*/ 46 w 56"/>
                  <a:gd name="T109" fmla="*/ 60 h 84"/>
                  <a:gd name="T110" fmla="*/ 41 w 56"/>
                  <a:gd name="T111" fmla="*/ 7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6" h="84">
                    <a:moveTo>
                      <a:pt x="55" y="54"/>
                    </a:moveTo>
                    <a:cubicBezTo>
                      <a:pt x="54" y="53"/>
                      <a:pt x="53" y="52"/>
                      <a:pt x="52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3" y="48"/>
                      <a:pt x="35" y="48"/>
                      <a:pt x="36" y="48"/>
                    </a:cubicBezTo>
                    <a:cubicBezTo>
                      <a:pt x="43" y="48"/>
                      <a:pt x="48" y="43"/>
                      <a:pt x="48" y="36"/>
                    </a:cubicBezTo>
                    <a:cubicBezTo>
                      <a:pt x="48" y="33"/>
                      <a:pt x="47" y="31"/>
                      <a:pt x="46" y="29"/>
                    </a:cubicBezTo>
                    <a:cubicBezTo>
                      <a:pt x="49" y="27"/>
                      <a:pt x="52" y="24"/>
                      <a:pt x="52" y="20"/>
                    </a:cubicBezTo>
                    <a:cubicBezTo>
                      <a:pt x="52" y="13"/>
                      <a:pt x="46" y="8"/>
                      <a:pt x="39" y="8"/>
                    </a:cubicBezTo>
                    <a:cubicBezTo>
                      <a:pt x="38" y="3"/>
                      <a:pt x="33" y="0"/>
                      <a:pt x="28" y="0"/>
                    </a:cubicBezTo>
                    <a:cubicBezTo>
                      <a:pt x="23" y="0"/>
                      <a:pt x="18" y="3"/>
                      <a:pt x="17" y="8"/>
                    </a:cubicBezTo>
                    <a:cubicBezTo>
                      <a:pt x="10" y="8"/>
                      <a:pt x="4" y="13"/>
                      <a:pt x="4" y="20"/>
                    </a:cubicBezTo>
                    <a:cubicBezTo>
                      <a:pt x="4" y="24"/>
                      <a:pt x="7" y="27"/>
                      <a:pt x="10" y="29"/>
                    </a:cubicBezTo>
                    <a:cubicBezTo>
                      <a:pt x="9" y="31"/>
                      <a:pt x="8" y="33"/>
                      <a:pt x="8" y="36"/>
                    </a:cubicBezTo>
                    <a:cubicBezTo>
                      <a:pt x="8" y="43"/>
                      <a:pt x="13" y="48"/>
                      <a:pt x="20" y="48"/>
                    </a:cubicBezTo>
                    <a:cubicBezTo>
                      <a:pt x="21" y="48"/>
                      <a:pt x="23" y="48"/>
                      <a:pt x="24" y="47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2" y="53"/>
                      <a:pt x="1" y="54"/>
                    </a:cubicBezTo>
                    <a:cubicBezTo>
                      <a:pt x="0" y="55"/>
                      <a:pt x="0" y="56"/>
                      <a:pt x="0" y="57"/>
                    </a:cubicBezTo>
                    <a:cubicBezTo>
                      <a:pt x="8" y="81"/>
                      <a:pt x="8" y="81"/>
                      <a:pt x="8" y="81"/>
                    </a:cubicBezTo>
                    <a:cubicBezTo>
                      <a:pt x="9" y="83"/>
                      <a:pt x="10" y="84"/>
                      <a:pt x="12" y="84"/>
                    </a:cubicBezTo>
                    <a:cubicBezTo>
                      <a:pt x="44" y="84"/>
                      <a:pt x="44" y="84"/>
                      <a:pt x="44" y="84"/>
                    </a:cubicBezTo>
                    <a:cubicBezTo>
                      <a:pt x="46" y="84"/>
                      <a:pt x="47" y="83"/>
                      <a:pt x="48" y="81"/>
                    </a:cubicBezTo>
                    <a:cubicBezTo>
                      <a:pt x="56" y="57"/>
                      <a:pt x="56" y="57"/>
                      <a:pt x="56" y="57"/>
                    </a:cubicBezTo>
                    <a:cubicBezTo>
                      <a:pt x="56" y="56"/>
                      <a:pt x="56" y="55"/>
                      <a:pt x="55" y="54"/>
                    </a:cubicBezTo>
                    <a:close/>
                    <a:moveTo>
                      <a:pt x="20" y="40"/>
                    </a:moveTo>
                    <a:cubicBezTo>
                      <a:pt x="18" y="40"/>
                      <a:pt x="16" y="38"/>
                      <a:pt x="16" y="36"/>
                    </a:cubicBezTo>
                    <a:cubicBezTo>
                      <a:pt x="16" y="34"/>
                      <a:pt x="18" y="32"/>
                      <a:pt x="19" y="31"/>
                    </a:cubicBezTo>
                    <a:cubicBezTo>
                      <a:pt x="20" y="30"/>
                      <a:pt x="21" y="29"/>
                      <a:pt x="21" y="27"/>
                    </a:cubicBezTo>
                    <a:cubicBezTo>
                      <a:pt x="21" y="26"/>
                      <a:pt x="20" y="25"/>
                      <a:pt x="18" y="24"/>
                    </a:cubicBezTo>
                    <a:cubicBezTo>
                      <a:pt x="15" y="23"/>
                      <a:pt x="12" y="21"/>
                      <a:pt x="12" y="20"/>
                    </a:cubicBezTo>
                    <a:cubicBezTo>
                      <a:pt x="12" y="17"/>
                      <a:pt x="15" y="15"/>
                      <a:pt x="18" y="17"/>
                    </a:cubicBezTo>
                    <a:cubicBezTo>
                      <a:pt x="19" y="17"/>
                      <a:pt x="21" y="17"/>
                      <a:pt x="22" y="16"/>
                    </a:cubicBezTo>
                    <a:cubicBezTo>
                      <a:pt x="24" y="16"/>
                      <a:pt x="24" y="14"/>
                      <a:pt x="2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0"/>
                      <a:pt x="26" y="8"/>
                      <a:pt x="28" y="8"/>
                    </a:cubicBezTo>
                    <a:cubicBezTo>
                      <a:pt x="30" y="8"/>
                      <a:pt x="32" y="10"/>
                      <a:pt x="32" y="12"/>
                    </a:cubicBezTo>
                    <a:cubicBezTo>
                      <a:pt x="32" y="12"/>
                      <a:pt x="32" y="12"/>
                      <a:pt x="32" y="13"/>
                    </a:cubicBezTo>
                    <a:cubicBezTo>
                      <a:pt x="32" y="14"/>
                      <a:pt x="32" y="16"/>
                      <a:pt x="34" y="17"/>
                    </a:cubicBezTo>
                    <a:cubicBezTo>
                      <a:pt x="35" y="17"/>
                      <a:pt x="37" y="17"/>
                      <a:pt x="38" y="17"/>
                    </a:cubicBezTo>
                    <a:cubicBezTo>
                      <a:pt x="41" y="15"/>
                      <a:pt x="44" y="17"/>
                      <a:pt x="44" y="20"/>
                    </a:cubicBezTo>
                    <a:cubicBezTo>
                      <a:pt x="44" y="21"/>
                      <a:pt x="41" y="23"/>
                      <a:pt x="38" y="24"/>
                    </a:cubicBezTo>
                    <a:cubicBezTo>
                      <a:pt x="36" y="25"/>
                      <a:pt x="36" y="26"/>
                      <a:pt x="35" y="27"/>
                    </a:cubicBezTo>
                    <a:cubicBezTo>
                      <a:pt x="35" y="29"/>
                      <a:pt x="36" y="30"/>
                      <a:pt x="37" y="31"/>
                    </a:cubicBezTo>
                    <a:cubicBezTo>
                      <a:pt x="38" y="32"/>
                      <a:pt x="40" y="34"/>
                      <a:pt x="40" y="36"/>
                    </a:cubicBezTo>
                    <a:cubicBezTo>
                      <a:pt x="40" y="38"/>
                      <a:pt x="38" y="40"/>
                      <a:pt x="36" y="40"/>
                    </a:cubicBezTo>
                    <a:cubicBezTo>
                      <a:pt x="34" y="40"/>
                      <a:pt x="32" y="38"/>
                      <a:pt x="32" y="36"/>
                    </a:cubicBezTo>
                    <a:cubicBezTo>
                      <a:pt x="32" y="34"/>
                      <a:pt x="30" y="32"/>
                      <a:pt x="28" y="32"/>
                    </a:cubicBezTo>
                    <a:cubicBezTo>
                      <a:pt x="26" y="32"/>
                      <a:pt x="24" y="34"/>
                      <a:pt x="24" y="36"/>
                    </a:cubicBezTo>
                    <a:cubicBezTo>
                      <a:pt x="24" y="38"/>
                      <a:pt x="22" y="40"/>
                      <a:pt x="20" y="40"/>
                    </a:cubicBezTo>
                    <a:close/>
                    <a:moveTo>
                      <a:pt x="41" y="76"/>
                    </a:moveTo>
                    <a:cubicBezTo>
                      <a:pt x="15" y="76"/>
                      <a:pt x="15" y="76"/>
                      <a:pt x="15" y="76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46" y="60"/>
                      <a:pt x="46" y="60"/>
                      <a:pt x="46" y="60"/>
                    </a:cubicBezTo>
                    <a:lnTo>
                      <a:pt x="41" y="7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Oval 24"/>
              <p:cNvSpPr>
                <a:spLocks noChangeArrowheads="1"/>
              </p:cNvSpPr>
              <p:nvPr/>
            </p:nvSpPr>
            <p:spPr bwMode="auto">
              <a:xfrm>
                <a:off x="6985000" y="1833563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3" name="组合 172"/>
            <p:cNvGrpSpPr/>
            <p:nvPr/>
          </p:nvGrpSpPr>
          <p:grpSpPr>
            <a:xfrm>
              <a:off x="8704263" y="1785938"/>
              <a:ext cx="258763" cy="263525"/>
              <a:chOff x="8704263" y="1785938"/>
              <a:chExt cx="258763" cy="263525"/>
            </a:xfrm>
          </p:grpSpPr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8786813" y="1785938"/>
                <a:ext cx="176213" cy="107950"/>
              </a:xfrm>
              <a:custGeom>
                <a:avLst/>
                <a:gdLst>
                  <a:gd name="T0" fmla="*/ 2 w 56"/>
                  <a:gd name="T1" fmla="*/ 29 h 34"/>
                  <a:gd name="T2" fmla="*/ 10 w 56"/>
                  <a:gd name="T3" fmla="*/ 26 h 34"/>
                  <a:gd name="T4" fmla="*/ 25 w 56"/>
                  <a:gd name="T5" fmla="*/ 34 h 34"/>
                  <a:gd name="T6" fmla="*/ 31 w 56"/>
                  <a:gd name="T7" fmla="*/ 33 h 34"/>
                  <a:gd name="T8" fmla="*/ 56 w 56"/>
                  <a:gd name="T9" fmla="*/ 5 h 34"/>
                  <a:gd name="T10" fmla="*/ 25 w 56"/>
                  <a:gd name="T11" fmla="*/ 0 h 34"/>
                  <a:gd name="T12" fmla="*/ 18 w 56"/>
                  <a:gd name="T13" fmla="*/ 1 h 34"/>
                  <a:gd name="T14" fmla="*/ 8 w 56"/>
                  <a:gd name="T15" fmla="*/ 20 h 34"/>
                  <a:gd name="T16" fmla="*/ 0 w 56"/>
                  <a:gd name="T17" fmla="*/ 23 h 34"/>
                  <a:gd name="T18" fmla="*/ 2 w 56"/>
                  <a:gd name="T19" fmla="*/ 29 h 34"/>
                  <a:gd name="T20" fmla="*/ 21 w 56"/>
                  <a:gd name="T21" fmla="*/ 8 h 34"/>
                  <a:gd name="T22" fmla="*/ 25 w 56"/>
                  <a:gd name="T23" fmla="*/ 8 h 34"/>
                  <a:gd name="T24" fmla="*/ 43 w 56"/>
                  <a:gd name="T25" fmla="*/ 10 h 34"/>
                  <a:gd name="T26" fmla="*/ 28 w 56"/>
                  <a:gd name="T27" fmla="*/ 26 h 34"/>
                  <a:gd name="T28" fmla="*/ 18 w 56"/>
                  <a:gd name="T29" fmla="*/ 23 h 34"/>
                  <a:gd name="T30" fmla="*/ 32 w 56"/>
                  <a:gd name="T31" fmla="*/ 19 h 34"/>
                  <a:gd name="T32" fmla="*/ 30 w 56"/>
                  <a:gd name="T33" fmla="*/ 13 h 34"/>
                  <a:gd name="T34" fmla="*/ 15 w 56"/>
                  <a:gd name="T35" fmla="*/ 18 h 34"/>
                  <a:gd name="T36" fmla="*/ 21 w 56"/>
                  <a:gd name="T37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6" h="34">
                    <a:moveTo>
                      <a:pt x="2" y="29"/>
                    </a:moveTo>
                    <a:cubicBezTo>
                      <a:pt x="10" y="26"/>
                      <a:pt x="10" y="26"/>
                      <a:pt x="10" y="26"/>
                    </a:cubicBezTo>
                    <a:cubicBezTo>
                      <a:pt x="13" y="31"/>
                      <a:pt x="18" y="34"/>
                      <a:pt x="25" y="34"/>
                    </a:cubicBezTo>
                    <a:cubicBezTo>
                      <a:pt x="27" y="34"/>
                      <a:pt x="29" y="34"/>
                      <a:pt x="31" y="33"/>
                    </a:cubicBezTo>
                    <a:cubicBezTo>
                      <a:pt x="40" y="30"/>
                      <a:pt x="51" y="13"/>
                      <a:pt x="56" y="5"/>
                    </a:cubicBezTo>
                    <a:cubicBezTo>
                      <a:pt x="52" y="4"/>
                      <a:pt x="36" y="0"/>
                      <a:pt x="25" y="0"/>
                    </a:cubicBezTo>
                    <a:cubicBezTo>
                      <a:pt x="22" y="0"/>
                      <a:pt x="20" y="0"/>
                      <a:pt x="18" y="1"/>
                    </a:cubicBezTo>
                    <a:cubicBezTo>
                      <a:pt x="10" y="4"/>
                      <a:pt x="6" y="12"/>
                      <a:pt x="8" y="20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2" y="29"/>
                    </a:lnTo>
                    <a:close/>
                    <a:moveTo>
                      <a:pt x="21" y="8"/>
                    </a:moveTo>
                    <a:cubicBezTo>
                      <a:pt x="22" y="8"/>
                      <a:pt x="23" y="8"/>
                      <a:pt x="25" y="8"/>
                    </a:cubicBezTo>
                    <a:cubicBezTo>
                      <a:pt x="30" y="8"/>
                      <a:pt x="38" y="9"/>
                      <a:pt x="43" y="10"/>
                    </a:cubicBezTo>
                    <a:cubicBezTo>
                      <a:pt x="38" y="17"/>
                      <a:pt x="32" y="24"/>
                      <a:pt x="28" y="26"/>
                    </a:cubicBezTo>
                    <a:cubicBezTo>
                      <a:pt x="24" y="27"/>
                      <a:pt x="20" y="26"/>
                      <a:pt x="18" y="23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4"/>
                      <a:pt x="17" y="10"/>
                      <a:pt x="21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8704263" y="1833563"/>
                <a:ext cx="252413" cy="215900"/>
              </a:xfrm>
              <a:custGeom>
                <a:avLst/>
                <a:gdLst>
                  <a:gd name="T0" fmla="*/ 76 w 80"/>
                  <a:gd name="T1" fmla="*/ 28 h 68"/>
                  <a:gd name="T2" fmla="*/ 20 w 80"/>
                  <a:gd name="T3" fmla="*/ 28 h 68"/>
                  <a:gd name="T4" fmla="*/ 20 w 80"/>
                  <a:gd name="T5" fmla="*/ 16 h 68"/>
                  <a:gd name="T6" fmla="*/ 19 w 80"/>
                  <a:gd name="T7" fmla="*/ 13 h 68"/>
                  <a:gd name="T8" fmla="*/ 7 w 80"/>
                  <a:gd name="T9" fmla="*/ 1 h 68"/>
                  <a:gd name="T10" fmla="*/ 2 w 80"/>
                  <a:gd name="T11" fmla="*/ 0 h 68"/>
                  <a:gd name="T12" fmla="*/ 0 w 80"/>
                  <a:gd name="T13" fmla="*/ 4 h 68"/>
                  <a:gd name="T14" fmla="*/ 0 w 80"/>
                  <a:gd name="T15" fmla="*/ 64 h 68"/>
                  <a:gd name="T16" fmla="*/ 4 w 80"/>
                  <a:gd name="T17" fmla="*/ 68 h 68"/>
                  <a:gd name="T18" fmla="*/ 76 w 80"/>
                  <a:gd name="T19" fmla="*/ 68 h 68"/>
                  <a:gd name="T20" fmla="*/ 80 w 80"/>
                  <a:gd name="T21" fmla="*/ 64 h 68"/>
                  <a:gd name="T22" fmla="*/ 80 w 80"/>
                  <a:gd name="T23" fmla="*/ 32 h 68"/>
                  <a:gd name="T24" fmla="*/ 76 w 80"/>
                  <a:gd name="T25" fmla="*/ 28 h 68"/>
                  <a:gd name="T26" fmla="*/ 72 w 80"/>
                  <a:gd name="T27" fmla="*/ 60 h 68"/>
                  <a:gd name="T28" fmla="*/ 8 w 80"/>
                  <a:gd name="T29" fmla="*/ 60 h 68"/>
                  <a:gd name="T30" fmla="*/ 8 w 80"/>
                  <a:gd name="T31" fmla="*/ 14 h 68"/>
                  <a:gd name="T32" fmla="*/ 12 w 80"/>
                  <a:gd name="T33" fmla="*/ 18 h 68"/>
                  <a:gd name="T34" fmla="*/ 12 w 80"/>
                  <a:gd name="T35" fmla="*/ 32 h 68"/>
                  <a:gd name="T36" fmla="*/ 16 w 80"/>
                  <a:gd name="T37" fmla="*/ 36 h 68"/>
                  <a:gd name="T38" fmla="*/ 72 w 80"/>
                  <a:gd name="T39" fmla="*/ 36 h 68"/>
                  <a:gd name="T40" fmla="*/ 72 w 80"/>
                  <a:gd name="T41" fmla="*/ 6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68">
                    <a:moveTo>
                      <a:pt x="76" y="28"/>
                    </a:move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5"/>
                      <a:pt x="20" y="14"/>
                      <a:pt x="19" y="1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4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6"/>
                      <a:pt x="2" y="68"/>
                      <a:pt x="4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8" y="68"/>
                      <a:pt x="80" y="66"/>
                      <a:pt x="80" y="64"/>
                    </a:cubicBezTo>
                    <a:cubicBezTo>
                      <a:pt x="80" y="32"/>
                      <a:pt x="80" y="32"/>
                      <a:pt x="80" y="32"/>
                    </a:cubicBezTo>
                    <a:cubicBezTo>
                      <a:pt x="80" y="30"/>
                      <a:pt x="78" y="28"/>
                      <a:pt x="76" y="28"/>
                    </a:cubicBezTo>
                    <a:close/>
                    <a:moveTo>
                      <a:pt x="72" y="60"/>
                    </a:moveTo>
                    <a:cubicBezTo>
                      <a:pt x="8" y="60"/>
                      <a:pt x="8" y="60"/>
                      <a:pt x="8" y="6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4"/>
                      <a:pt x="14" y="36"/>
                      <a:pt x="16" y="36"/>
                    </a:cubicBezTo>
                    <a:cubicBezTo>
                      <a:pt x="72" y="36"/>
                      <a:pt x="72" y="36"/>
                      <a:pt x="72" y="36"/>
                    </a:cubicBezTo>
                    <a:lnTo>
                      <a:pt x="72" y="6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8755063" y="1973263"/>
                <a:ext cx="381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Rectangle 28"/>
              <p:cNvSpPr>
                <a:spLocks noChangeArrowheads="1"/>
              </p:cNvSpPr>
              <p:nvPr/>
            </p:nvSpPr>
            <p:spPr bwMode="auto">
              <a:xfrm>
                <a:off x="8816975" y="1973263"/>
                <a:ext cx="381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Rectangle 29"/>
              <p:cNvSpPr>
                <a:spLocks noChangeArrowheads="1"/>
              </p:cNvSpPr>
              <p:nvPr/>
            </p:nvSpPr>
            <p:spPr bwMode="auto">
              <a:xfrm>
                <a:off x="8880475" y="1973263"/>
                <a:ext cx="381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3825875" y="2378076"/>
              <a:ext cx="303213" cy="277813"/>
              <a:chOff x="3825875" y="2378076"/>
              <a:chExt cx="303213" cy="277813"/>
            </a:xfrm>
          </p:grpSpPr>
          <p:sp>
            <p:nvSpPr>
              <p:cNvPr id="31" name="Freeform 30"/>
              <p:cNvSpPr>
                <a:spLocks noEditPoints="1"/>
              </p:cNvSpPr>
              <p:nvPr/>
            </p:nvSpPr>
            <p:spPr bwMode="auto">
              <a:xfrm>
                <a:off x="3914775" y="2428876"/>
                <a:ext cx="125413" cy="165100"/>
              </a:xfrm>
              <a:custGeom>
                <a:avLst/>
                <a:gdLst>
                  <a:gd name="T0" fmla="*/ 28 w 40"/>
                  <a:gd name="T1" fmla="*/ 0 h 52"/>
                  <a:gd name="T2" fmla="*/ 12 w 40"/>
                  <a:gd name="T3" fmla="*/ 0 h 52"/>
                  <a:gd name="T4" fmla="*/ 8 w 40"/>
                  <a:gd name="T5" fmla="*/ 4 h 52"/>
                  <a:gd name="T6" fmla="*/ 8 w 40"/>
                  <a:gd name="T7" fmla="*/ 8 h 52"/>
                  <a:gd name="T8" fmla="*/ 4 w 40"/>
                  <a:gd name="T9" fmla="*/ 8 h 52"/>
                  <a:gd name="T10" fmla="*/ 0 w 40"/>
                  <a:gd name="T11" fmla="*/ 12 h 52"/>
                  <a:gd name="T12" fmla="*/ 0 w 40"/>
                  <a:gd name="T13" fmla="*/ 44 h 52"/>
                  <a:gd name="T14" fmla="*/ 8 w 40"/>
                  <a:gd name="T15" fmla="*/ 52 h 52"/>
                  <a:gd name="T16" fmla="*/ 32 w 40"/>
                  <a:gd name="T17" fmla="*/ 52 h 52"/>
                  <a:gd name="T18" fmla="*/ 40 w 40"/>
                  <a:gd name="T19" fmla="*/ 44 h 52"/>
                  <a:gd name="T20" fmla="*/ 40 w 40"/>
                  <a:gd name="T21" fmla="*/ 12 h 52"/>
                  <a:gd name="T22" fmla="*/ 36 w 40"/>
                  <a:gd name="T23" fmla="*/ 8 h 52"/>
                  <a:gd name="T24" fmla="*/ 32 w 40"/>
                  <a:gd name="T25" fmla="*/ 8 h 52"/>
                  <a:gd name="T26" fmla="*/ 32 w 40"/>
                  <a:gd name="T27" fmla="*/ 4 h 52"/>
                  <a:gd name="T28" fmla="*/ 28 w 40"/>
                  <a:gd name="T29" fmla="*/ 0 h 52"/>
                  <a:gd name="T30" fmla="*/ 32 w 40"/>
                  <a:gd name="T31" fmla="*/ 44 h 52"/>
                  <a:gd name="T32" fmla="*/ 8 w 40"/>
                  <a:gd name="T33" fmla="*/ 44 h 52"/>
                  <a:gd name="T34" fmla="*/ 8 w 40"/>
                  <a:gd name="T35" fmla="*/ 16 h 52"/>
                  <a:gd name="T36" fmla="*/ 12 w 40"/>
                  <a:gd name="T37" fmla="*/ 16 h 52"/>
                  <a:gd name="T38" fmla="*/ 16 w 40"/>
                  <a:gd name="T39" fmla="*/ 12 h 52"/>
                  <a:gd name="T40" fmla="*/ 16 w 40"/>
                  <a:gd name="T41" fmla="*/ 8 h 52"/>
                  <a:gd name="T42" fmla="*/ 24 w 40"/>
                  <a:gd name="T43" fmla="*/ 8 h 52"/>
                  <a:gd name="T44" fmla="*/ 24 w 40"/>
                  <a:gd name="T45" fmla="*/ 12 h 52"/>
                  <a:gd name="T46" fmla="*/ 28 w 40"/>
                  <a:gd name="T47" fmla="*/ 16 h 52"/>
                  <a:gd name="T48" fmla="*/ 32 w 40"/>
                  <a:gd name="T49" fmla="*/ 16 h 52"/>
                  <a:gd name="T50" fmla="*/ 32 w 40"/>
                  <a:gd name="T51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2">
                    <a:moveTo>
                      <a:pt x="28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8" y="2"/>
                      <a:pt x="8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10"/>
                      <a:pt x="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6" y="52"/>
                      <a:pt x="40" y="48"/>
                      <a:pt x="40" y="44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0"/>
                      <a:pt x="38" y="8"/>
                      <a:pt x="36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2"/>
                      <a:pt x="30" y="0"/>
                      <a:pt x="28" y="0"/>
                    </a:cubicBezTo>
                    <a:close/>
                    <a:moveTo>
                      <a:pt x="32" y="44"/>
                    </a:moveTo>
                    <a:cubicBezTo>
                      <a:pt x="8" y="44"/>
                      <a:pt x="8" y="44"/>
                      <a:pt x="8" y="44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4"/>
                      <a:pt x="26" y="16"/>
                      <a:pt x="28" y="16"/>
                    </a:cubicBezTo>
                    <a:cubicBezTo>
                      <a:pt x="32" y="16"/>
                      <a:pt x="32" y="16"/>
                      <a:pt x="32" y="16"/>
                    </a:cubicBezTo>
                    <a:lnTo>
                      <a:pt x="32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3952875" y="2492376"/>
                <a:ext cx="50800" cy="63500"/>
              </a:xfrm>
              <a:custGeom>
                <a:avLst/>
                <a:gdLst>
                  <a:gd name="T0" fmla="*/ 20 w 32"/>
                  <a:gd name="T1" fmla="*/ 0 h 40"/>
                  <a:gd name="T2" fmla="*/ 0 w 32"/>
                  <a:gd name="T3" fmla="*/ 24 h 40"/>
                  <a:gd name="T4" fmla="*/ 12 w 32"/>
                  <a:gd name="T5" fmla="*/ 24 h 40"/>
                  <a:gd name="T6" fmla="*/ 12 w 32"/>
                  <a:gd name="T7" fmla="*/ 40 h 40"/>
                  <a:gd name="T8" fmla="*/ 32 w 32"/>
                  <a:gd name="T9" fmla="*/ 16 h 40"/>
                  <a:gd name="T10" fmla="*/ 20 w 32"/>
                  <a:gd name="T11" fmla="*/ 16 h 40"/>
                  <a:gd name="T12" fmla="*/ 20 w 32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0">
                    <a:moveTo>
                      <a:pt x="20" y="0"/>
                    </a:moveTo>
                    <a:lnTo>
                      <a:pt x="0" y="24"/>
                    </a:lnTo>
                    <a:lnTo>
                      <a:pt x="12" y="24"/>
                    </a:lnTo>
                    <a:lnTo>
                      <a:pt x="12" y="40"/>
                    </a:lnTo>
                    <a:lnTo>
                      <a:pt x="32" y="16"/>
                    </a:lnTo>
                    <a:lnTo>
                      <a:pt x="20" y="1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3825875" y="2517776"/>
                <a:ext cx="287338" cy="138113"/>
              </a:xfrm>
              <a:custGeom>
                <a:avLst/>
                <a:gdLst>
                  <a:gd name="T0" fmla="*/ 48 w 91"/>
                  <a:gd name="T1" fmla="*/ 36 h 44"/>
                  <a:gd name="T2" fmla="*/ 14 w 91"/>
                  <a:gd name="T3" fmla="*/ 10 h 44"/>
                  <a:gd name="T4" fmla="*/ 24 w 91"/>
                  <a:gd name="T5" fmla="*/ 0 h 44"/>
                  <a:gd name="T6" fmla="*/ 0 w 91"/>
                  <a:gd name="T7" fmla="*/ 0 h 44"/>
                  <a:gd name="T8" fmla="*/ 0 w 91"/>
                  <a:gd name="T9" fmla="*/ 24 h 44"/>
                  <a:gd name="T10" fmla="*/ 7 w 91"/>
                  <a:gd name="T11" fmla="*/ 17 h 44"/>
                  <a:gd name="T12" fmla="*/ 48 w 91"/>
                  <a:gd name="T13" fmla="*/ 44 h 44"/>
                  <a:gd name="T14" fmla="*/ 91 w 91"/>
                  <a:gd name="T15" fmla="*/ 8 h 44"/>
                  <a:gd name="T16" fmla="*/ 83 w 91"/>
                  <a:gd name="T17" fmla="*/ 8 h 44"/>
                  <a:gd name="T18" fmla="*/ 48 w 91"/>
                  <a:gd name="T19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44">
                    <a:moveTo>
                      <a:pt x="48" y="36"/>
                    </a:moveTo>
                    <a:cubicBezTo>
                      <a:pt x="32" y="36"/>
                      <a:pt x="18" y="25"/>
                      <a:pt x="14" y="1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4" y="33"/>
                      <a:pt x="30" y="44"/>
                      <a:pt x="48" y="44"/>
                    </a:cubicBezTo>
                    <a:cubicBezTo>
                      <a:pt x="70" y="44"/>
                      <a:pt x="87" y="28"/>
                      <a:pt x="91" y="8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79" y="24"/>
                      <a:pt x="65" y="36"/>
                      <a:pt x="48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3841750" y="2378076"/>
                <a:ext cx="287338" cy="139700"/>
              </a:xfrm>
              <a:custGeom>
                <a:avLst/>
                <a:gdLst>
                  <a:gd name="T0" fmla="*/ 84 w 91"/>
                  <a:gd name="T1" fmla="*/ 27 h 44"/>
                  <a:gd name="T2" fmla="*/ 43 w 91"/>
                  <a:gd name="T3" fmla="*/ 0 h 44"/>
                  <a:gd name="T4" fmla="*/ 0 w 91"/>
                  <a:gd name="T5" fmla="*/ 36 h 44"/>
                  <a:gd name="T6" fmla="*/ 8 w 91"/>
                  <a:gd name="T7" fmla="*/ 36 h 44"/>
                  <a:gd name="T8" fmla="*/ 43 w 91"/>
                  <a:gd name="T9" fmla="*/ 8 h 44"/>
                  <a:gd name="T10" fmla="*/ 77 w 91"/>
                  <a:gd name="T11" fmla="*/ 34 h 44"/>
                  <a:gd name="T12" fmla="*/ 67 w 91"/>
                  <a:gd name="T13" fmla="*/ 44 h 44"/>
                  <a:gd name="T14" fmla="*/ 91 w 91"/>
                  <a:gd name="T15" fmla="*/ 44 h 44"/>
                  <a:gd name="T16" fmla="*/ 91 w 91"/>
                  <a:gd name="T17" fmla="*/ 20 h 44"/>
                  <a:gd name="T18" fmla="*/ 84 w 91"/>
                  <a:gd name="T19" fmla="*/ 2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44">
                    <a:moveTo>
                      <a:pt x="84" y="27"/>
                    </a:moveTo>
                    <a:cubicBezTo>
                      <a:pt x="77" y="11"/>
                      <a:pt x="61" y="0"/>
                      <a:pt x="43" y="0"/>
                    </a:cubicBezTo>
                    <a:cubicBezTo>
                      <a:pt x="21" y="0"/>
                      <a:pt x="4" y="1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2" y="20"/>
                      <a:pt x="26" y="8"/>
                      <a:pt x="43" y="8"/>
                    </a:cubicBezTo>
                    <a:cubicBezTo>
                      <a:pt x="59" y="8"/>
                      <a:pt x="73" y="19"/>
                      <a:pt x="77" y="3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1" y="20"/>
                      <a:pt x="91" y="20"/>
                      <a:pt x="91" y="20"/>
                    </a:cubicBezTo>
                    <a:lnTo>
                      <a:pt x="84" y="2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5064125" y="1979613"/>
              <a:ext cx="255588" cy="57150"/>
            </a:xfrm>
            <a:custGeom>
              <a:avLst/>
              <a:gdLst>
                <a:gd name="T0" fmla="*/ 76 w 81"/>
                <a:gd name="T1" fmla="*/ 0 h 18"/>
                <a:gd name="T2" fmla="*/ 41 w 81"/>
                <a:gd name="T3" fmla="*/ 10 h 18"/>
                <a:gd name="T4" fmla="*/ 6 w 81"/>
                <a:gd name="T5" fmla="*/ 0 h 18"/>
                <a:gd name="T6" fmla="*/ 0 w 81"/>
                <a:gd name="T7" fmla="*/ 5 h 18"/>
                <a:gd name="T8" fmla="*/ 41 w 81"/>
                <a:gd name="T9" fmla="*/ 18 h 18"/>
                <a:gd name="T10" fmla="*/ 81 w 81"/>
                <a:gd name="T11" fmla="*/ 5 h 18"/>
                <a:gd name="T12" fmla="*/ 76 w 81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18">
                  <a:moveTo>
                    <a:pt x="76" y="0"/>
                  </a:moveTo>
                  <a:cubicBezTo>
                    <a:pt x="65" y="6"/>
                    <a:pt x="53" y="10"/>
                    <a:pt x="41" y="10"/>
                  </a:cubicBezTo>
                  <a:cubicBezTo>
                    <a:pt x="28" y="10"/>
                    <a:pt x="16" y="6"/>
                    <a:pt x="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2" y="14"/>
                    <a:pt x="26" y="18"/>
                    <a:pt x="41" y="18"/>
                  </a:cubicBezTo>
                  <a:cubicBezTo>
                    <a:pt x="55" y="18"/>
                    <a:pt x="69" y="14"/>
                    <a:pt x="81" y="5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6" name="组合 165"/>
            <p:cNvGrpSpPr/>
            <p:nvPr/>
          </p:nvGrpSpPr>
          <p:grpSpPr>
            <a:xfrm>
              <a:off x="5118100" y="1776413"/>
              <a:ext cx="152400" cy="209550"/>
              <a:chOff x="5118100" y="1776413"/>
              <a:chExt cx="152400" cy="209550"/>
            </a:xfrm>
          </p:grpSpPr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5118100" y="1776413"/>
                <a:ext cx="152400" cy="209550"/>
              </a:xfrm>
              <a:custGeom>
                <a:avLst/>
                <a:gdLst>
                  <a:gd name="T0" fmla="*/ 24 w 48"/>
                  <a:gd name="T1" fmla="*/ 66 h 66"/>
                  <a:gd name="T2" fmla="*/ 48 w 48"/>
                  <a:gd name="T3" fmla="*/ 42 h 66"/>
                  <a:gd name="T4" fmla="*/ 27 w 48"/>
                  <a:gd name="T5" fmla="*/ 3 h 66"/>
                  <a:gd name="T6" fmla="*/ 24 w 48"/>
                  <a:gd name="T7" fmla="*/ 0 h 66"/>
                  <a:gd name="T8" fmla="*/ 21 w 48"/>
                  <a:gd name="T9" fmla="*/ 3 h 66"/>
                  <a:gd name="T10" fmla="*/ 0 w 48"/>
                  <a:gd name="T11" fmla="*/ 42 h 66"/>
                  <a:gd name="T12" fmla="*/ 24 w 48"/>
                  <a:gd name="T13" fmla="*/ 66 h 66"/>
                  <a:gd name="T14" fmla="*/ 24 w 48"/>
                  <a:gd name="T15" fmla="*/ 13 h 66"/>
                  <a:gd name="T16" fmla="*/ 40 w 48"/>
                  <a:gd name="T17" fmla="*/ 42 h 66"/>
                  <a:gd name="T18" fmla="*/ 24 w 48"/>
                  <a:gd name="T19" fmla="*/ 58 h 66"/>
                  <a:gd name="T20" fmla="*/ 8 w 48"/>
                  <a:gd name="T21" fmla="*/ 42 h 66"/>
                  <a:gd name="T22" fmla="*/ 24 w 48"/>
                  <a:gd name="T23" fmla="*/ 1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" h="66">
                    <a:moveTo>
                      <a:pt x="24" y="66"/>
                    </a:moveTo>
                    <a:cubicBezTo>
                      <a:pt x="38" y="66"/>
                      <a:pt x="48" y="55"/>
                      <a:pt x="48" y="42"/>
                    </a:cubicBezTo>
                    <a:cubicBezTo>
                      <a:pt x="48" y="30"/>
                      <a:pt x="30" y="6"/>
                      <a:pt x="27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6"/>
                      <a:pt x="0" y="30"/>
                      <a:pt x="0" y="42"/>
                    </a:cubicBezTo>
                    <a:cubicBezTo>
                      <a:pt x="0" y="55"/>
                      <a:pt x="11" y="66"/>
                      <a:pt x="24" y="66"/>
                    </a:cubicBezTo>
                    <a:close/>
                    <a:moveTo>
                      <a:pt x="24" y="13"/>
                    </a:moveTo>
                    <a:cubicBezTo>
                      <a:pt x="31" y="22"/>
                      <a:pt x="40" y="36"/>
                      <a:pt x="40" y="42"/>
                    </a:cubicBezTo>
                    <a:cubicBezTo>
                      <a:pt x="40" y="51"/>
                      <a:pt x="33" y="58"/>
                      <a:pt x="24" y="58"/>
                    </a:cubicBezTo>
                    <a:cubicBezTo>
                      <a:pt x="15" y="58"/>
                      <a:pt x="8" y="51"/>
                      <a:pt x="8" y="42"/>
                    </a:cubicBezTo>
                    <a:cubicBezTo>
                      <a:pt x="8" y="36"/>
                      <a:pt x="17" y="22"/>
                      <a:pt x="24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6"/>
              <p:cNvSpPr>
                <a:spLocks/>
              </p:cNvSpPr>
              <p:nvPr/>
            </p:nvSpPr>
            <p:spPr bwMode="auto">
              <a:xfrm>
                <a:off x="5194300" y="1909763"/>
                <a:ext cx="34925" cy="34925"/>
              </a:xfrm>
              <a:custGeom>
                <a:avLst/>
                <a:gdLst>
                  <a:gd name="T0" fmla="*/ 11 w 11"/>
                  <a:gd name="T1" fmla="*/ 0 h 11"/>
                  <a:gd name="T2" fmla="*/ 5 w 11"/>
                  <a:gd name="T3" fmla="*/ 0 h 11"/>
                  <a:gd name="T4" fmla="*/ 0 w 11"/>
                  <a:gd name="T5" fmla="*/ 5 h 11"/>
                  <a:gd name="T6" fmla="*/ 0 w 11"/>
                  <a:gd name="T7" fmla="*/ 11 h 11"/>
                  <a:gd name="T8" fmla="*/ 11 w 11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1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"/>
                      <a:pt x="3" y="5"/>
                      <a:pt x="0" y="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6" y="11"/>
                      <a:pt x="11" y="6"/>
                      <a:pt x="11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4457700" y="1770063"/>
              <a:ext cx="252413" cy="266700"/>
              <a:chOff x="4457700" y="1770063"/>
              <a:chExt cx="252413" cy="266700"/>
            </a:xfrm>
          </p:grpSpPr>
          <p:grpSp>
            <p:nvGrpSpPr>
              <p:cNvPr id="164" name="组合 163"/>
              <p:cNvGrpSpPr/>
              <p:nvPr/>
            </p:nvGrpSpPr>
            <p:grpSpPr>
              <a:xfrm>
                <a:off x="4584700" y="1947863"/>
                <a:ext cx="125413" cy="88900"/>
                <a:chOff x="4584700" y="1947863"/>
                <a:chExt cx="125413" cy="88900"/>
              </a:xfrm>
            </p:grpSpPr>
            <p:sp>
              <p:nvSpPr>
                <p:cNvPr id="38" name="Oval 37"/>
                <p:cNvSpPr>
                  <a:spLocks noChangeArrowheads="1"/>
                </p:cNvSpPr>
                <p:nvPr/>
              </p:nvSpPr>
              <p:spPr bwMode="auto">
                <a:xfrm>
                  <a:off x="4635500" y="1947863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Oval 38"/>
                <p:cNvSpPr>
                  <a:spLocks noChangeArrowheads="1"/>
                </p:cNvSpPr>
                <p:nvPr/>
              </p:nvSpPr>
              <p:spPr bwMode="auto">
                <a:xfrm>
                  <a:off x="4610100" y="1979613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Oval 39"/>
                <p:cNvSpPr>
                  <a:spLocks noChangeArrowheads="1"/>
                </p:cNvSpPr>
                <p:nvPr/>
              </p:nvSpPr>
              <p:spPr bwMode="auto">
                <a:xfrm>
                  <a:off x="4660900" y="1979613"/>
                  <a:ext cx="23813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Oval 40"/>
                <p:cNvSpPr>
                  <a:spLocks noChangeArrowheads="1"/>
                </p:cNvSpPr>
                <p:nvPr/>
              </p:nvSpPr>
              <p:spPr bwMode="auto">
                <a:xfrm>
                  <a:off x="4635500" y="2011363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Oval 41"/>
                <p:cNvSpPr>
                  <a:spLocks noChangeArrowheads="1"/>
                </p:cNvSpPr>
                <p:nvPr/>
              </p:nvSpPr>
              <p:spPr bwMode="auto">
                <a:xfrm>
                  <a:off x="4584700" y="2011363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Oval 42"/>
                <p:cNvSpPr>
                  <a:spLocks noChangeArrowheads="1"/>
                </p:cNvSpPr>
                <p:nvPr/>
              </p:nvSpPr>
              <p:spPr bwMode="auto">
                <a:xfrm>
                  <a:off x="4684713" y="2011363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4" name="Freeform 43"/>
              <p:cNvSpPr>
                <a:spLocks noEditPoints="1"/>
              </p:cNvSpPr>
              <p:nvPr/>
            </p:nvSpPr>
            <p:spPr bwMode="auto">
              <a:xfrm>
                <a:off x="4457700" y="1770063"/>
                <a:ext cx="214313" cy="165100"/>
              </a:xfrm>
              <a:custGeom>
                <a:avLst/>
                <a:gdLst>
                  <a:gd name="T0" fmla="*/ 48 w 68"/>
                  <a:gd name="T1" fmla="*/ 48 h 52"/>
                  <a:gd name="T2" fmla="*/ 52 w 68"/>
                  <a:gd name="T3" fmla="*/ 52 h 52"/>
                  <a:gd name="T4" fmla="*/ 64 w 68"/>
                  <a:gd name="T5" fmla="*/ 52 h 52"/>
                  <a:gd name="T6" fmla="*/ 68 w 68"/>
                  <a:gd name="T7" fmla="*/ 48 h 52"/>
                  <a:gd name="T8" fmla="*/ 68 w 68"/>
                  <a:gd name="T9" fmla="*/ 24 h 52"/>
                  <a:gd name="T10" fmla="*/ 60 w 68"/>
                  <a:gd name="T11" fmla="*/ 16 h 52"/>
                  <a:gd name="T12" fmla="*/ 36 w 68"/>
                  <a:gd name="T13" fmla="*/ 16 h 52"/>
                  <a:gd name="T14" fmla="*/ 36 w 68"/>
                  <a:gd name="T15" fmla="*/ 8 h 52"/>
                  <a:gd name="T16" fmla="*/ 48 w 68"/>
                  <a:gd name="T17" fmla="*/ 8 h 52"/>
                  <a:gd name="T18" fmla="*/ 48 w 68"/>
                  <a:gd name="T19" fmla="*/ 0 h 52"/>
                  <a:gd name="T20" fmla="*/ 16 w 68"/>
                  <a:gd name="T21" fmla="*/ 0 h 52"/>
                  <a:gd name="T22" fmla="*/ 16 w 68"/>
                  <a:gd name="T23" fmla="*/ 8 h 52"/>
                  <a:gd name="T24" fmla="*/ 28 w 68"/>
                  <a:gd name="T25" fmla="*/ 8 h 52"/>
                  <a:gd name="T26" fmla="*/ 28 w 68"/>
                  <a:gd name="T27" fmla="*/ 16 h 52"/>
                  <a:gd name="T28" fmla="*/ 4 w 68"/>
                  <a:gd name="T29" fmla="*/ 16 h 52"/>
                  <a:gd name="T30" fmla="*/ 0 w 68"/>
                  <a:gd name="T31" fmla="*/ 20 h 52"/>
                  <a:gd name="T32" fmla="*/ 0 w 68"/>
                  <a:gd name="T33" fmla="*/ 36 h 52"/>
                  <a:gd name="T34" fmla="*/ 4 w 68"/>
                  <a:gd name="T35" fmla="*/ 40 h 52"/>
                  <a:gd name="T36" fmla="*/ 48 w 68"/>
                  <a:gd name="T37" fmla="*/ 40 h 52"/>
                  <a:gd name="T38" fmla="*/ 48 w 68"/>
                  <a:gd name="T39" fmla="*/ 48 h 52"/>
                  <a:gd name="T40" fmla="*/ 8 w 68"/>
                  <a:gd name="T41" fmla="*/ 32 h 52"/>
                  <a:gd name="T42" fmla="*/ 8 w 68"/>
                  <a:gd name="T43" fmla="*/ 24 h 52"/>
                  <a:gd name="T44" fmla="*/ 60 w 68"/>
                  <a:gd name="T45" fmla="*/ 24 h 52"/>
                  <a:gd name="T46" fmla="*/ 60 w 68"/>
                  <a:gd name="T47" fmla="*/ 44 h 52"/>
                  <a:gd name="T48" fmla="*/ 56 w 68"/>
                  <a:gd name="T49" fmla="*/ 44 h 52"/>
                  <a:gd name="T50" fmla="*/ 56 w 68"/>
                  <a:gd name="T51" fmla="*/ 36 h 52"/>
                  <a:gd name="T52" fmla="*/ 52 w 68"/>
                  <a:gd name="T53" fmla="*/ 32 h 52"/>
                  <a:gd name="T54" fmla="*/ 8 w 68"/>
                  <a:gd name="T55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8" h="52">
                    <a:moveTo>
                      <a:pt x="48" y="48"/>
                    </a:moveTo>
                    <a:cubicBezTo>
                      <a:pt x="48" y="50"/>
                      <a:pt x="50" y="52"/>
                      <a:pt x="52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6" y="52"/>
                      <a:pt x="68" y="50"/>
                      <a:pt x="68" y="48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0"/>
                      <a:pt x="64" y="16"/>
                      <a:pt x="60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2" y="16"/>
                      <a:pt x="0" y="18"/>
                      <a:pt x="0" y="2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48" y="40"/>
                      <a:pt x="48" y="40"/>
                      <a:pt x="48" y="40"/>
                    </a:cubicBezTo>
                    <a:lnTo>
                      <a:pt x="48" y="48"/>
                    </a:lnTo>
                    <a:close/>
                    <a:moveTo>
                      <a:pt x="8" y="32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4"/>
                      <a:pt x="54" y="32"/>
                      <a:pt x="52" y="32"/>
                    </a:cubicBezTo>
                    <a:lnTo>
                      <a:pt x="8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7466013" y="1795463"/>
              <a:ext cx="303213" cy="254000"/>
              <a:chOff x="7466013" y="1795463"/>
              <a:chExt cx="303213" cy="254000"/>
            </a:xfrm>
          </p:grpSpPr>
          <p:sp>
            <p:nvSpPr>
              <p:cNvPr id="50" name="Freeform 49"/>
              <p:cNvSpPr>
                <a:spLocks noEditPoints="1"/>
              </p:cNvSpPr>
              <p:nvPr/>
            </p:nvSpPr>
            <p:spPr bwMode="auto">
              <a:xfrm>
                <a:off x="7466013" y="1922463"/>
                <a:ext cx="303213" cy="127000"/>
              </a:xfrm>
              <a:custGeom>
                <a:avLst/>
                <a:gdLst>
                  <a:gd name="T0" fmla="*/ 96 w 96"/>
                  <a:gd name="T1" fmla="*/ 34 h 40"/>
                  <a:gd name="T2" fmla="*/ 80 w 96"/>
                  <a:gd name="T3" fmla="*/ 2 h 40"/>
                  <a:gd name="T4" fmla="*/ 76 w 96"/>
                  <a:gd name="T5" fmla="*/ 0 h 40"/>
                  <a:gd name="T6" fmla="*/ 20 w 96"/>
                  <a:gd name="T7" fmla="*/ 0 h 40"/>
                  <a:gd name="T8" fmla="*/ 16 w 96"/>
                  <a:gd name="T9" fmla="*/ 2 h 40"/>
                  <a:gd name="T10" fmla="*/ 0 w 96"/>
                  <a:gd name="T11" fmla="*/ 34 h 40"/>
                  <a:gd name="T12" fmla="*/ 1 w 96"/>
                  <a:gd name="T13" fmla="*/ 38 h 40"/>
                  <a:gd name="T14" fmla="*/ 4 w 96"/>
                  <a:gd name="T15" fmla="*/ 40 h 40"/>
                  <a:gd name="T16" fmla="*/ 92 w 96"/>
                  <a:gd name="T17" fmla="*/ 40 h 40"/>
                  <a:gd name="T18" fmla="*/ 95 w 96"/>
                  <a:gd name="T19" fmla="*/ 38 h 40"/>
                  <a:gd name="T20" fmla="*/ 96 w 96"/>
                  <a:gd name="T21" fmla="*/ 34 h 40"/>
                  <a:gd name="T22" fmla="*/ 52 w 96"/>
                  <a:gd name="T23" fmla="*/ 8 h 40"/>
                  <a:gd name="T24" fmla="*/ 57 w 96"/>
                  <a:gd name="T25" fmla="*/ 8 h 40"/>
                  <a:gd name="T26" fmla="*/ 66 w 96"/>
                  <a:gd name="T27" fmla="*/ 32 h 40"/>
                  <a:gd name="T28" fmla="*/ 52 w 96"/>
                  <a:gd name="T29" fmla="*/ 32 h 40"/>
                  <a:gd name="T30" fmla="*/ 52 w 96"/>
                  <a:gd name="T31" fmla="*/ 8 h 40"/>
                  <a:gd name="T32" fmla="*/ 44 w 96"/>
                  <a:gd name="T33" fmla="*/ 32 h 40"/>
                  <a:gd name="T34" fmla="*/ 30 w 96"/>
                  <a:gd name="T35" fmla="*/ 32 h 40"/>
                  <a:gd name="T36" fmla="*/ 39 w 96"/>
                  <a:gd name="T37" fmla="*/ 8 h 40"/>
                  <a:gd name="T38" fmla="*/ 44 w 96"/>
                  <a:gd name="T39" fmla="*/ 8 h 40"/>
                  <a:gd name="T40" fmla="*/ 44 w 96"/>
                  <a:gd name="T41" fmla="*/ 32 h 40"/>
                  <a:gd name="T42" fmla="*/ 22 w 96"/>
                  <a:gd name="T43" fmla="*/ 8 h 40"/>
                  <a:gd name="T44" fmla="*/ 30 w 96"/>
                  <a:gd name="T45" fmla="*/ 8 h 40"/>
                  <a:gd name="T46" fmla="*/ 21 w 96"/>
                  <a:gd name="T47" fmla="*/ 32 h 40"/>
                  <a:gd name="T48" fmla="*/ 10 w 96"/>
                  <a:gd name="T49" fmla="*/ 32 h 40"/>
                  <a:gd name="T50" fmla="*/ 22 w 96"/>
                  <a:gd name="T51" fmla="*/ 8 h 40"/>
                  <a:gd name="T52" fmla="*/ 75 w 96"/>
                  <a:gd name="T53" fmla="*/ 32 h 40"/>
                  <a:gd name="T54" fmla="*/ 66 w 96"/>
                  <a:gd name="T55" fmla="*/ 8 h 40"/>
                  <a:gd name="T56" fmla="*/ 74 w 96"/>
                  <a:gd name="T57" fmla="*/ 8 h 40"/>
                  <a:gd name="T58" fmla="*/ 86 w 96"/>
                  <a:gd name="T59" fmla="*/ 32 h 40"/>
                  <a:gd name="T60" fmla="*/ 75 w 96"/>
                  <a:gd name="T61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6" h="40">
                    <a:moveTo>
                      <a:pt x="96" y="34"/>
                    </a:moveTo>
                    <a:cubicBezTo>
                      <a:pt x="80" y="2"/>
                      <a:pt x="80" y="2"/>
                      <a:pt x="80" y="2"/>
                    </a:cubicBezTo>
                    <a:cubicBezTo>
                      <a:pt x="79" y="1"/>
                      <a:pt x="78" y="0"/>
                      <a:pt x="7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8" y="0"/>
                      <a:pt x="17" y="1"/>
                      <a:pt x="16" y="2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5"/>
                      <a:pt x="0" y="37"/>
                      <a:pt x="1" y="38"/>
                    </a:cubicBezTo>
                    <a:cubicBezTo>
                      <a:pt x="1" y="39"/>
                      <a:pt x="3" y="40"/>
                      <a:pt x="4" y="40"/>
                    </a:cubicBezTo>
                    <a:cubicBezTo>
                      <a:pt x="92" y="40"/>
                      <a:pt x="92" y="40"/>
                      <a:pt x="92" y="40"/>
                    </a:cubicBezTo>
                    <a:cubicBezTo>
                      <a:pt x="93" y="40"/>
                      <a:pt x="95" y="39"/>
                      <a:pt x="95" y="38"/>
                    </a:cubicBezTo>
                    <a:cubicBezTo>
                      <a:pt x="96" y="37"/>
                      <a:pt x="96" y="35"/>
                      <a:pt x="96" y="34"/>
                    </a:cubicBezTo>
                    <a:close/>
                    <a:moveTo>
                      <a:pt x="52" y="8"/>
                    </a:moveTo>
                    <a:cubicBezTo>
                      <a:pt x="57" y="8"/>
                      <a:pt x="57" y="8"/>
                      <a:pt x="57" y="8"/>
                    </a:cubicBezTo>
                    <a:cubicBezTo>
                      <a:pt x="66" y="32"/>
                      <a:pt x="66" y="32"/>
                      <a:pt x="66" y="32"/>
                    </a:cubicBezTo>
                    <a:cubicBezTo>
                      <a:pt x="52" y="32"/>
                      <a:pt x="52" y="32"/>
                      <a:pt x="52" y="32"/>
                    </a:cubicBezTo>
                    <a:lnTo>
                      <a:pt x="52" y="8"/>
                    </a:lnTo>
                    <a:close/>
                    <a:moveTo>
                      <a:pt x="44" y="32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32"/>
                    </a:lnTo>
                    <a:close/>
                    <a:moveTo>
                      <a:pt x="22" y="8"/>
                    </a:moveTo>
                    <a:cubicBezTo>
                      <a:pt x="30" y="8"/>
                      <a:pt x="30" y="8"/>
                      <a:pt x="30" y="8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10" y="32"/>
                      <a:pt x="10" y="32"/>
                      <a:pt x="10" y="32"/>
                    </a:cubicBezTo>
                    <a:lnTo>
                      <a:pt x="22" y="8"/>
                    </a:lnTo>
                    <a:close/>
                    <a:moveTo>
                      <a:pt x="75" y="32"/>
                    </a:moveTo>
                    <a:cubicBezTo>
                      <a:pt x="66" y="8"/>
                      <a:pt x="66" y="8"/>
                      <a:pt x="66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86" y="32"/>
                      <a:pt x="86" y="32"/>
                      <a:pt x="86" y="32"/>
                    </a:cubicBezTo>
                    <a:lnTo>
                      <a:pt x="75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70" name="组合 169"/>
              <p:cNvGrpSpPr/>
              <p:nvPr/>
            </p:nvGrpSpPr>
            <p:grpSpPr>
              <a:xfrm>
                <a:off x="7529513" y="1795463"/>
                <a:ext cx="176212" cy="114300"/>
                <a:chOff x="7529513" y="1795463"/>
                <a:chExt cx="176212" cy="114300"/>
              </a:xfrm>
            </p:grpSpPr>
            <p:sp>
              <p:nvSpPr>
                <p:cNvPr id="45" name="Rectangle 44"/>
                <p:cNvSpPr>
                  <a:spLocks noChangeArrowheads="1"/>
                </p:cNvSpPr>
                <p:nvPr/>
              </p:nvSpPr>
              <p:spPr bwMode="auto">
                <a:xfrm>
                  <a:off x="7604125" y="1795463"/>
                  <a:ext cx="25400" cy="25400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45"/>
                <p:cNvSpPr>
                  <a:spLocks/>
                </p:cNvSpPr>
                <p:nvPr/>
              </p:nvSpPr>
              <p:spPr bwMode="auto">
                <a:xfrm>
                  <a:off x="7651750" y="1811338"/>
                  <a:ext cx="38100" cy="38100"/>
                </a:xfrm>
                <a:custGeom>
                  <a:avLst/>
                  <a:gdLst>
                    <a:gd name="T0" fmla="*/ 24 w 24"/>
                    <a:gd name="T1" fmla="*/ 12 h 24"/>
                    <a:gd name="T2" fmla="*/ 12 w 24"/>
                    <a:gd name="T3" fmla="*/ 0 h 24"/>
                    <a:gd name="T4" fmla="*/ 0 w 24"/>
                    <a:gd name="T5" fmla="*/ 12 h 24"/>
                    <a:gd name="T6" fmla="*/ 12 w 24"/>
                    <a:gd name="T7" fmla="*/ 24 h 24"/>
                    <a:gd name="T8" fmla="*/ 24 w 24"/>
                    <a:gd name="T9" fmla="*/ 12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24">
                      <a:moveTo>
                        <a:pt x="24" y="12"/>
                      </a:move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12" y="24"/>
                      </a:lnTo>
                      <a:lnTo>
                        <a:pt x="24" y="12"/>
                      </a:ln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Rectangle 46"/>
                <p:cNvSpPr>
                  <a:spLocks noChangeArrowheads="1"/>
                </p:cNvSpPr>
                <p:nvPr/>
              </p:nvSpPr>
              <p:spPr bwMode="auto">
                <a:xfrm>
                  <a:off x="7680325" y="1871663"/>
                  <a:ext cx="25400" cy="25400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47"/>
                <p:cNvSpPr>
                  <a:spLocks/>
                </p:cNvSpPr>
                <p:nvPr/>
              </p:nvSpPr>
              <p:spPr bwMode="auto">
                <a:xfrm>
                  <a:off x="7543800" y="1811338"/>
                  <a:ext cx="38100" cy="38100"/>
                </a:xfrm>
                <a:custGeom>
                  <a:avLst/>
                  <a:gdLst>
                    <a:gd name="T0" fmla="*/ 24 w 24"/>
                    <a:gd name="T1" fmla="*/ 12 h 24"/>
                    <a:gd name="T2" fmla="*/ 12 w 24"/>
                    <a:gd name="T3" fmla="*/ 0 h 24"/>
                    <a:gd name="T4" fmla="*/ 0 w 24"/>
                    <a:gd name="T5" fmla="*/ 12 h 24"/>
                    <a:gd name="T6" fmla="*/ 12 w 24"/>
                    <a:gd name="T7" fmla="*/ 24 h 24"/>
                    <a:gd name="T8" fmla="*/ 24 w 24"/>
                    <a:gd name="T9" fmla="*/ 12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24">
                      <a:moveTo>
                        <a:pt x="24" y="12"/>
                      </a:move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12" y="24"/>
                      </a:lnTo>
                      <a:lnTo>
                        <a:pt x="24" y="12"/>
                      </a:ln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Rectangle 48"/>
                <p:cNvSpPr>
                  <a:spLocks noChangeArrowheads="1"/>
                </p:cNvSpPr>
                <p:nvPr/>
              </p:nvSpPr>
              <p:spPr bwMode="auto">
                <a:xfrm>
                  <a:off x="7529513" y="1871663"/>
                  <a:ext cx="23813" cy="25400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50"/>
                <p:cNvSpPr>
                  <a:spLocks noEditPoints="1"/>
                </p:cNvSpPr>
                <p:nvPr/>
              </p:nvSpPr>
              <p:spPr bwMode="auto">
                <a:xfrm>
                  <a:off x="7566025" y="1833563"/>
                  <a:ext cx="101600" cy="76200"/>
                </a:xfrm>
                <a:custGeom>
                  <a:avLst/>
                  <a:gdLst>
                    <a:gd name="T0" fmla="*/ 1 w 32"/>
                    <a:gd name="T1" fmla="*/ 21 h 24"/>
                    <a:gd name="T2" fmla="*/ 5 w 32"/>
                    <a:gd name="T3" fmla="*/ 24 h 24"/>
                    <a:gd name="T4" fmla="*/ 27 w 32"/>
                    <a:gd name="T5" fmla="*/ 24 h 24"/>
                    <a:gd name="T6" fmla="*/ 31 w 32"/>
                    <a:gd name="T7" fmla="*/ 21 h 24"/>
                    <a:gd name="T8" fmla="*/ 32 w 32"/>
                    <a:gd name="T9" fmla="*/ 16 h 24"/>
                    <a:gd name="T10" fmla="*/ 16 w 32"/>
                    <a:gd name="T11" fmla="*/ 0 h 24"/>
                    <a:gd name="T12" fmla="*/ 0 w 32"/>
                    <a:gd name="T13" fmla="*/ 16 h 24"/>
                    <a:gd name="T14" fmla="*/ 1 w 32"/>
                    <a:gd name="T15" fmla="*/ 21 h 24"/>
                    <a:gd name="T16" fmla="*/ 16 w 32"/>
                    <a:gd name="T17" fmla="*/ 8 h 24"/>
                    <a:gd name="T18" fmla="*/ 24 w 32"/>
                    <a:gd name="T19" fmla="*/ 16 h 24"/>
                    <a:gd name="T20" fmla="*/ 8 w 32"/>
                    <a:gd name="T21" fmla="*/ 16 h 24"/>
                    <a:gd name="T22" fmla="*/ 16 w 32"/>
                    <a:gd name="T23" fmla="*/ 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2" h="24">
                      <a:moveTo>
                        <a:pt x="1" y="21"/>
                      </a:moveTo>
                      <a:cubicBezTo>
                        <a:pt x="2" y="23"/>
                        <a:pt x="3" y="24"/>
                        <a:pt x="5" y="24"/>
                      </a:cubicBezTo>
                      <a:cubicBezTo>
                        <a:pt x="27" y="24"/>
                        <a:pt x="27" y="24"/>
                        <a:pt x="27" y="24"/>
                      </a:cubicBezTo>
                      <a:cubicBezTo>
                        <a:pt x="29" y="24"/>
                        <a:pt x="30" y="23"/>
                        <a:pt x="31" y="21"/>
                      </a:cubicBezTo>
                      <a:cubicBezTo>
                        <a:pt x="32" y="20"/>
                        <a:pt x="32" y="18"/>
                        <a:pt x="32" y="16"/>
                      </a:cubicBezTo>
                      <a:cubicBezTo>
                        <a:pt x="32" y="7"/>
                        <a:pt x="25" y="0"/>
                        <a:pt x="16" y="0"/>
                      </a:cubicBez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18"/>
                        <a:pt x="0" y="20"/>
                        <a:pt x="1" y="21"/>
                      </a:cubicBezTo>
                      <a:close/>
                      <a:moveTo>
                        <a:pt x="16" y="8"/>
                      </a:moveTo>
                      <a:cubicBezTo>
                        <a:pt x="20" y="8"/>
                        <a:pt x="24" y="12"/>
                        <a:pt x="24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8" y="12"/>
                        <a:pt x="12" y="8"/>
                        <a:pt x="16" y="8"/>
                      </a:cubicBez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2" name="组合 171"/>
            <p:cNvGrpSpPr/>
            <p:nvPr/>
          </p:nvGrpSpPr>
          <p:grpSpPr>
            <a:xfrm>
              <a:off x="8123238" y="1773238"/>
              <a:ext cx="201613" cy="276225"/>
              <a:chOff x="8123238" y="1773238"/>
              <a:chExt cx="201613" cy="276225"/>
            </a:xfrm>
          </p:grpSpPr>
          <p:sp>
            <p:nvSpPr>
              <p:cNvPr id="52" name="Freeform 51"/>
              <p:cNvSpPr>
                <a:spLocks noEditPoints="1"/>
              </p:cNvSpPr>
              <p:nvPr/>
            </p:nvSpPr>
            <p:spPr bwMode="auto">
              <a:xfrm>
                <a:off x="8142288" y="1773238"/>
                <a:ext cx="176213" cy="107950"/>
              </a:xfrm>
              <a:custGeom>
                <a:avLst/>
                <a:gdLst>
                  <a:gd name="T0" fmla="*/ 2 w 56"/>
                  <a:gd name="T1" fmla="*/ 29 h 34"/>
                  <a:gd name="T2" fmla="*/ 10 w 56"/>
                  <a:gd name="T3" fmla="*/ 26 h 34"/>
                  <a:gd name="T4" fmla="*/ 25 w 56"/>
                  <a:gd name="T5" fmla="*/ 34 h 34"/>
                  <a:gd name="T6" fmla="*/ 31 w 56"/>
                  <a:gd name="T7" fmla="*/ 33 h 34"/>
                  <a:gd name="T8" fmla="*/ 56 w 56"/>
                  <a:gd name="T9" fmla="*/ 5 h 34"/>
                  <a:gd name="T10" fmla="*/ 25 w 56"/>
                  <a:gd name="T11" fmla="*/ 0 h 34"/>
                  <a:gd name="T12" fmla="*/ 18 w 56"/>
                  <a:gd name="T13" fmla="*/ 1 h 34"/>
                  <a:gd name="T14" fmla="*/ 8 w 56"/>
                  <a:gd name="T15" fmla="*/ 20 h 34"/>
                  <a:gd name="T16" fmla="*/ 0 w 56"/>
                  <a:gd name="T17" fmla="*/ 23 h 34"/>
                  <a:gd name="T18" fmla="*/ 2 w 56"/>
                  <a:gd name="T19" fmla="*/ 29 h 34"/>
                  <a:gd name="T20" fmla="*/ 21 w 56"/>
                  <a:gd name="T21" fmla="*/ 8 h 34"/>
                  <a:gd name="T22" fmla="*/ 25 w 56"/>
                  <a:gd name="T23" fmla="*/ 8 h 34"/>
                  <a:gd name="T24" fmla="*/ 43 w 56"/>
                  <a:gd name="T25" fmla="*/ 10 h 34"/>
                  <a:gd name="T26" fmla="*/ 28 w 56"/>
                  <a:gd name="T27" fmla="*/ 26 h 34"/>
                  <a:gd name="T28" fmla="*/ 18 w 56"/>
                  <a:gd name="T29" fmla="*/ 23 h 34"/>
                  <a:gd name="T30" fmla="*/ 31 w 56"/>
                  <a:gd name="T31" fmla="*/ 19 h 34"/>
                  <a:gd name="T32" fmla="*/ 29 w 56"/>
                  <a:gd name="T33" fmla="*/ 13 h 34"/>
                  <a:gd name="T34" fmla="*/ 15 w 56"/>
                  <a:gd name="T35" fmla="*/ 18 h 34"/>
                  <a:gd name="T36" fmla="*/ 21 w 56"/>
                  <a:gd name="T37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6" h="34">
                    <a:moveTo>
                      <a:pt x="2" y="29"/>
                    </a:moveTo>
                    <a:cubicBezTo>
                      <a:pt x="10" y="26"/>
                      <a:pt x="10" y="26"/>
                      <a:pt x="10" y="26"/>
                    </a:cubicBezTo>
                    <a:cubicBezTo>
                      <a:pt x="13" y="31"/>
                      <a:pt x="18" y="34"/>
                      <a:pt x="25" y="34"/>
                    </a:cubicBezTo>
                    <a:cubicBezTo>
                      <a:pt x="27" y="34"/>
                      <a:pt x="29" y="34"/>
                      <a:pt x="31" y="33"/>
                    </a:cubicBezTo>
                    <a:cubicBezTo>
                      <a:pt x="40" y="30"/>
                      <a:pt x="51" y="13"/>
                      <a:pt x="56" y="5"/>
                    </a:cubicBezTo>
                    <a:cubicBezTo>
                      <a:pt x="52" y="4"/>
                      <a:pt x="36" y="0"/>
                      <a:pt x="25" y="0"/>
                    </a:cubicBezTo>
                    <a:cubicBezTo>
                      <a:pt x="22" y="0"/>
                      <a:pt x="20" y="0"/>
                      <a:pt x="18" y="1"/>
                    </a:cubicBezTo>
                    <a:cubicBezTo>
                      <a:pt x="10" y="4"/>
                      <a:pt x="6" y="12"/>
                      <a:pt x="8" y="20"/>
                    </a:cubicBezTo>
                    <a:cubicBezTo>
                      <a:pt x="0" y="23"/>
                      <a:pt x="0" y="23"/>
                      <a:pt x="0" y="23"/>
                    </a:cubicBezTo>
                    <a:lnTo>
                      <a:pt x="2" y="29"/>
                    </a:lnTo>
                    <a:close/>
                    <a:moveTo>
                      <a:pt x="21" y="8"/>
                    </a:moveTo>
                    <a:cubicBezTo>
                      <a:pt x="22" y="8"/>
                      <a:pt x="23" y="8"/>
                      <a:pt x="25" y="8"/>
                    </a:cubicBezTo>
                    <a:cubicBezTo>
                      <a:pt x="30" y="8"/>
                      <a:pt x="38" y="9"/>
                      <a:pt x="43" y="10"/>
                    </a:cubicBezTo>
                    <a:cubicBezTo>
                      <a:pt x="38" y="17"/>
                      <a:pt x="32" y="24"/>
                      <a:pt x="28" y="26"/>
                    </a:cubicBezTo>
                    <a:cubicBezTo>
                      <a:pt x="24" y="27"/>
                      <a:pt x="20" y="26"/>
                      <a:pt x="18" y="23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4"/>
                      <a:pt x="17" y="10"/>
                      <a:pt x="21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52"/>
              <p:cNvSpPr>
                <a:spLocks noEditPoints="1"/>
              </p:cNvSpPr>
              <p:nvPr/>
            </p:nvSpPr>
            <p:spPr bwMode="auto">
              <a:xfrm>
                <a:off x="8123238" y="1897063"/>
                <a:ext cx="201613" cy="152400"/>
              </a:xfrm>
              <a:custGeom>
                <a:avLst/>
                <a:gdLst>
                  <a:gd name="T0" fmla="*/ 63 w 64"/>
                  <a:gd name="T1" fmla="*/ 22 h 48"/>
                  <a:gd name="T2" fmla="*/ 51 w 64"/>
                  <a:gd name="T3" fmla="*/ 2 h 48"/>
                  <a:gd name="T4" fmla="*/ 48 w 64"/>
                  <a:gd name="T5" fmla="*/ 0 h 48"/>
                  <a:gd name="T6" fmla="*/ 16 w 64"/>
                  <a:gd name="T7" fmla="*/ 0 h 48"/>
                  <a:gd name="T8" fmla="*/ 13 w 64"/>
                  <a:gd name="T9" fmla="*/ 2 h 48"/>
                  <a:gd name="T10" fmla="*/ 1 w 64"/>
                  <a:gd name="T11" fmla="*/ 22 h 48"/>
                  <a:gd name="T12" fmla="*/ 0 w 64"/>
                  <a:gd name="T13" fmla="*/ 24 h 48"/>
                  <a:gd name="T14" fmla="*/ 0 w 64"/>
                  <a:gd name="T15" fmla="*/ 36 h 48"/>
                  <a:gd name="T16" fmla="*/ 4 w 64"/>
                  <a:gd name="T17" fmla="*/ 40 h 48"/>
                  <a:gd name="T18" fmla="*/ 8 w 64"/>
                  <a:gd name="T19" fmla="*/ 40 h 48"/>
                  <a:gd name="T20" fmla="*/ 8 w 64"/>
                  <a:gd name="T21" fmla="*/ 42 h 48"/>
                  <a:gd name="T22" fmla="*/ 14 w 64"/>
                  <a:gd name="T23" fmla="*/ 48 h 48"/>
                  <a:gd name="T24" fmla="*/ 20 w 64"/>
                  <a:gd name="T25" fmla="*/ 42 h 48"/>
                  <a:gd name="T26" fmla="*/ 20 w 64"/>
                  <a:gd name="T27" fmla="*/ 40 h 48"/>
                  <a:gd name="T28" fmla="*/ 44 w 64"/>
                  <a:gd name="T29" fmla="*/ 40 h 48"/>
                  <a:gd name="T30" fmla="*/ 44 w 64"/>
                  <a:gd name="T31" fmla="*/ 42 h 48"/>
                  <a:gd name="T32" fmla="*/ 50 w 64"/>
                  <a:gd name="T33" fmla="*/ 48 h 48"/>
                  <a:gd name="T34" fmla="*/ 56 w 64"/>
                  <a:gd name="T35" fmla="*/ 42 h 48"/>
                  <a:gd name="T36" fmla="*/ 56 w 64"/>
                  <a:gd name="T37" fmla="*/ 40 h 48"/>
                  <a:gd name="T38" fmla="*/ 60 w 64"/>
                  <a:gd name="T39" fmla="*/ 40 h 48"/>
                  <a:gd name="T40" fmla="*/ 64 w 64"/>
                  <a:gd name="T41" fmla="*/ 36 h 48"/>
                  <a:gd name="T42" fmla="*/ 64 w 64"/>
                  <a:gd name="T43" fmla="*/ 24 h 48"/>
                  <a:gd name="T44" fmla="*/ 63 w 64"/>
                  <a:gd name="T45" fmla="*/ 22 h 48"/>
                  <a:gd name="T46" fmla="*/ 18 w 64"/>
                  <a:gd name="T47" fmla="*/ 8 h 48"/>
                  <a:gd name="T48" fmla="*/ 46 w 64"/>
                  <a:gd name="T49" fmla="*/ 8 h 48"/>
                  <a:gd name="T50" fmla="*/ 53 w 64"/>
                  <a:gd name="T51" fmla="*/ 20 h 48"/>
                  <a:gd name="T52" fmla="*/ 11 w 64"/>
                  <a:gd name="T53" fmla="*/ 20 h 48"/>
                  <a:gd name="T54" fmla="*/ 18 w 64"/>
                  <a:gd name="T55" fmla="*/ 8 h 48"/>
                  <a:gd name="T56" fmla="*/ 8 w 64"/>
                  <a:gd name="T57" fmla="*/ 32 h 48"/>
                  <a:gd name="T58" fmla="*/ 8 w 64"/>
                  <a:gd name="T59" fmla="*/ 28 h 48"/>
                  <a:gd name="T60" fmla="*/ 16 w 64"/>
                  <a:gd name="T61" fmla="*/ 28 h 48"/>
                  <a:gd name="T62" fmla="*/ 16 w 64"/>
                  <a:gd name="T63" fmla="*/ 32 h 48"/>
                  <a:gd name="T64" fmla="*/ 8 w 64"/>
                  <a:gd name="T65" fmla="*/ 32 h 48"/>
                  <a:gd name="T66" fmla="*/ 24 w 64"/>
                  <a:gd name="T67" fmla="*/ 28 h 48"/>
                  <a:gd name="T68" fmla="*/ 40 w 64"/>
                  <a:gd name="T69" fmla="*/ 28 h 48"/>
                  <a:gd name="T70" fmla="*/ 40 w 64"/>
                  <a:gd name="T71" fmla="*/ 32 h 48"/>
                  <a:gd name="T72" fmla="*/ 24 w 64"/>
                  <a:gd name="T73" fmla="*/ 32 h 48"/>
                  <a:gd name="T74" fmla="*/ 24 w 64"/>
                  <a:gd name="T75" fmla="*/ 28 h 48"/>
                  <a:gd name="T76" fmla="*/ 48 w 64"/>
                  <a:gd name="T77" fmla="*/ 32 h 48"/>
                  <a:gd name="T78" fmla="*/ 48 w 64"/>
                  <a:gd name="T79" fmla="*/ 28 h 48"/>
                  <a:gd name="T80" fmla="*/ 56 w 64"/>
                  <a:gd name="T81" fmla="*/ 28 h 48"/>
                  <a:gd name="T82" fmla="*/ 56 w 64"/>
                  <a:gd name="T83" fmla="*/ 32 h 48"/>
                  <a:gd name="T84" fmla="*/ 48 w 64"/>
                  <a:gd name="T85" fmla="*/ 3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4" h="48">
                    <a:moveTo>
                      <a:pt x="63" y="22"/>
                    </a:moveTo>
                    <a:cubicBezTo>
                      <a:pt x="51" y="2"/>
                      <a:pt x="51" y="2"/>
                      <a:pt x="51" y="2"/>
                    </a:cubicBezTo>
                    <a:cubicBezTo>
                      <a:pt x="51" y="1"/>
                      <a:pt x="49" y="0"/>
                      <a:pt x="4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1"/>
                      <a:pt x="13" y="2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3"/>
                      <a:pt x="0" y="23"/>
                      <a:pt x="0" y="2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8" y="45"/>
                      <a:pt x="11" y="48"/>
                      <a:pt x="14" y="48"/>
                    </a:cubicBezTo>
                    <a:cubicBezTo>
                      <a:pt x="17" y="48"/>
                      <a:pt x="20" y="45"/>
                      <a:pt x="20" y="4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5"/>
                      <a:pt x="47" y="48"/>
                      <a:pt x="50" y="48"/>
                    </a:cubicBezTo>
                    <a:cubicBezTo>
                      <a:pt x="53" y="48"/>
                      <a:pt x="56" y="45"/>
                      <a:pt x="56" y="42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2" y="40"/>
                      <a:pt x="64" y="38"/>
                      <a:pt x="64" y="36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23"/>
                      <a:pt x="64" y="23"/>
                      <a:pt x="63" y="22"/>
                    </a:cubicBezTo>
                    <a:close/>
                    <a:moveTo>
                      <a:pt x="18" y="8"/>
                    </a:moveTo>
                    <a:cubicBezTo>
                      <a:pt x="46" y="8"/>
                      <a:pt x="46" y="8"/>
                      <a:pt x="46" y="8"/>
                    </a:cubicBezTo>
                    <a:cubicBezTo>
                      <a:pt x="53" y="20"/>
                      <a:pt x="53" y="20"/>
                      <a:pt x="53" y="20"/>
                    </a:cubicBezTo>
                    <a:cubicBezTo>
                      <a:pt x="11" y="20"/>
                      <a:pt x="11" y="20"/>
                      <a:pt x="11" y="20"/>
                    </a:cubicBezTo>
                    <a:lnTo>
                      <a:pt x="18" y="8"/>
                    </a:lnTo>
                    <a:close/>
                    <a:moveTo>
                      <a:pt x="8" y="32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32"/>
                      <a:pt x="16" y="32"/>
                      <a:pt x="16" y="32"/>
                    </a:cubicBezTo>
                    <a:lnTo>
                      <a:pt x="8" y="32"/>
                    </a:lnTo>
                    <a:close/>
                    <a:moveTo>
                      <a:pt x="24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24" y="32"/>
                      <a:pt x="24" y="32"/>
                      <a:pt x="24" y="32"/>
                    </a:cubicBezTo>
                    <a:lnTo>
                      <a:pt x="24" y="28"/>
                    </a:lnTo>
                    <a:close/>
                    <a:moveTo>
                      <a:pt x="48" y="32"/>
                    </a:moveTo>
                    <a:cubicBezTo>
                      <a:pt x="48" y="28"/>
                      <a:pt x="48" y="28"/>
                      <a:pt x="48" y="28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32"/>
                      <a:pt x="56" y="32"/>
                      <a:pt x="56" y="32"/>
                    </a:cubicBezTo>
                    <a:lnTo>
                      <a:pt x="48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3244850" y="2365376"/>
              <a:ext cx="265113" cy="290513"/>
              <a:chOff x="3244850" y="2365376"/>
              <a:chExt cx="265113" cy="290513"/>
            </a:xfrm>
          </p:grpSpPr>
          <p:sp>
            <p:nvSpPr>
              <p:cNvPr id="54" name="Freeform 53"/>
              <p:cNvSpPr>
                <a:spLocks noEditPoints="1"/>
              </p:cNvSpPr>
              <p:nvPr/>
            </p:nvSpPr>
            <p:spPr bwMode="auto">
              <a:xfrm>
                <a:off x="3371850" y="2365376"/>
                <a:ext cx="138113" cy="101600"/>
              </a:xfrm>
              <a:custGeom>
                <a:avLst/>
                <a:gdLst>
                  <a:gd name="T0" fmla="*/ 12 w 44"/>
                  <a:gd name="T1" fmla="*/ 28 h 32"/>
                  <a:gd name="T2" fmla="*/ 17 w 44"/>
                  <a:gd name="T3" fmla="*/ 27 h 32"/>
                  <a:gd name="T4" fmla="*/ 28 w 44"/>
                  <a:gd name="T5" fmla="*/ 32 h 32"/>
                  <a:gd name="T6" fmla="*/ 44 w 44"/>
                  <a:gd name="T7" fmla="*/ 16 h 32"/>
                  <a:gd name="T8" fmla="*/ 28 w 44"/>
                  <a:gd name="T9" fmla="*/ 0 h 32"/>
                  <a:gd name="T10" fmla="*/ 17 w 44"/>
                  <a:gd name="T11" fmla="*/ 5 h 32"/>
                  <a:gd name="T12" fmla="*/ 12 w 44"/>
                  <a:gd name="T13" fmla="*/ 4 h 32"/>
                  <a:gd name="T14" fmla="*/ 0 w 44"/>
                  <a:gd name="T15" fmla="*/ 16 h 32"/>
                  <a:gd name="T16" fmla="*/ 12 w 44"/>
                  <a:gd name="T17" fmla="*/ 28 h 32"/>
                  <a:gd name="T18" fmla="*/ 12 w 44"/>
                  <a:gd name="T19" fmla="*/ 12 h 32"/>
                  <a:gd name="T20" fmla="*/ 15 w 44"/>
                  <a:gd name="T21" fmla="*/ 13 h 32"/>
                  <a:gd name="T22" fmla="*/ 18 w 44"/>
                  <a:gd name="T23" fmla="*/ 14 h 32"/>
                  <a:gd name="T24" fmla="*/ 21 w 44"/>
                  <a:gd name="T25" fmla="*/ 12 h 32"/>
                  <a:gd name="T26" fmla="*/ 28 w 44"/>
                  <a:gd name="T27" fmla="*/ 8 h 32"/>
                  <a:gd name="T28" fmla="*/ 36 w 44"/>
                  <a:gd name="T29" fmla="*/ 16 h 32"/>
                  <a:gd name="T30" fmla="*/ 28 w 44"/>
                  <a:gd name="T31" fmla="*/ 24 h 32"/>
                  <a:gd name="T32" fmla="*/ 21 w 44"/>
                  <a:gd name="T33" fmla="*/ 20 h 32"/>
                  <a:gd name="T34" fmla="*/ 18 w 44"/>
                  <a:gd name="T35" fmla="*/ 18 h 32"/>
                  <a:gd name="T36" fmla="*/ 15 w 44"/>
                  <a:gd name="T37" fmla="*/ 19 h 32"/>
                  <a:gd name="T38" fmla="*/ 12 w 44"/>
                  <a:gd name="T39" fmla="*/ 20 h 32"/>
                  <a:gd name="T40" fmla="*/ 8 w 44"/>
                  <a:gd name="T41" fmla="*/ 16 h 32"/>
                  <a:gd name="T42" fmla="*/ 12 w 44"/>
                  <a:gd name="T43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4" h="32">
                    <a:moveTo>
                      <a:pt x="12" y="28"/>
                    </a:moveTo>
                    <a:cubicBezTo>
                      <a:pt x="14" y="28"/>
                      <a:pt x="15" y="28"/>
                      <a:pt x="17" y="27"/>
                    </a:cubicBezTo>
                    <a:cubicBezTo>
                      <a:pt x="20" y="30"/>
                      <a:pt x="24" y="32"/>
                      <a:pt x="28" y="32"/>
                    </a:cubicBezTo>
                    <a:cubicBezTo>
                      <a:pt x="37" y="32"/>
                      <a:pt x="44" y="25"/>
                      <a:pt x="44" y="16"/>
                    </a:cubicBezTo>
                    <a:cubicBezTo>
                      <a:pt x="44" y="7"/>
                      <a:pt x="37" y="0"/>
                      <a:pt x="28" y="0"/>
                    </a:cubicBezTo>
                    <a:cubicBezTo>
                      <a:pt x="24" y="0"/>
                      <a:pt x="20" y="2"/>
                      <a:pt x="17" y="5"/>
                    </a:cubicBezTo>
                    <a:cubicBezTo>
                      <a:pt x="15" y="4"/>
                      <a:pt x="14" y="4"/>
                      <a:pt x="12" y="4"/>
                    </a:cubicBezTo>
                    <a:cubicBezTo>
                      <a:pt x="5" y="4"/>
                      <a:pt x="0" y="9"/>
                      <a:pt x="0" y="16"/>
                    </a:cubicBezTo>
                    <a:cubicBezTo>
                      <a:pt x="0" y="23"/>
                      <a:pt x="5" y="28"/>
                      <a:pt x="12" y="28"/>
                    </a:cubicBezTo>
                    <a:close/>
                    <a:moveTo>
                      <a:pt x="12" y="12"/>
                    </a:moveTo>
                    <a:cubicBezTo>
                      <a:pt x="13" y="12"/>
                      <a:pt x="14" y="12"/>
                      <a:pt x="15" y="13"/>
                    </a:cubicBezTo>
                    <a:cubicBezTo>
                      <a:pt x="16" y="14"/>
                      <a:pt x="17" y="14"/>
                      <a:pt x="18" y="14"/>
                    </a:cubicBezTo>
                    <a:cubicBezTo>
                      <a:pt x="19" y="14"/>
                      <a:pt x="20" y="13"/>
                      <a:pt x="21" y="12"/>
                    </a:cubicBezTo>
                    <a:cubicBezTo>
                      <a:pt x="22" y="10"/>
                      <a:pt x="25" y="8"/>
                      <a:pt x="28" y="8"/>
                    </a:cubicBezTo>
                    <a:cubicBezTo>
                      <a:pt x="32" y="8"/>
                      <a:pt x="36" y="12"/>
                      <a:pt x="36" y="16"/>
                    </a:cubicBezTo>
                    <a:cubicBezTo>
                      <a:pt x="36" y="20"/>
                      <a:pt x="32" y="24"/>
                      <a:pt x="28" y="24"/>
                    </a:cubicBezTo>
                    <a:cubicBezTo>
                      <a:pt x="25" y="24"/>
                      <a:pt x="22" y="22"/>
                      <a:pt x="21" y="20"/>
                    </a:cubicBezTo>
                    <a:cubicBezTo>
                      <a:pt x="20" y="19"/>
                      <a:pt x="19" y="18"/>
                      <a:pt x="18" y="18"/>
                    </a:cubicBezTo>
                    <a:cubicBezTo>
                      <a:pt x="17" y="18"/>
                      <a:pt x="16" y="18"/>
                      <a:pt x="15" y="19"/>
                    </a:cubicBezTo>
                    <a:cubicBezTo>
                      <a:pt x="14" y="20"/>
                      <a:pt x="13" y="20"/>
                      <a:pt x="12" y="20"/>
                    </a:cubicBezTo>
                    <a:cubicBezTo>
                      <a:pt x="10" y="20"/>
                      <a:pt x="8" y="18"/>
                      <a:pt x="8" y="16"/>
                    </a:cubicBezTo>
                    <a:cubicBezTo>
                      <a:pt x="8" y="14"/>
                      <a:pt x="10" y="12"/>
                      <a:pt x="12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54"/>
              <p:cNvSpPr>
                <a:spLocks noEditPoints="1"/>
              </p:cNvSpPr>
              <p:nvPr/>
            </p:nvSpPr>
            <p:spPr bwMode="auto">
              <a:xfrm>
                <a:off x="3244850" y="2479676"/>
                <a:ext cx="252413" cy="176213"/>
              </a:xfrm>
              <a:custGeom>
                <a:avLst/>
                <a:gdLst>
                  <a:gd name="T0" fmla="*/ 64 w 80"/>
                  <a:gd name="T1" fmla="*/ 3 h 56"/>
                  <a:gd name="T2" fmla="*/ 60 w 80"/>
                  <a:gd name="T3" fmla="*/ 0 h 56"/>
                  <a:gd name="T4" fmla="*/ 20 w 80"/>
                  <a:gd name="T5" fmla="*/ 0 h 56"/>
                  <a:gd name="T6" fmla="*/ 16 w 80"/>
                  <a:gd name="T7" fmla="*/ 3 h 56"/>
                  <a:gd name="T8" fmla="*/ 0 w 80"/>
                  <a:gd name="T9" fmla="*/ 51 h 56"/>
                  <a:gd name="T10" fmla="*/ 1 w 80"/>
                  <a:gd name="T11" fmla="*/ 54 h 56"/>
                  <a:gd name="T12" fmla="*/ 4 w 80"/>
                  <a:gd name="T13" fmla="*/ 56 h 56"/>
                  <a:gd name="T14" fmla="*/ 76 w 80"/>
                  <a:gd name="T15" fmla="*/ 56 h 56"/>
                  <a:gd name="T16" fmla="*/ 79 w 80"/>
                  <a:gd name="T17" fmla="*/ 54 h 56"/>
                  <a:gd name="T18" fmla="*/ 80 w 80"/>
                  <a:gd name="T19" fmla="*/ 51 h 56"/>
                  <a:gd name="T20" fmla="*/ 64 w 80"/>
                  <a:gd name="T21" fmla="*/ 3 h 56"/>
                  <a:gd name="T22" fmla="*/ 10 w 80"/>
                  <a:gd name="T23" fmla="*/ 48 h 56"/>
                  <a:gd name="T24" fmla="*/ 23 w 80"/>
                  <a:gd name="T25" fmla="*/ 8 h 56"/>
                  <a:gd name="T26" fmla="*/ 57 w 80"/>
                  <a:gd name="T27" fmla="*/ 8 h 56"/>
                  <a:gd name="T28" fmla="*/ 70 w 80"/>
                  <a:gd name="T29" fmla="*/ 48 h 56"/>
                  <a:gd name="T30" fmla="*/ 10 w 80"/>
                  <a:gd name="T31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0" h="56">
                    <a:moveTo>
                      <a:pt x="64" y="3"/>
                    </a:moveTo>
                    <a:cubicBezTo>
                      <a:pt x="63" y="1"/>
                      <a:pt x="62" y="0"/>
                      <a:pt x="6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8" y="0"/>
                      <a:pt x="17" y="1"/>
                      <a:pt x="16" y="3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2"/>
                      <a:pt x="0" y="53"/>
                      <a:pt x="1" y="54"/>
                    </a:cubicBezTo>
                    <a:cubicBezTo>
                      <a:pt x="2" y="55"/>
                      <a:pt x="3" y="56"/>
                      <a:pt x="4" y="56"/>
                    </a:cubicBezTo>
                    <a:cubicBezTo>
                      <a:pt x="76" y="56"/>
                      <a:pt x="76" y="56"/>
                      <a:pt x="76" y="56"/>
                    </a:cubicBezTo>
                    <a:cubicBezTo>
                      <a:pt x="77" y="56"/>
                      <a:pt x="78" y="55"/>
                      <a:pt x="79" y="54"/>
                    </a:cubicBezTo>
                    <a:cubicBezTo>
                      <a:pt x="80" y="53"/>
                      <a:pt x="80" y="52"/>
                      <a:pt x="80" y="51"/>
                    </a:cubicBezTo>
                    <a:lnTo>
                      <a:pt x="64" y="3"/>
                    </a:lnTo>
                    <a:close/>
                    <a:moveTo>
                      <a:pt x="10" y="48"/>
                    </a:moveTo>
                    <a:cubicBezTo>
                      <a:pt x="23" y="8"/>
                      <a:pt x="23" y="8"/>
                      <a:pt x="23" y="8"/>
                    </a:cubicBezTo>
                    <a:cubicBezTo>
                      <a:pt x="57" y="8"/>
                      <a:pt x="57" y="8"/>
                      <a:pt x="57" y="8"/>
                    </a:cubicBezTo>
                    <a:cubicBezTo>
                      <a:pt x="70" y="48"/>
                      <a:pt x="70" y="48"/>
                      <a:pt x="70" y="48"/>
                    </a:cubicBezTo>
                    <a:lnTo>
                      <a:pt x="10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Oval 55"/>
              <p:cNvSpPr>
                <a:spLocks noChangeArrowheads="1"/>
              </p:cNvSpPr>
              <p:nvPr/>
            </p:nvSpPr>
            <p:spPr bwMode="auto">
              <a:xfrm>
                <a:off x="3359150" y="2555876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56"/>
              <p:cNvSpPr>
                <a:spLocks/>
              </p:cNvSpPr>
              <p:nvPr/>
            </p:nvSpPr>
            <p:spPr bwMode="auto">
              <a:xfrm>
                <a:off x="3321050" y="2520951"/>
                <a:ext cx="41275" cy="47625"/>
              </a:xfrm>
              <a:custGeom>
                <a:avLst/>
                <a:gdLst>
                  <a:gd name="T0" fmla="*/ 13 w 13"/>
                  <a:gd name="T1" fmla="*/ 7 h 15"/>
                  <a:gd name="T2" fmla="*/ 11 w 13"/>
                  <a:gd name="T3" fmla="*/ 0 h 15"/>
                  <a:gd name="T4" fmla="*/ 0 w 13"/>
                  <a:gd name="T5" fmla="*/ 15 h 15"/>
                  <a:gd name="T6" fmla="*/ 8 w 13"/>
                  <a:gd name="T7" fmla="*/ 15 h 15"/>
                  <a:gd name="T8" fmla="*/ 13 w 13"/>
                  <a:gd name="T9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5">
                    <a:moveTo>
                      <a:pt x="13" y="7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4" y="2"/>
                      <a:pt x="0" y="8"/>
                      <a:pt x="0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2"/>
                      <a:pt x="10" y="9"/>
                      <a:pt x="13" y="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7"/>
              <p:cNvSpPr>
                <a:spLocks/>
              </p:cNvSpPr>
              <p:nvPr/>
            </p:nvSpPr>
            <p:spPr bwMode="auto">
              <a:xfrm>
                <a:off x="3333750" y="2584451"/>
                <a:ext cx="74613" cy="34925"/>
              </a:xfrm>
              <a:custGeom>
                <a:avLst/>
                <a:gdLst>
                  <a:gd name="T0" fmla="*/ 6 w 24"/>
                  <a:gd name="T1" fmla="*/ 0 h 11"/>
                  <a:gd name="T2" fmla="*/ 0 w 24"/>
                  <a:gd name="T3" fmla="*/ 6 h 11"/>
                  <a:gd name="T4" fmla="*/ 12 w 24"/>
                  <a:gd name="T5" fmla="*/ 11 h 11"/>
                  <a:gd name="T6" fmla="*/ 24 w 24"/>
                  <a:gd name="T7" fmla="*/ 6 h 11"/>
                  <a:gd name="T8" fmla="*/ 18 w 24"/>
                  <a:gd name="T9" fmla="*/ 0 h 11"/>
                  <a:gd name="T10" fmla="*/ 6 w 24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11">
                    <a:moveTo>
                      <a:pt x="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" y="9"/>
                      <a:pt x="7" y="11"/>
                      <a:pt x="12" y="11"/>
                    </a:cubicBezTo>
                    <a:cubicBezTo>
                      <a:pt x="17" y="11"/>
                      <a:pt x="21" y="9"/>
                      <a:pt x="24" y="6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5" y="4"/>
                      <a:pt x="9" y="4"/>
                      <a:pt x="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8"/>
              <p:cNvSpPr>
                <a:spLocks/>
              </p:cNvSpPr>
              <p:nvPr/>
            </p:nvSpPr>
            <p:spPr bwMode="auto">
              <a:xfrm>
                <a:off x="3381375" y="2520951"/>
                <a:ext cx="39688" cy="47625"/>
              </a:xfrm>
              <a:custGeom>
                <a:avLst/>
                <a:gdLst>
                  <a:gd name="T0" fmla="*/ 2 w 13"/>
                  <a:gd name="T1" fmla="*/ 0 h 15"/>
                  <a:gd name="T2" fmla="*/ 0 w 13"/>
                  <a:gd name="T3" fmla="*/ 7 h 15"/>
                  <a:gd name="T4" fmla="*/ 5 w 13"/>
                  <a:gd name="T5" fmla="*/ 15 h 15"/>
                  <a:gd name="T6" fmla="*/ 13 w 13"/>
                  <a:gd name="T7" fmla="*/ 15 h 15"/>
                  <a:gd name="T8" fmla="*/ 2 w 13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5">
                    <a:moveTo>
                      <a:pt x="2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3" y="9"/>
                      <a:pt x="5" y="12"/>
                      <a:pt x="5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8"/>
                      <a:pt x="9" y="2"/>
                      <a:pt x="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0" name="Freeform 59"/>
            <p:cNvSpPr>
              <a:spLocks noEditPoints="1"/>
            </p:cNvSpPr>
            <p:nvPr/>
          </p:nvSpPr>
          <p:spPr bwMode="auto">
            <a:xfrm>
              <a:off x="6884988" y="2403476"/>
              <a:ext cx="252413" cy="252413"/>
            </a:xfrm>
            <a:custGeom>
              <a:avLst/>
              <a:gdLst>
                <a:gd name="T0" fmla="*/ 80 w 80"/>
                <a:gd name="T1" fmla="*/ 40 h 80"/>
                <a:gd name="T2" fmla="*/ 40 w 80"/>
                <a:gd name="T3" fmla="*/ 0 h 80"/>
                <a:gd name="T4" fmla="*/ 0 w 80"/>
                <a:gd name="T5" fmla="*/ 40 h 80"/>
                <a:gd name="T6" fmla="*/ 40 w 80"/>
                <a:gd name="T7" fmla="*/ 80 h 80"/>
                <a:gd name="T8" fmla="*/ 40 w 80"/>
                <a:gd name="T9" fmla="*/ 80 h 80"/>
                <a:gd name="T10" fmla="*/ 40 w 80"/>
                <a:gd name="T11" fmla="*/ 80 h 80"/>
                <a:gd name="T12" fmla="*/ 80 w 80"/>
                <a:gd name="T13" fmla="*/ 40 h 80"/>
                <a:gd name="T14" fmla="*/ 38 w 80"/>
                <a:gd name="T15" fmla="*/ 72 h 80"/>
                <a:gd name="T16" fmla="*/ 66 w 80"/>
                <a:gd name="T17" fmla="*/ 44 h 80"/>
                <a:gd name="T18" fmla="*/ 71 w 80"/>
                <a:gd name="T19" fmla="*/ 49 h 80"/>
                <a:gd name="T20" fmla="*/ 38 w 80"/>
                <a:gd name="T21" fmla="*/ 72 h 80"/>
                <a:gd name="T22" fmla="*/ 20 w 80"/>
                <a:gd name="T23" fmla="*/ 65 h 80"/>
                <a:gd name="T24" fmla="*/ 53 w 80"/>
                <a:gd name="T25" fmla="*/ 37 h 80"/>
                <a:gd name="T26" fmla="*/ 61 w 80"/>
                <a:gd name="T27" fmla="*/ 41 h 80"/>
                <a:gd name="T28" fmla="*/ 28 w 80"/>
                <a:gd name="T29" fmla="*/ 70 h 80"/>
                <a:gd name="T30" fmla="*/ 20 w 80"/>
                <a:gd name="T31" fmla="*/ 65 h 80"/>
                <a:gd name="T32" fmla="*/ 12 w 80"/>
                <a:gd name="T33" fmla="*/ 24 h 80"/>
                <a:gd name="T34" fmla="*/ 24 w 80"/>
                <a:gd name="T35" fmla="*/ 58 h 80"/>
                <a:gd name="T36" fmla="*/ 15 w 80"/>
                <a:gd name="T37" fmla="*/ 60 h 80"/>
                <a:gd name="T38" fmla="*/ 12 w 80"/>
                <a:gd name="T39" fmla="*/ 24 h 80"/>
                <a:gd name="T40" fmla="*/ 27 w 80"/>
                <a:gd name="T41" fmla="*/ 11 h 80"/>
                <a:gd name="T42" fmla="*/ 35 w 80"/>
                <a:gd name="T43" fmla="*/ 52 h 80"/>
                <a:gd name="T44" fmla="*/ 30 w 80"/>
                <a:gd name="T45" fmla="*/ 56 h 80"/>
                <a:gd name="T46" fmla="*/ 19 w 80"/>
                <a:gd name="T47" fmla="*/ 16 h 80"/>
                <a:gd name="T48" fmla="*/ 27 w 80"/>
                <a:gd name="T49" fmla="*/ 11 h 80"/>
                <a:gd name="T50" fmla="*/ 67 w 80"/>
                <a:gd name="T51" fmla="*/ 23 h 80"/>
                <a:gd name="T52" fmla="*/ 32 w 80"/>
                <a:gd name="T53" fmla="*/ 18 h 80"/>
                <a:gd name="T54" fmla="*/ 34 w 80"/>
                <a:gd name="T55" fmla="*/ 9 h 80"/>
                <a:gd name="T56" fmla="*/ 67 w 80"/>
                <a:gd name="T57" fmla="*/ 23 h 80"/>
                <a:gd name="T58" fmla="*/ 32 w 80"/>
                <a:gd name="T59" fmla="*/ 31 h 80"/>
                <a:gd name="T60" fmla="*/ 31 w 80"/>
                <a:gd name="T61" fmla="*/ 24 h 80"/>
                <a:gd name="T62" fmla="*/ 71 w 80"/>
                <a:gd name="T63" fmla="*/ 32 h 80"/>
                <a:gd name="T64" fmla="*/ 72 w 80"/>
                <a:gd name="T65" fmla="*/ 41 h 80"/>
                <a:gd name="T66" fmla="*/ 32 w 80"/>
                <a:gd name="T67" fmla="*/ 31 h 80"/>
                <a:gd name="T68" fmla="*/ 40 w 80"/>
                <a:gd name="T69" fmla="*/ 48 h 80"/>
                <a:gd name="T70" fmla="*/ 33 w 80"/>
                <a:gd name="T71" fmla="*/ 37 h 80"/>
                <a:gd name="T72" fmla="*/ 47 w 80"/>
                <a:gd name="T73" fmla="*/ 36 h 80"/>
                <a:gd name="T74" fmla="*/ 40 w 80"/>
                <a:gd name="T75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61" y="80"/>
                    <a:pt x="80" y="63"/>
                    <a:pt x="80" y="40"/>
                  </a:cubicBezTo>
                  <a:close/>
                  <a:moveTo>
                    <a:pt x="38" y="72"/>
                  </a:moveTo>
                  <a:cubicBezTo>
                    <a:pt x="52" y="66"/>
                    <a:pt x="61" y="55"/>
                    <a:pt x="66" y="44"/>
                  </a:cubicBezTo>
                  <a:cubicBezTo>
                    <a:pt x="68" y="45"/>
                    <a:pt x="69" y="47"/>
                    <a:pt x="71" y="49"/>
                  </a:cubicBezTo>
                  <a:cubicBezTo>
                    <a:pt x="67" y="62"/>
                    <a:pt x="54" y="73"/>
                    <a:pt x="38" y="72"/>
                  </a:cubicBezTo>
                  <a:close/>
                  <a:moveTo>
                    <a:pt x="20" y="65"/>
                  </a:moveTo>
                  <a:cubicBezTo>
                    <a:pt x="36" y="62"/>
                    <a:pt x="48" y="51"/>
                    <a:pt x="53" y="37"/>
                  </a:cubicBezTo>
                  <a:cubicBezTo>
                    <a:pt x="57" y="38"/>
                    <a:pt x="58" y="39"/>
                    <a:pt x="61" y="41"/>
                  </a:cubicBezTo>
                  <a:cubicBezTo>
                    <a:pt x="56" y="53"/>
                    <a:pt x="44" y="65"/>
                    <a:pt x="28" y="70"/>
                  </a:cubicBezTo>
                  <a:cubicBezTo>
                    <a:pt x="25" y="68"/>
                    <a:pt x="23" y="67"/>
                    <a:pt x="20" y="65"/>
                  </a:cubicBezTo>
                  <a:close/>
                  <a:moveTo>
                    <a:pt x="12" y="24"/>
                  </a:moveTo>
                  <a:cubicBezTo>
                    <a:pt x="12" y="37"/>
                    <a:pt x="17" y="49"/>
                    <a:pt x="24" y="58"/>
                  </a:cubicBezTo>
                  <a:cubicBezTo>
                    <a:pt x="21" y="59"/>
                    <a:pt x="18" y="60"/>
                    <a:pt x="15" y="60"/>
                  </a:cubicBezTo>
                  <a:cubicBezTo>
                    <a:pt x="6" y="49"/>
                    <a:pt x="6" y="35"/>
                    <a:pt x="12" y="24"/>
                  </a:cubicBezTo>
                  <a:close/>
                  <a:moveTo>
                    <a:pt x="27" y="11"/>
                  </a:moveTo>
                  <a:cubicBezTo>
                    <a:pt x="22" y="26"/>
                    <a:pt x="26" y="41"/>
                    <a:pt x="35" y="52"/>
                  </a:cubicBezTo>
                  <a:cubicBezTo>
                    <a:pt x="33" y="54"/>
                    <a:pt x="31" y="55"/>
                    <a:pt x="30" y="56"/>
                  </a:cubicBezTo>
                  <a:cubicBezTo>
                    <a:pt x="21" y="45"/>
                    <a:pt x="16" y="31"/>
                    <a:pt x="19" y="16"/>
                  </a:cubicBezTo>
                  <a:cubicBezTo>
                    <a:pt x="22" y="14"/>
                    <a:pt x="24" y="12"/>
                    <a:pt x="27" y="11"/>
                  </a:cubicBezTo>
                  <a:close/>
                  <a:moveTo>
                    <a:pt x="67" y="23"/>
                  </a:moveTo>
                  <a:cubicBezTo>
                    <a:pt x="55" y="17"/>
                    <a:pt x="43" y="16"/>
                    <a:pt x="32" y="18"/>
                  </a:cubicBezTo>
                  <a:cubicBezTo>
                    <a:pt x="32" y="15"/>
                    <a:pt x="33" y="12"/>
                    <a:pt x="34" y="9"/>
                  </a:cubicBezTo>
                  <a:cubicBezTo>
                    <a:pt x="48" y="6"/>
                    <a:pt x="60" y="12"/>
                    <a:pt x="67" y="23"/>
                  </a:cubicBezTo>
                  <a:close/>
                  <a:moveTo>
                    <a:pt x="32" y="31"/>
                  </a:moveTo>
                  <a:cubicBezTo>
                    <a:pt x="31" y="29"/>
                    <a:pt x="31" y="27"/>
                    <a:pt x="31" y="24"/>
                  </a:cubicBezTo>
                  <a:cubicBezTo>
                    <a:pt x="44" y="21"/>
                    <a:pt x="59" y="24"/>
                    <a:pt x="71" y="32"/>
                  </a:cubicBezTo>
                  <a:cubicBezTo>
                    <a:pt x="72" y="35"/>
                    <a:pt x="72" y="38"/>
                    <a:pt x="72" y="41"/>
                  </a:cubicBezTo>
                  <a:cubicBezTo>
                    <a:pt x="60" y="31"/>
                    <a:pt x="45" y="28"/>
                    <a:pt x="32" y="31"/>
                  </a:cubicBezTo>
                  <a:close/>
                  <a:moveTo>
                    <a:pt x="40" y="48"/>
                  </a:moveTo>
                  <a:cubicBezTo>
                    <a:pt x="37" y="45"/>
                    <a:pt x="35" y="41"/>
                    <a:pt x="33" y="37"/>
                  </a:cubicBezTo>
                  <a:cubicBezTo>
                    <a:pt x="38" y="36"/>
                    <a:pt x="43" y="36"/>
                    <a:pt x="47" y="36"/>
                  </a:cubicBezTo>
                  <a:cubicBezTo>
                    <a:pt x="45" y="41"/>
                    <a:pt x="43" y="45"/>
                    <a:pt x="40" y="48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5064125" y="2390776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67 w 80"/>
                <a:gd name="T11" fmla="*/ 58 h 80"/>
                <a:gd name="T12" fmla="*/ 60 w 80"/>
                <a:gd name="T13" fmla="*/ 44 h 80"/>
                <a:gd name="T14" fmla="*/ 72 w 80"/>
                <a:gd name="T15" fmla="*/ 44 h 80"/>
                <a:gd name="T16" fmla="*/ 67 w 80"/>
                <a:gd name="T17" fmla="*/ 58 h 80"/>
                <a:gd name="T18" fmla="*/ 8 w 80"/>
                <a:gd name="T19" fmla="*/ 44 h 80"/>
                <a:gd name="T20" fmla="*/ 20 w 80"/>
                <a:gd name="T21" fmla="*/ 44 h 80"/>
                <a:gd name="T22" fmla="*/ 13 w 80"/>
                <a:gd name="T23" fmla="*/ 58 h 80"/>
                <a:gd name="T24" fmla="*/ 8 w 80"/>
                <a:gd name="T25" fmla="*/ 44 h 80"/>
                <a:gd name="T26" fmla="*/ 13 w 80"/>
                <a:gd name="T27" fmla="*/ 22 h 80"/>
                <a:gd name="T28" fmla="*/ 20 w 80"/>
                <a:gd name="T29" fmla="*/ 36 h 80"/>
                <a:gd name="T30" fmla="*/ 8 w 80"/>
                <a:gd name="T31" fmla="*/ 36 h 80"/>
                <a:gd name="T32" fmla="*/ 13 w 80"/>
                <a:gd name="T33" fmla="*/ 22 h 80"/>
                <a:gd name="T34" fmla="*/ 44 w 80"/>
                <a:gd name="T35" fmla="*/ 36 h 80"/>
                <a:gd name="T36" fmla="*/ 44 w 80"/>
                <a:gd name="T37" fmla="*/ 8 h 80"/>
                <a:gd name="T38" fmla="*/ 61 w 80"/>
                <a:gd name="T39" fmla="*/ 16 h 80"/>
                <a:gd name="T40" fmla="*/ 52 w 80"/>
                <a:gd name="T41" fmla="*/ 36 h 80"/>
                <a:gd name="T42" fmla="*/ 44 w 80"/>
                <a:gd name="T43" fmla="*/ 36 h 80"/>
                <a:gd name="T44" fmla="*/ 36 w 80"/>
                <a:gd name="T45" fmla="*/ 36 h 80"/>
                <a:gd name="T46" fmla="*/ 28 w 80"/>
                <a:gd name="T47" fmla="*/ 36 h 80"/>
                <a:gd name="T48" fmla="*/ 19 w 80"/>
                <a:gd name="T49" fmla="*/ 16 h 80"/>
                <a:gd name="T50" fmla="*/ 36 w 80"/>
                <a:gd name="T51" fmla="*/ 8 h 80"/>
                <a:gd name="T52" fmla="*/ 36 w 80"/>
                <a:gd name="T53" fmla="*/ 36 h 80"/>
                <a:gd name="T54" fmla="*/ 28 w 80"/>
                <a:gd name="T55" fmla="*/ 44 h 80"/>
                <a:gd name="T56" fmla="*/ 36 w 80"/>
                <a:gd name="T57" fmla="*/ 44 h 80"/>
                <a:gd name="T58" fmla="*/ 36 w 80"/>
                <a:gd name="T59" fmla="*/ 72 h 80"/>
                <a:gd name="T60" fmla="*/ 19 w 80"/>
                <a:gd name="T61" fmla="*/ 64 h 80"/>
                <a:gd name="T62" fmla="*/ 28 w 80"/>
                <a:gd name="T63" fmla="*/ 44 h 80"/>
                <a:gd name="T64" fmla="*/ 44 w 80"/>
                <a:gd name="T65" fmla="*/ 44 h 80"/>
                <a:gd name="T66" fmla="*/ 52 w 80"/>
                <a:gd name="T67" fmla="*/ 44 h 80"/>
                <a:gd name="T68" fmla="*/ 61 w 80"/>
                <a:gd name="T69" fmla="*/ 64 h 80"/>
                <a:gd name="T70" fmla="*/ 44 w 80"/>
                <a:gd name="T71" fmla="*/ 72 h 80"/>
                <a:gd name="T72" fmla="*/ 44 w 80"/>
                <a:gd name="T73" fmla="*/ 44 h 80"/>
                <a:gd name="T74" fmla="*/ 60 w 80"/>
                <a:gd name="T75" fmla="*/ 36 h 80"/>
                <a:gd name="T76" fmla="*/ 67 w 80"/>
                <a:gd name="T77" fmla="*/ 22 h 80"/>
                <a:gd name="T78" fmla="*/ 72 w 80"/>
                <a:gd name="T79" fmla="*/ 36 h 80"/>
                <a:gd name="T80" fmla="*/ 60 w 80"/>
                <a:gd name="T81" fmla="*/ 3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67" y="58"/>
                  </a:moveTo>
                  <a:cubicBezTo>
                    <a:pt x="63" y="54"/>
                    <a:pt x="61" y="49"/>
                    <a:pt x="60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1" y="49"/>
                    <a:pt x="69" y="54"/>
                    <a:pt x="67" y="58"/>
                  </a:cubicBezTo>
                  <a:close/>
                  <a:moveTo>
                    <a:pt x="8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19" y="49"/>
                    <a:pt x="17" y="54"/>
                    <a:pt x="13" y="58"/>
                  </a:cubicBezTo>
                  <a:cubicBezTo>
                    <a:pt x="11" y="54"/>
                    <a:pt x="9" y="49"/>
                    <a:pt x="8" y="44"/>
                  </a:cubicBezTo>
                  <a:close/>
                  <a:moveTo>
                    <a:pt x="13" y="22"/>
                  </a:moveTo>
                  <a:cubicBezTo>
                    <a:pt x="17" y="26"/>
                    <a:pt x="19" y="31"/>
                    <a:pt x="20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9" y="31"/>
                    <a:pt x="11" y="26"/>
                    <a:pt x="13" y="22"/>
                  </a:cubicBezTo>
                  <a:close/>
                  <a:moveTo>
                    <a:pt x="44" y="36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51" y="9"/>
                    <a:pt x="56" y="12"/>
                    <a:pt x="61" y="16"/>
                  </a:cubicBezTo>
                  <a:cubicBezTo>
                    <a:pt x="56" y="22"/>
                    <a:pt x="53" y="29"/>
                    <a:pt x="52" y="36"/>
                  </a:cubicBezTo>
                  <a:lnTo>
                    <a:pt x="44" y="36"/>
                  </a:lnTo>
                  <a:close/>
                  <a:moveTo>
                    <a:pt x="36" y="36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7" y="29"/>
                    <a:pt x="24" y="22"/>
                    <a:pt x="19" y="16"/>
                  </a:cubicBezTo>
                  <a:cubicBezTo>
                    <a:pt x="24" y="12"/>
                    <a:pt x="29" y="9"/>
                    <a:pt x="36" y="8"/>
                  </a:cubicBezTo>
                  <a:lnTo>
                    <a:pt x="36" y="36"/>
                  </a:lnTo>
                  <a:close/>
                  <a:moveTo>
                    <a:pt x="28" y="44"/>
                  </a:moveTo>
                  <a:cubicBezTo>
                    <a:pt x="36" y="44"/>
                    <a:pt x="36" y="44"/>
                    <a:pt x="36" y="44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29" y="71"/>
                    <a:pt x="24" y="68"/>
                    <a:pt x="19" y="64"/>
                  </a:cubicBezTo>
                  <a:cubicBezTo>
                    <a:pt x="24" y="58"/>
                    <a:pt x="27" y="51"/>
                    <a:pt x="28" y="44"/>
                  </a:cubicBezTo>
                  <a:close/>
                  <a:moveTo>
                    <a:pt x="44" y="44"/>
                  </a:moveTo>
                  <a:cubicBezTo>
                    <a:pt x="52" y="44"/>
                    <a:pt x="52" y="44"/>
                    <a:pt x="52" y="44"/>
                  </a:cubicBezTo>
                  <a:cubicBezTo>
                    <a:pt x="53" y="51"/>
                    <a:pt x="56" y="58"/>
                    <a:pt x="61" y="64"/>
                  </a:cubicBezTo>
                  <a:cubicBezTo>
                    <a:pt x="56" y="68"/>
                    <a:pt x="51" y="71"/>
                    <a:pt x="44" y="72"/>
                  </a:cubicBezTo>
                  <a:lnTo>
                    <a:pt x="44" y="44"/>
                  </a:lnTo>
                  <a:close/>
                  <a:moveTo>
                    <a:pt x="60" y="36"/>
                  </a:moveTo>
                  <a:cubicBezTo>
                    <a:pt x="61" y="31"/>
                    <a:pt x="63" y="26"/>
                    <a:pt x="67" y="22"/>
                  </a:cubicBezTo>
                  <a:cubicBezTo>
                    <a:pt x="69" y="26"/>
                    <a:pt x="71" y="31"/>
                    <a:pt x="72" y="36"/>
                  </a:cubicBezTo>
                  <a:lnTo>
                    <a:pt x="60" y="3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78" name="组合 177"/>
            <p:cNvGrpSpPr/>
            <p:nvPr/>
          </p:nvGrpSpPr>
          <p:grpSpPr>
            <a:xfrm>
              <a:off x="6276975" y="2378076"/>
              <a:ext cx="254000" cy="290513"/>
              <a:chOff x="6276975" y="2378076"/>
              <a:chExt cx="254000" cy="290513"/>
            </a:xfrm>
          </p:grpSpPr>
          <p:sp>
            <p:nvSpPr>
              <p:cNvPr id="62" name="Freeform 61"/>
              <p:cNvSpPr>
                <a:spLocks noEditPoints="1"/>
              </p:cNvSpPr>
              <p:nvPr/>
            </p:nvSpPr>
            <p:spPr bwMode="auto">
              <a:xfrm>
                <a:off x="6276975" y="2378076"/>
                <a:ext cx="254000" cy="290513"/>
              </a:xfrm>
              <a:custGeom>
                <a:avLst/>
                <a:gdLst>
                  <a:gd name="T0" fmla="*/ 52 w 80"/>
                  <a:gd name="T1" fmla="*/ 36 h 92"/>
                  <a:gd name="T2" fmla="*/ 36 w 80"/>
                  <a:gd name="T3" fmla="*/ 41 h 92"/>
                  <a:gd name="T4" fmla="*/ 32 w 80"/>
                  <a:gd name="T5" fmla="*/ 28 h 92"/>
                  <a:gd name="T6" fmla="*/ 32 w 80"/>
                  <a:gd name="T7" fmla="*/ 24 h 92"/>
                  <a:gd name="T8" fmla="*/ 32 w 80"/>
                  <a:gd name="T9" fmla="*/ 12 h 92"/>
                  <a:gd name="T10" fmla="*/ 20 w 80"/>
                  <a:gd name="T11" fmla="*/ 0 h 92"/>
                  <a:gd name="T12" fmla="*/ 8 w 80"/>
                  <a:gd name="T13" fmla="*/ 12 h 92"/>
                  <a:gd name="T14" fmla="*/ 8 w 80"/>
                  <a:gd name="T15" fmla="*/ 24 h 92"/>
                  <a:gd name="T16" fmla="*/ 8 w 80"/>
                  <a:gd name="T17" fmla="*/ 28 h 92"/>
                  <a:gd name="T18" fmla="*/ 5 w 80"/>
                  <a:gd name="T19" fmla="*/ 40 h 92"/>
                  <a:gd name="T20" fmla="*/ 0 w 80"/>
                  <a:gd name="T21" fmla="*/ 60 h 92"/>
                  <a:gd name="T22" fmla="*/ 16 w 80"/>
                  <a:gd name="T23" fmla="*/ 92 h 92"/>
                  <a:gd name="T24" fmla="*/ 24 w 80"/>
                  <a:gd name="T25" fmla="*/ 92 h 92"/>
                  <a:gd name="T26" fmla="*/ 33 w 80"/>
                  <a:gd name="T27" fmla="*/ 85 h 92"/>
                  <a:gd name="T28" fmla="*/ 52 w 80"/>
                  <a:gd name="T29" fmla="*/ 92 h 92"/>
                  <a:gd name="T30" fmla="*/ 80 w 80"/>
                  <a:gd name="T31" fmla="*/ 64 h 92"/>
                  <a:gd name="T32" fmla="*/ 52 w 80"/>
                  <a:gd name="T33" fmla="*/ 36 h 92"/>
                  <a:gd name="T34" fmla="*/ 16 w 80"/>
                  <a:gd name="T35" fmla="*/ 12 h 92"/>
                  <a:gd name="T36" fmla="*/ 20 w 80"/>
                  <a:gd name="T37" fmla="*/ 8 h 92"/>
                  <a:gd name="T38" fmla="*/ 24 w 80"/>
                  <a:gd name="T39" fmla="*/ 12 h 92"/>
                  <a:gd name="T40" fmla="*/ 24 w 80"/>
                  <a:gd name="T41" fmla="*/ 24 h 92"/>
                  <a:gd name="T42" fmla="*/ 16 w 80"/>
                  <a:gd name="T43" fmla="*/ 24 h 92"/>
                  <a:gd name="T44" fmla="*/ 16 w 80"/>
                  <a:gd name="T45" fmla="*/ 12 h 92"/>
                  <a:gd name="T46" fmla="*/ 24 w 80"/>
                  <a:gd name="T47" fmla="*/ 84 h 92"/>
                  <a:gd name="T48" fmla="*/ 16 w 80"/>
                  <a:gd name="T49" fmla="*/ 84 h 92"/>
                  <a:gd name="T50" fmla="*/ 8 w 80"/>
                  <a:gd name="T51" fmla="*/ 60 h 92"/>
                  <a:gd name="T52" fmla="*/ 12 w 80"/>
                  <a:gd name="T53" fmla="*/ 43 h 92"/>
                  <a:gd name="T54" fmla="*/ 16 w 80"/>
                  <a:gd name="T55" fmla="*/ 32 h 92"/>
                  <a:gd name="T56" fmla="*/ 24 w 80"/>
                  <a:gd name="T57" fmla="*/ 32 h 92"/>
                  <a:gd name="T58" fmla="*/ 28 w 80"/>
                  <a:gd name="T59" fmla="*/ 43 h 92"/>
                  <a:gd name="T60" fmla="*/ 30 w 80"/>
                  <a:gd name="T61" fmla="*/ 47 h 92"/>
                  <a:gd name="T62" fmla="*/ 24 w 80"/>
                  <a:gd name="T63" fmla="*/ 64 h 92"/>
                  <a:gd name="T64" fmla="*/ 28 w 80"/>
                  <a:gd name="T65" fmla="*/ 78 h 92"/>
                  <a:gd name="T66" fmla="*/ 24 w 80"/>
                  <a:gd name="T67" fmla="*/ 84 h 92"/>
                  <a:gd name="T68" fmla="*/ 52 w 80"/>
                  <a:gd name="T69" fmla="*/ 84 h 92"/>
                  <a:gd name="T70" fmla="*/ 32 w 80"/>
                  <a:gd name="T71" fmla="*/ 64 h 92"/>
                  <a:gd name="T72" fmla="*/ 52 w 80"/>
                  <a:gd name="T73" fmla="*/ 44 h 92"/>
                  <a:gd name="T74" fmla="*/ 72 w 80"/>
                  <a:gd name="T75" fmla="*/ 64 h 92"/>
                  <a:gd name="T76" fmla="*/ 52 w 80"/>
                  <a:gd name="T77" fmla="*/ 8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0" h="92">
                    <a:moveTo>
                      <a:pt x="52" y="36"/>
                    </a:moveTo>
                    <a:cubicBezTo>
                      <a:pt x="46" y="36"/>
                      <a:pt x="40" y="38"/>
                      <a:pt x="36" y="41"/>
                    </a:cubicBezTo>
                    <a:cubicBezTo>
                      <a:pt x="34" y="36"/>
                      <a:pt x="32" y="33"/>
                      <a:pt x="32" y="28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3"/>
                      <a:pt x="7" y="36"/>
                      <a:pt x="5" y="40"/>
                    </a:cubicBezTo>
                    <a:cubicBezTo>
                      <a:pt x="3" y="45"/>
                      <a:pt x="0" y="51"/>
                      <a:pt x="0" y="60"/>
                    </a:cubicBezTo>
                    <a:cubicBezTo>
                      <a:pt x="0" y="77"/>
                      <a:pt x="9" y="92"/>
                      <a:pt x="16" y="92"/>
                    </a:cubicBezTo>
                    <a:cubicBezTo>
                      <a:pt x="24" y="92"/>
                      <a:pt x="24" y="92"/>
                      <a:pt x="24" y="92"/>
                    </a:cubicBezTo>
                    <a:cubicBezTo>
                      <a:pt x="28" y="92"/>
                      <a:pt x="31" y="88"/>
                      <a:pt x="33" y="85"/>
                    </a:cubicBezTo>
                    <a:cubicBezTo>
                      <a:pt x="38" y="89"/>
                      <a:pt x="45" y="92"/>
                      <a:pt x="52" y="92"/>
                    </a:cubicBezTo>
                    <a:cubicBezTo>
                      <a:pt x="67" y="92"/>
                      <a:pt x="80" y="79"/>
                      <a:pt x="80" y="64"/>
                    </a:cubicBezTo>
                    <a:cubicBezTo>
                      <a:pt x="80" y="49"/>
                      <a:pt x="67" y="36"/>
                      <a:pt x="52" y="36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6" y="12"/>
                    </a:lnTo>
                    <a:close/>
                    <a:moveTo>
                      <a:pt x="24" y="84"/>
                    </a:moveTo>
                    <a:cubicBezTo>
                      <a:pt x="16" y="84"/>
                      <a:pt x="16" y="84"/>
                      <a:pt x="16" y="84"/>
                    </a:cubicBezTo>
                    <a:cubicBezTo>
                      <a:pt x="14" y="83"/>
                      <a:pt x="8" y="74"/>
                      <a:pt x="8" y="60"/>
                    </a:cubicBezTo>
                    <a:cubicBezTo>
                      <a:pt x="8" y="52"/>
                      <a:pt x="10" y="48"/>
                      <a:pt x="12" y="43"/>
                    </a:cubicBezTo>
                    <a:cubicBezTo>
                      <a:pt x="14" y="40"/>
                      <a:pt x="15" y="36"/>
                      <a:pt x="16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5" y="36"/>
                      <a:pt x="26" y="40"/>
                      <a:pt x="28" y="43"/>
                    </a:cubicBezTo>
                    <a:cubicBezTo>
                      <a:pt x="28" y="44"/>
                      <a:pt x="29" y="46"/>
                      <a:pt x="30" y="47"/>
                    </a:cubicBezTo>
                    <a:cubicBezTo>
                      <a:pt x="26" y="52"/>
                      <a:pt x="24" y="58"/>
                      <a:pt x="24" y="64"/>
                    </a:cubicBezTo>
                    <a:cubicBezTo>
                      <a:pt x="24" y="69"/>
                      <a:pt x="25" y="74"/>
                      <a:pt x="28" y="78"/>
                    </a:cubicBezTo>
                    <a:cubicBezTo>
                      <a:pt x="26" y="82"/>
                      <a:pt x="24" y="84"/>
                      <a:pt x="24" y="84"/>
                    </a:cubicBezTo>
                    <a:close/>
                    <a:moveTo>
                      <a:pt x="52" y="84"/>
                    </a:moveTo>
                    <a:cubicBezTo>
                      <a:pt x="41" y="84"/>
                      <a:pt x="32" y="75"/>
                      <a:pt x="32" y="64"/>
                    </a:cubicBezTo>
                    <a:cubicBezTo>
                      <a:pt x="32" y="53"/>
                      <a:pt x="41" y="44"/>
                      <a:pt x="52" y="44"/>
                    </a:cubicBezTo>
                    <a:cubicBezTo>
                      <a:pt x="63" y="44"/>
                      <a:pt x="72" y="53"/>
                      <a:pt x="72" y="64"/>
                    </a:cubicBezTo>
                    <a:cubicBezTo>
                      <a:pt x="72" y="75"/>
                      <a:pt x="63" y="84"/>
                      <a:pt x="52" y="8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77" name="组合 176"/>
              <p:cNvGrpSpPr/>
              <p:nvPr/>
            </p:nvGrpSpPr>
            <p:grpSpPr>
              <a:xfrm>
                <a:off x="6403975" y="2543176"/>
                <a:ext cx="76200" cy="50800"/>
                <a:chOff x="6403975" y="2543176"/>
                <a:chExt cx="76200" cy="50800"/>
              </a:xfrm>
            </p:grpSpPr>
            <p:sp>
              <p:nvSpPr>
                <p:cNvPr id="63" name="Oval 62"/>
                <p:cNvSpPr>
                  <a:spLocks noChangeArrowheads="1"/>
                </p:cNvSpPr>
                <p:nvPr/>
              </p:nvSpPr>
              <p:spPr bwMode="auto">
                <a:xfrm>
                  <a:off x="6429375" y="2568576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Oval 63"/>
                <p:cNvSpPr>
                  <a:spLocks noChangeArrowheads="1"/>
                </p:cNvSpPr>
                <p:nvPr/>
              </p:nvSpPr>
              <p:spPr bwMode="auto">
                <a:xfrm>
                  <a:off x="6454775" y="2543176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Oval 64"/>
                <p:cNvSpPr>
                  <a:spLocks noChangeArrowheads="1"/>
                </p:cNvSpPr>
                <p:nvPr/>
              </p:nvSpPr>
              <p:spPr bwMode="auto">
                <a:xfrm>
                  <a:off x="6403975" y="2543176"/>
                  <a:ext cx="25400" cy="254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6" name="组合 175"/>
            <p:cNvGrpSpPr/>
            <p:nvPr/>
          </p:nvGrpSpPr>
          <p:grpSpPr>
            <a:xfrm>
              <a:off x="4432300" y="2428876"/>
              <a:ext cx="303213" cy="152400"/>
              <a:chOff x="4432300" y="2428876"/>
              <a:chExt cx="303213" cy="152400"/>
            </a:xfrm>
          </p:grpSpPr>
          <p:sp>
            <p:nvSpPr>
              <p:cNvPr id="66" name="Freeform 65"/>
              <p:cNvSpPr>
                <a:spLocks noEditPoints="1"/>
              </p:cNvSpPr>
              <p:nvPr/>
            </p:nvSpPr>
            <p:spPr bwMode="auto">
              <a:xfrm>
                <a:off x="4470400" y="2428876"/>
                <a:ext cx="227013" cy="152400"/>
              </a:xfrm>
              <a:custGeom>
                <a:avLst/>
                <a:gdLst>
                  <a:gd name="T0" fmla="*/ 64 w 72"/>
                  <a:gd name="T1" fmla="*/ 0 h 48"/>
                  <a:gd name="T2" fmla="*/ 56 w 72"/>
                  <a:gd name="T3" fmla="*/ 0 h 48"/>
                  <a:gd name="T4" fmla="*/ 48 w 72"/>
                  <a:gd name="T5" fmla="*/ 8 h 48"/>
                  <a:gd name="T6" fmla="*/ 48 w 72"/>
                  <a:gd name="T7" fmla="*/ 20 h 48"/>
                  <a:gd name="T8" fmla="*/ 24 w 72"/>
                  <a:gd name="T9" fmla="*/ 20 h 48"/>
                  <a:gd name="T10" fmla="*/ 24 w 72"/>
                  <a:gd name="T11" fmla="*/ 8 h 48"/>
                  <a:gd name="T12" fmla="*/ 16 w 72"/>
                  <a:gd name="T13" fmla="*/ 0 h 48"/>
                  <a:gd name="T14" fmla="*/ 8 w 72"/>
                  <a:gd name="T15" fmla="*/ 0 h 48"/>
                  <a:gd name="T16" fmla="*/ 0 w 72"/>
                  <a:gd name="T17" fmla="*/ 8 h 48"/>
                  <a:gd name="T18" fmla="*/ 0 w 72"/>
                  <a:gd name="T19" fmla="*/ 40 h 48"/>
                  <a:gd name="T20" fmla="*/ 8 w 72"/>
                  <a:gd name="T21" fmla="*/ 48 h 48"/>
                  <a:gd name="T22" fmla="*/ 16 w 72"/>
                  <a:gd name="T23" fmla="*/ 48 h 48"/>
                  <a:gd name="T24" fmla="*/ 24 w 72"/>
                  <a:gd name="T25" fmla="*/ 40 h 48"/>
                  <a:gd name="T26" fmla="*/ 24 w 72"/>
                  <a:gd name="T27" fmla="*/ 28 h 48"/>
                  <a:gd name="T28" fmla="*/ 48 w 72"/>
                  <a:gd name="T29" fmla="*/ 28 h 48"/>
                  <a:gd name="T30" fmla="*/ 48 w 72"/>
                  <a:gd name="T31" fmla="*/ 40 h 48"/>
                  <a:gd name="T32" fmla="*/ 56 w 72"/>
                  <a:gd name="T33" fmla="*/ 48 h 48"/>
                  <a:gd name="T34" fmla="*/ 64 w 72"/>
                  <a:gd name="T35" fmla="*/ 48 h 48"/>
                  <a:gd name="T36" fmla="*/ 72 w 72"/>
                  <a:gd name="T37" fmla="*/ 40 h 48"/>
                  <a:gd name="T38" fmla="*/ 72 w 72"/>
                  <a:gd name="T39" fmla="*/ 8 h 48"/>
                  <a:gd name="T40" fmla="*/ 64 w 72"/>
                  <a:gd name="T41" fmla="*/ 0 h 48"/>
                  <a:gd name="T42" fmla="*/ 8 w 72"/>
                  <a:gd name="T43" fmla="*/ 40 h 48"/>
                  <a:gd name="T44" fmla="*/ 8 w 72"/>
                  <a:gd name="T45" fmla="*/ 8 h 48"/>
                  <a:gd name="T46" fmla="*/ 16 w 72"/>
                  <a:gd name="T47" fmla="*/ 8 h 48"/>
                  <a:gd name="T48" fmla="*/ 16 w 72"/>
                  <a:gd name="T49" fmla="*/ 40 h 48"/>
                  <a:gd name="T50" fmla="*/ 8 w 72"/>
                  <a:gd name="T51" fmla="*/ 40 h 48"/>
                  <a:gd name="T52" fmla="*/ 56 w 72"/>
                  <a:gd name="T53" fmla="*/ 40 h 48"/>
                  <a:gd name="T54" fmla="*/ 56 w 72"/>
                  <a:gd name="T55" fmla="*/ 8 h 48"/>
                  <a:gd name="T56" fmla="*/ 64 w 72"/>
                  <a:gd name="T57" fmla="*/ 8 h 48"/>
                  <a:gd name="T58" fmla="*/ 64 w 72"/>
                  <a:gd name="T59" fmla="*/ 40 h 48"/>
                  <a:gd name="T60" fmla="*/ 56 w 72"/>
                  <a:gd name="T61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48">
                    <a:moveTo>
                      <a:pt x="64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2" y="0"/>
                      <a:pt x="48" y="4"/>
                      <a:pt x="48" y="8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20" y="48"/>
                      <a:pt x="24" y="44"/>
                      <a:pt x="24" y="40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48" y="44"/>
                      <a:pt x="52" y="48"/>
                      <a:pt x="56" y="4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8" y="48"/>
                      <a:pt x="72" y="44"/>
                      <a:pt x="72" y="40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8" y="4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40"/>
                      <a:pt x="16" y="40"/>
                      <a:pt x="16" y="40"/>
                    </a:cubicBezTo>
                    <a:lnTo>
                      <a:pt x="8" y="40"/>
                    </a:lnTo>
                    <a:close/>
                    <a:moveTo>
                      <a:pt x="56" y="40"/>
                    </a:moveTo>
                    <a:cubicBezTo>
                      <a:pt x="56" y="8"/>
                      <a:pt x="56" y="8"/>
                      <a:pt x="56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0"/>
                      <a:pt x="64" y="40"/>
                      <a:pt x="64" y="40"/>
                    </a:cubicBezTo>
                    <a:lnTo>
                      <a:pt x="56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Rectangle 66"/>
              <p:cNvSpPr>
                <a:spLocks noChangeArrowheads="1"/>
              </p:cNvSpPr>
              <p:nvPr/>
            </p:nvSpPr>
            <p:spPr bwMode="auto">
              <a:xfrm>
                <a:off x="4710113" y="2479676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Rectangle 67"/>
              <p:cNvSpPr>
                <a:spLocks noChangeArrowheads="1"/>
              </p:cNvSpPr>
              <p:nvPr/>
            </p:nvSpPr>
            <p:spPr bwMode="auto">
              <a:xfrm>
                <a:off x="4432300" y="2479676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9" name="Freeform 68"/>
            <p:cNvSpPr>
              <a:spLocks noEditPoints="1"/>
            </p:cNvSpPr>
            <p:nvPr/>
          </p:nvSpPr>
          <p:spPr bwMode="auto">
            <a:xfrm>
              <a:off x="5645150" y="2416176"/>
              <a:ext cx="303213" cy="203200"/>
            </a:xfrm>
            <a:custGeom>
              <a:avLst/>
              <a:gdLst>
                <a:gd name="T0" fmla="*/ 92 w 96"/>
                <a:gd name="T1" fmla="*/ 0 h 64"/>
                <a:gd name="T2" fmla="*/ 4 w 96"/>
                <a:gd name="T3" fmla="*/ 0 h 64"/>
                <a:gd name="T4" fmla="*/ 0 w 96"/>
                <a:gd name="T5" fmla="*/ 4 h 64"/>
                <a:gd name="T6" fmla="*/ 0 w 96"/>
                <a:gd name="T7" fmla="*/ 60 h 64"/>
                <a:gd name="T8" fmla="*/ 4 w 96"/>
                <a:gd name="T9" fmla="*/ 64 h 64"/>
                <a:gd name="T10" fmla="*/ 92 w 96"/>
                <a:gd name="T11" fmla="*/ 64 h 64"/>
                <a:gd name="T12" fmla="*/ 96 w 96"/>
                <a:gd name="T13" fmla="*/ 60 h 64"/>
                <a:gd name="T14" fmla="*/ 96 w 96"/>
                <a:gd name="T15" fmla="*/ 4 h 64"/>
                <a:gd name="T16" fmla="*/ 92 w 96"/>
                <a:gd name="T17" fmla="*/ 0 h 64"/>
                <a:gd name="T18" fmla="*/ 48 w 96"/>
                <a:gd name="T19" fmla="*/ 40 h 64"/>
                <a:gd name="T20" fmla="*/ 40 w 96"/>
                <a:gd name="T21" fmla="*/ 32 h 64"/>
                <a:gd name="T22" fmla="*/ 48 w 96"/>
                <a:gd name="T23" fmla="*/ 24 h 64"/>
                <a:gd name="T24" fmla="*/ 56 w 96"/>
                <a:gd name="T25" fmla="*/ 32 h 64"/>
                <a:gd name="T26" fmla="*/ 48 w 96"/>
                <a:gd name="T27" fmla="*/ 40 h 64"/>
                <a:gd name="T28" fmla="*/ 8 w 96"/>
                <a:gd name="T29" fmla="*/ 24 h 64"/>
                <a:gd name="T30" fmla="*/ 16 w 96"/>
                <a:gd name="T31" fmla="*/ 24 h 64"/>
                <a:gd name="T32" fmla="*/ 16 w 96"/>
                <a:gd name="T33" fmla="*/ 40 h 64"/>
                <a:gd name="T34" fmla="*/ 8 w 96"/>
                <a:gd name="T35" fmla="*/ 40 h 64"/>
                <a:gd name="T36" fmla="*/ 8 w 96"/>
                <a:gd name="T37" fmla="*/ 24 h 64"/>
                <a:gd name="T38" fmla="*/ 8 w 96"/>
                <a:gd name="T39" fmla="*/ 48 h 64"/>
                <a:gd name="T40" fmla="*/ 24 w 96"/>
                <a:gd name="T41" fmla="*/ 48 h 64"/>
                <a:gd name="T42" fmla="*/ 24 w 96"/>
                <a:gd name="T43" fmla="*/ 16 h 64"/>
                <a:gd name="T44" fmla="*/ 8 w 96"/>
                <a:gd name="T45" fmla="*/ 16 h 64"/>
                <a:gd name="T46" fmla="*/ 8 w 96"/>
                <a:gd name="T47" fmla="*/ 8 h 64"/>
                <a:gd name="T48" fmla="*/ 44 w 96"/>
                <a:gd name="T49" fmla="*/ 8 h 64"/>
                <a:gd name="T50" fmla="*/ 44 w 96"/>
                <a:gd name="T51" fmla="*/ 17 h 64"/>
                <a:gd name="T52" fmla="*/ 32 w 96"/>
                <a:gd name="T53" fmla="*/ 32 h 64"/>
                <a:gd name="T54" fmla="*/ 44 w 96"/>
                <a:gd name="T55" fmla="*/ 47 h 64"/>
                <a:gd name="T56" fmla="*/ 44 w 96"/>
                <a:gd name="T57" fmla="*/ 56 h 64"/>
                <a:gd name="T58" fmla="*/ 8 w 96"/>
                <a:gd name="T59" fmla="*/ 56 h 64"/>
                <a:gd name="T60" fmla="*/ 8 w 96"/>
                <a:gd name="T61" fmla="*/ 48 h 64"/>
                <a:gd name="T62" fmla="*/ 88 w 96"/>
                <a:gd name="T63" fmla="*/ 40 h 64"/>
                <a:gd name="T64" fmla="*/ 80 w 96"/>
                <a:gd name="T65" fmla="*/ 40 h 64"/>
                <a:gd name="T66" fmla="*/ 80 w 96"/>
                <a:gd name="T67" fmla="*/ 24 h 64"/>
                <a:gd name="T68" fmla="*/ 88 w 96"/>
                <a:gd name="T69" fmla="*/ 24 h 64"/>
                <a:gd name="T70" fmla="*/ 88 w 96"/>
                <a:gd name="T71" fmla="*/ 40 h 64"/>
                <a:gd name="T72" fmla="*/ 72 w 96"/>
                <a:gd name="T73" fmla="*/ 16 h 64"/>
                <a:gd name="T74" fmla="*/ 72 w 96"/>
                <a:gd name="T75" fmla="*/ 48 h 64"/>
                <a:gd name="T76" fmla="*/ 88 w 96"/>
                <a:gd name="T77" fmla="*/ 48 h 64"/>
                <a:gd name="T78" fmla="*/ 88 w 96"/>
                <a:gd name="T79" fmla="*/ 56 h 64"/>
                <a:gd name="T80" fmla="*/ 52 w 96"/>
                <a:gd name="T81" fmla="*/ 56 h 64"/>
                <a:gd name="T82" fmla="*/ 52 w 96"/>
                <a:gd name="T83" fmla="*/ 47 h 64"/>
                <a:gd name="T84" fmla="*/ 64 w 96"/>
                <a:gd name="T85" fmla="*/ 32 h 64"/>
                <a:gd name="T86" fmla="*/ 52 w 96"/>
                <a:gd name="T87" fmla="*/ 17 h 64"/>
                <a:gd name="T88" fmla="*/ 52 w 96"/>
                <a:gd name="T89" fmla="*/ 8 h 64"/>
                <a:gd name="T90" fmla="*/ 88 w 96"/>
                <a:gd name="T91" fmla="*/ 8 h 64"/>
                <a:gd name="T92" fmla="*/ 88 w 96"/>
                <a:gd name="T93" fmla="*/ 16 h 64"/>
                <a:gd name="T94" fmla="*/ 72 w 96"/>
                <a:gd name="T95" fmla="*/ 1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6" h="64">
                  <a:moveTo>
                    <a:pt x="9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2"/>
                    <a:pt x="2" y="64"/>
                    <a:pt x="4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4" y="64"/>
                    <a:pt x="96" y="62"/>
                    <a:pt x="96" y="60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4" y="0"/>
                    <a:pt x="92" y="0"/>
                  </a:cubicBezTo>
                  <a:close/>
                  <a:moveTo>
                    <a:pt x="48" y="40"/>
                  </a:moveTo>
                  <a:cubicBezTo>
                    <a:pt x="44" y="40"/>
                    <a:pt x="40" y="36"/>
                    <a:pt x="40" y="32"/>
                  </a:cubicBezTo>
                  <a:cubicBezTo>
                    <a:pt x="40" y="28"/>
                    <a:pt x="44" y="24"/>
                    <a:pt x="48" y="24"/>
                  </a:cubicBezTo>
                  <a:cubicBezTo>
                    <a:pt x="52" y="24"/>
                    <a:pt x="56" y="28"/>
                    <a:pt x="56" y="32"/>
                  </a:cubicBezTo>
                  <a:cubicBezTo>
                    <a:pt x="56" y="36"/>
                    <a:pt x="52" y="40"/>
                    <a:pt x="48" y="40"/>
                  </a:cubicBezTo>
                  <a:close/>
                  <a:moveTo>
                    <a:pt x="8" y="24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8" y="24"/>
                  </a:lnTo>
                  <a:close/>
                  <a:moveTo>
                    <a:pt x="8" y="48"/>
                  </a:moveTo>
                  <a:cubicBezTo>
                    <a:pt x="24" y="48"/>
                    <a:pt x="24" y="48"/>
                    <a:pt x="24" y="48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7" y="18"/>
                    <a:pt x="32" y="25"/>
                    <a:pt x="32" y="32"/>
                  </a:cubicBezTo>
                  <a:cubicBezTo>
                    <a:pt x="32" y="39"/>
                    <a:pt x="37" y="46"/>
                    <a:pt x="44" y="47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8" y="56"/>
                    <a:pt x="8" y="56"/>
                    <a:pt x="8" y="56"/>
                  </a:cubicBezTo>
                  <a:lnTo>
                    <a:pt x="8" y="48"/>
                  </a:lnTo>
                  <a:close/>
                  <a:moveTo>
                    <a:pt x="88" y="40"/>
                  </a:moveTo>
                  <a:cubicBezTo>
                    <a:pt x="80" y="40"/>
                    <a:pt x="80" y="40"/>
                    <a:pt x="80" y="40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8" y="24"/>
                    <a:pt x="88" y="24"/>
                    <a:pt x="88" y="24"/>
                  </a:cubicBezTo>
                  <a:lnTo>
                    <a:pt x="88" y="40"/>
                  </a:lnTo>
                  <a:close/>
                  <a:moveTo>
                    <a:pt x="72" y="16"/>
                  </a:moveTo>
                  <a:cubicBezTo>
                    <a:pt x="72" y="48"/>
                    <a:pt x="72" y="48"/>
                    <a:pt x="72" y="48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59" y="46"/>
                    <a:pt x="64" y="39"/>
                    <a:pt x="64" y="32"/>
                  </a:cubicBezTo>
                  <a:cubicBezTo>
                    <a:pt x="64" y="25"/>
                    <a:pt x="59" y="18"/>
                    <a:pt x="52" y="17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16"/>
                    <a:pt x="88" y="16"/>
                    <a:pt x="88" y="16"/>
                  </a:cubicBezTo>
                  <a:lnTo>
                    <a:pt x="72" y="1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69"/>
            <p:cNvSpPr>
              <a:spLocks noEditPoints="1"/>
            </p:cNvSpPr>
            <p:nvPr/>
          </p:nvSpPr>
          <p:spPr bwMode="auto">
            <a:xfrm>
              <a:off x="7516813" y="2390776"/>
              <a:ext cx="201613" cy="265113"/>
            </a:xfrm>
            <a:custGeom>
              <a:avLst/>
              <a:gdLst>
                <a:gd name="T0" fmla="*/ 64 w 64"/>
                <a:gd name="T1" fmla="*/ 30 h 84"/>
                <a:gd name="T2" fmla="*/ 32 w 64"/>
                <a:gd name="T3" fmla="*/ 0 h 84"/>
                <a:gd name="T4" fmla="*/ 0 w 64"/>
                <a:gd name="T5" fmla="*/ 30 h 84"/>
                <a:gd name="T6" fmla="*/ 14 w 64"/>
                <a:gd name="T7" fmla="*/ 55 h 84"/>
                <a:gd name="T8" fmla="*/ 23 w 64"/>
                <a:gd name="T9" fmla="*/ 72 h 84"/>
                <a:gd name="T10" fmla="*/ 20 w 64"/>
                <a:gd name="T11" fmla="*/ 72 h 84"/>
                <a:gd name="T12" fmla="*/ 24 w 64"/>
                <a:gd name="T13" fmla="*/ 84 h 84"/>
                <a:gd name="T14" fmla="*/ 40 w 64"/>
                <a:gd name="T15" fmla="*/ 84 h 84"/>
                <a:gd name="T16" fmla="*/ 44 w 64"/>
                <a:gd name="T17" fmla="*/ 72 h 84"/>
                <a:gd name="T18" fmla="*/ 41 w 64"/>
                <a:gd name="T19" fmla="*/ 72 h 84"/>
                <a:gd name="T20" fmla="*/ 50 w 64"/>
                <a:gd name="T21" fmla="*/ 55 h 84"/>
                <a:gd name="T22" fmla="*/ 64 w 64"/>
                <a:gd name="T23" fmla="*/ 30 h 84"/>
                <a:gd name="T24" fmla="*/ 56 w 64"/>
                <a:gd name="T25" fmla="*/ 30 h 84"/>
                <a:gd name="T26" fmla="*/ 45 w 64"/>
                <a:gd name="T27" fmla="*/ 48 h 84"/>
                <a:gd name="T28" fmla="*/ 47 w 64"/>
                <a:gd name="T29" fmla="*/ 30 h 84"/>
                <a:gd name="T30" fmla="*/ 45 w 64"/>
                <a:gd name="T31" fmla="*/ 12 h 84"/>
                <a:gd name="T32" fmla="*/ 56 w 64"/>
                <a:gd name="T33" fmla="*/ 30 h 84"/>
                <a:gd name="T34" fmla="*/ 38 w 64"/>
                <a:gd name="T35" fmla="*/ 9 h 84"/>
                <a:gd name="T36" fmla="*/ 41 w 64"/>
                <a:gd name="T37" fmla="*/ 30 h 84"/>
                <a:gd name="T38" fmla="*/ 38 w 64"/>
                <a:gd name="T39" fmla="*/ 51 h 84"/>
                <a:gd name="T40" fmla="*/ 32 w 64"/>
                <a:gd name="T41" fmla="*/ 52 h 84"/>
                <a:gd name="T42" fmla="*/ 26 w 64"/>
                <a:gd name="T43" fmla="*/ 51 h 84"/>
                <a:gd name="T44" fmla="*/ 23 w 64"/>
                <a:gd name="T45" fmla="*/ 30 h 84"/>
                <a:gd name="T46" fmla="*/ 26 w 64"/>
                <a:gd name="T47" fmla="*/ 9 h 84"/>
                <a:gd name="T48" fmla="*/ 32 w 64"/>
                <a:gd name="T49" fmla="*/ 8 h 84"/>
                <a:gd name="T50" fmla="*/ 38 w 64"/>
                <a:gd name="T51" fmla="*/ 9 h 84"/>
                <a:gd name="T52" fmla="*/ 8 w 64"/>
                <a:gd name="T53" fmla="*/ 30 h 84"/>
                <a:gd name="T54" fmla="*/ 19 w 64"/>
                <a:gd name="T55" fmla="*/ 12 h 84"/>
                <a:gd name="T56" fmla="*/ 17 w 64"/>
                <a:gd name="T57" fmla="*/ 30 h 84"/>
                <a:gd name="T58" fmla="*/ 19 w 64"/>
                <a:gd name="T59" fmla="*/ 48 h 84"/>
                <a:gd name="T60" fmla="*/ 8 w 64"/>
                <a:gd name="T61" fmla="*/ 30 h 84"/>
                <a:gd name="T62" fmla="*/ 35 w 64"/>
                <a:gd name="T63" fmla="*/ 72 h 84"/>
                <a:gd name="T64" fmla="*/ 29 w 64"/>
                <a:gd name="T65" fmla="*/ 72 h 84"/>
                <a:gd name="T66" fmla="*/ 23 w 64"/>
                <a:gd name="T67" fmla="*/ 59 h 84"/>
                <a:gd name="T68" fmla="*/ 32 w 64"/>
                <a:gd name="T69" fmla="*/ 60 h 84"/>
                <a:gd name="T70" fmla="*/ 41 w 64"/>
                <a:gd name="T71" fmla="*/ 59 h 84"/>
                <a:gd name="T72" fmla="*/ 35 w 64"/>
                <a:gd name="T73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4" h="84">
                  <a:moveTo>
                    <a:pt x="64" y="30"/>
                  </a:moveTo>
                  <a:cubicBezTo>
                    <a:pt x="64" y="13"/>
                    <a:pt x="50" y="0"/>
                    <a:pt x="32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40"/>
                    <a:pt x="6" y="49"/>
                    <a:pt x="14" y="55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8" y="49"/>
                    <a:pt x="64" y="40"/>
                    <a:pt x="64" y="30"/>
                  </a:cubicBezTo>
                  <a:close/>
                  <a:moveTo>
                    <a:pt x="56" y="30"/>
                  </a:moveTo>
                  <a:cubicBezTo>
                    <a:pt x="56" y="38"/>
                    <a:pt x="52" y="44"/>
                    <a:pt x="45" y="48"/>
                  </a:cubicBezTo>
                  <a:cubicBezTo>
                    <a:pt x="46" y="43"/>
                    <a:pt x="47" y="37"/>
                    <a:pt x="47" y="30"/>
                  </a:cubicBezTo>
                  <a:cubicBezTo>
                    <a:pt x="47" y="23"/>
                    <a:pt x="46" y="17"/>
                    <a:pt x="45" y="12"/>
                  </a:cubicBezTo>
                  <a:cubicBezTo>
                    <a:pt x="52" y="16"/>
                    <a:pt x="56" y="22"/>
                    <a:pt x="56" y="30"/>
                  </a:cubicBezTo>
                  <a:close/>
                  <a:moveTo>
                    <a:pt x="38" y="9"/>
                  </a:moveTo>
                  <a:cubicBezTo>
                    <a:pt x="40" y="15"/>
                    <a:pt x="41" y="22"/>
                    <a:pt x="41" y="30"/>
                  </a:cubicBezTo>
                  <a:cubicBezTo>
                    <a:pt x="41" y="38"/>
                    <a:pt x="40" y="45"/>
                    <a:pt x="38" y="51"/>
                  </a:cubicBezTo>
                  <a:cubicBezTo>
                    <a:pt x="36" y="52"/>
                    <a:pt x="34" y="52"/>
                    <a:pt x="32" y="52"/>
                  </a:cubicBezTo>
                  <a:cubicBezTo>
                    <a:pt x="30" y="52"/>
                    <a:pt x="28" y="52"/>
                    <a:pt x="26" y="51"/>
                  </a:cubicBezTo>
                  <a:cubicBezTo>
                    <a:pt x="24" y="45"/>
                    <a:pt x="23" y="38"/>
                    <a:pt x="23" y="30"/>
                  </a:cubicBezTo>
                  <a:cubicBezTo>
                    <a:pt x="23" y="22"/>
                    <a:pt x="24" y="15"/>
                    <a:pt x="26" y="9"/>
                  </a:cubicBezTo>
                  <a:cubicBezTo>
                    <a:pt x="28" y="8"/>
                    <a:pt x="30" y="8"/>
                    <a:pt x="32" y="8"/>
                  </a:cubicBezTo>
                  <a:cubicBezTo>
                    <a:pt x="34" y="8"/>
                    <a:pt x="36" y="8"/>
                    <a:pt x="38" y="9"/>
                  </a:cubicBezTo>
                  <a:close/>
                  <a:moveTo>
                    <a:pt x="8" y="30"/>
                  </a:moveTo>
                  <a:cubicBezTo>
                    <a:pt x="8" y="22"/>
                    <a:pt x="12" y="16"/>
                    <a:pt x="19" y="12"/>
                  </a:cubicBezTo>
                  <a:cubicBezTo>
                    <a:pt x="18" y="17"/>
                    <a:pt x="17" y="23"/>
                    <a:pt x="17" y="30"/>
                  </a:cubicBezTo>
                  <a:cubicBezTo>
                    <a:pt x="17" y="37"/>
                    <a:pt x="18" y="43"/>
                    <a:pt x="19" y="48"/>
                  </a:cubicBezTo>
                  <a:cubicBezTo>
                    <a:pt x="12" y="44"/>
                    <a:pt x="8" y="38"/>
                    <a:pt x="8" y="30"/>
                  </a:cubicBezTo>
                  <a:close/>
                  <a:moveTo>
                    <a:pt x="35" y="72"/>
                  </a:moveTo>
                  <a:cubicBezTo>
                    <a:pt x="29" y="72"/>
                    <a:pt x="29" y="72"/>
                    <a:pt x="29" y="72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6" y="60"/>
                    <a:pt x="29" y="60"/>
                    <a:pt x="32" y="60"/>
                  </a:cubicBezTo>
                  <a:cubicBezTo>
                    <a:pt x="35" y="60"/>
                    <a:pt x="38" y="60"/>
                    <a:pt x="41" y="59"/>
                  </a:cubicBezTo>
                  <a:lnTo>
                    <a:pt x="35" y="7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0" name="组合 179"/>
            <p:cNvGrpSpPr/>
            <p:nvPr/>
          </p:nvGrpSpPr>
          <p:grpSpPr>
            <a:xfrm>
              <a:off x="8688388" y="2390776"/>
              <a:ext cx="284163" cy="241300"/>
              <a:chOff x="8688388" y="2390776"/>
              <a:chExt cx="284163" cy="241300"/>
            </a:xfrm>
          </p:grpSpPr>
          <p:sp>
            <p:nvSpPr>
              <p:cNvPr id="71" name="Freeform 70"/>
              <p:cNvSpPr>
                <a:spLocks/>
              </p:cNvSpPr>
              <p:nvPr/>
            </p:nvSpPr>
            <p:spPr bwMode="auto">
              <a:xfrm>
                <a:off x="8793163" y="2390776"/>
                <a:ext cx="74613" cy="25400"/>
              </a:xfrm>
              <a:custGeom>
                <a:avLst/>
                <a:gdLst>
                  <a:gd name="T0" fmla="*/ 47 w 47"/>
                  <a:gd name="T1" fmla="*/ 0 h 16"/>
                  <a:gd name="T2" fmla="*/ 0 w 47"/>
                  <a:gd name="T3" fmla="*/ 0 h 16"/>
                  <a:gd name="T4" fmla="*/ 0 w 47"/>
                  <a:gd name="T5" fmla="*/ 16 h 16"/>
                  <a:gd name="T6" fmla="*/ 23 w 47"/>
                  <a:gd name="T7" fmla="*/ 16 h 16"/>
                  <a:gd name="T8" fmla="*/ 47 w 47"/>
                  <a:gd name="T9" fmla="*/ 16 h 16"/>
                  <a:gd name="T10" fmla="*/ 47 w 4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" h="16">
                    <a:moveTo>
                      <a:pt x="47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23" y="16"/>
                    </a:lnTo>
                    <a:lnTo>
                      <a:pt x="47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71"/>
              <p:cNvSpPr>
                <a:spLocks noEditPoints="1"/>
              </p:cNvSpPr>
              <p:nvPr/>
            </p:nvSpPr>
            <p:spPr bwMode="auto">
              <a:xfrm>
                <a:off x="8688388" y="2416176"/>
                <a:ext cx="284163" cy="215900"/>
              </a:xfrm>
              <a:custGeom>
                <a:avLst/>
                <a:gdLst>
                  <a:gd name="T0" fmla="*/ 88 w 90"/>
                  <a:gd name="T1" fmla="*/ 17 h 68"/>
                  <a:gd name="T2" fmla="*/ 79 w 90"/>
                  <a:gd name="T3" fmla="*/ 12 h 68"/>
                  <a:gd name="T4" fmla="*/ 57 w 90"/>
                  <a:gd name="T5" fmla="*/ 12 h 68"/>
                  <a:gd name="T6" fmla="*/ 45 w 90"/>
                  <a:gd name="T7" fmla="*/ 0 h 68"/>
                  <a:gd name="T8" fmla="*/ 33 w 90"/>
                  <a:gd name="T9" fmla="*/ 12 h 68"/>
                  <a:gd name="T10" fmla="*/ 11 w 90"/>
                  <a:gd name="T11" fmla="*/ 12 h 68"/>
                  <a:gd name="T12" fmla="*/ 2 w 90"/>
                  <a:gd name="T13" fmla="*/ 17 h 68"/>
                  <a:gd name="T14" fmla="*/ 3 w 90"/>
                  <a:gd name="T15" fmla="*/ 28 h 68"/>
                  <a:gd name="T16" fmla="*/ 10 w 90"/>
                  <a:gd name="T17" fmla="*/ 33 h 68"/>
                  <a:gd name="T18" fmla="*/ 36 w 90"/>
                  <a:gd name="T19" fmla="*/ 39 h 68"/>
                  <a:gd name="T20" fmla="*/ 37 w 90"/>
                  <a:gd name="T21" fmla="*/ 48 h 68"/>
                  <a:gd name="T22" fmla="*/ 33 w 90"/>
                  <a:gd name="T23" fmla="*/ 48 h 68"/>
                  <a:gd name="T24" fmla="*/ 21 w 90"/>
                  <a:gd name="T25" fmla="*/ 60 h 68"/>
                  <a:gd name="T26" fmla="*/ 21 w 90"/>
                  <a:gd name="T27" fmla="*/ 64 h 68"/>
                  <a:gd name="T28" fmla="*/ 25 w 90"/>
                  <a:gd name="T29" fmla="*/ 68 h 68"/>
                  <a:gd name="T30" fmla="*/ 65 w 90"/>
                  <a:gd name="T31" fmla="*/ 68 h 68"/>
                  <a:gd name="T32" fmla="*/ 69 w 90"/>
                  <a:gd name="T33" fmla="*/ 64 h 68"/>
                  <a:gd name="T34" fmla="*/ 69 w 90"/>
                  <a:gd name="T35" fmla="*/ 60 h 68"/>
                  <a:gd name="T36" fmla="*/ 57 w 90"/>
                  <a:gd name="T37" fmla="*/ 48 h 68"/>
                  <a:gd name="T38" fmla="*/ 53 w 90"/>
                  <a:gd name="T39" fmla="*/ 48 h 68"/>
                  <a:gd name="T40" fmla="*/ 54 w 90"/>
                  <a:gd name="T41" fmla="*/ 39 h 68"/>
                  <a:gd name="T42" fmla="*/ 81 w 90"/>
                  <a:gd name="T43" fmla="*/ 33 h 68"/>
                  <a:gd name="T44" fmla="*/ 87 w 90"/>
                  <a:gd name="T45" fmla="*/ 28 h 68"/>
                  <a:gd name="T46" fmla="*/ 88 w 90"/>
                  <a:gd name="T47" fmla="*/ 17 h 68"/>
                  <a:gd name="T48" fmla="*/ 12 w 90"/>
                  <a:gd name="T49" fmla="*/ 25 h 68"/>
                  <a:gd name="T50" fmla="*/ 9 w 90"/>
                  <a:gd name="T51" fmla="*/ 23 h 68"/>
                  <a:gd name="T52" fmla="*/ 9 w 90"/>
                  <a:gd name="T53" fmla="*/ 21 h 68"/>
                  <a:gd name="T54" fmla="*/ 11 w 90"/>
                  <a:gd name="T55" fmla="*/ 20 h 68"/>
                  <a:gd name="T56" fmla="*/ 34 w 90"/>
                  <a:gd name="T57" fmla="*/ 20 h 68"/>
                  <a:gd name="T58" fmla="*/ 35 w 90"/>
                  <a:gd name="T59" fmla="*/ 30 h 68"/>
                  <a:gd name="T60" fmla="*/ 12 w 90"/>
                  <a:gd name="T61" fmla="*/ 25 h 68"/>
                  <a:gd name="T62" fmla="*/ 57 w 90"/>
                  <a:gd name="T63" fmla="*/ 56 h 68"/>
                  <a:gd name="T64" fmla="*/ 61 w 90"/>
                  <a:gd name="T65" fmla="*/ 60 h 68"/>
                  <a:gd name="T66" fmla="*/ 29 w 90"/>
                  <a:gd name="T67" fmla="*/ 60 h 68"/>
                  <a:gd name="T68" fmla="*/ 33 w 90"/>
                  <a:gd name="T69" fmla="*/ 56 h 68"/>
                  <a:gd name="T70" fmla="*/ 57 w 90"/>
                  <a:gd name="T71" fmla="*/ 56 h 68"/>
                  <a:gd name="T72" fmla="*/ 45 w 90"/>
                  <a:gd name="T73" fmla="*/ 48 h 68"/>
                  <a:gd name="T74" fmla="*/ 45 w 90"/>
                  <a:gd name="T75" fmla="*/ 48 h 68"/>
                  <a:gd name="T76" fmla="*/ 41 w 90"/>
                  <a:gd name="T77" fmla="*/ 12 h 68"/>
                  <a:gd name="T78" fmla="*/ 45 w 90"/>
                  <a:gd name="T79" fmla="*/ 8 h 68"/>
                  <a:gd name="T80" fmla="*/ 49 w 90"/>
                  <a:gd name="T81" fmla="*/ 12 h 68"/>
                  <a:gd name="T82" fmla="*/ 45 w 90"/>
                  <a:gd name="T83" fmla="*/ 48 h 68"/>
                  <a:gd name="T84" fmla="*/ 81 w 90"/>
                  <a:gd name="T85" fmla="*/ 23 h 68"/>
                  <a:gd name="T86" fmla="*/ 79 w 90"/>
                  <a:gd name="T87" fmla="*/ 25 h 68"/>
                  <a:gd name="T88" fmla="*/ 55 w 90"/>
                  <a:gd name="T89" fmla="*/ 30 h 68"/>
                  <a:gd name="T90" fmla="*/ 56 w 90"/>
                  <a:gd name="T91" fmla="*/ 20 h 68"/>
                  <a:gd name="T92" fmla="*/ 79 w 90"/>
                  <a:gd name="T93" fmla="*/ 20 h 68"/>
                  <a:gd name="T94" fmla="*/ 81 w 90"/>
                  <a:gd name="T95" fmla="*/ 21 h 68"/>
                  <a:gd name="T96" fmla="*/ 81 w 90"/>
                  <a:gd name="T97" fmla="*/ 23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" h="68">
                    <a:moveTo>
                      <a:pt x="88" y="17"/>
                    </a:moveTo>
                    <a:cubicBezTo>
                      <a:pt x="86" y="14"/>
                      <a:pt x="83" y="12"/>
                      <a:pt x="79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7" y="5"/>
                      <a:pt x="52" y="0"/>
                      <a:pt x="45" y="0"/>
                    </a:cubicBezTo>
                    <a:cubicBezTo>
                      <a:pt x="39" y="0"/>
                      <a:pt x="33" y="5"/>
                      <a:pt x="33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7" y="12"/>
                      <a:pt x="4" y="14"/>
                      <a:pt x="2" y="17"/>
                    </a:cubicBezTo>
                    <a:cubicBezTo>
                      <a:pt x="0" y="21"/>
                      <a:pt x="1" y="25"/>
                      <a:pt x="3" y="28"/>
                    </a:cubicBezTo>
                    <a:cubicBezTo>
                      <a:pt x="4" y="30"/>
                      <a:pt x="7" y="32"/>
                      <a:pt x="10" y="33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26" y="48"/>
                      <a:pt x="21" y="53"/>
                      <a:pt x="21" y="60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1" y="66"/>
                      <a:pt x="23" y="68"/>
                      <a:pt x="25" y="68"/>
                    </a:cubicBezTo>
                    <a:cubicBezTo>
                      <a:pt x="65" y="68"/>
                      <a:pt x="65" y="68"/>
                      <a:pt x="65" y="68"/>
                    </a:cubicBezTo>
                    <a:cubicBezTo>
                      <a:pt x="67" y="68"/>
                      <a:pt x="69" y="66"/>
                      <a:pt x="69" y="64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53"/>
                      <a:pt x="64" y="48"/>
                      <a:pt x="57" y="48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4" y="39"/>
                      <a:pt x="54" y="39"/>
                      <a:pt x="54" y="39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83" y="32"/>
                      <a:pt x="86" y="30"/>
                      <a:pt x="87" y="28"/>
                    </a:cubicBezTo>
                    <a:cubicBezTo>
                      <a:pt x="89" y="25"/>
                      <a:pt x="90" y="21"/>
                      <a:pt x="88" y="17"/>
                    </a:cubicBezTo>
                    <a:close/>
                    <a:moveTo>
                      <a:pt x="12" y="25"/>
                    </a:moveTo>
                    <a:cubicBezTo>
                      <a:pt x="11" y="25"/>
                      <a:pt x="10" y="24"/>
                      <a:pt x="9" y="23"/>
                    </a:cubicBezTo>
                    <a:cubicBezTo>
                      <a:pt x="9" y="23"/>
                      <a:pt x="9" y="22"/>
                      <a:pt x="9" y="21"/>
                    </a:cubicBezTo>
                    <a:cubicBezTo>
                      <a:pt x="10" y="20"/>
                      <a:pt x="10" y="20"/>
                      <a:pt x="11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30"/>
                      <a:pt x="35" y="30"/>
                      <a:pt x="35" y="30"/>
                    </a:cubicBezTo>
                    <a:lnTo>
                      <a:pt x="12" y="25"/>
                    </a:lnTo>
                    <a:close/>
                    <a:moveTo>
                      <a:pt x="57" y="56"/>
                    </a:moveTo>
                    <a:cubicBezTo>
                      <a:pt x="59" y="56"/>
                      <a:pt x="61" y="58"/>
                      <a:pt x="61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58"/>
                      <a:pt x="31" y="56"/>
                      <a:pt x="33" y="56"/>
                    </a:cubicBezTo>
                    <a:lnTo>
                      <a:pt x="57" y="56"/>
                    </a:lnTo>
                    <a:close/>
                    <a:moveTo>
                      <a:pt x="45" y="48"/>
                    </a:moveTo>
                    <a:cubicBezTo>
                      <a:pt x="45" y="48"/>
                      <a:pt x="45" y="48"/>
                      <a:pt x="45" y="48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0"/>
                      <a:pt x="43" y="8"/>
                      <a:pt x="45" y="8"/>
                    </a:cubicBezTo>
                    <a:cubicBezTo>
                      <a:pt x="47" y="8"/>
                      <a:pt x="49" y="10"/>
                      <a:pt x="49" y="12"/>
                    </a:cubicBezTo>
                    <a:cubicBezTo>
                      <a:pt x="45" y="48"/>
                      <a:pt x="45" y="48"/>
                      <a:pt x="45" y="48"/>
                    </a:cubicBezTo>
                    <a:close/>
                    <a:moveTo>
                      <a:pt x="81" y="23"/>
                    </a:moveTo>
                    <a:cubicBezTo>
                      <a:pt x="80" y="24"/>
                      <a:pt x="79" y="25"/>
                      <a:pt x="79" y="25"/>
                    </a:cubicBezTo>
                    <a:cubicBezTo>
                      <a:pt x="55" y="30"/>
                      <a:pt x="55" y="30"/>
                      <a:pt x="55" y="3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79" y="20"/>
                      <a:pt x="79" y="20"/>
                      <a:pt x="79" y="20"/>
                    </a:cubicBezTo>
                    <a:cubicBezTo>
                      <a:pt x="80" y="20"/>
                      <a:pt x="80" y="20"/>
                      <a:pt x="81" y="21"/>
                    </a:cubicBezTo>
                    <a:cubicBezTo>
                      <a:pt x="81" y="22"/>
                      <a:pt x="81" y="23"/>
                      <a:pt x="81" y="2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2" name="组合 181"/>
            <p:cNvGrpSpPr/>
            <p:nvPr/>
          </p:nvGrpSpPr>
          <p:grpSpPr>
            <a:xfrm>
              <a:off x="3851275" y="3024188"/>
              <a:ext cx="252413" cy="214313"/>
              <a:chOff x="3851275" y="3024188"/>
              <a:chExt cx="252413" cy="214313"/>
            </a:xfrm>
          </p:grpSpPr>
          <p:sp>
            <p:nvSpPr>
              <p:cNvPr id="73" name="Freeform 72"/>
              <p:cNvSpPr>
                <a:spLocks/>
              </p:cNvSpPr>
              <p:nvPr/>
            </p:nvSpPr>
            <p:spPr bwMode="auto">
              <a:xfrm>
                <a:off x="3876675" y="3074988"/>
                <a:ext cx="114300" cy="25400"/>
              </a:xfrm>
              <a:custGeom>
                <a:avLst/>
                <a:gdLst>
                  <a:gd name="T0" fmla="*/ 4 w 36"/>
                  <a:gd name="T1" fmla="*/ 8 h 8"/>
                  <a:gd name="T2" fmla="*/ 32 w 36"/>
                  <a:gd name="T3" fmla="*/ 8 h 8"/>
                  <a:gd name="T4" fmla="*/ 36 w 36"/>
                  <a:gd name="T5" fmla="*/ 4 h 8"/>
                  <a:gd name="T6" fmla="*/ 32 w 36"/>
                  <a:gd name="T7" fmla="*/ 0 h 8"/>
                  <a:gd name="T8" fmla="*/ 4 w 36"/>
                  <a:gd name="T9" fmla="*/ 0 h 8"/>
                  <a:gd name="T10" fmla="*/ 0 w 36"/>
                  <a:gd name="T11" fmla="*/ 4 h 8"/>
                  <a:gd name="T12" fmla="*/ 4 w 3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8">
                    <a:moveTo>
                      <a:pt x="4" y="8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34" y="8"/>
                      <a:pt x="36" y="6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73"/>
              <p:cNvSpPr>
                <a:spLocks/>
              </p:cNvSpPr>
              <p:nvPr/>
            </p:nvSpPr>
            <p:spPr bwMode="auto">
              <a:xfrm>
                <a:off x="4032250" y="3173413"/>
                <a:ext cx="71438" cy="65088"/>
              </a:xfrm>
              <a:custGeom>
                <a:avLst/>
                <a:gdLst>
                  <a:gd name="T0" fmla="*/ 3 w 23"/>
                  <a:gd name="T1" fmla="*/ 13 h 21"/>
                  <a:gd name="T2" fmla="*/ 0 w 23"/>
                  <a:gd name="T3" fmla="*/ 13 h 21"/>
                  <a:gd name="T4" fmla="*/ 11 w 23"/>
                  <a:gd name="T5" fmla="*/ 21 h 21"/>
                  <a:gd name="T6" fmla="*/ 23 w 23"/>
                  <a:gd name="T7" fmla="*/ 9 h 21"/>
                  <a:gd name="T8" fmla="*/ 19 w 23"/>
                  <a:gd name="T9" fmla="*/ 0 h 21"/>
                  <a:gd name="T10" fmla="*/ 3 w 23"/>
                  <a:gd name="T11" fmla="*/ 1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21">
                    <a:moveTo>
                      <a:pt x="3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8"/>
                      <a:pt x="6" y="21"/>
                      <a:pt x="11" y="21"/>
                    </a:cubicBezTo>
                    <a:cubicBezTo>
                      <a:pt x="18" y="21"/>
                      <a:pt x="23" y="16"/>
                      <a:pt x="23" y="9"/>
                    </a:cubicBezTo>
                    <a:cubicBezTo>
                      <a:pt x="23" y="5"/>
                      <a:pt x="21" y="2"/>
                      <a:pt x="19" y="0"/>
                    </a:cubicBezTo>
                    <a:cubicBezTo>
                      <a:pt x="17" y="7"/>
                      <a:pt x="11" y="13"/>
                      <a:pt x="3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74"/>
              <p:cNvSpPr>
                <a:spLocks noEditPoints="1"/>
              </p:cNvSpPr>
              <p:nvPr/>
            </p:nvSpPr>
            <p:spPr bwMode="auto">
              <a:xfrm>
                <a:off x="3851275" y="3024188"/>
                <a:ext cx="252413" cy="176213"/>
              </a:xfrm>
              <a:custGeom>
                <a:avLst/>
                <a:gdLst>
                  <a:gd name="T0" fmla="*/ 72 w 80"/>
                  <a:gd name="T1" fmla="*/ 27 h 56"/>
                  <a:gd name="T2" fmla="*/ 72 w 80"/>
                  <a:gd name="T3" fmla="*/ 12 h 56"/>
                  <a:gd name="T4" fmla="*/ 60 w 80"/>
                  <a:gd name="T5" fmla="*/ 0 h 56"/>
                  <a:gd name="T6" fmla="*/ 52 w 80"/>
                  <a:gd name="T7" fmla="*/ 0 h 56"/>
                  <a:gd name="T8" fmla="*/ 52 w 80"/>
                  <a:gd name="T9" fmla="*/ 8 h 56"/>
                  <a:gd name="T10" fmla="*/ 60 w 80"/>
                  <a:gd name="T11" fmla="*/ 8 h 56"/>
                  <a:gd name="T12" fmla="*/ 64 w 80"/>
                  <a:gd name="T13" fmla="*/ 12 h 56"/>
                  <a:gd name="T14" fmla="*/ 64 w 80"/>
                  <a:gd name="T15" fmla="*/ 44 h 56"/>
                  <a:gd name="T16" fmla="*/ 60 w 80"/>
                  <a:gd name="T17" fmla="*/ 48 h 56"/>
                  <a:gd name="T18" fmla="*/ 40 w 80"/>
                  <a:gd name="T19" fmla="*/ 48 h 56"/>
                  <a:gd name="T20" fmla="*/ 40 w 80"/>
                  <a:gd name="T21" fmla="*/ 32 h 56"/>
                  <a:gd name="T22" fmla="*/ 36 w 80"/>
                  <a:gd name="T23" fmla="*/ 28 h 56"/>
                  <a:gd name="T24" fmla="*/ 20 w 80"/>
                  <a:gd name="T25" fmla="*/ 28 h 56"/>
                  <a:gd name="T26" fmla="*/ 0 w 80"/>
                  <a:gd name="T27" fmla="*/ 48 h 56"/>
                  <a:gd name="T28" fmla="*/ 0 w 80"/>
                  <a:gd name="T29" fmla="*/ 56 h 56"/>
                  <a:gd name="T30" fmla="*/ 60 w 80"/>
                  <a:gd name="T31" fmla="*/ 56 h 56"/>
                  <a:gd name="T32" fmla="*/ 72 w 80"/>
                  <a:gd name="T33" fmla="*/ 44 h 56"/>
                  <a:gd name="T34" fmla="*/ 72 w 80"/>
                  <a:gd name="T35" fmla="*/ 37 h 56"/>
                  <a:gd name="T36" fmla="*/ 80 w 80"/>
                  <a:gd name="T37" fmla="*/ 40 h 56"/>
                  <a:gd name="T38" fmla="*/ 80 w 80"/>
                  <a:gd name="T39" fmla="*/ 24 h 56"/>
                  <a:gd name="T40" fmla="*/ 72 w 80"/>
                  <a:gd name="T41" fmla="*/ 27 h 56"/>
                  <a:gd name="T42" fmla="*/ 8 w 80"/>
                  <a:gd name="T43" fmla="*/ 48 h 56"/>
                  <a:gd name="T44" fmla="*/ 20 w 80"/>
                  <a:gd name="T45" fmla="*/ 36 h 56"/>
                  <a:gd name="T46" fmla="*/ 32 w 80"/>
                  <a:gd name="T47" fmla="*/ 36 h 56"/>
                  <a:gd name="T48" fmla="*/ 32 w 80"/>
                  <a:gd name="T49" fmla="*/ 48 h 56"/>
                  <a:gd name="T50" fmla="*/ 8 w 80"/>
                  <a:gd name="T51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" h="56">
                    <a:moveTo>
                      <a:pt x="72" y="27"/>
                    </a:move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5"/>
                      <a:pt x="67" y="0"/>
                      <a:pt x="60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4" y="10"/>
                      <a:pt x="64" y="12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4" y="46"/>
                      <a:pt x="62" y="48"/>
                      <a:pt x="6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0"/>
                      <a:pt x="38" y="28"/>
                      <a:pt x="36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9" y="28"/>
                      <a:pt x="0" y="37"/>
                      <a:pt x="0" y="4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7" y="56"/>
                      <a:pt x="72" y="51"/>
                      <a:pt x="72" y="44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24"/>
                      <a:pt x="80" y="24"/>
                      <a:pt x="80" y="24"/>
                    </a:cubicBezTo>
                    <a:lnTo>
                      <a:pt x="72" y="27"/>
                    </a:lnTo>
                    <a:close/>
                    <a:moveTo>
                      <a:pt x="8" y="48"/>
                    </a:moveTo>
                    <a:cubicBezTo>
                      <a:pt x="8" y="41"/>
                      <a:pt x="13" y="36"/>
                      <a:pt x="20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48"/>
                      <a:pt x="32" y="48"/>
                      <a:pt x="32" y="4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75"/>
              <p:cNvSpPr>
                <a:spLocks/>
              </p:cNvSpPr>
              <p:nvPr/>
            </p:nvSpPr>
            <p:spPr bwMode="auto">
              <a:xfrm>
                <a:off x="3879850" y="3213101"/>
                <a:ext cx="69850" cy="25400"/>
              </a:xfrm>
              <a:custGeom>
                <a:avLst/>
                <a:gdLst>
                  <a:gd name="T0" fmla="*/ 11 w 22"/>
                  <a:gd name="T1" fmla="*/ 8 h 8"/>
                  <a:gd name="T2" fmla="*/ 22 w 22"/>
                  <a:gd name="T3" fmla="*/ 0 h 8"/>
                  <a:gd name="T4" fmla="*/ 0 w 22"/>
                  <a:gd name="T5" fmla="*/ 0 h 8"/>
                  <a:gd name="T6" fmla="*/ 11 w 22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8">
                    <a:moveTo>
                      <a:pt x="11" y="8"/>
                    </a:moveTo>
                    <a:cubicBezTo>
                      <a:pt x="16" y="8"/>
                      <a:pt x="21" y="5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6" y="8"/>
                      <a:pt x="11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1" name="组合 180"/>
            <p:cNvGrpSpPr/>
            <p:nvPr/>
          </p:nvGrpSpPr>
          <p:grpSpPr>
            <a:xfrm>
              <a:off x="3232150" y="3011488"/>
              <a:ext cx="277813" cy="252413"/>
              <a:chOff x="3232150" y="3011488"/>
              <a:chExt cx="277813" cy="252413"/>
            </a:xfrm>
          </p:grpSpPr>
          <p:sp>
            <p:nvSpPr>
              <p:cNvPr id="77" name="Oval 76"/>
              <p:cNvSpPr>
                <a:spLocks noChangeArrowheads="1"/>
              </p:cNvSpPr>
              <p:nvPr/>
            </p:nvSpPr>
            <p:spPr bwMode="auto">
              <a:xfrm>
                <a:off x="3308350" y="3176588"/>
                <a:ext cx="25400" cy="23813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Oval 77"/>
              <p:cNvSpPr>
                <a:spLocks noChangeArrowheads="1"/>
              </p:cNvSpPr>
              <p:nvPr/>
            </p:nvSpPr>
            <p:spPr bwMode="auto">
              <a:xfrm>
                <a:off x="3408363" y="3176588"/>
                <a:ext cx="25400" cy="23813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Rectangle 78"/>
              <p:cNvSpPr>
                <a:spLocks noChangeArrowheads="1"/>
              </p:cNvSpPr>
              <p:nvPr/>
            </p:nvSpPr>
            <p:spPr bwMode="auto">
              <a:xfrm>
                <a:off x="3484563" y="3074988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Rectangle 79"/>
              <p:cNvSpPr>
                <a:spLocks noChangeArrowheads="1"/>
              </p:cNvSpPr>
              <p:nvPr/>
            </p:nvSpPr>
            <p:spPr bwMode="auto">
              <a:xfrm>
                <a:off x="3232150" y="3074988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80"/>
              <p:cNvSpPr>
                <a:spLocks noEditPoints="1"/>
              </p:cNvSpPr>
              <p:nvPr/>
            </p:nvSpPr>
            <p:spPr bwMode="auto">
              <a:xfrm>
                <a:off x="3270250" y="3011488"/>
                <a:ext cx="201613" cy="252413"/>
              </a:xfrm>
              <a:custGeom>
                <a:avLst/>
                <a:gdLst>
                  <a:gd name="T0" fmla="*/ 56 w 64"/>
                  <a:gd name="T1" fmla="*/ 0 h 80"/>
                  <a:gd name="T2" fmla="*/ 8 w 64"/>
                  <a:gd name="T3" fmla="*/ 0 h 80"/>
                  <a:gd name="T4" fmla="*/ 0 w 64"/>
                  <a:gd name="T5" fmla="*/ 8 h 80"/>
                  <a:gd name="T6" fmla="*/ 0 w 64"/>
                  <a:gd name="T7" fmla="*/ 72 h 80"/>
                  <a:gd name="T8" fmla="*/ 8 w 64"/>
                  <a:gd name="T9" fmla="*/ 80 h 80"/>
                  <a:gd name="T10" fmla="*/ 16 w 64"/>
                  <a:gd name="T11" fmla="*/ 72 h 80"/>
                  <a:gd name="T12" fmla="*/ 48 w 64"/>
                  <a:gd name="T13" fmla="*/ 72 h 80"/>
                  <a:gd name="T14" fmla="*/ 56 w 64"/>
                  <a:gd name="T15" fmla="*/ 80 h 80"/>
                  <a:gd name="T16" fmla="*/ 64 w 64"/>
                  <a:gd name="T17" fmla="*/ 72 h 80"/>
                  <a:gd name="T18" fmla="*/ 64 w 64"/>
                  <a:gd name="T19" fmla="*/ 8 h 80"/>
                  <a:gd name="T20" fmla="*/ 56 w 64"/>
                  <a:gd name="T21" fmla="*/ 0 h 80"/>
                  <a:gd name="T22" fmla="*/ 8 w 64"/>
                  <a:gd name="T23" fmla="*/ 24 h 80"/>
                  <a:gd name="T24" fmla="*/ 56 w 64"/>
                  <a:gd name="T25" fmla="*/ 24 h 80"/>
                  <a:gd name="T26" fmla="*/ 56 w 64"/>
                  <a:gd name="T27" fmla="*/ 40 h 80"/>
                  <a:gd name="T28" fmla="*/ 8 w 64"/>
                  <a:gd name="T29" fmla="*/ 40 h 80"/>
                  <a:gd name="T30" fmla="*/ 8 w 64"/>
                  <a:gd name="T31" fmla="*/ 24 h 80"/>
                  <a:gd name="T32" fmla="*/ 56 w 64"/>
                  <a:gd name="T33" fmla="*/ 64 h 80"/>
                  <a:gd name="T34" fmla="*/ 8 w 64"/>
                  <a:gd name="T35" fmla="*/ 64 h 80"/>
                  <a:gd name="T36" fmla="*/ 8 w 64"/>
                  <a:gd name="T37" fmla="*/ 48 h 80"/>
                  <a:gd name="T38" fmla="*/ 56 w 64"/>
                  <a:gd name="T39" fmla="*/ 48 h 80"/>
                  <a:gd name="T40" fmla="*/ 56 w 64"/>
                  <a:gd name="T41" fmla="*/ 64 h 80"/>
                  <a:gd name="T42" fmla="*/ 8 w 64"/>
                  <a:gd name="T43" fmla="*/ 16 h 80"/>
                  <a:gd name="T44" fmla="*/ 8 w 64"/>
                  <a:gd name="T45" fmla="*/ 8 h 80"/>
                  <a:gd name="T46" fmla="*/ 56 w 64"/>
                  <a:gd name="T47" fmla="*/ 8 h 80"/>
                  <a:gd name="T48" fmla="*/ 56 w 64"/>
                  <a:gd name="T49" fmla="*/ 16 h 80"/>
                  <a:gd name="T50" fmla="*/ 8 w 64"/>
                  <a:gd name="T51" fmla="*/ 1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80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12" y="80"/>
                      <a:pt x="16" y="76"/>
                      <a:pt x="16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48" y="76"/>
                      <a:pt x="52" y="80"/>
                      <a:pt x="56" y="80"/>
                    </a:cubicBezTo>
                    <a:cubicBezTo>
                      <a:pt x="60" y="80"/>
                      <a:pt x="64" y="76"/>
                      <a:pt x="64" y="72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8" y="24"/>
                    </a:move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24"/>
                    </a:lnTo>
                    <a:close/>
                    <a:moveTo>
                      <a:pt x="56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56" y="48"/>
                      <a:pt x="56" y="48"/>
                      <a:pt x="56" y="48"/>
                    </a:cubicBezTo>
                    <a:lnTo>
                      <a:pt x="56" y="64"/>
                    </a:lnTo>
                    <a:close/>
                    <a:moveTo>
                      <a:pt x="8" y="1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16"/>
                      <a:pt x="56" y="16"/>
                      <a:pt x="56" y="16"/>
                    </a:cubicBez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4457700" y="3011488"/>
              <a:ext cx="252413" cy="239713"/>
              <a:chOff x="4457700" y="3011488"/>
              <a:chExt cx="252413" cy="239713"/>
            </a:xfrm>
          </p:grpSpPr>
          <p:sp>
            <p:nvSpPr>
              <p:cNvPr id="82" name="Freeform 81"/>
              <p:cNvSpPr>
                <a:spLocks noEditPoints="1"/>
              </p:cNvSpPr>
              <p:nvPr/>
            </p:nvSpPr>
            <p:spPr bwMode="auto">
              <a:xfrm>
                <a:off x="4457700" y="3011488"/>
                <a:ext cx="252413" cy="239713"/>
              </a:xfrm>
              <a:custGeom>
                <a:avLst/>
                <a:gdLst>
                  <a:gd name="T0" fmla="*/ 76 w 80"/>
                  <a:gd name="T1" fmla="*/ 41 h 76"/>
                  <a:gd name="T2" fmla="*/ 76 w 80"/>
                  <a:gd name="T3" fmla="*/ 24 h 76"/>
                  <a:gd name="T4" fmla="*/ 68 w 80"/>
                  <a:gd name="T5" fmla="*/ 24 h 76"/>
                  <a:gd name="T6" fmla="*/ 68 w 80"/>
                  <a:gd name="T7" fmla="*/ 40 h 76"/>
                  <a:gd name="T8" fmla="*/ 64 w 80"/>
                  <a:gd name="T9" fmla="*/ 40 h 76"/>
                  <a:gd name="T10" fmla="*/ 64 w 80"/>
                  <a:gd name="T11" fmla="*/ 16 h 76"/>
                  <a:gd name="T12" fmla="*/ 56 w 80"/>
                  <a:gd name="T13" fmla="*/ 8 h 76"/>
                  <a:gd name="T14" fmla="*/ 52 w 80"/>
                  <a:gd name="T15" fmla="*/ 8 h 76"/>
                  <a:gd name="T16" fmla="*/ 52 w 80"/>
                  <a:gd name="T17" fmla="*/ 0 h 76"/>
                  <a:gd name="T18" fmla="*/ 28 w 80"/>
                  <a:gd name="T19" fmla="*/ 0 h 76"/>
                  <a:gd name="T20" fmla="*/ 28 w 80"/>
                  <a:gd name="T21" fmla="*/ 8 h 76"/>
                  <a:gd name="T22" fmla="*/ 24 w 80"/>
                  <a:gd name="T23" fmla="*/ 8 h 76"/>
                  <a:gd name="T24" fmla="*/ 16 w 80"/>
                  <a:gd name="T25" fmla="*/ 16 h 76"/>
                  <a:gd name="T26" fmla="*/ 16 w 80"/>
                  <a:gd name="T27" fmla="*/ 40 h 76"/>
                  <a:gd name="T28" fmla="*/ 12 w 80"/>
                  <a:gd name="T29" fmla="*/ 40 h 76"/>
                  <a:gd name="T30" fmla="*/ 12 w 80"/>
                  <a:gd name="T31" fmla="*/ 24 h 76"/>
                  <a:gd name="T32" fmla="*/ 4 w 80"/>
                  <a:gd name="T33" fmla="*/ 24 h 76"/>
                  <a:gd name="T34" fmla="*/ 4 w 80"/>
                  <a:gd name="T35" fmla="*/ 41 h 76"/>
                  <a:gd name="T36" fmla="*/ 0 w 80"/>
                  <a:gd name="T37" fmla="*/ 48 h 76"/>
                  <a:gd name="T38" fmla="*/ 0 w 80"/>
                  <a:gd name="T39" fmla="*/ 64 h 76"/>
                  <a:gd name="T40" fmla="*/ 4 w 80"/>
                  <a:gd name="T41" fmla="*/ 68 h 76"/>
                  <a:gd name="T42" fmla="*/ 8 w 80"/>
                  <a:gd name="T43" fmla="*/ 68 h 76"/>
                  <a:gd name="T44" fmla="*/ 16 w 80"/>
                  <a:gd name="T45" fmla="*/ 76 h 76"/>
                  <a:gd name="T46" fmla="*/ 24 w 80"/>
                  <a:gd name="T47" fmla="*/ 68 h 76"/>
                  <a:gd name="T48" fmla="*/ 56 w 80"/>
                  <a:gd name="T49" fmla="*/ 68 h 76"/>
                  <a:gd name="T50" fmla="*/ 64 w 80"/>
                  <a:gd name="T51" fmla="*/ 76 h 76"/>
                  <a:gd name="T52" fmla="*/ 72 w 80"/>
                  <a:gd name="T53" fmla="*/ 68 h 76"/>
                  <a:gd name="T54" fmla="*/ 76 w 80"/>
                  <a:gd name="T55" fmla="*/ 68 h 76"/>
                  <a:gd name="T56" fmla="*/ 80 w 80"/>
                  <a:gd name="T57" fmla="*/ 64 h 76"/>
                  <a:gd name="T58" fmla="*/ 80 w 80"/>
                  <a:gd name="T59" fmla="*/ 48 h 76"/>
                  <a:gd name="T60" fmla="*/ 76 w 80"/>
                  <a:gd name="T61" fmla="*/ 41 h 76"/>
                  <a:gd name="T62" fmla="*/ 56 w 80"/>
                  <a:gd name="T63" fmla="*/ 16 h 76"/>
                  <a:gd name="T64" fmla="*/ 56 w 80"/>
                  <a:gd name="T65" fmla="*/ 28 h 76"/>
                  <a:gd name="T66" fmla="*/ 24 w 80"/>
                  <a:gd name="T67" fmla="*/ 28 h 76"/>
                  <a:gd name="T68" fmla="*/ 24 w 80"/>
                  <a:gd name="T69" fmla="*/ 16 h 76"/>
                  <a:gd name="T70" fmla="*/ 56 w 80"/>
                  <a:gd name="T71" fmla="*/ 16 h 76"/>
                  <a:gd name="T72" fmla="*/ 8 w 80"/>
                  <a:gd name="T73" fmla="*/ 60 h 76"/>
                  <a:gd name="T74" fmla="*/ 8 w 80"/>
                  <a:gd name="T75" fmla="*/ 48 h 76"/>
                  <a:gd name="T76" fmla="*/ 16 w 80"/>
                  <a:gd name="T77" fmla="*/ 48 h 76"/>
                  <a:gd name="T78" fmla="*/ 16 w 80"/>
                  <a:gd name="T79" fmla="*/ 60 h 76"/>
                  <a:gd name="T80" fmla="*/ 8 w 80"/>
                  <a:gd name="T81" fmla="*/ 60 h 76"/>
                  <a:gd name="T82" fmla="*/ 24 w 80"/>
                  <a:gd name="T83" fmla="*/ 60 h 76"/>
                  <a:gd name="T84" fmla="*/ 24 w 80"/>
                  <a:gd name="T85" fmla="*/ 36 h 76"/>
                  <a:gd name="T86" fmla="*/ 56 w 80"/>
                  <a:gd name="T87" fmla="*/ 36 h 76"/>
                  <a:gd name="T88" fmla="*/ 56 w 80"/>
                  <a:gd name="T89" fmla="*/ 60 h 76"/>
                  <a:gd name="T90" fmla="*/ 24 w 80"/>
                  <a:gd name="T91" fmla="*/ 60 h 76"/>
                  <a:gd name="T92" fmla="*/ 72 w 80"/>
                  <a:gd name="T93" fmla="*/ 60 h 76"/>
                  <a:gd name="T94" fmla="*/ 64 w 80"/>
                  <a:gd name="T95" fmla="*/ 60 h 76"/>
                  <a:gd name="T96" fmla="*/ 64 w 80"/>
                  <a:gd name="T97" fmla="*/ 48 h 76"/>
                  <a:gd name="T98" fmla="*/ 72 w 80"/>
                  <a:gd name="T99" fmla="*/ 48 h 76"/>
                  <a:gd name="T100" fmla="*/ 72 w 80"/>
                  <a:gd name="T101" fmla="*/ 6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0" h="76">
                    <a:moveTo>
                      <a:pt x="76" y="41"/>
                    </a:moveTo>
                    <a:cubicBezTo>
                      <a:pt x="76" y="24"/>
                      <a:pt x="76" y="24"/>
                      <a:pt x="76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2"/>
                      <a:pt x="60" y="8"/>
                      <a:pt x="56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0" y="8"/>
                      <a:pt x="16" y="12"/>
                      <a:pt x="16" y="16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2" y="43"/>
                      <a:pt x="0" y="45"/>
                      <a:pt x="0" y="4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6"/>
                      <a:pt x="2" y="68"/>
                      <a:pt x="4" y="68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72"/>
                      <a:pt x="12" y="76"/>
                      <a:pt x="16" y="76"/>
                    </a:cubicBezTo>
                    <a:cubicBezTo>
                      <a:pt x="20" y="76"/>
                      <a:pt x="24" y="72"/>
                      <a:pt x="24" y="68"/>
                    </a:cubicBezTo>
                    <a:cubicBezTo>
                      <a:pt x="56" y="68"/>
                      <a:pt x="56" y="68"/>
                      <a:pt x="56" y="68"/>
                    </a:cubicBezTo>
                    <a:cubicBezTo>
                      <a:pt x="56" y="72"/>
                      <a:pt x="60" y="76"/>
                      <a:pt x="64" y="76"/>
                    </a:cubicBezTo>
                    <a:cubicBezTo>
                      <a:pt x="68" y="76"/>
                      <a:pt x="72" y="72"/>
                      <a:pt x="72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8" y="68"/>
                      <a:pt x="80" y="66"/>
                      <a:pt x="80" y="64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0" y="45"/>
                      <a:pt x="78" y="43"/>
                      <a:pt x="76" y="41"/>
                    </a:cubicBezTo>
                    <a:close/>
                    <a:moveTo>
                      <a:pt x="56" y="16"/>
                    </a:moveTo>
                    <a:cubicBezTo>
                      <a:pt x="56" y="28"/>
                      <a:pt x="56" y="28"/>
                      <a:pt x="56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16"/>
                      <a:pt x="24" y="16"/>
                      <a:pt x="24" y="16"/>
                    </a:cubicBezTo>
                    <a:lnTo>
                      <a:pt x="56" y="16"/>
                    </a:lnTo>
                    <a:close/>
                    <a:moveTo>
                      <a:pt x="8" y="60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60"/>
                      <a:pt x="16" y="60"/>
                      <a:pt x="16" y="60"/>
                    </a:cubicBezTo>
                    <a:lnTo>
                      <a:pt x="8" y="60"/>
                    </a:lnTo>
                    <a:close/>
                    <a:moveTo>
                      <a:pt x="24" y="60"/>
                    </a:moveTo>
                    <a:cubicBezTo>
                      <a:pt x="24" y="36"/>
                      <a:pt x="24" y="36"/>
                      <a:pt x="24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60"/>
                      <a:pt x="56" y="60"/>
                      <a:pt x="56" y="60"/>
                    </a:cubicBezTo>
                    <a:lnTo>
                      <a:pt x="24" y="60"/>
                    </a:lnTo>
                    <a:close/>
                    <a:moveTo>
                      <a:pt x="72" y="60"/>
                    </a:moveTo>
                    <a:cubicBezTo>
                      <a:pt x="64" y="60"/>
                      <a:pt x="64" y="60"/>
                      <a:pt x="64" y="60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72" y="48"/>
                      <a:pt x="72" y="48"/>
                      <a:pt x="72" y="48"/>
                    </a:cubicBezTo>
                    <a:lnTo>
                      <a:pt x="72" y="6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Rectangle 82"/>
              <p:cNvSpPr>
                <a:spLocks noChangeArrowheads="1"/>
              </p:cNvSpPr>
              <p:nvPr/>
            </p:nvSpPr>
            <p:spPr bwMode="auto">
              <a:xfrm>
                <a:off x="4546600" y="3138488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Rectangle 83"/>
              <p:cNvSpPr>
                <a:spLocks noChangeArrowheads="1"/>
              </p:cNvSpPr>
              <p:nvPr/>
            </p:nvSpPr>
            <p:spPr bwMode="auto">
              <a:xfrm>
                <a:off x="4597400" y="3138488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5" name="Freeform 84"/>
            <p:cNvSpPr>
              <a:spLocks noEditPoints="1"/>
            </p:cNvSpPr>
            <p:nvPr/>
          </p:nvSpPr>
          <p:spPr bwMode="auto">
            <a:xfrm>
              <a:off x="5064125" y="3062288"/>
              <a:ext cx="252413" cy="188913"/>
            </a:xfrm>
            <a:custGeom>
              <a:avLst/>
              <a:gdLst>
                <a:gd name="T0" fmla="*/ 44 w 80"/>
                <a:gd name="T1" fmla="*/ 0 h 60"/>
                <a:gd name="T2" fmla="*/ 16 w 80"/>
                <a:gd name="T3" fmla="*/ 24 h 60"/>
                <a:gd name="T4" fmla="*/ 16 w 80"/>
                <a:gd name="T5" fmla="*/ 24 h 60"/>
                <a:gd name="T6" fmla="*/ 0 w 80"/>
                <a:gd name="T7" fmla="*/ 40 h 60"/>
                <a:gd name="T8" fmla="*/ 0 w 80"/>
                <a:gd name="T9" fmla="*/ 48 h 60"/>
                <a:gd name="T10" fmla="*/ 4 w 80"/>
                <a:gd name="T11" fmla="*/ 52 h 60"/>
                <a:gd name="T12" fmla="*/ 13 w 80"/>
                <a:gd name="T13" fmla="*/ 52 h 60"/>
                <a:gd name="T14" fmla="*/ 24 w 80"/>
                <a:gd name="T15" fmla="*/ 60 h 60"/>
                <a:gd name="T16" fmla="*/ 35 w 80"/>
                <a:gd name="T17" fmla="*/ 52 h 60"/>
                <a:gd name="T18" fmla="*/ 49 w 80"/>
                <a:gd name="T19" fmla="*/ 52 h 60"/>
                <a:gd name="T20" fmla="*/ 60 w 80"/>
                <a:gd name="T21" fmla="*/ 60 h 60"/>
                <a:gd name="T22" fmla="*/ 71 w 80"/>
                <a:gd name="T23" fmla="*/ 52 h 60"/>
                <a:gd name="T24" fmla="*/ 76 w 80"/>
                <a:gd name="T25" fmla="*/ 52 h 60"/>
                <a:gd name="T26" fmla="*/ 80 w 80"/>
                <a:gd name="T27" fmla="*/ 48 h 60"/>
                <a:gd name="T28" fmla="*/ 80 w 80"/>
                <a:gd name="T29" fmla="*/ 36 h 60"/>
                <a:gd name="T30" fmla="*/ 44 w 80"/>
                <a:gd name="T31" fmla="*/ 0 h 60"/>
                <a:gd name="T32" fmla="*/ 69 w 80"/>
                <a:gd name="T33" fmla="*/ 24 h 60"/>
                <a:gd name="T34" fmla="*/ 48 w 80"/>
                <a:gd name="T35" fmla="*/ 24 h 60"/>
                <a:gd name="T36" fmla="*/ 48 w 80"/>
                <a:gd name="T37" fmla="*/ 8 h 60"/>
                <a:gd name="T38" fmla="*/ 69 w 80"/>
                <a:gd name="T39" fmla="*/ 24 h 60"/>
                <a:gd name="T40" fmla="*/ 40 w 80"/>
                <a:gd name="T41" fmla="*/ 8 h 60"/>
                <a:gd name="T42" fmla="*/ 40 w 80"/>
                <a:gd name="T43" fmla="*/ 24 h 60"/>
                <a:gd name="T44" fmla="*/ 24 w 80"/>
                <a:gd name="T45" fmla="*/ 24 h 60"/>
                <a:gd name="T46" fmla="*/ 40 w 80"/>
                <a:gd name="T47" fmla="*/ 8 h 60"/>
                <a:gd name="T48" fmla="*/ 24 w 80"/>
                <a:gd name="T49" fmla="*/ 52 h 60"/>
                <a:gd name="T50" fmla="*/ 20 w 80"/>
                <a:gd name="T51" fmla="*/ 48 h 60"/>
                <a:gd name="T52" fmla="*/ 24 w 80"/>
                <a:gd name="T53" fmla="*/ 44 h 60"/>
                <a:gd name="T54" fmla="*/ 28 w 80"/>
                <a:gd name="T55" fmla="*/ 48 h 60"/>
                <a:gd name="T56" fmla="*/ 24 w 80"/>
                <a:gd name="T57" fmla="*/ 52 h 60"/>
                <a:gd name="T58" fmla="*/ 60 w 80"/>
                <a:gd name="T59" fmla="*/ 52 h 60"/>
                <a:gd name="T60" fmla="*/ 56 w 80"/>
                <a:gd name="T61" fmla="*/ 48 h 60"/>
                <a:gd name="T62" fmla="*/ 60 w 80"/>
                <a:gd name="T63" fmla="*/ 44 h 60"/>
                <a:gd name="T64" fmla="*/ 64 w 80"/>
                <a:gd name="T65" fmla="*/ 48 h 60"/>
                <a:gd name="T66" fmla="*/ 60 w 80"/>
                <a:gd name="T67" fmla="*/ 52 h 60"/>
                <a:gd name="T68" fmla="*/ 72 w 80"/>
                <a:gd name="T69" fmla="*/ 44 h 60"/>
                <a:gd name="T70" fmla="*/ 71 w 80"/>
                <a:gd name="T71" fmla="*/ 44 h 60"/>
                <a:gd name="T72" fmla="*/ 60 w 80"/>
                <a:gd name="T73" fmla="*/ 36 h 60"/>
                <a:gd name="T74" fmla="*/ 49 w 80"/>
                <a:gd name="T75" fmla="*/ 44 h 60"/>
                <a:gd name="T76" fmla="*/ 35 w 80"/>
                <a:gd name="T77" fmla="*/ 44 h 60"/>
                <a:gd name="T78" fmla="*/ 24 w 80"/>
                <a:gd name="T79" fmla="*/ 36 h 60"/>
                <a:gd name="T80" fmla="*/ 13 w 80"/>
                <a:gd name="T81" fmla="*/ 44 h 60"/>
                <a:gd name="T82" fmla="*/ 8 w 80"/>
                <a:gd name="T83" fmla="*/ 44 h 60"/>
                <a:gd name="T84" fmla="*/ 8 w 80"/>
                <a:gd name="T85" fmla="*/ 40 h 60"/>
                <a:gd name="T86" fmla="*/ 16 w 80"/>
                <a:gd name="T87" fmla="*/ 32 h 60"/>
                <a:gd name="T88" fmla="*/ 72 w 80"/>
                <a:gd name="T89" fmla="*/ 32 h 60"/>
                <a:gd name="T90" fmla="*/ 72 w 80"/>
                <a:gd name="T91" fmla="*/ 36 h 60"/>
                <a:gd name="T92" fmla="*/ 72 w 80"/>
                <a:gd name="T93" fmla="*/ 4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" h="60">
                  <a:moveTo>
                    <a:pt x="44" y="0"/>
                  </a:moveTo>
                  <a:cubicBezTo>
                    <a:pt x="30" y="0"/>
                    <a:pt x="18" y="10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7" y="24"/>
                    <a:pt x="0" y="31"/>
                    <a:pt x="0" y="4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0"/>
                    <a:pt x="2" y="52"/>
                    <a:pt x="4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4" y="57"/>
                    <a:pt x="19" y="60"/>
                    <a:pt x="24" y="60"/>
                  </a:cubicBezTo>
                  <a:cubicBezTo>
                    <a:pt x="29" y="60"/>
                    <a:pt x="34" y="57"/>
                    <a:pt x="35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50" y="57"/>
                    <a:pt x="55" y="60"/>
                    <a:pt x="60" y="60"/>
                  </a:cubicBezTo>
                  <a:cubicBezTo>
                    <a:pt x="65" y="60"/>
                    <a:pt x="70" y="57"/>
                    <a:pt x="71" y="52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8" y="52"/>
                    <a:pt x="80" y="50"/>
                    <a:pt x="80" y="48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16"/>
                    <a:pt x="64" y="0"/>
                    <a:pt x="44" y="0"/>
                  </a:cubicBezTo>
                  <a:close/>
                  <a:moveTo>
                    <a:pt x="69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57" y="10"/>
                    <a:pt x="65" y="16"/>
                    <a:pt x="69" y="24"/>
                  </a:cubicBezTo>
                  <a:close/>
                  <a:moveTo>
                    <a:pt x="40" y="8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16"/>
                    <a:pt x="32" y="10"/>
                    <a:pt x="40" y="8"/>
                  </a:cubicBezTo>
                  <a:close/>
                  <a:moveTo>
                    <a:pt x="24" y="52"/>
                  </a:moveTo>
                  <a:cubicBezTo>
                    <a:pt x="22" y="52"/>
                    <a:pt x="20" y="50"/>
                    <a:pt x="20" y="48"/>
                  </a:cubicBezTo>
                  <a:cubicBezTo>
                    <a:pt x="20" y="46"/>
                    <a:pt x="22" y="44"/>
                    <a:pt x="24" y="44"/>
                  </a:cubicBezTo>
                  <a:cubicBezTo>
                    <a:pt x="26" y="44"/>
                    <a:pt x="28" y="46"/>
                    <a:pt x="28" y="48"/>
                  </a:cubicBezTo>
                  <a:cubicBezTo>
                    <a:pt x="28" y="50"/>
                    <a:pt x="26" y="52"/>
                    <a:pt x="24" y="52"/>
                  </a:cubicBezTo>
                  <a:close/>
                  <a:moveTo>
                    <a:pt x="60" y="52"/>
                  </a:moveTo>
                  <a:cubicBezTo>
                    <a:pt x="58" y="52"/>
                    <a:pt x="56" y="50"/>
                    <a:pt x="56" y="48"/>
                  </a:cubicBezTo>
                  <a:cubicBezTo>
                    <a:pt x="56" y="46"/>
                    <a:pt x="58" y="44"/>
                    <a:pt x="60" y="44"/>
                  </a:cubicBezTo>
                  <a:cubicBezTo>
                    <a:pt x="62" y="44"/>
                    <a:pt x="64" y="46"/>
                    <a:pt x="64" y="48"/>
                  </a:cubicBezTo>
                  <a:cubicBezTo>
                    <a:pt x="64" y="50"/>
                    <a:pt x="62" y="52"/>
                    <a:pt x="60" y="52"/>
                  </a:cubicBezTo>
                  <a:close/>
                  <a:moveTo>
                    <a:pt x="72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0" y="39"/>
                    <a:pt x="65" y="36"/>
                    <a:pt x="60" y="36"/>
                  </a:cubicBezTo>
                  <a:cubicBezTo>
                    <a:pt x="55" y="36"/>
                    <a:pt x="50" y="39"/>
                    <a:pt x="49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4" y="39"/>
                    <a:pt x="29" y="36"/>
                    <a:pt x="24" y="36"/>
                  </a:cubicBezTo>
                  <a:cubicBezTo>
                    <a:pt x="19" y="36"/>
                    <a:pt x="14" y="39"/>
                    <a:pt x="13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6"/>
                    <a:pt x="12" y="32"/>
                    <a:pt x="16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5"/>
                    <a:pt x="72" y="36"/>
                  </a:cubicBezTo>
                  <a:lnTo>
                    <a:pt x="72" y="4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4" name="组合 183"/>
            <p:cNvGrpSpPr/>
            <p:nvPr/>
          </p:nvGrpSpPr>
          <p:grpSpPr>
            <a:xfrm>
              <a:off x="5670550" y="2998788"/>
              <a:ext cx="241300" cy="277813"/>
              <a:chOff x="5670550" y="2998788"/>
              <a:chExt cx="241300" cy="277813"/>
            </a:xfrm>
          </p:grpSpPr>
          <p:sp>
            <p:nvSpPr>
              <p:cNvPr id="86" name="Freeform 85"/>
              <p:cNvSpPr>
                <a:spLocks/>
              </p:cNvSpPr>
              <p:nvPr/>
            </p:nvSpPr>
            <p:spPr bwMode="auto">
              <a:xfrm>
                <a:off x="5721350" y="2998788"/>
                <a:ext cx="152400" cy="101600"/>
              </a:xfrm>
              <a:custGeom>
                <a:avLst/>
                <a:gdLst>
                  <a:gd name="T0" fmla="*/ 96 w 96"/>
                  <a:gd name="T1" fmla="*/ 48 h 64"/>
                  <a:gd name="T2" fmla="*/ 58 w 96"/>
                  <a:gd name="T3" fmla="*/ 48 h 64"/>
                  <a:gd name="T4" fmla="*/ 48 w 96"/>
                  <a:gd name="T5" fmla="*/ 32 h 64"/>
                  <a:gd name="T6" fmla="*/ 58 w 96"/>
                  <a:gd name="T7" fmla="*/ 16 h 64"/>
                  <a:gd name="T8" fmla="*/ 72 w 96"/>
                  <a:gd name="T9" fmla="*/ 16 h 64"/>
                  <a:gd name="T10" fmla="*/ 72 w 96"/>
                  <a:gd name="T11" fmla="*/ 0 h 64"/>
                  <a:gd name="T12" fmla="*/ 24 w 96"/>
                  <a:gd name="T13" fmla="*/ 0 h 64"/>
                  <a:gd name="T14" fmla="*/ 24 w 96"/>
                  <a:gd name="T15" fmla="*/ 16 h 64"/>
                  <a:gd name="T16" fmla="*/ 44 w 96"/>
                  <a:gd name="T17" fmla="*/ 16 h 64"/>
                  <a:gd name="T18" fmla="*/ 32 w 96"/>
                  <a:gd name="T19" fmla="*/ 32 h 64"/>
                  <a:gd name="T20" fmla="*/ 44 w 96"/>
                  <a:gd name="T21" fmla="*/ 48 h 64"/>
                  <a:gd name="T22" fmla="*/ 0 w 96"/>
                  <a:gd name="T23" fmla="*/ 48 h 64"/>
                  <a:gd name="T24" fmla="*/ 0 w 96"/>
                  <a:gd name="T25" fmla="*/ 64 h 64"/>
                  <a:gd name="T26" fmla="*/ 96 w 96"/>
                  <a:gd name="T27" fmla="*/ 64 h 64"/>
                  <a:gd name="T28" fmla="*/ 96 w 96"/>
                  <a:gd name="T29" fmla="*/ 4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6" h="64">
                    <a:moveTo>
                      <a:pt x="96" y="48"/>
                    </a:moveTo>
                    <a:lnTo>
                      <a:pt x="58" y="48"/>
                    </a:lnTo>
                    <a:lnTo>
                      <a:pt x="48" y="32"/>
                    </a:lnTo>
                    <a:lnTo>
                      <a:pt x="58" y="16"/>
                    </a:lnTo>
                    <a:lnTo>
                      <a:pt x="72" y="16"/>
                    </a:lnTo>
                    <a:lnTo>
                      <a:pt x="72" y="0"/>
                    </a:lnTo>
                    <a:lnTo>
                      <a:pt x="24" y="0"/>
                    </a:lnTo>
                    <a:lnTo>
                      <a:pt x="24" y="16"/>
                    </a:lnTo>
                    <a:lnTo>
                      <a:pt x="44" y="16"/>
                    </a:lnTo>
                    <a:lnTo>
                      <a:pt x="32" y="32"/>
                    </a:lnTo>
                    <a:lnTo>
                      <a:pt x="44" y="48"/>
                    </a:lnTo>
                    <a:lnTo>
                      <a:pt x="0" y="48"/>
                    </a:lnTo>
                    <a:lnTo>
                      <a:pt x="0" y="64"/>
                    </a:lnTo>
                    <a:lnTo>
                      <a:pt x="96" y="64"/>
                    </a:lnTo>
                    <a:lnTo>
                      <a:pt x="96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86"/>
              <p:cNvSpPr>
                <a:spLocks noEditPoints="1"/>
              </p:cNvSpPr>
              <p:nvPr/>
            </p:nvSpPr>
            <p:spPr bwMode="auto">
              <a:xfrm>
                <a:off x="5670550" y="3113088"/>
                <a:ext cx="241300" cy="163513"/>
              </a:xfrm>
              <a:custGeom>
                <a:avLst/>
                <a:gdLst>
                  <a:gd name="T0" fmla="*/ 76 w 76"/>
                  <a:gd name="T1" fmla="*/ 28 h 52"/>
                  <a:gd name="T2" fmla="*/ 76 w 76"/>
                  <a:gd name="T3" fmla="*/ 4 h 52"/>
                  <a:gd name="T4" fmla="*/ 72 w 76"/>
                  <a:gd name="T5" fmla="*/ 0 h 52"/>
                  <a:gd name="T6" fmla="*/ 4 w 76"/>
                  <a:gd name="T7" fmla="*/ 0 h 52"/>
                  <a:gd name="T8" fmla="*/ 0 w 76"/>
                  <a:gd name="T9" fmla="*/ 4 h 52"/>
                  <a:gd name="T10" fmla="*/ 0 w 76"/>
                  <a:gd name="T11" fmla="*/ 28 h 52"/>
                  <a:gd name="T12" fmla="*/ 4 w 76"/>
                  <a:gd name="T13" fmla="*/ 32 h 52"/>
                  <a:gd name="T14" fmla="*/ 9 w 76"/>
                  <a:gd name="T15" fmla="*/ 32 h 52"/>
                  <a:gd name="T16" fmla="*/ 8 w 76"/>
                  <a:gd name="T17" fmla="*/ 36 h 52"/>
                  <a:gd name="T18" fmla="*/ 11 w 76"/>
                  <a:gd name="T19" fmla="*/ 44 h 52"/>
                  <a:gd name="T20" fmla="*/ 0 w 76"/>
                  <a:gd name="T21" fmla="*/ 44 h 52"/>
                  <a:gd name="T22" fmla="*/ 0 w 76"/>
                  <a:gd name="T23" fmla="*/ 52 h 52"/>
                  <a:gd name="T24" fmla="*/ 76 w 76"/>
                  <a:gd name="T25" fmla="*/ 52 h 52"/>
                  <a:gd name="T26" fmla="*/ 76 w 76"/>
                  <a:gd name="T27" fmla="*/ 44 h 52"/>
                  <a:gd name="T28" fmla="*/ 65 w 76"/>
                  <a:gd name="T29" fmla="*/ 44 h 52"/>
                  <a:gd name="T30" fmla="*/ 68 w 76"/>
                  <a:gd name="T31" fmla="*/ 36 h 52"/>
                  <a:gd name="T32" fmla="*/ 67 w 76"/>
                  <a:gd name="T33" fmla="*/ 32 h 52"/>
                  <a:gd name="T34" fmla="*/ 72 w 76"/>
                  <a:gd name="T35" fmla="*/ 32 h 52"/>
                  <a:gd name="T36" fmla="*/ 76 w 76"/>
                  <a:gd name="T37" fmla="*/ 28 h 52"/>
                  <a:gd name="T38" fmla="*/ 24 w 76"/>
                  <a:gd name="T39" fmla="*/ 36 h 52"/>
                  <a:gd name="T40" fmla="*/ 20 w 76"/>
                  <a:gd name="T41" fmla="*/ 40 h 52"/>
                  <a:gd name="T42" fmla="*/ 16 w 76"/>
                  <a:gd name="T43" fmla="*/ 36 h 52"/>
                  <a:gd name="T44" fmla="*/ 20 w 76"/>
                  <a:gd name="T45" fmla="*/ 32 h 52"/>
                  <a:gd name="T46" fmla="*/ 24 w 76"/>
                  <a:gd name="T47" fmla="*/ 36 h 52"/>
                  <a:gd name="T48" fmla="*/ 29 w 76"/>
                  <a:gd name="T49" fmla="*/ 44 h 52"/>
                  <a:gd name="T50" fmla="*/ 32 w 76"/>
                  <a:gd name="T51" fmla="*/ 36 h 52"/>
                  <a:gd name="T52" fmla="*/ 31 w 76"/>
                  <a:gd name="T53" fmla="*/ 32 h 52"/>
                  <a:gd name="T54" fmla="*/ 45 w 76"/>
                  <a:gd name="T55" fmla="*/ 32 h 52"/>
                  <a:gd name="T56" fmla="*/ 44 w 76"/>
                  <a:gd name="T57" fmla="*/ 36 h 52"/>
                  <a:gd name="T58" fmla="*/ 47 w 76"/>
                  <a:gd name="T59" fmla="*/ 44 h 52"/>
                  <a:gd name="T60" fmla="*/ 29 w 76"/>
                  <a:gd name="T61" fmla="*/ 44 h 52"/>
                  <a:gd name="T62" fmla="*/ 60 w 76"/>
                  <a:gd name="T63" fmla="*/ 36 h 52"/>
                  <a:gd name="T64" fmla="*/ 56 w 76"/>
                  <a:gd name="T65" fmla="*/ 40 h 52"/>
                  <a:gd name="T66" fmla="*/ 52 w 76"/>
                  <a:gd name="T67" fmla="*/ 36 h 52"/>
                  <a:gd name="T68" fmla="*/ 56 w 76"/>
                  <a:gd name="T69" fmla="*/ 32 h 52"/>
                  <a:gd name="T70" fmla="*/ 60 w 76"/>
                  <a:gd name="T71" fmla="*/ 36 h 52"/>
                  <a:gd name="T72" fmla="*/ 68 w 76"/>
                  <a:gd name="T73" fmla="*/ 24 h 52"/>
                  <a:gd name="T74" fmla="*/ 8 w 76"/>
                  <a:gd name="T75" fmla="*/ 24 h 52"/>
                  <a:gd name="T76" fmla="*/ 8 w 76"/>
                  <a:gd name="T77" fmla="*/ 8 h 52"/>
                  <a:gd name="T78" fmla="*/ 68 w 76"/>
                  <a:gd name="T79" fmla="*/ 8 h 52"/>
                  <a:gd name="T80" fmla="*/ 68 w 76"/>
                  <a:gd name="T81" fmla="*/ 2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6" h="52">
                    <a:moveTo>
                      <a:pt x="76" y="28"/>
                    </a:moveTo>
                    <a:cubicBezTo>
                      <a:pt x="76" y="4"/>
                      <a:pt x="76" y="4"/>
                      <a:pt x="76" y="4"/>
                    </a:cubicBezTo>
                    <a:cubicBezTo>
                      <a:pt x="76" y="2"/>
                      <a:pt x="74" y="0"/>
                      <a:pt x="7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9"/>
                      <a:pt x="9" y="42"/>
                      <a:pt x="11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7" y="42"/>
                      <a:pt x="68" y="39"/>
                      <a:pt x="68" y="36"/>
                    </a:cubicBezTo>
                    <a:cubicBezTo>
                      <a:pt x="68" y="35"/>
                      <a:pt x="68" y="33"/>
                      <a:pt x="67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4" y="32"/>
                      <a:pt x="76" y="30"/>
                      <a:pt x="76" y="28"/>
                    </a:cubicBezTo>
                    <a:close/>
                    <a:moveTo>
                      <a:pt x="24" y="36"/>
                    </a:moveTo>
                    <a:cubicBezTo>
                      <a:pt x="24" y="38"/>
                      <a:pt x="22" y="40"/>
                      <a:pt x="20" y="40"/>
                    </a:cubicBezTo>
                    <a:cubicBezTo>
                      <a:pt x="18" y="40"/>
                      <a:pt x="16" y="38"/>
                      <a:pt x="16" y="36"/>
                    </a:cubicBezTo>
                    <a:cubicBezTo>
                      <a:pt x="16" y="34"/>
                      <a:pt x="18" y="32"/>
                      <a:pt x="20" y="32"/>
                    </a:cubicBezTo>
                    <a:cubicBezTo>
                      <a:pt x="22" y="32"/>
                      <a:pt x="24" y="34"/>
                      <a:pt x="24" y="36"/>
                    </a:cubicBezTo>
                    <a:close/>
                    <a:moveTo>
                      <a:pt x="29" y="44"/>
                    </a:moveTo>
                    <a:cubicBezTo>
                      <a:pt x="31" y="42"/>
                      <a:pt x="32" y="39"/>
                      <a:pt x="32" y="36"/>
                    </a:cubicBezTo>
                    <a:cubicBezTo>
                      <a:pt x="32" y="35"/>
                      <a:pt x="32" y="33"/>
                      <a:pt x="31" y="32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4" y="33"/>
                      <a:pt x="44" y="35"/>
                      <a:pt x="44" y="36"/>
                    </a:cubicBezTo>
                    <a:cubicBezTo>
                      <a:pt x="44" y="39"/>
                      <a:pt x="45" y="42"/>
                      <a:pt x="47" y="44"/>
                    </a:cubicBezTo>
                    <a:lnTo>
                      <a:pt x="29" y="44"/>
                    </a:lnTo>
                    <a:close/>
                    <a:moveTo>
                      <a:pt x="60" y="36"/>
                    </a:moveTo>
                    <a:cubicBezTo>
                      <a:pt x="60" y="38"/>
                      <a:pt x="58" y="40"/>
                      <a:pt x="56" y="40"/>
                    </a:cubicBezTo>
                    <a:cubicBezTo>
                      <a:pt x="54" y="40"/>
                      <a:pt x="52" y="38"/>
                      <a:pt x="52" y="36"/>
                    </a:cubicBezTo>
                    <a:cubicBezTo>
                      <a:pt x="52" y="34"/>
                      <a:pt x="54" y="32"/>
                      <a:pt x="56" y="32"/>
                    </a:cubicBezTo>
                    <a:cubicBezTo>
                      <a:pt x="58" y="32"/>
                      <a:pt x="60" y="34"/>
                      <a:pt x="60" y="36"/>
                    </a:cubicBezTo>
                    <a:close/>
                    <a:moveTo>
                      <a:pt x="68" y="24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68" y="8"/>
                      <a:pt x="68" y="8"/>
                      <a:pt x="68" y="8"/>
                    </a:cubicBezTo>
                    <a:lnTo>
                      <a:pt x="68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Rectangle 87"/>
              <p:cNvSpPr>
                <a:spLocks noChangeArrowheads="1"/>
              </p:cNvSpPr>
              <p:nvPr/>
            </p:nvSpPr>
            <p:spPr bwMode="auto">
              <a:xfrm>
                <a:off x="5734050" y="3151188"/>
                <a:ext cx="381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Rectangle 88"/>
              <p:cNvSpPr>
                <a:spLocks noChangeArrowheads="1"/>
              </p:cNvSpPr>
              <p:nvPr/>
            </p:nvSpPr>
            <p:spPr bwMode="auto">
              <a:xfrm>
                <a:off x="5810250" y="3151188"/>
                <a:ext cx="381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5" name="组合 184"/>
            <p:cNvGrpSpPr/>
            <p:nvPr/>
          </p:nvGrpSpPr>
          <p:grpSpPr>
            <a:xfrm>
              <a:off x="6302375" y="2998788"/>
              <a:ext cx="203200" cy="265113"/>
              <a:chOff x="6302375" y="2998788"/>
              <a:chExt cx="203200" cy="265113"/>
            </a:xfrm>
          </p:grpSpPr>
          <p:sp>
            <p:nvSpPr>
              <p:cNvPr id="90" name="Freeform 89"/>
              <p:cNvSpPr>
                <a:spLocks noEditPoints="1"/>
              </p:cNvSpPr>
              <p:nvPr/>
            </p:nvSpPr>
            <p:spPr bwMode="auto">
              <a:xfrm>
                <a:off x="6302375" y="2998788"/>
                <a:ext cx="203200" cy="265113"/>
              </a:xfrm>
              <a:custGeom>
                <a:avLst/>
                <a:gdLst>
                  <a:gd name="T0" fmla="*/ 52 w 64"/>
                  <a:gd name="T1" fmla="*/ 16 h 84"/>
                  <a:gd name="T2" fmla="*/ 64 w 64"/>
                  <a:gd name="T3" fmla="*/ 16 h 84"/>
                  <a:gd name="T4" fmla="*/ 64 w 64"/>
                  <a:gd name="T5" fmla="*/ 8 h 84"/>
                  <a:gd name="T6" fmla="*/ 51 w 64"/>
                  <a:gd name="T7" fmla="*/ 8 h 84"/>
                  <a:gd name="T8" fmla="*/ 32 w 64"/>
                  <a:gd name="T9" fmla="*/ 0 h 84"/>
                  <a:gd name="T10" fmla="*/ 13 w 64"/>
                  <a:gd name="T11" fmla="*/ 8 h 84"/>
                  <a:gd name="T12" fmla="*/ 0 w 64"/>
                  <a:gd name="T13" fmla="*/ 8 h 84"/>
                  <a:gd name="T14" fmla="*/ 0 w 64"/>
                  <a:gd name="T15" fmla="*/ 16 h 84"/>
                  <a:gd name="T16" fmla="*/ 12 w 64"/>
                  <a:gd name="T17" fmla="*/ 16 h 84"/>
                  <a:gd name="T18" fmla="*/ 19 w 64"/>
                  <a:gd name="T19" fmla="*/ 27 h 84"/>
                  <a:gd name="T20" fmla="*/ 4 w 64"/>
                  <a:gd name="T21" fmla="*/ 52 h 84"/>
                  <a:gd name="T22" fmla="*/ 4 w 64"/>
                  <a:gd name="T23" fmla="*/ 68 h 84"/>
                  <a:gd name="T24" fmla="*/ 8 w 64"/>
                  <a:gd name="T25" fmla="*/ 72 h 84"/>
                  <a:gd name="T26" fmla="*/ 20 w 64"/>
                  <a:gd name="T27" fmla="*/ 72 h 84"/>
                  <a:gd name="T28" fmla="*/ 32 w 64"/>
                  <a:gd name="T29" fmla="*/ 84 h 84"/>
                  <a:gd name="T30" fmla="*/ 44 w 64"/>
                  <a:gd name="T31" fmla="*/ 72 h 84"/>
                  <a:gd name="T32" fmla="*/ 56 w 64"/>
                  <a:gd name="T33" fmla="*/ 72 h 84"/>
                  <a:gd name="T34" fmla="*/ 60 w 64"/>
                  <a:gd name="T35" fmla="*/ 68 h 84"/>
                  <a:gd name="T36" fmla="*/ 60 w 64"/>
                  <a:gd name="T37" fmla="*/ 52 h 84"/>
                  <a:gd name="T38" fmla="*/ 45 w 64"/>
                  <a:gd name="T39" fmla="*/ 27 h 84"/>
                  <a:gd name="T40" fmla="*/ 52 w 64"/>
                  <a:gd name="T41" fmla="*/ 16 h 84"/>
                  <a:gd name="T42" fmla="*/ 36 w 64"/>
                  <a:gd name="T43" fmla="*/ 72 h 84"/>
                  <a:gd name="T44" fmla="*/ 32 w 64"/>
                  <a:gd name="T45" fmla="*/ 76 h 84"/>
                  <a:gd name="T46" fmla="*/ 28 w 64"/>
                  <a:gd name="T47" fmla="*/ 72 h 84"/>
                  <a:gd name="T48" fmla="*/ 28 w 64"/>
                  <a:gd name="T49" fmla="*/ 56 h 84"/>
                  <a:gd name="T50" fmla="*/ 32 w 64"/>
                  <a:gd name="T51" fmla="*/ 52 h 84"/>
                  <a:gd name="T52" fmla="*/ 36 w 64"/>
                  <a:gd name="T53" fmla="*/ 56 h 84"/>
                  <a:gd name="T54" fmla="*/ 36 w 64"/>
                  <a:gd name="T55" fmla="*/ 72 h 84"/>
                  <a:gd name="T56" fmla="*/ 52 w 64"/>
                  <a:gd name="T57" fmla="*/ 52 h 84"/>
                  <a:gd name="T58" fmla="*/ 52 w 64"/>
                  <a:gd name="T59" fmla="*/ 64 h 84"/>
                  <a:gd name="T60" fmla="*/ 44 w 64"/>
                  <a:gd name="T61" fmla="*/ 64 h 84"/>
                  <a:gd name="T62" fmla="*/ 44 w 64"/>
                  <a:gd name="T63" fmla="*/ 56 h 84"/>
                  <a:gd name="T64" fmla="*/ 32 w 64"/>
                  <a:gd name="T65" fmla="*/ 44 h 84"/>
                  <a:gd name="T66" fmla="*/ 20 w 64"/>
                  <a:gd name="T67" fmla="*/ 56 h 84"/>
                  <a:gd name="T68" fmla="*/ 20 w 64"/>
                  <a:gd name="T69" fmla="*/ 64 h 84"/>
                  <a:gd name="T70" fmla="*/ 12 w 64"/>
                  <a:gd name="T71" fmla="*/ 64 h 84"/>
                  <a:gd name="T72" fmla="*/ 12 w 64"/>
                  <a:gd name="T73" fmla="*/ 52 h 84"/>
                  <a:gd name="T74" fmla="*/ 32 w 64"/>
                  <a:gd name="T75" fmla="*/ 32 h 84"/>
                  <a:gd name="T76" fmla="*/ 52 w 64"/>
                  <a:gd name="T77" fmla="*/ 52 h 84"/>
                  <a:gd name="T78" fmla="*/ 20 w 64"/>
                  <a:gd name="T79" fmla="*/ 12 h 84"/>
                  <a:gd name="T80" fmla="*/ 32 w 64"/>
                  <a:gd name="T81" fmla="*/ 8 h 84"/>
                  <a:gd name="T82" fmla="*/ 44 w 64"/>
                  <a:gd name="T83" fmla="*/ 12 h 84"/>
                  <a:gd name="T84" fmla="*/ 32 w 64"/>
                  <a:gd name="T85" fmla="*/ 24 h 84"/>
                  <a:gd name="T86" fmla="*/ 20 w 64"/>
                  <a:gd name="T87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4" h="84">
                    <a:moveTo>
                      <a:pt x="52" y="16"/>
                    </a:move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8" y="3"/>
                      <a:pt x="40" y="0"/>
                      <a:pt x="32" y="0"/>
                    </a:cubicBezTo>
                    <a:cubicBezTo>
                      <a:pt x="24" y="0"/>
                      <a:pt x="16" y="3"/>
                      <a:pt x="13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3" y="20"/>
                      <a:pt x="15" y="24"/>
                      <a:pt x="19" y="27"/>
                    </a:cubicBezTo>
                    <a:cubicBezTo>
                      <a:pt x="10" y="32"/>
                      <a:pt x="4" y="41"/>
                      <a:pt x="4" y="52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70"/>
                      <a:pt x="6" y="72"/>
                      <a:pt x="8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9"/>
                      <a:pt x="25" y="84"/>
                      <a:pt x="32" y="84"/>
                    </a:cubicBezTo>
                    <a:cubicBezTo>
                      <a:pt x="39" y="84"/>
                      <a:pt x="44" y="79"/>
                      <a:pt x="44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8" y="72"/>
                      <a:pt x="60" y="70"/>
                      <a:pt x="60" y="68"/>
                    </a:cubicBezTo>
                    <a:cubicBezTo>
                      <a:pt x="60" y="52"/>
                      <a:pt x="60" y="52"/>
                      <a:pt x="60" y="52"/>
                    </a:cubicBezTo>
                    <a:cubicBezTo>
                      <a:pt x="60" y="41"/>
                      <a:pt x="54" y="32"/>
                      <a:pt x="45" y="27"/>
                    </a:cubicBezTo>
                    <a:cubicBezTo>
                      <a:pt x="49" y="24"/>
                      <a:pt x="51" y="20"/>
                      <a:pt x="52" y="16"/>
                    </a:cubicBezTo>
                    <a:close/>
                    <a:moveTo>
                      <a:pt x="36" y="72"/>
                    </a:moveTo>
                    <a:cubicBezTo>
                      <a:pt x="36" y="74"/>
                      <a:pt x="34" y="76"/>
                      <a:pt x="32" y="76"/>
                    </a:cubicBezTo>
                    <a:cubicBezTo>
                      <a:pt x="30" y="76"/>
                      <a:pt x="28" y="74"/>
                      <a:pt x="28" y="72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4"/>
                      <a:pt x="30" y="52"/>
                      <a:pt x="32" y="52"/>
                    </a:cubicBezTo>
                    <a:cubicBezTo>
                      <a:pt x="34" y="52"/>
                      <a:pt x="36" y="54"/>
                      <a:pt x="36" y="56"/>
                    </a:cubicBezTo>
                    <a:lnTo>
                      <a:pt x="36" y="72"/>
                    </a:lnTo>
                    <a:close/>
                    <a:moveTo>
                      <a:pt x="52" y="52"/>
                    </a:moveTo>
                    <a:cubicBezTo>
                      <a:pt x="52" y="64"/>
                      <a:pt x="52" y="64"/>
                      <a:pt x="52" y="64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4" y="49"/>
                      <a:pt x="39" y="44"/>
                      <a:pt x="32" y="44"/>
                    </a:cubicBezTo>
                    <a:cubicBezTo>
                      <a:pt x="25" y="44"/>
                      <a:pt x="20" y="49"/>
                      <a:pt x="20" y="56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2" y="41"/>
                      <a:pt x="21" y="32"/>
                      <a:pt x="32" y="32"/>
                    </a:cubicBezTo>
                    <a:cubicBezTo>
                      <a:pt x="43" y="32"/>
                      <a:pt x="52" y="41"/>
                      <a:pt x="52" y="52"/>
                    </a:cubicBezTo>
                    <a:close/>
                    <a:moveTo>
                      <a:pt x="20" y="12"/>
                    </a:moveTo>
                    <a:cubicBezTo>
                      <a:pt x="20" y="11"/>
                      <a:pt x="26" y="8"/>
                      <a:pt x="32" y="8"/>
                    </a:cubicBezTo>
                    <a:cubicBezTo>
                      <a:pt x="38" y="8"/>
                      <a:pt x="44" y="11"/>
                      <a:pt x="44" y="12"/>
                    </a:cubicBezTo>
                    <a:cubicBezTo>
                      <a:pt x="44" y="15"/>
                      <a:pt x="42" y="24"/>
                      <a:pt x="32" y="24"/>
                    </a:cubicBezTo>
                    <a:cubicBezTo>
                      <a:pt x="22" y="24"/>
                      <a:pt x="20" y="15"/>
                      <a:pt x="2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Oval 90"/>
              <p:cNvSpPr>
                <a:spLocks noChangeArrowheads="1"/>
              </p:cNvSpPr>
              <p:nvPr/>
            </p:nvSpPr>
            <p:spPr bwMode="auto">
              <a:xfrm>
                <a:off x="6391275" y="30368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3" name="Freeform 92"/>
            <p:cNvSpPr>
              <a:spLocks noEditPoints="1"/>
            </p:cNvSpPr>
            <p:nvPr/>
          </p:nvSpPr>
          <p:spPr bwMode="auto">
            <a:xfrm>
              <a:off x="8085138" y="2454276"/>
              <a:ext cx="277813" cy="188913"/>
            </a:xfrm>
            <a:custGeom>
              <a:avLst/>
              <a:gdLst>
                <a:gd name="T0" fmla="*/ 80 w 88"/>
                <a:gd name="T1" fmla="*/ 0 h 60"/>
                <a:gd name="T2" fmla="*/ 80 w 88"/>
                <a:gd name="T3" fmla="*/ 8 h 60"/>
                <a:gd name="T4" fmla="*/ 40 w 88"/>
                <a:gd name="T5" fmla="*/ 8 h 60"/>
                <a:gd name="T6" fmla="*/ 40 w 88"/>
                <a:gd name="T7" fmla="*/ 0 h 60"/>
                <a:gd name="T8" fmla="*/ 32 w 88"/>
                <a:gd name="T9" fmla="*/ 0 h 60"/>
                <a:gd name="T10" fmla="*/ 32 w 88"/>
                <a:gd name="T11" fmla="*/ 8 h 60"/>
                <a:gd name="T12" fmla="*/ 22 w 88"/>
                <a:gd name="T13" fmla="*/ 8 h 60"/>
                <a:gd name="T14" fmla="*/ 4 w 88"/>
                <a:gd name="T15" fmla="*/ 26 h 60"/>
                <a:gd name="T16" fmla="*/ 16 w 88"/>
                <a:gd name="T17" fmla="*/ 43 h 60"/>
                <a:gd name="T18" fmla="*/ 16 w 88"/>
                <a:gd name="T19" fmla="*/ 52 h 60"/>
                <a:gd name="T20" fmla="*/ 12 w 88"/>
                <a:gd name="T21" fmla="*/ 52 h 60"/>
                <a:gd name="T22" fmla="*/ 8 w 88"/>
                <a:gd name="T23" fmla="*/ 48 h 60"/>
                <a:gd name="T24" fmla="*/ 8 w 88"/>
                <a:gd name="T25" fmla="*/ 44 h 60"/>
                <a:gd name="T26" fmla="*/ 0 w 88"/>
                <a:gd name="T27" fmla="*/ 44 h 60"/>
                <a:gd name="T28" fmla="*/ 0 w 88"/>
                <a:gd name="T29" fmla="*/ 48 h 60"/>
                <a:gd name="T30" fmla="*/ 12 w 88"/>
                <a:gd name="T31" fmla="*/ 60 h 60"/>
                <a:gd name="T32" fmla="*/ 60 w 88"/>
                <a:gd name="T33" fmla="*/ 60 h 60"/>
                <a:gd name="T34" fmla="*/ 60 w 88"/>
                <a:gd name="T35" fmla="*/ 52 h 60"/>
                <a:gd name="T36" fmla="*/ 48 w 88"/>
                <a:gd name="T37" fmla="*/ 52 h 60"/>
                <a:gd name="T38" fmla="*/ 48 w 88"/>
                <a:gd name="T39" fmla="*/ 41 h 60"/>
                <a:gd name="T40" fmla="*/ 55 w 88"/>
                <a:gd name="T41" fmla="*/ 31 h 60"/>
                <a:gd name="T42" fmla="*/ 85 w 88"/>
                <a:gd name="T43" fmla="*/ 24 h 60"/>
                <a:gd name="T44" fmla="*/ 88 w 88"/>
                <a:gd name="T45" fmla="*/ 20 h 60"/>
                <a:gd name="T46" fmla="*/ 88 w 88"/>
                <a:gd name="T47" fmla="*/ 0 h 60"/>
                <a:gd name="T48" fmla="*/ 80 w 88"/>
                <a:gd name="T49" fmla="*/ 0 h 60"/>
                <a:gd name="T50" fmla="*/ 40 w 88"/>
                <a:gd name="T51" fmla="*/ 52 h 60"/>
                <a:gd name="T52" fmla="*/ 24 w 88"/>
                <a:gd name="T53" fmla="*/ 52 h 60"/>
                <a:gd name="T54" fmla="*/ 24 w 88"/>
                <a:gd name="T55" fmla="*/ 44 h 60"/>
                <a:gd name="T56" fmla="*/ 40 w 88"/>
                <a:gd name="T57" fmla="*/ 44 h 60"/>
                <a:gd name="T58" fmla="*/ 40 w 88"/>
                <a:gd name="T59" fmla="*/ 52 h 60"/>
                <a:gd name="T60" fmla="*/ 38 w 88"/>
                <a:gd name="T61" fmla="*/ 36 h 60"/>
                <a:gd name="T62" fmla="*/ 22 w 88"/>
                <a:gd name="T63" fmla="*/ 36 h 60"/>
                <a:gd name="T64" fmla="*/ 12 w 88"/>
                <a:gd name="T65" fmla="*/ 26 h 60"/>
                <a:gd name="T66" fmla="*/ 22 w 88"/>
                <a:gd name="T67" fmla="*/ 16 h 60"/>
                <a:gd name="T68" fmla="*/ 38 w 88"/>
                <a:gd name="T69" fmla="*/ 16 h 60"/>
                <a:gd name="T70" fmla="*/ 48 w 88"/>
                <a:gd name="T71" fmla="*/ 26 h 60"/>
                <a:gd name="T72" fmla="*/ 38 w 88"/>
                <a:gd name="T73" fmla="*/ 36 h 60"/>
                <a:gd name="T74" fmla="*/ 80 w 88"/>
                <a:gd name="T75" fmla="*/ 17 h 60"/>
                <a:gd name="T76" fmla="*/ 56 w 88"/>
                <a:gd name="T77" fmla="*/ 23 h 60"/>
                <a:gd name="T78" fmla="*/ 53 w 88"/>
                <a:gd name="T79" fmla="*/ 16 h 60"/>
                <a:gd name="T80" fmla="*/ 80 w 88"/>
                <a:gd name="T81" fmla="*/ 16 h 60"/>
                <a:gd name="T82" fmla="*/ 80 w 88"/>
                <a:gd name="T83" fmla="*/ 1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" h="60">
                  <a:moveTo>
                    <a:pt x="80" y="0"/>
                  </a:moveTo>
                  <a:cubicBezTo>
                    <a:pt x="80" y="8"/>
                    <a:pt x="80" y="8"/>
                    <a:pt x="8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2" y="8"/>
                    <a:pt x="4" y="16"/>
                    <a:pt x="4" y="26"/>
                  </a:cubicBezTo>
                  <a:cubicBezTo>
                    <a:pt x="4" y="34"/>
                    <a:pt x="9" y="40"/>
                    <a:pt x="16" y="43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0" y="52"/>
                    <a:pt x="8" y="50"/>
                    <a:pt x="8" y="48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5"/>
                    <a:pt x="5" y="60"/>
                    <a:pt x="12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41"/>
                    <a:pt x="48" y="41"/>
                    <a:pt x="48" y="41"/>
                  </a:cubicBezTo>
                  <a:cubicBezTo>
                    <a:pt x="51" y="39"/>
                    <a:pt x="54" y="35"/>
                    <a:pt x="55" y="31"/>
                  </a:cubicBezTo>
                  <a:cubicBezTo>
                    <a:pt x="85" y="24"/>
                    <a:pt x="85" y="24"/>
                    <a:pt x="85" y="24"/>
                  </a:cubicBezTo>
                  <a:cubicBezTo>
                    <a:pt x="87" y="23"/>
                    <a:pt x="88" y="22"/>
                    <a:pt x="88" y="20"/>
                  </a:cubicBezTo>
                  <a:cubicBezTo>
                    <a:pt x="88" y="0"/>
                    <a:pt x="88" y="0"/>
                    <a:pt x="88" y="0"/>
                  </a:cubicBezTo>
                  <a:lnTo>
                    <a:pt x="80" y="0"/>
                  </a:lnTo>
                  <a:close/>
                  <a:moveTo>
                    <a:pt x="40" y="52"/>
                  </a:moveTo>
                  <a:cubicBezTo>
                    <a:pt x="24" y="52"/>
                    <a:pt x="24" y="52"/>
                    <a:pt x="24" y="52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41" y="44"/>
                    <a:pt x="37" y="44"/>
                    <a:pt x="40" y="44"/>
                  </a:cubicBezTo>
                  <a:lnTo>
                    <a:pt x="40" y="52"/>
                  </a:lnTo>
                  <a:close/>
                  <a:moveTo>
                    <a:pt x="38" y="36"/>
                  </a:moveTo>
                  <a:cubicBezTo>
                    <a:pt x="22" y="36"/>
                    <a:pt x="22" y="36"/>
                    <a:pt x="22" y="36"/>
                  </a:cubicBezTo>
                  <a:cubicBezTo>
                    <a:pt x="16" y="36"/>
                    <a:pt x="12" y="32"/>
                    <a:pt x="12" y="26"/>
                  </a:cubicBezTo>
                  <a:cubicBezTo>
                    <a:pt x="12" y="20"/>
                    <a:pt x="16" y="16"/>
                    <a:pt x="22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44" y="16"/>
                    <a:pt x="48" y="20"/>
                    <a:pt x="48" y="26"/>
                  </a:cubicBezTo>
                  <a:cubicBezTo>
                    <a:pt x="48" y="32"/>
                    <a:pt x="44" y="36"/>
                    <a:pt x="38" y="36"/>
                  </a:cubicBezTo>
                  <a:close/>
                  <a:moveTo>
                    <a:pt x="80" y="17"/>
                  </a:moveTo>
                  <a:cubicBezTo>
                    <a:pt x="56" y="23"/>
                    <a:pt x="56" y="23"/>
                    <a:pt x="56" y="23"/>
                  </a:cubicBezTo>
                  <a:cubicBezTo>
                    <a:pt x="55" y="20"/>
                    <a:pt x="54" y="18"/>
                    <a:pt x="53" y="16"/>
                  </a:cubicBezTo>
                  <a:cubicBezTo>
                    <a:pt x="80" y="16"/>
                    <a:pt x="80" y="16"/>
                    <a:pt x="80" y="16"/>
                  </a:cubicBezTo>
                  <a:lnTo>
                    <a:pt x="80" y="17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79" name="组合 178"/>
            <p:cNvGrpSpPr/>
            <p:nvPr/>
          </p:nvGrpSpPr>
          <p:grpSpPr>
            <a:xfrm>
              <a:off x="8123238" y="2416176"/>
              <a:ext cx="150813" cy="139700"/>
              <a:chOff x="8123238" y="2416176"/>
              <a:chExt cx="150813" cy="139700"/>
            </a:xfrm>
          </p:grpSpPr>
          <p:sp>
            <p:nvSpPr>
              <p:cNvPr id="92" name="Rectangle 91"/>
              <p:cNvSpPr>
                <a:spLocks noChangeArrowheads="1"/>
              </p:cNvSpPr>
              <p:nvPr/>
            </p:nvSpPr>
            <p:spPr bwMode="auto">
              <a:xfrm>
                <a:off x="8123238" y="2416176"/>
                <a:ext cx="1508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Oval 93"/>
              <p:cNvSpPr>
                <a:spLocks noChangeArrowheads="1"/>
              </p:cNvSpPr>
              <p:nvPr/>
            </p:nvSpPr>
            <p:spPr bwMode="auto">
              <a:xfrm>
                <a:off x="8135938" y="2517776"/>
                <a:ext cx="38100" cy="381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5" name="Freeform 94"/>
            <p:cNvSpPr>
              <a:spLocks noEditPoints="1"/>
            </p:cNvSpPr>
            <p:nvPr/>
          </p:nvSpPr>
          <p:spPr bwMode="auto">
            <a:xfrm>
              <a:off x="6908800" y="3011488"/>
              <a:ext cx="203200" cy="239713"/>
            </a:xfrm>
            <a:custGeom>
              <a:avLst/>
              <a:gdLst>
                <a:gd name="T0" fmla="*/ 32 w 64"/>
                <a:gd name="T1" fmla="*/ 0 h 76"/>
                <a:gd name="T2" fmla="*/ 0 w 64"/>
                <a:gd name="T3" fmla="*/ 33 h 76"/>
                <a:gd name="T4" fmla="*/ 31 w 64"/>
                <a:gd name="T5" fmla="*/ 76 h 76"/>
                <a:gd name="T6" fmla="*/ 32 w 64"/>
                <a:gd name="T7" fmla="*/ 76 h 76"/>
                <a:gd name="T8" fmla="*/ 33 w 64"/>
                <a:gd name="T9" fmla="*/ 76 h 76"/>
                <a:gd name="T10" fmla="*/ 64 w 64"/>
                <a:gd name="T11" fmla="*/ 33 h 76"/>
                <a:gd name="T12" fmla="*/ 32 w 64"/>
                <a:gd name="T13" fmla="*/ 0 h 76"/>
                <a:gd name="T14" fmla="*/ 32 w 64"/>
                <a:gd name="T15" fmla="*/ 68 h 76"/>
                <a:gd name="T16" fmla="*/ 8 w 64"/>
                <a:gd name="T17" fmla="*/ 33 h 76"/>
                <a:gd name="T18" fmla="*/ 8 w 64"/>
                <a:gd name="T19" fmla="*/ 30 h 76"/>
                <a:gd name="T20" fmla="*/ 28 w 64"/>
                <a:gd name="T21" fmla="*/ 48 h 76"/>
                <a:gd name="T22" fmla="*/ 8 w 64"/>
                <a:gd name="T23" fmla="*/ 28 h 76"/>
                <a:gd name="T24" fmla="*/ 32 w 64"/>
                <a:gd name="T25" fmla="*/ 8 h 76"/>
                <a:gd name="T26" fmla="*/ 56 w 64"/>
                <a:gd name="T27" fmla="*/ 28 h 76"/>
                <a:gd name="T28" fmla="*/ 36 w 64"/>
                <a:gd name="T29" fmla="*/ 48 h 76"/>
                <a:gd name="T30" fmla="*/ 56 w 64"/>
                <a:gd name="T31" fmla="*/ 30 h 76"/>
                <a:gd name="T32" fmla="*/ 56 w 64"/>
                <a:gd name="T33" fmla="*/ 33 h 76"/>
                <a:gd name="T34" fmla="*/ 32 w 64"/>
                <a:gd name="T35" fmla="*/ 6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" h="76">
                  <a:moveTo>
                    <a:pt x="32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0" y="64"/>
                    <a:pt x="29" y="75"/>
                    <a:pt x="31" y="76"/>
                  </a:cubicBezTo>
                  <a:cubicBezTo>
                    <a:pt x="31" y="76"/>
                    <a:pt x="32" y="76"/>
                    <a:pt x="32" y="76"/>
                  </a:cubicBezTo>
                  <a:cubicBezTo>
                    <a:pt x="32" y="76"/>
                    <a:pt x="33" y="76"/>
                    <a:pt x="33" y="76"/>
                  </a:cubicBezTo>
                  <a:cubicBezTo>
                    <a:pt x="35" y="75"/>
                    <a:pt x="64" y="64"/>
                    <a:pt x="64" y="33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32" y="68"/>
                  </a:moveTo>
                  <a:cubicBezTo>
                    <a:pt x="27" y="65"/>
                    <a:pt x="8" y="55"/>
                    <a:pt x="8" y="33"/>
                  </a:cubicBezTo>
                  <a:cubicBezTo>
                    <a:pt x="8" y="32"/>
                    <a:pt x="8" y="31"/>
                    <a:pt x="8" y="30"/>
                  </a:cubicBezTo>
                  <a:cubicBezTo>
                    <a:pt x="8" y="36"/>
                    <a:pt x="11" y="48"/>
                    <a:pt x="28" y="48"/>
                  </a:cubicBezTo>
                  <a:cubicBezTo>
                    <a:pt x="28" y="48"/>
                    <a:pt x="32" y="28"/>
                    <a:pt x="8" y="28"/>
                  </a:cubicBezTo>
                  <a:cubicBezTo>
                    <a:pt x="10" y="16"/>
                    <a:pt x="20" y="8"/>
                    <a:pt x="32" y="8"/>
                  </a:cubicBezTo>
                  <a:cubicBezTo>
                    <a:pt x="44" y="8"/>
                    <a:pt x="54" y="16"/>
                    <a:pt x="56" y="28"/>
                  </a:cubicBezTo>
                  <a:cubicBezTo>
                    <a:pt x="32" y="28"/>
                    <a:pt x="36" y="48"/>
                    <a:pt x="36" y="48"/>
                  </a:cubicBezTo>
                  <a:cubicBezTo>
                    <a:pt x="53" y="48"/>
                    <a:pt x="56" y="36"/>
                    <a:pt x="56" y="30"/>
                  </a:cubicBezTo>
                  <a:cubicBezTo>
                    <a:pt x="56" y="31"/>
                    <a:pt x="56" y="32"/>
                    <a:pt x="56" y="33"/>
                  </a:cubicBezTo>
                  <a:cubicBezTo>
                    <a:pt x="56" y="55"/>
                    <a:pt x="37" y="65"/>
                    <a:pt x="32" y="68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8704263" y="2998788"/>
              <a:ext cx="252413" cy="252413"/>
            </a:xfrm>
            <a:custGeom>
              <a:avLst/>
              <a:gdLst>
                <a:gd name="T0" fmla="*/ 72 w 80"/>
                <a:gd name="T1" fmla="*/ 52 h 80"/>
                <a:gd name="T2" fmla="*/ 71 w 80"/>
                <a:gd name="T3" fmla="*/ 52 h 80"/>
                <a:gd name="T4" fmla="*/ 58 w 80"/>
                <a:gd name="T5" fmla="*/ 29 h 80"/>
                <a:gd name="T6" fmla="*/ 60 w 80"/>
                <a:gd name="T7" fmla="*/ 24 h 80"/>
                <a:gd name="T8" fmla="*/ 52 w 80"/>
                <a:gd name="T9" fmla="*/ 16 h 80"/>
                <a:gd name="T10" fmla="*/ 46 w 80"/>
                <a:gd name="T11" fmla="*/ 19 h 80"/>
                <a:gd name="T12" fmla="*/ 16 w 80"/>
                <a:gd name="T13" fmla="*/ 8 h 80"/>
                <a:gd name="T14" fmla="*/ 8 w 80"/>
                <a:gd name="T15" fmla="*/ 0 h 80"/>
                <a:gd name="T16" fmla="*/ 0 w 80"/>
                <a:gd name="T17" fmla="*/ 8 h 80"/>
                <a:gd name="T18" fmla="*/ 8 w 80"/>
                <a:gd name="T19" fmla="*/ 16 h 80"/>
                <a:gd name="T20" fmla="*/ 14 w 80"/>
                <a:gd name="T21" fmla="*/ 13 h 80"/>
                <a:gd name="T22" fmla="*/ 44 w 80"/>
                <a:gd name="T23" fmla="*/ 24 h 80"/>
                <a:gd name="T24" fmla="*/ 44 w 80"/>
                <a:gd name="T25" fmla="*/ 26 h 80"/>
                <a:gd name="T26" fmla="*/ 20 w 80"/>
                <a:gd name="T27" fmla="*/ 45 h 80"/>
                <a:gd name="T28" fmla="*/ 16 w 80"/>
                <a:gd name="T29" fmla="*/ 44 h 80"/>
                <a:gd name="T30" fmla="*/ 8 w 80"/>
                <a:gd name="T31" fmla="*/ 52 h 80"/>
                <a:gd name="T32" fmla="*/ 16 w 80"/>
                <a:gd name="T33" fmla="*/ 60 h 80"/>
                <a:gd name="T34" fmla="*/ 19 w 80"/>
                <a:gd name="T35" fmla="*/ 59 h 80"/>
                <a:gd name="T36" fmla="*/ 29 w 80"/>
                <a:gd name="T37" fmla="*/ 69 h 80"/>
                <a:gd name="T38" fmla="*/ 28 w 80"/>
                <a:gd name="T39" fmla="*/ 72 h 80"/>
                <a:gd name="T40" fmla="*/ 36 w 80"/>
                <a:gd name="T41" fmla="*/ 80 h 80"/>
                <a:gd name="T42" fmla="*/ 44 w 80"/>
                <a:gd name="T43" fmla="*/ 73 h 80"/>
                <a:gd name="T44" fmla="*/ 66 w 80"/>
                <a:gd name="T45" fmla="*/ 65 h 80"/>
                <a:gd name="T46" fmla="*/ 72 w 80"/>
                <a:gd name="T47" fmla="*/ 68 h 80"/>
                <a:gd name="T48" fmla="*/ 80 w 80"/>
                <a:gd name="T49" fmla="*/ 60 h 80"/>
                <a:gd name="T50" fmla="*/ 72 w 80"/>
                <a:gd name="T51" fmla="*/ 52 h 80"/>
                <a:gd name="T52" fmla="*/ 36 w 80"/>
                <a:gd name="T53" fmla="*/ 64 h 80"/>
                <a:gd name="T54" fmla="*/ 33 w 80"/>
                <a:gd name="T55" fmla="*/ 65 h 80"/>
                <a:gd name="T56" fmla="*/ 23 w 80"/>
                <a:gd name="T57" fmla="*/ 55 h 80"/>
                <a:gd name="T58" fmla="*/ 24 w 80"/>
                <a:gd name="T59" fmla="*/ 52 h 80"/>
                <a:gd name="T60" fmla="*/ 24 w 80"/>
                <a:gd name="T61" fmla="*/ 50 h 80"/>
                <a:gd name="T62" fmla="*/ 48 w 80"/>
                <a:gd name="T63" fmla="*/ 31 h 80"/>
                <a:gd name="T64" fmla="*/ 52 w 80"/>
                <a:gd name="T65" fmla="*/ 32 h 80"/>
                <a:gd name="T66" fmla="*/ 53 w 80"/>
                <a:gd name="T67" fmla="*/ 32 h 80"/>
                <a:gd name="T68" fmla="*/ 66 w 80"/>
                <a:gd name="T69" fmla="*/ 55 h 80"/>
                <a:gd name="T70" fmla="*/ 64 w 80"/>
                <a:gd name="T71" fmla="*/ 59 h 80"/>
                <a:gd name="T72" fmla="*/ 42 w 80"/>
                <a:gd name="T73" fmla="*/ 67 h 80"/>
                <a:gd name="T74" fmla="*/ 36 w 80"/>
                <a:gd name="T75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0" h="80">
                  <a:moveTo>
                    <a:pt x="72" y="52"/>
                  </a:moveTo>
                  <a:cubicBezTo>
                    <a:pt x="72" y="52"/>
                    <a:pt x="71" y="52"/>
                    <a:pt x="71" y="52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9" y="28"/>
                    <a:pt x="60" y="26"/>
                    <a:pt x="60" y="24"/>
                  </a:cubicBezTo>
                  <a:cubicBezTo>
                    <a:pt x="60" y="20"/>
                    <a:pt x="56" y="16"/>
                    <a:pt x="52" y="16"/>
                  </a:cubicBezTo>
                  <a:cubicBezTo>
                    <a:pt x="50" y="16"/>
                    <a:pt x="48" y="17"/>
                    <a:pt x="46" y="1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3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4" y="16"/>
                    <a:pt x="8" y="16"/>
                  </a:cubicBezTo>
                  <a:cubicBezTo>
                    <a:pt x="10" y="16"/>
                    <a:pt x="12" y="15"/>
                    <a:pt x="14" y="1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5"/>
                    <a:pt x="44" y="26"/>
                    <a:pt x="44" y="26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4"/>
                    <a:pt x="17" y="44"/>
                    <a:pt x="16" y="44"/>
                  </a:cubicBezTo>
                  <a:cubicBezTo>
                    <a:pt x="12" y="44"/>
                    <a:pt x="8" y="48"/>
                    <a:pt x="8" y="52"/>
                  </a:cubicBezTo>
                  <a:cubicBezTo>
                    <a:pt x="8" y="56"/>
                    <a:pt x="12" y="60"/>
                    <a:pt x="16" y="60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8" y="70"/>
                    <a:pt x="28" y="71"/>
                    <a:pt x="28" y="72"/>
                  </a:cubicBezTo>
                  <a:cubicBezTo>
                    <a:pt x="28" y="76"/>
                    <a:pt x="32" y="80"/>
                    <a:pt x="36" y="80"/>
                  </a:cubicBezTo>
                  <a:cubicBezTo>
                    <a:pt x="40" y="80"/>
                    <a:pt x="44" y="77"/>
                    <a:pt x="44" y="73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7" y="67"/>
                    <a:pt x="70" y="68"/>
                    <a:pt x="72" y="68"/>
                  </a:cubicBezTo>
                  <a:cubicBezTo>
                    <a:pt x="76" y="68"/>
                    <a:pt x="80" y="64"/>
                    <a:pt x="80" y="60"/>
                  </a:cubicBezTo>
                  <a:cubicBezTo>
                    <a:pt x="80" y="56"/>
                    <a:pt x="76" y="52"/>
                    <a:pt x="72" y="52"/>
                  </a:cubicBezTo>
                  <a:close/>
                  <a:moveTo>
                    <a:pt x="36" y="64"/>
                  </a:moveTo>
                  <a:cubicBezTo>
                    <a:pt x="35" y="64"/>
                    <a:pt x="34" y="64"/>
                    <a:pt x="33" y="6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4" y="54"/>
                    <a:pt x="24" y="53"/>
                    <a:pt x="24" y="52"/>
                  </a:cubicBezTo>
                  <a:cubicBezTo>
                    <a:pt x="24" y="51"/>
                    <a:pt x="24" y="51"/>
                    <a:pt x="24" y="5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49" y="32"/>
                    <a:pt x="51" y="32"/>
                    <a:pt x="52" y="32"/>
                  </a:cubicBezTo>
                  <a:cubicBezTo>
                    <a:pt x="52" y="32"/>
                    <a:pt x="53" y="32"/>
                    <a:pt x="53" y="32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5" y="56"/>
                    <a:pt x="64" y="58"/>
                    <a:pt x="64" y="59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1" y="65"/>
                    <a:pt x="38" y="64"/>
                    <a:pt x="36" y="64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96"/>
            <p:cNvSpPr>
              <a:spLocks noEditPoints="1"/>
            </p:cNvSpPr>
            <p:nvPr/>
          </p:nvSpPr>
          <p:spPr bwMode="auto">
            <a:xfrm>
              <a:off x="7497763" y="3005138"/>
              <a:ext cx="242888" cy="230188"/>
            </a:xfrm>
            <a:custGeom>
              <a:avLst/>
              <a:gdLst>
                <a:gd name="T0" fmla="*/ 71 w 77"/>
                <a:gd name="T1" fmla="*/ 5 h 73"/>
                <a:gd name="T2" fmla="*/ 46 w 77"/>
                <a:gd name="T3" fmla="*/ 11 h 73"/>
                <a:gd name="T4" fmla="*/ 38 w 77"/>
                <a:gd name="T5" fmla="*/ 10 h 73"/>
                <a:gd name="T6" fmla="*/ 10 w 77"/>
                <a:gd name="T7" fmla="*/ 38 h 73"/>
                <a:gd name="T8" fmla="*/ 11 w 77"/>
                <a:gd name="T9" fmla="*/ 46 h 73"/>
                <a:gd name="T10" fmla="*/ 5 w 77"/>
                <a:gd name="T11" fmla="*/ 71 h 73"/>
                <a:gd name="T12" fmla="*/ 10 w 77"/>
                <a:gd name="T13" fmla="*/ 73 h 73"/>
                <a:gd name="T14" fmla="*/ 30 w 77"/>
                <a:gd name="T15" fmla="*/ 65 h 73"/>
                <a:gd name="T16" fmla="*/ 38 w 77"/>
                <a:gd name="T17" fmla="*/ 66 h 73"/>
                <a:gd name="T18" fmla="*/ 66 w 77"/>
                <a:gd name="T19" fmla="*/ 38 h 73"/>
                <a:gd name="T20" fmla="*/ 65 w 77"/>
                <a:gd name="T21" fmla="*/ 30 h 73"/>
                <a:gd name="T22" fmla="*/ 71 w 77"/>
                <a:gd name="T23" fmla="*/ 5 h 73"/>
                <a:gd name="T24" fmla="*/ 38 w 77"/>
                <a:gd name="T25" fmla="*/ 58 h 73"/>
                <a:gd name="T26" fmla="*/ 49 w 77"/>
                <a:gd name="T27" fmla="*/ 49 h 73"/>
                <a:gd name="T28" fmla="*/ 58 w 77"/>
                <a:gd name="T29" fmla="*/ 38 h 73"/>
                <a:gd name="T30" fmla="*/ 38 w 77"/>
                <a:gd name="T31" fmla="*/ 58 h 73"/>
                <a:gd name="T32" fmla="*/ 62 w 77"/>
                <a:gd name="T33" fmla="*/ 23 h 73"/>
                <a:gd name="T34" fmla="*/ 62 w 77"/>
                <a:gd name="T35" fmla="*/ 23 h 73"/>
                <a:gd name="T36" fmla="*/ 44 w 77"/>
                <a:gd name="T37" fmla="*/ 44 h 73"/>
                <a:gd name="T38" fmla="*/ 23 w 77"/>
                <a:gd name="T39" fmla="*/ 62 h 73"/>
                <a:gd name="T40" fmla="*/ 23 w 77"/>
                <a:gd name="T41" fmla="*/ 62 h 73"/>
                <a:gd name="T42" fmla="*/ 9 w 77"/>
                <a:gd name="T43" fmla="*/ 67 h 73"/>
                <a:gd name="T44" fmla="*/ 14 w 77"/>
                <a:gd name="T45" fmla="*/ 53 h 73"/>
                <a:gd name="T46" fmla="*/ 18 w 77"/>
                <a:gd name="T47" fmla="*/ 58 h 73"/>
                <a:gd name="T48" fmla="*/ 25 w 77"/>
                <a:gd name="T49" fmla="*/ 53 h 73"/>
                <a:gd name="T50" fmla="*/ 18 w 77"/>
                <a:gd name="T51" fmla="*/ 38 h 73"/>
                <a:gd name="T52" fmla="*/ 38 w 77"/>
                <a:gd name="T53" fmla="*/ 18 h 73"/>
                <a:gd name="T54" fmla="*/ 53 w 77"/>
                <a:gd name="T55" fmla="*/ 25 h 73"/>
                <a:gd name="T56" fmla="*/ 58 w 77"/>
                <a:gd name="T57" fmla="*/ 18 h 73"/>
                <a:gd name="T58" fmla="*/ 53 w 77"/>
                <a:gd name="T59" fmla="*/ 14 h 73"/>
                <a:gd name="T60" fmla="*/ 67 w 77"/>
                <a:gd name="T61" fmla="*/ 9 h 73"/>
                <a:gd name="T62" fmla="*/ 62 w 77"/>
                <a:gd name="T63" fmla="*/ 2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" h="73">
                  <a:moveTo>
                    <a:pt x="71" y="5"/>
                  </a:moveTo>
                  <a:cubicBezTo>
                    <a:pt x="66" y="0"/>
                    <a:pt x="55" y="5"/>
                    <a:pt x="46" y="11"/>
                  </a:cubicBezTo>
                  <a:cubicBezTo>
                    <a:pt x="44" y="10"/>
                    <a:pt x="41" y="10"/>
                    <a:pt x="38" y="10"/>
                  </a:cubicBezTo>
                  <a:cubicBezTo>
                    <a:pt x="23" y="10"/>
                    <a:pt x="10" y="23"/>
                    <a:pt x="10" y="38"/>
                  </a:cubicBezTo>
                  <a:cubicBezTo>
                    <a:pt x="10" y="41"/>
                    <a:pt x="10" y="44"/>
                    <a:pt x="11" y="46"/>
                  </a:cubicBezTo>
                  <a:cubicBezTo>
                    <a:pt x="5" y="55"/>
                    <a:pt x="0" y="66"/>
                    <a:pt x="5" y="71"/>
                  </a:cubicBezTo>
                  <a:cubicBezTo>
                    <a:pt x="6" y="73"/>
                    <a:pt x="8" y="73"/>
                    <a:pt x="10" y="73"/>
                  </a:cubicBezTo>
                  <a:cubicBezTo>
                    <a:pt x="16" y="73"/>
                    <a:pt x="25" y="68"/>
                    <a:pt x="30" y="65"/>
                  </a:cubicBezTo>
                  <a:cubicBezTo>
                    <a:pt x="32" y="66"/>
                    <a:pt x="35" y="66"/>
                    <a:pt x="38" y="66"/>
                  </a:cubicBezTo>
                  <a:cubicBezTo>
                    <a:pt x="53" y="66"/>
                    <a:pt x="66" y="53"/>
                    <a:pt x="66" y="38"/>
                  </a:cubicBezTo>
                  <a:cubicBezTo>
                    <a:pt x="66" y="35"/>
                    <a:pt x="66" y="32"/>
                    <a:pt x="65" y="30"/>
                  </a:cubicBezTo>
                  <a:cubicBezTo>
                    <a:pt x="69" y="23"/>
                    <a:pt x="77" y="10"/>
                    <a:pt x="71" y="5"/>
                  </a:cubicBezTo>
                  <a:close/>
                  <a:moveTo>
                    <a:pt x="38" y="58"/>
                  </a:moveTo>
                  <a:cubicBezTo>
                    <a:pt x="42" y="55"/>
                    <a:pt x="45" y="52"/>
                    <a:pt x="49" y="49"/>
                  </a:cubicBezTo>
                  <a:cubicBezTo>
                    <a:pt x="52" y="45"/>
                    <a:pt x="55" y="42"/>
                    <a:pt x="58" y="38"/>
                  </a:cubicBezTo>
                  <a:cubicBezTo>
                    <a:pt x="58" y="49"/>
                    <a:pt x="49" y="58"/>
                    <a:pt x="38" y="58"/>
                  </a:cubicBezTo>
                  <a:close/>
                  <a:moveTo>
                    <a:pt x="62" y="23"/>
                  </a:moveTo>
                  <a:cubicBezTo>
                    <a:pt x="62" y="23"/>
                    <a:pt x="62" y="23"/>
                    <a:pt x="62" y="23"/>
                  </a:cubicBezTo>
                  <a:cubicBezTo>
                    <a:pt x="57" y="31"/>
                    <a:pt x="52" y="37"/>
                    <a:pt x="44" y="44"/>
                  </a:cubicBezTo>
                  <a:cubicBezTo>
                    <a:pt x="38" y="51"/>
                    <a:pt x="32" y="56"/>
                    <a:pt x="23" y="62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1" y="63"/>
                    <a:pt x="11" y="69"/>
                    <a:pt x="9" y="67"/>
                  </a:cubicBezTo>
                  <a:cubicBezTo>
                    <a:pt x="8" y="66"/>
                    <a:pt x="9" y="62"/>
                    <a:pt x="14" y="53"/>
                  </a:cubicBezTo>
                  <a:cubicBezTo>
                    <a:pt x="15" y="55"/>
                    <a:pt x="17" y="56"/>
                    <a:pt x="18" y="58"/>
                  </a:cubicBezTo>
                  <a:cubicBezTo>
                    <a:pt x="20" y="56"/>
                    <a:pt x="23" y="55"/>
                    <a:pt x="25" y="53"/>
                  </a:cubicBezTo>
                  <a:cubicBezTo>
                    <a:pt x="21" y="49"/>
                    <a:pt x="18" y="44"/>
                    <a:pt x="18" y="38"/>
                  </a:cubicBezTo>
                  <a:cubicBezTo>
                    <a:pt x="18" y="27"/>
                    <a:pt x="27" y="18"/>
                    <a:pt x="38" y="18"/>
                  </a:cubicBezTo>
                  <a:cubicBezTo>
                    <a:pt x="44" y="18"/>
                    <a:pt x="49" y="21"/>
                    <a:pt x="53" y="25"/>
                  </a:cubicBezTo>
                  <a:cubicBezTo>
                    <a:pt x="55" y="23"/>
                    <a:pt x="56" y="20"/>
                    <a:pt x="58" y="18"/>
                  </a:cubicBezTo>
                  <a:cubicBezTo>
                    <a:pt x="56" y="17"/>
                    <a:pt x="55" y="15"/>
                    <a:pt x="53" y="14"/>
                  </a:cubicBezTo>
                  <a:cubicBezTo>
                    <a:pt x="62" y="9"/>
                    <a:pt x="66" y="8"/>
                    <a:pt x="67" y="9"/>
                  </a:cubicBezTo>
                  <a:cubicBezTo>
                    <a:pt x="69" y="11"/>
                    <a:pt x="63" y="21"/>
                    <a:pt x="62" y="23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6" name="组合 185"/>
            <p:cNvGrpSpPr/>
            <p:nvPr/>
          </p:nvGrpSpPr>
          <p:grpSpPr>
            <a:xfrm>
              <a:off x="8094663" y="2995613"/>
              <a:ext cx="258763" cy="268288"/>
              <a:chOff x="8094663" y="2995613"/>
              <a:chExt cx="258763" cy="268288"/>
            </a:xfrm>
          </p:grpSpPr>
          <p:sp>
            <p:nvSpPr>
              <p:cNvPr id="98" name="Freeform 97"/>
              <p:cNvSpPr>
                <a:spLocks noEditPoints="1"/>
              </p:cNvSpPr>
              <p:nvPr/>
            </p:nvSpPr>
            <p:spPr bwMode="auto">
              <a:xfrm>
                <a:off x="8094663" y="2995613"/>
                <a:ext cx="258763" cy="268288"/>
              </a:xfrm>
              <a:custGeom>
                <a:avLst/>
                <a:gdLst>
                  <a:gd name="T0" fmla="*/ 79 w 82"/>
                  <a:gd name="T1" fmla="*/ 15 h 85"/>
                  <a:gd name="T2" fmla="*/ 79 w 82"/>
                  <a:gd name="T3" fmla="*/ 3 h 85"/>
                  <a:gd name="T4" fmla="*/ 67 w 82"/>
                  <a:gd name="T5" fmla="*/ 3 h 85"/>
                  <a:gd name="T6" fmla="*/ 65 w 82"/>
                  <a:gd name="T7" fmla="*/ 11 h 85"/>
                  <a:gd name="T8" fmla="*/ 61 w 82"/>
                  <a:gd name="T9" fmla="*/ 15 h 85"/>
                  <a:gd name="T10" fmla="*/ 41 w 82"/>
                  <a:gd name="T11" fmla="*/ 9 h 85"/>
                  <a:gd name="T12" fmla="*/ 21 w 82"/>
                  <a:gd name="T13" fmla="*/ 15 h 85"/>
                  <a:gd name="T14" fmla="*/ 17 w 82"/>
                  <a:gd name="T15" fmla="*/ 11 h 85"/>
                  <a:gd name="T16" fmla="*/ 15 w 82"/>
                  <a:gd name="T17" fmla="*/ 3 h 85"/>
                  <a:gd name="T18" fmla="*/ 3 w 82"/>
                  <a:gd name="T19" fmla="*/ 3 h 85"/>
                  <a:gd name="T20" fmla="*/ 3 w 82"/>
                  <a:gd name="T21" fmla="*/ 15 h 85"/>
                  <a:gd name="T22" fmla="*/ 11 w 82"/>
                  <a:gd name="T23" fmla="*/ 17 h 85"/>
                  <a:gd name="T24" fmla="*/ 15 w 82"/>
                  <a:gd name="T25" fmla="*/ 20 h 85"/>
                  <a:gd name="T26" fmla="*/ 5 w 82"/>
                  <a:gd name="T27" fmla="*/ 45 h 85"/>
                  <a:gd name="T28" fmla="*/ 5 w 82"/>
                  <a:gd name="T29" fmla="*/ 71 h 85"/>
                  <a:gd name="T30" fmla="*/ 19 w 82"/>
                  <a:gd name="T31" fmla="*/ 85 h 85"/>
                  <a:gd name="T32" fmla="*/ 30 w 82"/>
                  <a:gd name="T33" fmla="*/ 79 h 85"/>
                  <a:gd name="T34" fmla="*/ 41 w 82"/>
                  <a:gd name="T35" fmla="*/ 85 h 85"/>
                  <a:gd name="T36" fmla="*/ 51 w 82"/>
                  <a:gd name="T37" fmla="*/ 79 h 85"/>
                  <a:gd name="T38" fmla="*/ 53 w 82"/>
                  <a:gd name="T39" fmla="*/ 81 h 85"/>
                  <a:gd name="T40" fmla="*/ 63 w 82"/>
                  <a:gd name="T41" fmla="*/ 85 h 85"/>
                  <a:gd name="T42" fmla="*/ 77 w 82"/>
                  <a:gd name="T43" fmla="*/ 71 h 85"/>
                  <a:gd name="T44" fmla="*/ 77 w 82"/>
                  <a:gd name="T45" fmla="*/ 45 h 85"/>
                  <a:gd name="T46" fmla="*/ 67 w 82"/>
                  <a:gd name="T47" fmla="*/ 20 h 85"/>
                  <a:gd name="T48" fmla="*/ 71 w 82"/>
                  <a:gd name="T49" fmla="*/ 17 h 85"/>
                  <a:gd name="T50" fmla="*/ 79 w 82"/>
                  <a:gd name="T51" fmla="*/ 15 h 85"/>
                  <a:gd name="T52" fmla="*/ 69 w 82"/>
                  <a:gd name="T53" fmla="*/ 71 h 85"/>
                  <a:gd name="T54" fmla="*/ 63 w 82"/>
                  <a:gd name="T55" fmla="*/ 77 h 85"/>
                  <a:gd name="T56" fmla="*/ 59 w 82"/>
                  <a:gd name="T57" fmla="*/ 75 h 85"/>
                  <a:gd name="T58" fmla="*/ 57 w 82"/>
                  <a:gd name="T59" fmla="*/ 71 h 85"/>
                  <a:gd name="T60" fmla="*/ 51 w 82"/>
                  <a:gd name="T61" fmla="*/ 65 h 85"/>
                  <a:gd name="T62" fmla="*/ 45 w 82"/>
                  <a:gd name="T63" fmla="*/ 71 h 85"/>
                  <a:gd name="T64" fmla="*/ 41 w 82"/>
                  <a:gd name="T65" fmla="*/ 77 h 85"/>
                  <a:gd name="T66" fmla="*/ 37 w 82"/>
                  <a:gd name="T67" fmla="*/ 71 h 85"/>
                  <a:gd name="T68" fmla="*/ 31 w 82"/>
                  <a:gd name="T69" fmla="*/ 65 h 85"/>
                  <a:gd name="T70" fmla="*/ 25 w 82"/>
                  <a:gd name="T71" fmla="*/ 71 h 85"/>
                  <a:gd name="T72" fmla="*/ 19 w 82"/>
                  <a:gd name="T73" fmla="*/ 77 h 85"/>
                  <a:gd name="T74" fmla="*/ 13 w 82"/>
                  <a:gd name="T75" fmla="*/ 71 h 85"/>
                  <a:gd name="T76" fmla="*/ 13 w 82"/>
                  <a:gd name="T77" fmla="*/ 45 h 85"/>
                  <a:gd name="T78" fmla="*/ 41 w 82"/>
                  <a:gd name="T79" fmla="*/ 17 h 85"/>
                  <a:gd name="T80" fmla="*/ 69 w 82"/>
                  <a:gd name="T81" fmla="*/ 45 h 85"/>
                  <a:gd name="T82" fmla="*/ 69 w 82"/>
                  <a:gd name="T83" fmla="*/ 71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2" h="85">
                    <a:moveTo>
                      <a:pt x="79" y="15"/>
                    </a:moveTo>
                    <a:cubicBezTo>
                      <a:pt x="82" y="12"/>
                      <a:pt x="82" y="6"/>
                      <a:pt x="79" y="3"/>
                    </a:cubicBezTo>
                    <a:cubicBezTo>
                      <a:pt x="76" y="0"/>
                      <a:pt x="70" y="0"/>
                      <a:pt x="67" y="3"/>
                    </a:cubicBezTo>
                    <a:cubicBezTo>
                      <a:pt x="65" y="5"/>
                      <a:pt x="65" y="8"/>
                      <a:pt x="65" y="11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55" y="11"/>
                      <a:pt x="48" y="9"/>
                      <a:pt x="41" y="9"/>
                    </a:cubicBezTo>
                    <a:cubicBezTo>
                      <a:pt x="34" y="9"/>
                      <a:pt x="27" y="11"/>
                      <a:pt x="21" y="15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8"/>
                      <a:pt x="17" y="5"/>
                      <a:pt x="15" y="3"/>
                    </a:cubicBezTo>
                    <a:cubicBezTo>
                      <a:pt x="12" y="0"/>
                      <a:pt x="6" y="0"/>
                      <a:pt x="3" y="3"/>
                    </a:cubicBezTo>
                    <a:cubicBezTo>
                      <a:pt x="0" y="6"/>
                      <a:pt x="0" y="12"/>
                      <a:pt x="3" y="15"/>
                    </a:cubicBezTo>
                    <a:cubicBezTo>
                      <a:pt x="5" y="17"/>
                      <a:pt x="8" y="17"/>
                      <a:pt x="11" y="17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9" y="27"/>
                      <a:pt x="5" y="36"/>
                      <a:pt x="5" y="45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9"/>
                      <a:pt x="11" y="85"/>
                      <a:pt x="19" y="85"/>
                    </a:cubicBezTo>
                    <a:cubicBezTo>
                      <a:pt x="24" y="85"/>
                      <a:pt x="28" y="83"/>
                      <a:pt x="30" y="79"/>
                    </a:cubicBezTo>
                    <a:cubicBezTo>
                      <a:pt x="33" y="84"/>
                      <a:pt x="37" y="85"/>
                      <a:pt x="41" y="85"/>
                    </a:cubicBezTo>
                    <a:cubicBezTo>
                      <a:pt x="45" y="85"/>
                      <a:pt x="49" y="84"/>
                      <a:pt x="51" y="79"/>
                    </a:cubicBezTo>
                    <a:cubicBezTo>
                      <a:pt x="52" y="80"/>
                      <a:pt x="52" y="80"/>
                      <a:pt x="53" y="81"/>
                    </a:cubicBezTo>
                    <a:cubicBezTo>
                      <a:pt x="56" y="84"/>
                      <a:pt x="59" y="85"/>
                      <a:pt x="63" y="85"/>
                    </a:cubicBezTo>
                    <a:cubicBezTo>
                      <a:pt x="71" y="85"/>
                      <a:pt x="77" y="79"/>
                      <a:pt x="77" y="71"/>
                    </a:cubicBezTo>
                    <a:cubicBezTo>
                      <a:pt x="77" y="45"/>
                      <a:pt x="77" y="45"/>
                      <a:pt x="77" y="45"/>
                    </a:cubicBezTo>
                    <a:cubicBezTo>
                      <a:pt x="77" y="36"/>
                      <a:pt x="73" y="27"/>
                      <a:pt x="67" y="20"/>
                    </a:cubicBezTo>
                    <a:cubicBezTo>
                      <a:pt x="71" y="17"/>
                      <a:pt x="71" y="17"/>
                      <a:pt x="71" y="17"/>
                    </a:cubicBezTo>
                    <a:cubicBezTo>
                      <a:pt x="74" y="17"/>
                      <a:pt x="77" y="17"/>
                      <a:pt x="79" y="15"/>
                    </a:cubicBezTo>
                    <a:close/>
                    <a:moveTo>
                      <a:pt x="69" y="71"/>
                    </a:moveTo>
                    <a:cubicBezTo>
                      <a:pt x="69" y="74"/>
                      <a:pt x="66" y="77"/>
                      <a:pt x="63" y="77"/>
                    </a:cubicBezTo>
                    <a:cubicBezTo>
                      <a:pt x="61" y="77"/>
                      <a:pt x="60" y="76"/>
                      <a:pt x="59" y="75"/>
                    </a:cubicBezTo>
                    <a:cubicBezTo>
                      <a:pt x="57" y="74"/>
                      <a:pt x="57" y="73"/>
                      <a:pt x="57" y="71"/>
                    </a:cubicBezTo>
                    <a:cubicBezTo>
                      <a:pt x="57" y="67"/>
                      <a:pt x="54" y="65"/>
                      <a:pt x="51" y="65"/>
                    </a:cubicBezTo>
                    <a:cubicBezTo>
                      <a:pt x="48" y="65"/>
                      <a:pt x="45" y="68"/>
                      <a:pt x="45" y="71"/>
                    </a:cubicBezTo>
                    <a:cubicBezTo>
                      <a:pt x="45" y="77"/>
                      <a:pt x="43" y="77"/>
                      <a:pt x="41" y="77"/>
                    </a:cubicBezTo>
                    <a:cubicBezTo>
                      <a:pt x="39" y="77"/>
                      <a:pt x="37" y="77"/>
                      <a:pt x="37" y="71"/>
                    </a:cubicBezTo>
                    <a:cubicBezTo>
                      <a:pt x="37" y="68"/>
                      <a:pt x="34" y="65"/>
                      <a:pt x="31" y="65"/>
                    </a:cubicBezTo>
                    <a:cubicBezTo>
                      <a:pt x="28" y="65"/>
                      <a:pt x="25" y="67"/>
                      <a:pt x="25" y="71"/>
                    </a:cubicBezTo>
                    <a:cubicBezTo>
                      <a:pt x="25" y="75"/>
                      <a:pt x="22" y="77"/>
                      <a:pt x="19" y="77"/>
                    </a:cubicBezTo>
                    <a:cubicBezTo>
                      <a:pt x="16" y="77"/>
                      <a:pt x="13" y="74"/>
                      <a:pt x="13" y="7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3" y="30"/>
                      <a:pt x="26" y="17"/>
                      <a:pt x="41" y="17"/>
                    </a:cubicBezTo>
                    <a:cubicBezTo>
                      <a:pt x="56" y="17"/>
                      <a:pt x="69" y="30"/>
                      <a:pt x="69" y="45"/>
                    </a:cubicBezTo>
                    <a:lnTo>
                      <a:pt x="69" y="71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98"/>
              <p:cNvSpPr>
                <a:spLocks noEditPoints="1"/>
              </p:cNvSpPr>
              <p:nvPr/>
            </p:nvSpPr>
            <p:spPr bwMode="auto">
              <a:xfrm>
                <a:off x="8174038" y="3074988"/>
                <a:ext cx="100013" cy="101600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4 h 32"/>
                  <a:gd name="T12" fmla="*/ 8 w 32"/>
                  <a:gd name="T13" fmla="*/ 16 h 32"/>
                  <a:gd name="T14" fmla="*/ 16 w 32"/>
                  <a:gd name="T15" fmla="*/ 8 h 32"/>
                  <a:gd name="T16" fmla="*/ 24 w 32"/>
                  <a:gd name="T17" fmla="*/ 16 h 32"/>
                  <a:gd name="T18" fmla="*/ 16 w 32"/>
                  <a:gd name="T19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4"/>
                    </a:moveTo>
                    <a:cubicBezTo>
                      <a:pt x="12" y="24"/>
                      <a:pt x="8" y="20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3219450" y="3632201"/>
              <a:ext cx="303213" cy="201613"/>
            </a:xfrm>
            <a:custGeom>
              <a:avLst/>
              <a:gdLst>
                <a:gd name="T0" fmla="*/ 84 w 96"/>
                <a:gd name="T1" fmla="*/ 18 h 64"/>
                <a:gd name="T2" fmla="*/ 64 w 96"/>
                <a:gd name="T3" fmla="*/ 0 h 64"/>
                <a:gd name="T4" fmla="*/ 32 w 96"/>
                <a:gd name="T5" fmla="*/ 0 h 64"/>
                <a:gd name="T6" fmla="*/ 12 w 96"/>
                <a:gd name="T7" fmla="*/ 18 h 64"/>
                <a:gd name="T8" fmla="*/ 0 w 96"/>
                <a:gd name="T9" fmla="*/ 32 h 64"/>
                <a:gd name="T10" fmla="*/ 0 w 96"/>
                <a:gd name="T11" fmla="*/ 52 h 64"/>
                <a:gd name="T12" fmla="*/ 8 w 96"/>
                <a:gd name="T13" fmla="*/ 60 h 64"/>
                <a:gd name="T14" fmla="*/ 8 w 96"/>
                <a:gd name="T15" fmla="*/ 64 h 64"/>
                <a:gd name="T16" fmla="*/ 16 w 96"/>
                <a:gd name="T17" fmla="*/ 64 h 64"/>
                <a:gd name="T18" fmla="*/ 16 w 96"/>
                <a:gd name="T19" fmla="*/ 60 h 64"/>
                <a:gd name="T20" fmla="*/ 80 w 96"/>
                <a:gd name="T21" fmla="*/ 60 h 64"/>
                <a:gd name="T22" fmla="*/ 80 w 96"/>
                <a:gd name="T23" fmla="*/ 64 h 64"/>
                <a:gd name="T24" fmla="*/ 88 w 96"/>
                <a:gd name="T25" fmla="*/ 64 h 64"/>
                <a:gd name="T26" fmla="*/ 88 w 96"/>
                <a:gd name="T27" fmla="*/ 60 h 64"/>
                <a:gd name="T28" fmla="*/ 96 w 96"/>
                <a:gd name="T29" fmla="*/ 52 h 64"/>
                <a:gd name="T30" fmla="*/ 96 w 96"/>
                <a:gd name="T31" fmla="*/ 32 h 64"/>
                <a:gd name="T32" fmla="*/ 84 w 96"/>
                <a:gd name="T33" fmla="*/ 18 h 64"/>
                <a:gd name="T34" fmla="*/ 76 w 96"/>
                <a:gd name="T35" fmla="*/ 19 h 64"/>
                <a:gd name="T36" fmla="*/ 68 w 96"/>
                <a:gd name="T37" fmla="*/ 32 h 64"/>
                <a:gd name="T38" fmla="*/ 52 w 96"/>
                <a:gd name="T39" fmla="*/ 32 h 64"/>
                <a:gd name="T40" fmla="*/ 52 w 96"/>
                <a:gd name="T41" fmla="*/ 8 h 64"/>
                <a:gd name="T42" fmla="*/ 64 w 96"/>
                <a:gd name="T43" fmla="*/ 8 h 64"/>
                <a:gd name="T44" fmla="*/ 76 w 96"/>
                <a:gd name="T45" fmla="*/ 19 h 64"/>
                <a:gd name="T46" fmla="*/ 32 w 96"/>
                <a:gd name="T47" fmla="*/ 8 h 64"/>
                <a:gd name="T48" fmla="*/ 44 w 96"/>
                <a:gd name="T49" fmla="*/ 8 h 64"/>
                <a:gd name="T50" fmla="*/ 44 w 96"/>
                <a:gd name="T51" fmla="*/ 32 h 64"/>
                <a:gd name="T52" fmla="*/ 28 w 96"/>
                <a:gd name="T53" fmla="*/ 32 h 64"/>
                <a:gd name="T54" fmla="*/ 20 w 96"/>
                <a:gd name="T55" fmla="*/ 19 h 64"/>
                <a:gd name="T56" fmla="*/ 32 w 96"/>
                <a:gd name="T57" fmla="*/ 8 h 64"/>
                <a:gd name="T58" fmla="*/ 88 w 96"/>
                <a:gd name="T59" fmla="*/ 52 h 64"/>
                <a:gd name="T60" fmla="*/ 8 w 96"/>
                <a:gd name="T61" fmla="*/ 52 h 64"/>
                <a:gd name="T62" fmla="*/ 8 w 96"/>
                <a:gd name="T63" fmla="*/ 32 h 64"/>
                <a:gd name="T64" fmla="*/ 14 w 96"/>
                <a:gd name="T65" fmla="*/ 26 h 64"/>
                <a:gd name="T66" fmla="*/ 20 w 96"/>
                <a:gd name="T67" fmla="*/ 32 h 64"/>
                <a:gd name="T68" fmla="*/ 20 w 96"/>
                <a:gd name="T69" fmla="*/ 36 h 64"/>
                <a:gd name="T70" fmla="*/ 24 w 96"/>
                <a:gd name="T71" fmla="*/ 40 h 64"/>
                <a:gd name="T72" fmla="*/ 72 w 96"/>
                <a:gd name="T73" fmla="*/ 40 h 64"/>
                <a:gd name="T74" fmla="*/ 76 w 96"/>
                <a:gd name="T75" fmla="*/ 36 h 64"/>
                <a:gd name="T76" fmla="*/ 76 w 96"/>
                <a:gd name="T77" fmla="*/ 32 h 64"/>
                <a:gd name="T78" fmla="*/ 82 w 96"/>
                <a:gd name="T79" fmla="*/ 26 h 64"/>
                <a:gd name="T80" fmla="*/ 88 w 96"/>
                <a:gd name="T81" fmla="*/ 32 h 64"/>
                <a:gd name="T82" fmla="*/ 88 w 96"/>
                <a:gd name="T83" fmla="*/ 5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6" h="64">
                  <a:moveTo>
                    <a:pt x="84" y="18"/>
                  </a:moveTo>
                  <a:cubicBezTo>
                    <a:pt x="83" y="8"/>
                    <a:pt x="74" y="0"/>
                    <a:pt x="6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2" y="0"/>
                    <a:pt x="13" y="8"/>
                    <a:pt x="12" y="18"/>
                  </a:cubicBezTo>
                  <a:cubicBezTo>
                    <a:pt x="5" y="19"/>
                    <a:pt x="0" y="25"/>
                    <a:pt x="0" y="3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6"/>
                    <a:pt x="4" y="60"/>
                    <a:pt x="8" y="60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92" y="60"/>
                    <a:pt x="96" y="56"/>
                    <a:pt x="96" y="52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96" y="25"/>
                    <a:pt x="91" y="19"/>
                    <a:pt x="84" y="18"/>
                  </a:cubicBezTo>
                  <a:close/>
                  <a:moveTo>
                    <a:pt x="76" y="19"/>
                  </a:moveTo>
                  <a:cubicBezTo>
                    <a:pt x="71" y="22"/>
                    <a:pt x="68" y="26"/>
                    <a:pt x="68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70" y="8"/>
                    <a:pt x="76" y="13"/>
                    <a:pt x="76" y="19"/>
                  </a:cubicBezTo>
                  <a:close/>
                  <a:moveTo>
                    <a:pt x="32" y="8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26"/>
                    <a:pt x="25" y="22"/>
                    <a:pt x="20" y="19"/>
                  </a:cubicBezTo>
                  <a:cubicBezTo>
                    <a:pt x="20" y="13"/>
                    <a:pt x="26" y="8"/>
                    <a:pt x="32" y="8"/>
                  </a:cubicBezTo>
                  <a:close/>
                  <a:moveTo>
                    <a:pt x="88" y="52"/>
                  </a:moveTo>
                  <a:cubicBezTo>
                    <a:pt x="8" y="52"/>
                    <a:pt x="8" y="52"/>
                    <a:pt x="8" y="5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29"/>
                    <a:pt x="11" y="26"/>
                    <a:pt x="14" y="26"/>
                  </a:cubicBezTo>
                  <a:cubicBezTo>
                    <a:pt x="17" y="26"/>
                    <a:pt x="20" y="29"/>
                    <a:pt x="20" y="3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2" y="40"/>
                    <a:pt x="24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4" y="40"/>
                    <a:pt x="76" y="38"/>
                    <a:pt x="76" y="36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6" y="29"/>
                    <a:pt x="79" y="26"/>
                    <a:pt x="82" y="26"/>
                  </a:cubicBezTo>
                  <a:cubicBezTo>
                    <a:pt x="85" y="26"/>
                    <a:pt x="88" y="29"/>
                    <a:pt x="88" y="32"/>
                  </a:cubicBezTo>
                  <a:lnTo>
                    <a:pt x="88" y="5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7" name="组合 186"/>
            <p:cNvGrpSpPr/>
            <p:nvPr/>
          </p:nvGrpSpPr>
          <p:grpSpPr>
            <a:xfrm>
              <a:off x="3863975" y="3606801"/>
              <a:ext cx="227013" cy="252413"/>
              <a:chOff x="3863975" y="3606801"/>
              <a:chExt cx="227013" cy="252413"/>
            </a:xfrm>
          </p:grpSpPr>
          <p:sp>
            <p:nvSpPr>
              <p:cNvPr id="101" name="Freeform 100"/>
              <p:cNvSpPr>
                <a:spLocks noEditPoints="1"/>
              </p:cNvSpPr>
              <p:nvPr/>
            </p:nvSpPr>
            <p:spPr bwMode="auto">
              <a:xfrm>
                <a:off x="3863975" y="3606801"/>
                <a:ext cx="227013" cy="252413"/>
              </a:xfrm>
              <a:custGeom>
                <a:avLst/>
                <a:gdLst>
                  <a:gd name="T0" fmla="*/ 72 w 72"/>
                  <a:gd name="T1" fmla="*/ 44 h 80"/>
                  <a:gd name="T2" fmla="*/ 36 w 72"/>
                  <a:gd name="T3" fmla="*/ 0 h 80"/>
                  <a:gd name="T4" fmla="*/ 0 w 72"/>
                  <a:gd name="T5" fmla="*/ 44 h 80"/>
                  <a:gd name="T6" fmla="*/ 32 w 72"/>
                  <a:gd name="T7" fmla="*/ 68 h 80"/>
                  <a:gd name="T8" fmla="*/ 32 w 72"/>
                  <a:gd name="T9" fmla="*/ 72 h 80"/>
                  <a:gd name="T10" fmla="*/ 20 w 72"/>
                  <a:gd name="T11" fmla="*/ 72 h 80"/>
                  <a:gd name="T12" fmla="*/ 20 w 72"/>
                  <a:gd name="T13" fmla="*/ 80 h 80"/>
                  <a:gd name="T14" fmla="*/ 52 w 72"/>
                  <a:gd name="T15" fmla="*/ 80 h 80"/>
                  <a:gd name="T16" fmla="*/ 52 w 72"/>
                  <a:gd name="T17" fmla="*/ 72 h 80"/>
                  <a:gd name="T18" fmla="*/ 40 w 72"/>
                  <a:gd name="T19" fmla="*/ 72 h 80"/>
                  <a:gd name="T20" fmla="*/ 40 w 72"/>
                  <a:gd name="T21" fmla="*/ 68 h 80"/>
                  <a:gd name="T22" fmla="*/ 72 w 72"/>
                  <a:gd name="T23" fmla="*/ 44 h 80"/>
                  <a:gd name="T24" fmla="*/ 8 w 72"/>
                  <a:gd name="T25" fmla="*/ 44 h 80"/>
                  <a:gd name="T26" fmla="*/ 36 w 72"/>
                  <a:gd name="T27" fmla="*/ 8 h 80"/>
                  <a:gd name="T28" fmla="*/ 64 w 72"/>
                  <a:gd name="T29" fmla="*/ 44 h 80"/>
                  <a:gd name="T30" fmla="*/ 36 w 72"/>
                  <a:gd name="T31" fmla="*/ 60 h 80"/>
                  <a:gd name="T32" fmla="*/ 8 w 72"/>
                  <a:gd name="T33" fmla="*/ 4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80">
                    <a:moveTo>
                      <a:pt x="72" y="44"/>
                    </a:moveTo>
                    <a:cubicBezTo>
                      <a:pt x="72" y="26"/>
                      <a:pt x="54" y="0"/>
                      <a:pt x="36" y="0"/>
                    </a:cubicBezTo>
                    <a:cubicBezTo>
                      <a:pt x="18" y="0"/>
                      <a:pt x="0" y="26"/>
                      <a:pt x="0" y="44"/>
                    </a:cubicBezTo>
                    <a:cubicBezTo>
                      <a:pt x="0" y="64"/>
                      <a:pt x="16" y="67"/>
                      <a:pt x="32" y="68"/>
                    </a:cubicBezTo>
                    <a:cubicBezTo>
                      <a:pt x="32" y="72"/>
                      <a:pt x="32" y="72"/>
                      <a:pt x="32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80"/>
                      <a:pt x="20" y="80"/>
                      <a:pt x="20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56" y="67"/>
                      <a:pt x="72" y="64"/>
                      <a:pt x="72" y="44"/>
                    </a:cubicBezTo>
                    <a:close/>
                    <a:moveTo>
                      <a:pt x="8" y="44"/>
                    </a:moveTo>
                    <a:cubicBezTo>
                      <a:pt x="8" y="30"/>
                      <a:pt x="23" y="8"/>
                      <a:pt x="36" y="8"/>
                    </a:cubicBezTo>
                    <a:cubicBezTo>
                      <a:pt x="49" y="8"/>
                      <a:pt x="64" y="30"/>
                      <a:pt x="64" y="44"/>
                    </a:cubicBezTo>
                    <a:cubicBezTo>
                      <a:pt x="64" y="52"/>
                      <a:pt x="62" y="60"/>
                      <a:pt x="36" y="60"/>
                    </a:cubicBezTo>
                    <a:cubicBezTo>
                      <a:pt x="10" y="60"/>
                      <a:pt x="8" y="52"/>
                      <a:pt x="8" y="4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01"/>
              <p:cNvSpPr>
                <a:spLocks/>
              </p:cNvSpPr>
              <p:nvPr/>
            </p:nvSpPr>
            <p:spPr bwMode="auto">
              <a:xfrm>
                <a:off x="3914775" y="3733801"/>
                <a:ext cx="125413" cy="36513"/>
              </a:xfrm>
              <a:custGeom>
                <a:avLst/>
                <a:gdLst>
                  <a:gd name="T0" fmla="*/ 32 w 40"/>
                  <a:gd name="T1" fmla="*/ 12 h 12"/>
                  <a:gd name="T2" fmla="*/ 40 w 40"/>
                  <a:gd name="T3" fmla="*/ 12 h 12"/>
                  <a:gd name="T4" fmla="*/ 20 w 40"/>
                  <a:gd name="T5" fmla="*/ 0 h 12"/>
                  <a:gd name="T6" fmla="*/ 0 w 40"/>
                  <a:gd name="T7" fmla="*/ 12 h 12"/>
                  <a:gd name="T8" fmla="*/ 8 w 40"/>
                  <a:gd name="T9" fmla="*/ 12 h 12"/>
                  <a:gd name="T10" fmla="*/ 20 w 40"/>
                  <a:gd name="T11" fmla="*/ 8 h 12"/>
                  <a:gd name="T12" fmla="*/ 32 w 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2">
                    <a:moveTo>
                      <a:pt x="32" y="12"/>
                    </a:move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5"/>
                      <a:pt x="29" y="0"/>
                      <a:pt x="20" y="0"/>
                    </a:cubicBezTo>
                    <a:cubicBezTo>
                      <a:pt x="11" y="0"/>
                      <a:pt x="0" y="5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1"/>
                      <a:pt x="14" y="8"/>
                      <a:pt x="20" y="8"/>
                    </a:cubicBezTo>
                    <a:cubicBezTo>
                      <a:pt x="26" y="8"/>
                      <a:pt x="32" y="11"/>
                      <a:pt x="32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1" name="组合 190"/>
            <p:cNvGrpSpPr/>
            <p:nvPr/>
          </p:nvGrpSpPr>
          <p:grpSpPr>
            <a:xfrm>
              <a:off x="6276975" y="3606801"/>
              <a:ext cx="254000" cy="252413"/>
              <a:chOff x="6276975" y="3606801"/>
              <a:chExt cx="254000" cy="252413"/>
            </a:xfrm>
          </p:grpSpPr>
          <p:sp>
            <p:nvSpPr>
              <p:cNvPr id="103" name="Rectangle 102"/>
              <p:cNvSpPr>
                <a:spLocks noChangeArrowheads="1"/>
              </p:cNvSpPr>
              <p:nvPr/>
            </p:nvSpPr>
            <p:spPr bwMode="auto">
              <a:xfrm>
                <a:off x="6365875" y="3757613"/>
                <a:ext cx="762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03"/>
              <p:cNvSpPr>
                <a:spLocks noEditPoints="1"/>
              </p:cNvSpPr>
              <p:nvPr/>
            </p:nvSpPr>
            <p:spPr bwMode="auto">
              <a:xfrm>
                <a:off x="6276975" y="3606801"/>
                <a:ext cx="254000" cy="252413"/>
              </a:xfrm>
              <a:custGeom>
                <a:avLst/>
                <a:gdLst>
                  <a:gd name="T0" fmla="*/ 64 w 80"/>
                  <a:gd name="T1" fmla="*/ 44 h 80"/>
                  <a:gd name="T2" fmla="*/ 68 w 80"/>
                  <a:gd name="T3" fmla="*/ 32 h 80"/>
                  <a:gd name="T4" fmla="*/ 56 w 80"/>
                  <a:gd name="T5" fmla="*/ 0 h 80"/>
                  <a:gd name="T6" fmla="*/ 12 w 80"/>
                  <a:gd name="T7" fmla="*/ 12 h 80"/>
                  <a:gd name="T8" fmla="*/ 16 w 80"/>
                  <a:gd name="T9" fmla="*/ 36 h 80"/>
                  <a:gd name="T10" fmla="*/ 12 w 80"/>
                  <a:gd name="T11" fmla="*/ 44 h 80"/>
                  <a:gd name="T12" fmla="*/ 0 w 80"/>
                  <a:gd name="T13" fmla="*/ 76 h 80"/>
                  <a:gd name="T14" fmla="*/ 76 w 80"/>
                  <a:gd name="T15" fmla="*/ 80 h 80"/>
                  <a:gd name="T16" fmla="*/ 80 w 80"/>
                  <a:gd name="T17" fmla="*/ 56 h 80"/>
                  <a:gd name="T18" fmla="*/ 68 w 80"/>
                  <a:gd name="T19" fmla="*/ 52 h 80"/>
                  <a:gd name="T20" fmla="*/ 64 w 80"/>
                  <a:gd name="T21" fmla="*/ 56 h 80"/>
                  <a:gd name="T22" fmla="*/ 68 w 80"/>
                  <a:gd name="T23" fmla="*/ 52 h 80"/>
                  <a:gd name="T24" fmla="*/ 24 w 80"/>
                  <a:gd name="T25" fmla="*/ 8 h 80"/>
                  <a:gd name="T26" fmla="*/ 60 w 80"/>
                  <a:gd name="T27" fmla="*/ 12 h 80"/>
                  <a:gd name="T28" fmla="*/ 52 w 80"/>
                  <a:gd name="T29" fmla="*/ 28 h 80"/>
                  <a:gd name="T30" fmla="*/ 44 w 80"/>
                  <a:gd name="T31" fmla="*/ 20 h 80"/>
                  <a:gd name="T32" fmla="*/ 36 w 80"/>
                  <a:gd name="T33" fmla="*/ 28 h 80"/>
                  <a:gd name="T34" fmla="*/ 28 w 80"/>
                  <a:gd name="T35" fmla="*/ 20 h 80"/>
                  <a:gd name="T36" fmla="*/ 20 w 80"/>
                  <a:gd name="T37" fmla="*/ 28 h 80"/>
                  <a:gd name="T38" fmla="*/ 12 w 80"/>
                  <a:gd name="T39" fmla="*/ 52 h 80"/>
                  <a:gd name="T40" fmla="*/ 16 w 80"/>
                  <a:gd name="T41" fmla="*/ 56 h 80"/>
                  <a:gd name="T42" fmla="*/ 12 w 80"/>
                  <a:gd name="T43" fmla="*/ 52 h 80"/>
                  <a:gd name="T44" fmla="*/ 16 w 80"/>
                  <a:gd name="T45" fmla="*/ 64 h 80"/>
                  <a:gd name="T46" fmla="*/ 8 w 80"/>
                  <a:gd name="T47" fmla="*/ 72 h 80"/>
                  <a:gd name="T48" fmla="*/ 24 w 80"/>
                  <a:gd name="T49" fmla="*/ 36 h 80"/>
                  <a:gd name="T50" fmla="*/ 28 w 80"/>
                  <a:gd name="T51" fmla="*/ 40 h 80"/>
                  <a:gd name="T52" fmla="*/ 36 w 80"/>
                  <a:gd name="T53" fmla="*/ 36 h 80"/>
                  <a:gd name="T54" fmla="*/ 44 w 80"/>
                  <a:gd name="T55" fmla="*/ 40 h 80"/>
                  <a:gd name="T56" fmla="*/ 52 w 80"/>
                  <a:gd name="T57" fmla="*/ 36 h 80"/>
                  <a:gd name="T58" fmla="*/ 56 w 80"/>
                  <a:gd name="T59" fmla="*/ 72 h 80"/>
                  <a:gd name="T60" fmla="*/ 24 w 80"/>
                  <a:gd name="T61" fmla="*/ 36 h 80"/>
                  <a:gd name="T62" fmla="*/ 64 w 80"/>
                  <a:gd name="T63" fmla="*/ 64 h 80"/>
                  <a:gd name="T64" fmla="*/ 72 w 80"/>
                  <a:gd name="T6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80">
                    <a:moveTo>
                      <a:pt x="68" y="44"/>
                    </a:moveTo>
                    <a:cubicBezTo>
                      <a:pt x="64" y="44"/>
                      <a:pt x="64" y="44"/>
                      <a:pt x="64" y="44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6" y="36"/>
                      <a:pt x="68" y="34"/>
                      <a:pt x="68" y="32"/>
                    </a:cubicBezTo>
                    <a:cubicBezTo>
                      <a:pt x="68" y="12"/>
                      <a:pt x="68" y="12"/>
                      <a:pt x="68" y="12"/>
                    </a:cubicBezTo>
                    <a:cubicBezTo>
                      <a:pt x="68" y="5"/>
                      <a:pt x="63" y="0"/>
                      <a:pt x="5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7" y="0"/>
                      <a:pt x="12" y="5"/>
                      <a:pt x="12" y="1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4"/>
                      <a:pt x="14" y="36"/>
                      <a:pt x="16" y="36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5" y="44"/>
                      <a:pt x="0" y="49"/>
                      <a:pt x="0" y="56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76" y="80"/>
                      <a:pt x="76" y="80"/>
                      <a:pt x="76" y="80"/>
                    </a:cubicBezTo>
                    <a:cubicBezTo>
                      <a:pt x="78" y="80"/>
                      <a:pt x="80" y="78"/>
                      <a:pt x="80" y="7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0" y="49"/>
                      <a:pt x="75" y="44"/>
                      <a:pt x="68" y="44"/>
                    </a:cubicBezTo>
                    <a:close/>
                    <a:moveTo>
                      <a:pt x="68" y="52"/>
                    </a:moveTo>
                    <a:cubicBezTo>
                      <a:pt x="70" y="52"/>
                      <a:pt x="72" y="54"/>
                      <a:pt x="72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64" y="52"/>
                      <a:pt x="64" y="52"/>
                      <a:pt x="64" y="52"/>
                    </a:cubicBezTo>
                    <a:lnTo>
                      <a:pt x="68" y="52"/>
                    </a:lnTo>
                    <a:close/>
                    <a:moveTo>
                      <a:pt x="20" y="12"/>
                    </a:moveTo>
                    <a:cubicBezTo>
                      <a:pt x="20" y="10"/>
                      <a:pt x="22" y="8"/>
                      <a:pt x="24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8" y="8"/>
                      <a:pt x="60" y="10"/>
                      <a:pt x="60" y="12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0" y="28"/>
                      <a:pt x="20" y="28"/>
                      <a:pt x="20" y="28"/>
                    </a:cubicBezTo>
                    <a:lnTo>
                      <a:pt x="20" y="12"/>
                    </a:lnTo>
                    <a:close/>
                    <a:moveTo>
                      <a:pt x="12" y="52"/>
                    </a:moveTo>
                    <a:cubicBezTo>
                      <a:pt x="16" y="52"/>
                      <a:pt x="16" y="52"/>
                      <a:pt x="16" y="52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8" y="54"/>
                      <a:pt x="10" y="52"/>
                      <a:pt x="12" y="52"/>
                    </a:cubicBezTo>
                    <a:close/>
                    <a:moveTo>
                      <a:pt x="8" y="64"/>
                    </a:moveTo>
                    <a:cubicBezTo>
                      <a:pt x="16" y="64"/>
                      <a:pt x="16" y="64"/>
                      <a:pt x="16" y="64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8" y="72"/>
                      <a:pt x="8" y="72"/>
                      <a:pt x="8" y="72"/>
                    </a:cubicBezTo>
                    <a:lnTo>
                      <a:pt x="8" y="64"/>
                    </a:lnTo>
                    <a:close/>
                    <a:moveTo>
                      <a:pt x="24" y="36"/>
                    </a:move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24" y="72"/>
                      <a:pt x="24" y="72"/>
                      <a:pt x="24" y="72"/>
                    </a:cubicBezTo>
                    <a:lnTo>
                      <a:pt x="24" y="36"/>
                    </a:lnTo>
                    <a:close/>
                    <a:moveTo>
                      <a:pt x="64" y="72"/>
                    </a:moveTo>
                    <a:cubicBezTo>
                      <a:pt x="64" y="64"/>
                      <a:pt x="64" y="64"/>
                      <a:pt x="64" y="64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72" y="72"/>
                      <a:pt x="72" y="72"/>
                      <a:pt x="72" y="72"/>
                    </a:cubicBezTo>
                    <a:lnTo>
                      <a:pt x="64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8097838" y="3619501"/>
              <a:ext cx="252413" cy="227013"/>
              <a:chOff x="8097838" y="3619501"/>
              <a:chExt cx="252413" cy="227013"/>
            </a:xfrm>
          </p:grpSpPr>
          <p:sp>
            <p:nvSpPr>
              <p:cNvPr id="105" name="Freeform 104"/>
              <p:cNvSpPr>
                <a:spLocks noEditPoints="1"/>
              </p:cNvSpPr>
              <p:nvPr/>
            </p:nvSpPr>
            <p:spPr bwMode="auto">
              <a:xfrm>
                <a:off x="8097838" y="3619501"/>
                <a:ext cx="252413" cy="227013"/>
              </a:xfrm>
              <a:custGeom>
                <a:avLst/>
                <a:gdLst>
                  <a:gd name="T0" fmla="*/ 73 w 80"/>
                  <a:gd name="T1" fmla="*/ 45 h 72"/>
                  <a:gd name="T2" fmla="*/ 79 w 80"/>
                  <a:gd name="T3" fmla="*/ 39 h 72"/>
                  <a:gd name="T4" fmla="*/ 79 w 80"/>
                  <a:gd name="T5" fmla="*/ 33 h 72"/>
                  <a:gd name="T6" fmla="*/ 73 w 80"/>
                  <a:gd name="T7" fmla="*/ 27 h 72"/>
                  <a:gd name="T8" fmla="*/ 79 w 80"/>
                  <a:gd name="T9" fmla="*/ 18 h 72"/>
                  <a:gd name="T10" fmla="*/ 80 w 80"/>
                  <a:gd name="T11" fmla="*/ 14 h 72"/>
                  <a:gd name="T12" fmla="*/ 76 w 80"/>
                  <a:gd name="T13" fmla="*/ 12 h 72"/>
                  <a:gd name="T14" fmla="*/ 47 w 80"/>
                  <a:gd name="T15" fmla="*/ 12 h 72"/>
                  <a:gd name="T16" fmla="*/ 24 w 80"/>
                  <a:gd name="T17" fmla="*/ 0 h 72"/>
                  <a:gd name="T18" fmla="*/ 0 w 80"/>
                  <a:gd name="T19" fmla="*/ 16 h 72"/>
                  <a:gd name="T20" fmla="*/ 0 w 80"/>
                  <a:gd name="T21" fmla="*/ 56 h 72"/>
                  <a:gd name="T22" fmla="*/ 24 w 80"/>
                  <a:gd name="T23" fmla="*/ 72 h 72"/>
                  <a:gd name="T24" fmla="*/ 47 w 80"/>
                  <a:gd name="T25" fmla="*/ 60 h 72"/>
                  <a:gd name="T26" fmla="*/ 76 w 80"/>
                  <a:gd name="T27" fmla="*/ 60 h 72"/>
                  <a:gd name="T28" fmla="*/ 80 w 80"/>
                  <a:gd name="T29" fmla="*/ 58 h 72"/>
                  <a:gd name="T30" fmla="*/ 79 w 80"/>
                  <a:gd name="T31" fmla="*/ 54 h 72"/>
                  <a:gd name="T32" fmla="*/ 73 w 80"/>
                  <a:gd name="T33" fmla="*/ 45 h 72"/>
                  <a:gd name="T34" fmla="*/ 24 w 80"/>
                  <a:gd name="T35" fmla="*/ 8 h 72"/>
                  <a:gd name="T36" fmla="*/ 40 w 80"/>
                  <a:gd name="T37" fmla="*/ 16 h 72"/>
                  <a:gd name="T38" fmla="*/ 24 w 80"/>
                  <a:gd name="T39" fmla="*/ 24 h 72"/>
                  <a:gd name="T40" fmla="*/ 8 w 80"/>
                  <a:gd name="T41" fmla="*/ 16 h 72"/>
                  <a:gd name="T42" fmla="*/ 24 w 80"/>
                  <a:gd name="T43" fmla="*/ 8 h 72"/>
                  <a:gd name="T44" fmla="*/ 24 w 80"/>
                  <a:gd name="T45" fmla="*/ 64 h 72"/>
                  <a:gd name="T46" fmla="*/ 8 w 80"/>
                  <a:gd name="T47" fmla="*/ 56 h 72"/>
                  <a:gd name="T48" fmla="*/ 8 w 80"/>
                  <a:gd name="T49" fmla="*/ 28 h 72"/>
                  <a:gd name="T50" fmla="*/ 24 w 80"/>
                  <a:gd name="T51" fmla="*/ 32 h 72"/>
                  <a:gd name="T52" fmla="*/ 40 w 80"/>
                  <a:gd name="T53" fmla="*/ 28 h 72"/>
                  <a:gd name="T54" fmla="*/ 40 w 80"/>
                  <a:gd name="T55" fmla="*/ 56 h 72"/>
                  <a:gd name="T56" fmla="*/ 24 w 80"/>
                  <a:gd name="T57" fmla="*/ 64 h 72"/>
                  <a:gd name="T58" fmla="*/ 65 w 80"/>
                  <a:gd name="T59" fmla="*/ 46 h 72"/>
                  <a:gd name="T60" fmla="*/ 69 w 80"/>
                  <a:gd name="T61" fmla="*/ 52 h 72"/>
                  <a:gd name="T62" fmla="*/ 48 w 80"/>
                  <a:gd name="T63" fmla="*/ 52 h 72"/>
                  <a:gd name="T64" fmla="*/ 48 w 80"/>
                  <a:gd name="T65" fmla="*/ 20 h 72"/>
                  <a:gd name="T66" fmla="*/ 69 w 80"/>
                  <a:gd name="T67" fmla="*/ 20 h 72"/>
                  <a:gd name="T68" fmla="*/ 65 w 80"/>
                  <a:gd name="T69" fmla="*/ 26 h 72"/>
                  <a:gd name="T70" fmla="*/ 65 w 80"/>
                  <a:gd name="T71" fmla="*/ 31 h 72"/>
                  <a:gd name="T72" fmla="*/ 70 w 80"/>
                  <a:gd name="T73" fmla="*/ 36 h 72"/>
                  <a:gd name="T74" fmla="*/ 65 w 80"/>
                  <a:gd name="T75" fmla="*/ 41 h 72"/>
                  <a:gd name="T76" fmla="*/ 65 w 80"/>
                  <a:gd name="T77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0" h="72">
                    <a:moveTo>
                      <a:pt x="73" y="45"/>
                    </a:moveTo>
                    <a:cubicBezTo>
                      <a:pt x="79" y="39"/>
                      <a:pt x="79" y="39"/>
                      <a:pt x="79" y="39"/>
                    </a:cubicBezTo>
                    <a:cubicBezTo>
                      <a:pt x="80" y="37"/>
                      <a:pt x="80" y="35"/>
                      <a:pt x="79" y="33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79" y="18"/>
                      <a:pt x="79" y="18"/>
                      <a:pt x="79" y="18"/>
                    </a:cubicBezTo>
                    <a:cubicBezTo>
                      <a:pt x="80" y="17"/>
                      <a:pt x="80" y="15"/>
                      <a:pt x="80" y="14"/>
                    </a:cubicBezTo>
                    <a:cubicBezTo>
                      <a:pt x="79" y="13"/>
                      <a:pt x="77" y="12"/>
                      <a:pt x="76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5" y="5"/>
                      <a:pt x="35" y="0"/>
                      <a:pt x="24" y="0"/>
                    </a:cubicBezTo>
                    <a:cubicBezTo>
                      <a:pt x="11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11" y="72"/>
                      <a:pt x="24" y="72"/>
                    </a:cubicBezTo>
                    <a:cubicBezTo>
                      <a:pt x="35" y="72"/>
                      <a:pt x="45" y="67"/>
                      <a:pt x="47" y="60"/>
                    </a:cubicBezTo>
                    <a:cubicBezTo>
                      <a:pt x="76" y="60"/>
                      <a:pt x="76" y="60"/>
                      <a:pt x="76" y="60"/>
                    </a:cubicBezTo>
                    <a:cubicBezTo>
                      <a:pt x="77" y="60"/>
                      <a:pt x="79" y="59"/>
                      <a:pt x="80" y="58"/>
                    </a:cubicBezTo>
                    <a:cubicBezTo>
                      <a:pt x="80" y="57"/>
                      <a:pt x="80" y="55"/>
                      <a:pt x="79" y="54"/>
                    </a:cubicBezTo>
                    <a:lnTo>
                      <a:pt x="73" y="45"/>
                    </a:lnTo>
                    <a:close/>
                    <a:moveTo>
                      <a:pt x="24" y="8"/>
                    </a:moveTo>
                    <a:cubicBezTo>
                      <a:pt x="33" y="8"/>
                      <a:pt x="40" y="12"/>
                      <a:pt x="40" y="16"/>
                    </a:cubicBezTo>
                    <a:cubicBezTo>
                      <a:pt x="40" y="20"/>
                      <a:pt x="33" y="24"/>
                      <a:pt x="24" y="24"/>
                    </a:cubicBezTo>
                    <a:cubicBezTo>
                      <a:pt x="15" y="24"/>
                      <a:pt x="8" y="20"/>
                      <a:pt x="8" y="16"/>
                    </a:cubicBezTo>
                    <a:cubicBezTo>
                      <a:pt x="8" y="12"/>
                      <a:pt x="15" y="8"/>
                      <a:pt x="24" y="8"/>
                    </a:cubicBezTo>
                    <a:close/>
                    <a:moveTo>
                      <a:pt x="24" y="64"/>
                    </a:moveTo>
                    <a:cubicBezTo>
                      <a:pt x="15" y="64"/>
                      <a:pt x="8" y="60"/>
                      <a:pt x="8" y="56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2" y="30"/>
                      <a:pt x="18" y="32"/>
                      <a:pt x="24" y="32"/>
                    </a:cubicBezTo>
                    <a:cubicBezTo>
                      <a:pt x="30" y="32"/>
                      <a:pt x="36" y="30"/>
                      <a:pt x="40" y="28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60"/>
                      <a:pt x="33" y="64"/>
                      <a:pt x="24" y="64"/>
                    </a:cubicBezTo>
                    <a:close/>
                    <a:moveTo>
                      <a:pt x="65" y="46"/>
                    </a:moveTo>
                    <a:cubicBezTo>
                      <a:pt x="69" y="52"/>
                      <a:pt x="69" y="52"/>
                      <a:pt x="69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4" y="27"/>
                      <a:pt x="64" y="29"/>
                      <a:pt x="65" y="31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4" y="43"/>
                      <a:pt x="64" y="45"/>
                      <a:pt x="65" y="4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Oval 105"/>
              <p:cNvSpPr>
                <a:spLocks noChangeArrowheads="1"/>
              </p:cNvSpPr>
              <p:nvPr/>
            </p:nvSpPr>
            <p:spPr bwMode="auto">
              <a:xfrm>
                <a:off x="8161338" y="3657601"/>
                <a:ext cx="23813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9" name="Freeform 108"/>
            <p:cNvSpPr>
              <a:spLocks noEditPoints="1"/>
            </p:cNvSpPr>
            <p:nvPr/>
          </p:nvSpPr>
          <p:spPr bwMode="auto">
            <a:xfrm>
              <a:off x="7491413" y="3757613"/>
              <a:ext cx="252413" cy="101600"/>
            </a:xfrm>
            <a:custGeom>
              <a:avLst/>
              <a:gdLst>
                <a:gd name="T0" fmla="*/ 64 w 80"/>
                <a:gd name="T1" fmla="*/ 0 h 32"/>
                <a:gd name="T2" fmla="*/ 16 w 80"/>
                <a:gd name="T3" fmla="*/ 0 h 32"/>
                <a:gd name="T4" fmla="*/ 0 w 80"/>
                <a:gd name="T5" fmla="*/ 16 h 32"/>
                <a:gd name="T6" fmla="*/ 16 w 80"/>
                <a:gd name="T7" fmla="*/ 32 h 32"/>
                <a:gd name="T8" fmla="*/ 64 w 80"/>
                <a:gd name="T9" fmla="*/ 32 h 32"/>
                <a:gd name="T10" fmla="*/ 80 w 80"/>
                <a:gd name="T11" fmla="*/ 16 h 32"/>
                <a:gd name="T12" fmla="*/ 64 w 80"/>
                <a:gd name="T13" fmla="*/ 0 h 32"/>
                <a:gd name="T14" fmla="*/ 64 w 80"/>
                <a:gd name="T15" fmla="*/ 24 h 32"/>
                <a:gd name="T16" fmla="*/ 16 w 80"/>
                <a:gd name="T17" fmla="*/ 24 h 32"/>
                <a:gd name="T18" fmla="*/ 8 w 80"/>
                <a:gd name="T19" fmla="*/ 16 h 32"/>
                <a:gd name="T20" fmla="*/ 16 w 80"/>
                <a:gd name="T21" fmla="*/ 8 h 32"/>
                <a:gd name="T22" fmla="*/ 64 w 80"/>
                <a:gd name="T23" fmla="*/ 8 h 32"/>
                <a:gd name="T24" fmla="*/ 72 w 80"/>
                <a:gd name="T25" fmla="*/ 16 h 32"/>
                <a:gd name="T26" fmla="*/ 64 w 80"/>
                <a:gd name="T27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32">
                  <a:moveTo>
                    <a:pt x="6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73" y="32"/>
                    <a:pt x="80" y="25"/>
                    <a:pt x="80" y="16"/>
                  </a:cubicBezTo>
                  <a:cubicBezTo>
                    <a:pt x="80" y="7"/>
                    <a:pt x="73" y="0"/>
                    <a:pt x="64" y="0"/>
                  </a:cubicBezTo>
                  <a:close/>
                  <a:moveTo>
                    <a:pt x="64" y="24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12" y="24"/>
                    <a:pt x="8" y="20"/>
                    <a:pt x="8" y="16"/>
                  </a:cubicBezTo>
                  <a:cubicBezTo>
                    <a:pt x="8" y="12"/>
                    <a:pt x="12" y="8"/>
                    <a:pt x="16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8" y="8"/>
                    <a:pt x="72" y="12"/>
                    <a:pt x="72" y="16"/>
                  </a:cubicBezTo>
                  <a:cubicBezTo>
                    <a:pt x="72" y="20"/>
                    <a:pt x="68" y="24"/>
                    <a:pt x="64" y="24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7523163" y="3606801"/>
              <a:ext cx="220662" cy="214312"/>
              <a:chOff x="7523163" y="3606801"/>
              <a:chExt cx="220662" cy="214312"/>
            </a:xfrm>
          </p:grpSpPr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>
                <a:off x="7523163" y="3606801"/>
                <a:ext cx="106363" cy="142875"/>
              </a:xfrm>
              <a:custGeom>
                <a:avLst/>
                <a:gdLst>
                  <a:gd name="T0" fmla="*/ 9 w 34"/>
                  <a:gd name="T1" fmla="*/ 44 h 45"/>
                  <a:gd name="T2" fmla="*/ 19 w 34"/>
                  <a:gd name="T3" fmla="*/ 13 h 45"/>
                  <a:gd name="T4" fmla="*/ 26 w 34"/>
                  <a:gd name="T5" fmla="*/ 25 h 45"/>
                  <a:gd name="T6" fmla="*/ 20 w 34"/>
                  <a:gd name="T7" fmla="*/ 44 h 45"/>
                  <a:gd name="T8" fmla="*/ 28 w 34"/>
                  <a:gd name="T9" fmla="*/ 44 h 45"/>
                  <a:gd name="T10" fmla="*/ 34 w 34"/>
                  <a:gd name="T11" fmla="*/ 25 h 45"/>
                  <a:gd name="T12" fmla="*/ 33 w 34"/>
                  <a:gd name="T13" fmla="*/ 22 h 45"/>
                  <a:gd name="T14" fmla="*/ 21 w 34"/>
                  <a:gd name="T15" fmla="*/ 2 h 45"/>
                  <a:gd name="T16" fmla="*/ 18 w 34"/>
                  <a:gd name="T17" fmla="*/ 0 h 45"/>
                  <a:gd name="T18" fmla="*/ 14 w 34"/>
                  <a:gd name="T19" fmla="*/ 3 h 45"/>
                  <a:gd name="T20" fmla="*/ 0 w 34"/>
                  <a:gd name="T21" fmla="*/ 45 h 45"/>
                  <a:gd name="T22" fmla="*/ 6 w 34"/>
                  <a:gd name="T23" fmla="*/ 44 h 45"/>
                  <a:gd name="T24" fmla="*/ 9 w 34"/>
                  <a:gd name="T25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45">
                    <a:moveTo>
                      <a:pt x="9" y="44"/>
                    </a:moveTo>
                    <a:cubicBezTo>
                      <a:pt x="19" y="13"/>
                      <a:pt x="19" y="13"/>
                      <a:pt x="19" y="1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4"/>
                      <a:pt x="34" y="23"/>
                      <a:pt x="33" y="2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1"/>
                      <a:pt x="19" y="0"/>
                      <a:pt x="18" y="0"/>
                    </a:cubicBezTo>
                    <a:cubicBezTo>
                      <a:pt x="16" y="0"/>
                      <a:pt x="15" y="1"/>
                      <a:pt x="14" y="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2" y="44"/>
                      <a:pt x="4" y="44"/>
                      <a:pt x="6" y="44"/>
                    </a:cubicBezTo>
                    <a:lnTo>
                      <a:pt x="9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7"/>
              <p:cNvSpPr>
                <a:spLocks/>
              </p:cNvSpPr>
              <p:nvPr/>
            </p:nvSpPr>
            <p:spPr bwMode="auto">
              <a:xfrm>
                <a:off x="7667625" y="3644901"/>
                <a:ext cx="76200" cy="125413"/>
              </a:xfrm>
              <a:custGeom>
                <a:avLst/>
                <a:gdLst>
                  <a:gd name="T0" fmla="*/ 12 w 24"/>
                  <a:gd name="T1" fmla="*/ 0 h 40"/>
                  <a:gd name="T2" fmla="*/ 0 w 24"/>
                  <a:gd name="T3" fmla="*/ 12 h 40"/>
                  <a:gd name="T4" fmla="*/ 0 w 24"/>
                  <a:gd name="T5" fmla="*/ 32 h 40"/>
                  <a:gd name="T6" fmla="*/ 8 w 24"/>
                  <a:gd name="T7" fmla="*/ 32 h 40"/>
                  <a:gd name="T8" fmla="*/ 8 w 24"/>
                  <a:gd name="T9" fmla="*/ 24 h 40"/>
                  <a:gd name="T10" fmla="*/ 12 w 24"/>
                  <a:gd name="T11" fmla="*/ 24 h 40"/>
                  <a:gd name="T12" fmla="*/ 12 w 24"/>
                  <a:gd name="T13" fmla="*/ 16 h 40"/>
                  <a:gd name="T14" fmla="*/ 8 w 24"/>
                  <a:gd name="T15" fmla="*/ 16 h 40"/>
                  <a:gd name="T16" fmla="*/ 8 w 24"/>
                  <a:gd name="T17" fmla="*/ 12 h 40"/>
                  <a:gd name="T18" fmla="*/ 12 w 24"/>
                  <a:gd name="T19" fmla="*/ 8 h 40"/>
                  <a:gd name="T20" fmla="*/ 16 w 24"/>
                  <a:gd name="T21" fmla="*/ 12 h 40"/>
                  <a:gd name="T22" fmla="*/ 16 w 24"/>
                  <a:gd name="T23" fmla="*/ 34 h 40"/>
                  <a:gd name="T24" fmla="*/ 24 w 24"/>
                  <a:gd name="T25" fmla="*/ 40 h 40"/>
                  <a:gd name="T26" fmla="*/ 24 w 24"/>
                  <a:gd name="T27" fmla="*/ 12 h 40"/>
                  <a:gd name="T28" fmla="*/ 12 w 24"/>
                  <a:gd name="T2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40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9" y="35"/>
                      <a:pt x="22" y="37"/>
                      <a:pt x="24" y="4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Oval 109"/>
              <p:cNvSpPr>
                <a:spLocks noChangeArrowheads="1"/>
              </p:cNvSpPr>
              <p:nvPr/>
            </p:nvSpPr>
            <p:spPr bwMode="auto">
              <a:xfrm>
                <a:off x="7540625" y="379571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Oval 110"/>
              <p:cNvSpPr>
                <a:spLocks noChangeArrowheads="1"/>
              </p:cNvSpPr>
              <p:nvPr/>
            </p:nvSpPr>
            <p:spPr bwMode="auto">
              <a:xfrm>
                <a:off x="7667625" y="379571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8716963" y="3606801"/>
              <a:ext cx="227013" cy="252413"/>
              <a:chOff x="8716963" y="3606801"/>
              <a:chExt cx="227013" cy="252413"/>
            </a:xfrm>
          </p:grpSpPr>
          <p:sp>
            <p:nvSpPr>
              <p:cNvPr id="112" name="Freeform 111"/>
              <p:cNvSpPr>
                <a:spLocks noEditPoints="1"/>
              </p:cNvSpPr>
              <p:nvPr/>
            </p:nvSpPr>
            <p:spPr bwMode="auto">
              <a:xfrm>
                <a:off x="8716963" y="3733801"/>
                <a:ext cx="227013" cy="125413"/>
              </a:xfrm>
              <a:custGeom>
                <a:avLst/>
                <a:gdLst>
                  <a:gd name="T0" fmla="*/ 68 w 72"/>
                  <a:gd name="T1" fmla="*/ 0 h 40"/>
                  <a:gd name="T2" fmla="*/ 4 w 72"/>
                  <a:gd name="T3" fmla="*/ 0 h 40"/>
                  <a:gd name="T4" fmla="*/ 0 w 72"/>
                  <a:gd name="T5" fmla="*/ 4 h 40"/>
                  <a:gd name="T6" fmla="*/ 0 w 72"/>
                  <a:gd name="T7" fmla="*/ 36 h 40"/>
                  <a:gd name="T8" fmla="*/ 4 w 72"/>
                  <a:gd name="T9" fmla="*/ 40 h 40"/>
                  <a:gd name="T10" fmla="*/ 68 w 72"/>
                  <a:gd name="T11" fmla="*/ 40 h 40"/>
                  <a:gd name="T12" fmla="*/ 72 w 72"/>
                  <a:gd name="T13" fmla="*/ 36 h 40"/>
                  <a:gd name="T14" fmla="*/ 72 w 72"/>
                  <a:gd name="T15" fmla="*/ 4 h 40"/>
                  <a:gd name="T16" fmla="*/ 68 w 72"/>
                  <a:gd name="T17" fmla="*/ 0 h 40"/>
                  <a:gd name="T18" fmla="*/ 20 w 72"/>
                  <a:gd name="T19" fmla="*/ 8 h 40"/>
                  <a:gd name="T20" fmla="*/ 52 w 72"/>
                  <a:gd name="T21" fmla="*/ 8 h 40"/>
                  <a:gd name="T22" fmla="*/ 52 w 72"/>
                  <a:gd name="T23" fmla="*/ 20 h 40"/>
                  <a:gd name="T24" fmla="*/ 20 w 72"/>
                  <a:gd name="T25" fmla="*/ 20 h 40"/>
                  <a:gd name="T26" fmla="*/ 20 w 72"/>
                  <a:gd name="T27" fmla="*/ 8 h 40"/>
                  <a:gd name="T28" fmla="*/ 64 w 72"/>
                  <a:gd name="T29" fmla="*/ 32 h 40"/>
                  <a:gd name="T30" fmla="*/ 8 w 72"/>
                  <a:gd name="T31" fmla="*/ 32 h 40"/>
                  <a:gd name="T32" fmla="*/ 8 w 72"/>
                  <a:gd name="T33" fmla="*/ 8 h 40"/>
                  <a:gd name="T34" fmla="*/ 12 w 72"/>
                  <a:gd name="T35" fmla="*/ 8 h 40"/>
                  <a:gd name="T36" fmla="*/ 12 w 72"/>
                  <a:gd name="T37" fmla="*/ 24 h 40"/>
                  <a:gd name="T38" fmla="*/ 16 w 72"/>
                  <a:gd name="T39" fmla="*/ 28 h 40"/>
                  <a:gd name="T40" fmla="*/ 56 w 72"/>
                  <a:gd name="T41" fmla="*/ 28 h 40"/>
                  <a:gd name="T42" fmla="*/ 60 w 72"/>
                  <a:gd name="T43" fmla="*/ 24 h 40"/>
                  <a:gd name="T44" fmla="*/ 60 w 72"/>
                  <a:gd name="T45" fmla="*/ 8 h 40"/>
                  <a:gd name="T46" fmla="*/ 64 w 72"/>
                  <a:gd name="T47" fmla="*/ 8 h 40"/>
                  <a:gd name="T48" fmla="*/ 64 w 72"/>
                  <a:gd name="T49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2" h="40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70" y="40"/>
                      <a:pt x="72" y="38"/>
                      <a:pt x="72" y="36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  <a:moveTo>
                      <a:pt x="20" y="8"/>
                    </a:moveTo>
                    <a:cubicBezTo>
                      <a:pt x="52" y="8"/>
                      <a:pt x="52" y="8"/>
                      <a:pt x="52" y="8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8"/>
                    </a:lnTo>
                    <a:close/>
                    <a:moveTo>
                      <a:pt x="64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6"/>
                      <a:pt x="14" y="28"/>
                      <a:pt x="16" y="28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8" y="28"/>
                      <a:pt x="60" y="26"/>
                      <a:pt x="60" y="24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64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Rectangle 112"/>
              <p:cNvSpPr>
                <a:spLocks noChangeArrowheads="1"/>
              </p:cNvSpPr>
              <p:nvPr/>
            </p:nvSpPr>
            <p:spPr bwMode="auto">
              <a:xfrm>
                <a:off x="8816975" y="3606801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113"/>
              <p:cNvSpPr>
                <a:spLocks/>
              </p:cNvSpPr>
              <p:nvPr/>
            </p:nvSpPr>
            <p:spPr bwMode="auto">
              <a:xfrm>
                <a:off x="8720138" y="3622676"/>
                <a:ext cx="44450" cy="44450"/>
              </a:xfrm>
              <a:custGeom>
                <a:avLst/>
                <a:gdLst>
                  <a:gd name="T0" fmla="*/ 28 w 28"/>
                  <a:gd name="T1" fmla="*/ 16 h 28"/>
                  <a:gd name="T2" fmla="*/ 12 w 28"/>
                  <a:gd name="T3" fmla="*/ 0 h 28"/>
                  <a:gd name="T4" fmla="*/ 0 w 28"/>
                  <a:gd name="T5" fmla="*/ 12 h 28"/>
                  <a:gd name="T6" fmla="*/ 16 w 28"/>
                  <a:gd name="T7" fmla="*/ 28 h 28"/>
                  <a:gd name="T8" fmla="*/ 28 w 28"/>
                  <a:gd name="T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6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16" y="28"/>
                    </a:lnTo>
                    <a:lnTo>
                      <a:pt x="28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114"/>
              <p:cNvSpPr>
                <a:spLocks/>
              </p:cNvSpPr>
              <p:nvPr/>
            </p:nvSpPr>
            <p:spPr bwMode="auto">
              <a:xfrm>
                <a:off x="8896350" y="3622676"/>
                <a:ext cx="44450" cy="44450"/>
              </a:xfrm>
              <a:custGeom>
                <a:avLst/>
                <a:gdLst>
                  <a:gd name="T0" fmla="*/ 28 w 28"/>
                  <a:gd name="T1" fmla="*/ 12 h 28"/>
                  <a:gd name="T2" fmla="*/ 16 w 28"/>
                  <a:gd name="T3" fmla="*/ 0 h 28"/>
                  <a:gd name="T4" fmla="*/ 0 w 28"/>
                  <a:gd name="T5" fmla="*/ 16 h 28"/>
                  <a:gd name="T6" fmla="*/ 12 w 28"/>
                  <a:gd name="T7" fmla="*/ 28 h 28"/>
                  <a:gd name="T8" fmla="*/ 28 w 28"/>
                  <a:gd name="T9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2"/>
                    </a:moveTo>
                    <a:lnTo>
                      <a:pt x="16" y="0"/>
                    </a:lnTo>
                    <a:lnTo>
                      <a:pt x="0" y="16"/>
                    </a:lnTo>
                    <a:lnTo>
                      <a:pt x="12" y="28"/>
                    </a:lnTo>
                    <a:lnTo>
                      <a:pt x="28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115"/>
              <p:cNvSpPr>
                <a:spLocks/>
              </p:cNvSpPr>
              <p:nvPr/>
            </p:nvSpPr>
            <p:spPr bwMode="auto">
              <a:xfrm>
                <a:off x="8729663" y="3657601"/>
                <a:ext cx="201613" cy="63500"/>
              </a:xfrm>
              <a:custGeom>
                <a:avLst/>
                <a:gdLst>
                  <a:gd name="T0" fmla="*/ 0 w 64"/>
                  <a:gd name="T1" fmla="*/ 20 h 20"/>
                  <a:gd name="T2" fmla="*/ 8 w 64"/>
                  <a:gd name="T3" fmla="*/ 20 h 20"/>
                  <a:gd name="T4" fmla="*/ 12 w 64"/>
                  <a:gd name="T5" fmla="*/ 16 h 20"/>
                  <a:gd name="T6" fmla="*/ 15 w 64"/>
                  <a:gd name="T7" fmla="*/ 17 h 20"/>
                  <a:gd name="T8" fmla="*/ 18 w 64"/>
                  <a:gd name="T9" fmla="*/ 18 h 20"/>
                  <a:gd name="T10" fmla="*/ 21 w 64"/>
                  <a:gd name="T11" fmla="*/ 15 h 20"/>
                  <a:gd name="T12" fmla="*/ 32 w 64"/>
                  <a:gd name="T13" fmla="*/ 8 h 20"/>
                  <a:gd name="T14" fmla="*/ 43 w 64"/>
                  <a:gd name="T15" fmla="*/ 15 h 20"/>
                  <a:gd name="T16" fmla="*/ 46 w 64"/>
                  <a:gd name="T17" fmla="*/ 18 h 20"/>
                  <a:gd name="T18" fmla="*/ 49 w 64"/>
                  <a:gd name="T19" fmla="*/ 17 h 20"/>
                  <a:gd name="T20" fmla="*/ 52 w 64"/>
                  <a:gd name="T21" fmla="*/ 16 h 20"/>
                  <a:gd name="T22" fmla="*/ 56 w 64"/>
                  <a:gd name="T23" fmla="*/ 20 h 20"/>
                  <a:gd name="T24" fmla="*/ 64 w 64"/>
                  <a:gd name="T25" fmla="*/ 20 h 20"/>
                  <a:gd name="T26" fmla="*/ 52 w 64"/>
                  <a:gd name="T27" fmla="*/ 8 h 20"/>
                  <a:gd name="T28" fmla="*/ 48 w 64"/>
                  <a:gd name="T29" fmla="*/ 9 h 20"/>
                  <a:gd name="T30" fmla="*/ 32 w 64"/>
                  <a:gd name="T31" fmla="*/ 0 h 20"/>
                  <a:gd name="T32" fmla="*/ 16 w 64"/>
                  <a:gd name="T33" fmla="*/ 9 h 20"/>
                  <a:gd name="T34" fmla="*/ 12 w 64"/>
                  <a:gd name="T35" fmla="*/ 8 h 20"/>
                  <a:gd name="T36" fmla="*/ 0 w 64"/>
                  <a:gd name="T3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4" h="20">
                    <a:moveTo>
                      <a:pt x="0" y="20"/>
                    </a:moveTo>
                    <a:cubicBezTo>
                      <a:pt x="8" y="20"/>
                      <a:pt x="8" y="20"/>
                      <a:pt x="8" y="20"/>
                    </a:cubicBezTo>
                    <a:cubicBezTo>
                      <a:pt x="8" y="18"/>
                      <a:pt x="10" y="16"/>
                      <a:pt x="12" y="16"/>
                    </a:cubicBezTo>
                    <a:cubicBezTo>
                      <a:pt x="13" y="16"/>
                      <a:pt x="14" y="17"/>
                      <a:pt x="15" y="17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9" y="18"/>
                      <a:pt x="20" y="17"/>
                      <a:pt x="21" y="15"/>
                    </a:cubicBezTo>
                    <a:cubicBezTo>
                      <a:pt x="23" y="11"/>
                      <a:pt x="27" y="8"/>
                      <a:pt x="32" y="8"/>
                    </a:cubicBezTo>
                    <a:cubicBezTo>
                      <a:pt x="37" y="8"/>
                      <a:pt x="41" y="11"/>
                      <a:pt x="43" y="15"/>
                    </a:cubicBezTo>
                    <a:cubicBezTo>
                      <a:pt x="44" y="17"/>
                      <a:pt x="45" y="18"/>
                      <a:pt x="46" y="18"/>
                    </a:cubicBezTo>
                    <a:cubicBezTo>
                      <a:pt x="47" y="18"/>
                      <a:pt x="48" y="18"/>
                      <a:pt x="49" y="17"/>
                    </a:cubicBezTo>
                    <a:cubicBezTo>
                      <a:pt x="50" y="17"/>
                      <a:pt x="51" y="16"/>
                      <a:pt x="52" y="16"/>
                    </a:cubicBezTo>
                    <a:cubicBezTo>
                      <a:pt x="54" y="16"/>
                      <a:pt x="56" y="18"/>
                      <a:pt x="56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4" y="13"/>
                      <a:pt x="59" y="8"/>
                      <a:pt x="52" y="8"/>
                    </a:cubicBezTo>
                    <a:cubicBezTo>
                      <a:pt x="51" y="8"/>
                      <a:pt x="50" y="8"/>
                      <a:pt x="48" y="9"/>
                    </a:cubicBezTo>
                    <a:cubicBezTo>
                      <a:pt x="45" y="3"/>
                      <a:pt x="39" y="0"/>
                      <a:pt x="32" y="0"/>
                    </a:cubicBezTo>
                    <a:cubicBezTo>
                      <a:pt x="25" y="0"/>
                      <a:pt x="19" y="3"/>
                      <a:pt x="16" y="9"/>
                    </a:cubicBezTo>
                    <a:cubicBezTo>
                      <a:pt x="14" y="8"/>
                      <a:pt x="13" y="8"/>
                      <a:pt x="12" y="8"/>
                    </a:cubicBezTo>
                    <a:cubicBezTo>
                      <a:pt x="5" y="8"/>
                      <a:pt x="0" y="13"/>
                      <a:pt x="0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Oval 116"/>
              <p:cNvSpPr>
                <a:spLocks noChangeArrowheads="1"/>
              </p:cNvSpPr>
              <p:nvPr/>
            </p:nvSpPr>
            <p:spPr bwMode="auto">
              <a:xfrm>
                <a:off x="8816975" y="376396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2" name="组合 191"/>
            <p:cNvGrpSpPr/>
            <p:nvPr/>
          </p:nvGrpSpPr>
          <p:grpSpPr>
            <a:xfrm>
              <a:off x="6884988" y="3594101"/>
              <a:ext cx="239712" cy="265113"/>
              <a:chOff x="6884988" y="3594101"/>
              <a:chExt cx="239712" cy="265113"/>
            </a:xfrm>
          </p:grpSpPr>
          <p:sp>
            <p:nvSpPr>
              <p:cNvPr id="118" name="Freeform 117"/>
              <p:cNvSpPr>
                <a:spLocks noEditPoints="1"/>
              </p:cNvSpPr>
              <p:nvPr/>
            </p:nvSpPr>
            <p:spPr bwMode="auto">
              <a:xfrm>
                <a:off x="6884988" y="3632201"/>
                <a:ext cx="173038" cy="227013"/>
              </a:xfrm>
              <a:custGeom>
                <a:avLst/>
                <a:gdLst>
                  <a:gd name="T0" fmla="*/ 44 w 55"/>
                  <a:gd name="T1" fmla="*/ 16 h 72"/>
                  <a:gd name="T2" fmla="*/ 44 w 55"/>
                  <a:gd name="T3" fmla="*/ 4 h 72"/>
                  <a:gd name="T4" fmla="*/ 40 w 55"/>
                  <a:gd name="T5" fmla="*/ 0 h 72"/>
                  <a:gd name="T6" fmla="*/ 16 w 55"/>
                  <a:gd name="T7" fmla="*/ 0 h 72"/>
                  <a:gd name="T8" fmla="*/ 13 w 55"/>
                  <a:gd name="T9" fmla="*/ 2 h 72"/>
                  <a:gd name="T10" fmla="*/ 5 w 55"/>
                  <a:gd name="T11" fmla="*/ 14 h 72"/>
                  <a:gd name="T12" fmla="*/ 4 w 55"/>
                  <a:gd name="T13" fmla="*/ 18 h 72"/>
                  <a:gd name="T14" fmla="*/ 8 w 55"/>
                  <a:gd name="T15" fmla="*/ 20 h 72"/>
                  <a:gd name="T16" fmla="*/ 12 w 55"/>
                  <a:gd name="T17" fmla="*/ 20 h 72"/>
                  <a:gd name="T18" fmla="*/ 12 w 55"/>
                  <a:gd name="T19" fmla="*/ 26 h 72"/>
                  <a:gd name="T20" fmla="*/ 1 w 55"/>
                  <a:gd name="T21" fmla="*/ 37 h 72"/>
                  <a:gd name="T22" fmla="*/ 0 w 55"/>
                  <a:gd name="T23" fmla="*/ 40 h 72"/>
                  <a:gd name="T24" fmla="*/ 0 w 55"/>
                  <a:gd name="T25" fmla="*/ 68 h 72"/>
                  <a:gd name="T26" fmla="*/ 4 w 55"/>
                  <a:gd name="T27" fmla="*/ 72 h 72"/>
                  <a:gd name="T28" fmla="*/ 40 w 55"/>
                  <a:gd name="T29" fmla="*/ 72 h 72"/>
                  <a:gd name="T30" fmla="*/ 44 w 55"/>
                  <a:gd name="T31" fmla="*/ 68 h 72"/>
                  <a:gd name="T32" fmla="*/ 44 w 55"/>
                  <a:gd name="T33" fmla="*/ 40 h 72"/>
                  <a:gd name="T34" fmla="*/ 43 w 55"/>
                  <a:gd name="T35" fmla="*/ 37 h 72"/>
                  <a:gd name="T36" fmla="*/ 32 w 55"/>
                  <a:gd name="T37" fmla="*/ 26 h 72"/>
                  <a:gd name="T38" fmla="*/ 32 w 55"/>
                  <a:gd name="T39" fmla="*/ 20 h 72"/>
                  <a:gd name="T40" fmla="*/ 36 w 55"/>
                  <a:gd name="T41" fmla="*/ 20 h 72"/>
                  <a:gd name="T42" fmla="*/ 36 w 55"/>
                  <a:gd name="T43" fmla="*/ 24 h 72"/>
                  <a:gd name="T44" fmla="*/ 37 w 55"/>
                  <a:gd name="T45" fmla="*/ 27 h 72"/>
                  <a:gd name="T46" fmla="*/ 49 w 55"/>
                  <a:gd name="T47" fmla="*/ 39 h 72"/>
                  <a:gd name="T48" fmla="*/ 55 w 55"/>
                  <a:gd name="T49" fmla="*/ 33 h 72"/>
                  <a:gd name="T50" fmla="*/ 44 w 55"/>
                  <a:gd name="T51" fmla="*/ 22 h 72"/>
                  <a:gd name="T52" fmla="*/ 44 w 55"/>
                  <a:gd name="T53" fmla="*/ 16 h 72"/>
                  <a:gd name="T54" fmla="*/ 18 w 55"/>
                  <a:gd name="T55" fmla="*/ 8 h 72"/>
                  <a:gd name="T56" fmla="*/ 36 w 55"/>
                  <a:gd name="T57" fmla="*/ 8 h 72"/>
                  <a:gd name="T58" fmla="*/ 36 w 55"/>
                  <a:gd name="T59" fmla="*/ 12 h 72"/>
                  <a:gd name="T60" fmla="*/ 15 w 55"/>
                  <a:gd name="T61" fmla="*/ 12 h 72"/>
                  <a:gd name="T62" fmla="*/ 18 w 55"/>
                  <a:gd name="T63" fmla="*/ 8 h 72"/>
                  <a:gd name="T64" fmla="*/ 25 w 55"/>
                  <a:gd name="T65" fmla="*/ 31 h 72"/>
                  <a:gd name="T66" fmla="*/ 36 w 55"/>
                  <a:gd name="T67" fmla="*/ 42 h 72"/>
                  <a:gd name="T68" fmla="*/ 36 w 55"/>
                  <a:gd name="T69" fmla="*/ 64 h 72"/>
                  <a:gd name="T70" fmla="*/ 8 w 55"/>
                  <a:gd name="T71" fmla="*/ 64 h 72"/>
                  <a:gd name="T72" fmla="*/ 8 w 55"/>
                  <a:gd name="T73" fmla="*/ 42 h 72"/>
                  <a:gd name="T74" fmla="*/ 19 w 55"/>
                  <a:gd name="T75" fmla="*/ 31 h 72"/>
                  <a:gd name="T76" fmla="*/ 20 w 55"/>
                  <a:gd name="T77" fmla="*/ 28 h 72"/>
                  <a:gd name="T78" fmla="*/ 20 w 55"/>
                  <a:gd name="T79" fmla="*/ 20 h 72"/>
                  <a:gd name="T80" fmla="*/ 24 w 55"/>
                  <a:gd name="T81" fmla="*/ 20 h 72"/>
                  <a:gd name="T82" fmla="*/ 24 w 55"/>
                  <a:gd name="T83" fmla="*/ 28 h 72"/>
                  <a:gd name="T84" fmla="*/ 25 w 55"/>
                  <a:gd name="T85" fmla="*/ 3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5" h="72">
                    <a:moveTo>
                      <a:pt x="44" y="16"/>
                    </a:move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1"/>
                      <a:pt x="13" y="2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4" y="15"/>
                      <a:pt x="4" y="17"/>
                      <a:pt x="4" y="18"/>
                    </a:cubicBezTo>
                    <a:cubicBezTo>
                      <a:pt x="5" y="19"/>
                      <a:pt x="7" y="20"/>
                      <a:pt x="8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8"/>
                      <a:pt x="0" y="39"/>
                      <a:pt x="0" y="4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2" y="72"/>
                      <a:pt x="44" y="70"/>
                      <a:pt x="44" y="68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39"/>
                      <a:pt x="44" y="38"/>
                      <a:pt x="43" y="37"/>
                    </a:cubicBezTo>
                    <a:cubicBezTo>
                      <a:pt x="32" y="26"/>
                      <a:pt x="32" y="26"/>
                      <a:pt x="32" y="26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5"/>
                      <a:pt x="36" y="26"/>
                      <a:pt x="37" y="27"/>
                    </a:cubicBezTo>
                    <a:cubicBezTo>
                      <a:pt x="49" y="39"/>
                      <a:pt x="49" y="39"/>
                      <a:pt x="49" y="39"/>
                    </a:cubicBezTo>
                    <a:cubicBezTo>
                      <a:pt x="55" y="33"/>
                      <a:pt x="55" y="33"/>
                      <a:pt x="55" y="33"/>
                    </a:cubicBezTo>
                    <a:cubicBezTo>
                      <a:pt x="44" y="22"/>
                      <a:pt x="44" y="22"/>
                      <a:pt x="44" y="22"/>
                    </a:cubicBezTo>
                    <a:lnTo>
                      <a:pt x="44" y="16"/>
                    </a:lnTo>
                    <a:close/>
                    <a:moveTo>
                      <a:pt x="18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5" y="12"/>
                      <a:pt x="15" y="12"/>
                      <a:pt x="15" y="12"/>
                    </a:cubicBezTo>
                    <a:lnTo>
                      <a:pt x="18" y="8"/>
                    </a:lnTo>
                    <a:close/>
                    <a:moveTo>
                      <a:pt x="25" y="31"/>
                    </a:moveTo>
                    <a:cubicBezTo>
                      <a:pt x="36" y="42"/>
                      <a:pt x="36" y="42"/>
                      <a:pt x="36" y="42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20" y="30"/>
                      <a:pt x="20" y="29"/>
                      <a:pt x="20" y="28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9"/>
                      <a:pt x="24" y="30"/>
                      <a:pt x="25" y="3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Oval 118"/>
              <p:cNvSpPr>
                <a:spLocks noChangeArrowheads="1"/>
              </p:cNvSpPr>
              <p:nvPr/>
            </p:nvSpPr>
            <p:spPr bwMode="auto">
              <a:xfrm>
                <a:off x="7035800" y="36449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Oval 119"/>
              <p:cNvSpPr>
                <a:spLocks noChangeArrowheads="1"/>
              </p:cNvSpPr>
              <p:nvPr/>
            </p:nvSpPr>
            <p:spPr bwMode="auto">
              <a:xfrm>
                <a:off x="7061200" y="36195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Oval 120"/>
              <p:cNvSpPr>
                <a:spLocks noChangeArrowheads="1"/>
              </p:cNvSpPr>
              <p:nvPr/>
            </p:nvSpPr>
            <p:spPr bwMode="auto">
              <a:xfrm>
                <a:off x="7099300" y="35941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Oval 121"/>
              <p:cNvSpPr>
                <a:spLocks noChangeArrowheads="1"/>
              </p:cNvSpPr>
              <p:nvPr/>
            </p:nvSpPr>
            <p:spPr bwMode="auto">
              <a:xfrm>
                <a:off x="7099300" y="36449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Oval 122"/>
              <p:cNvSpPr>
                <a:spLocks noChangeArrowheads="1"/>
              </p:cNvSpPr>
              <p:nvPr/>
            </p:nvSpPr>
            <p:spPr bwMode="auto">
              <a:xfrm>
                <a:off x="7099300" y="36957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Oval 123"/>
              <p:cNvSpPr>
                <a:spLocks noChangeArrowheads="1"/>
              </p:cNvSpPr>
              <p:nvPr/>
            </p:nvSpPr>
            <p:spPr bwMode="auto">
              <a:xfrm>
                <a:off x="7061200" y="36703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5" name="Freeform 124"/>
            <p:cNvSpPr>
              <a:spLocks noEditPoints="1"/>
            </p:cNvSpPr>
            <p:nvPr/>
          </p:nvSpPr>
          <p:spPr bwMode="auto">
            <a:xfrm>
              <a:off x="3851275" y="4224338"/>
              <a:ext cx="252413" cy="242888"/>
            </a:xfrm>
            <a:custGeom>
              <a:avLst/>
              <a:gdLst>
                <a:gd name="T0" fmla="*/ 72 w 80"/>
                <a:gd name="T1" fmla="*/ 69 h 77"/>
                <a:gd name="T2" fmla="*/ 72 w 80"/>
                <a:gd name="T3" fmla="*/ 41 h 77"/>
                <a:gd name="T4" fmla="*/ 57 w 80"/>
                <a:gd name="T5" fmla="*/ 16 h 77"/>
                <a:gd name="T6" fmla="*/ 52 w 80"/>
                <a:gd name="T7" fmla="*/ 6 h 77"/>
                <a:gd name="T8" fmla="*/ 29 w 80"/>
                <a:gd name="T9" fmla="*/ 6 h 77"/>
                <a:gd name="T10" fmla="*/ 29 w 80"/>
                <a:gd name="T11" fmla="*/ 6 h 77"/>
                <a:gd name="T12" fmla="*/ 4 w 80"/>
                <a:gd name="T13" fmla="*/ 14 h 77"/>
                <a:gd name="T14" fmla="*/ 1 w 80"/>
                <a:gd name="T15" fmla="*/ 17 h 77"/>
                <a:gd name="T16" fmla="*/ 1 w 80"/>
                <a:gd name="T17" fmla="*/ 23 h 77"/>
                <a:gd name="T18" fmla="*/ 35 w 80"/>
                <a:gd name="T19" fmla="*/ 57 h 77"/>
                <a:gd name="T20" fmla="*/ 41 w 80"/>
                <a:gd name="T21" fmla="*/ 57 h 77"/>
                <a:gd name="T22" fmla="*/ 44 w 80"/>
                <a:gd name="T23" fmla="*/ 54 h 77"/>
                <a:gd name="T24" fmla="*/ 51 w 80"/>
                <a:gd name="T25" fmla="*/ 29 h 77"/>
                <a:gd name="T26" fmla="*/ 52 w 80"/>
                <a:gd name="T27" fmla="*/ 28 h 77"/>
                <a:gd name="T28" fmla="*/ 55 w 80"/>
                <a:gd name="T29" fmla="*/ 24 h 77"/>
                <a:gd name="T30" fmla="*/ 64 w 80"/>
                <a:gd name="T31" fmla="*/ 41 h 77"/>
                <a:gd name="T32" fmla="*/ 64 w 80"/>
                <a:gd name="T33" fmla="*/ 69 h 77"/>
                <a:gd name="T34" fmla="*/ 48 w 80"/>
                <a:gd name="T35" fmla="*/ 69 h 77"/>
                <a:gd name="T36" fmla="*/ 48 w 80"/>
                <a:gd name="T37" fmla="*/ 77 h 77"/>
                <a:gd name="T38" fmla="*/ 80 w 80"/>
                <a:gd name="T39" fmla="*/ 77 h 77"/>
                <a:gd name="T40" fmla="*/ 80 w 80"/>
                <a:gd name="T41" fmla="*/ 69 h 77"/>
                <a:gd name="T42" fmla="*/ 72 w 80"/>
                <a:gd name="T43" fmla="*/ 69 h 77"/>
                <a:gd name="T44" fmla="*/ 46 w 80"/>
                <a:gd name="T45" fmla="*/ 23 h 77"/>
                <a:gd name="T46" fmla="*/ 44 w 80"/>
                <a:gd name="T47" fmla="*/ 25 h 77"/>
                <a:gd name="T48" fmla="*/ 43 w 80"/>
                <a:gd name="T49" fmla="*/ 29 h 77"/>
                <a:gd name="T50" fmla="*/ 38 w 80"/>
                <a:gd name="T51" fmla="*/ 48 h 77"/>
                <a:gd name="T52" fmla="*/ 10 w 80"/>
                <a:gd name="T53" fmla="*/ 20 h 77"/>
                <a:gd name="T54" fmla="*/ 29 w 80"/>
                <a:gd name="T55" fmla="*/ 15 h 77"/>
                <a:gd name="T56" fmla="*/ 33 w 80"/>
                <a:gd name="T57" fmla="*/ 14 h 77"/>
                <a:gd name="T58" fmla="*/ 35 w 80"/>
                <a:gd name="T59" fmla="*/ 11 h 77"/>
                <a:gd name="T60" fmla="*/ 46 w 80"/>
                <a:gd name="T61" fmla="*/ 11 h 77"/>
                <a:gd name="T62" fmla="*/ 49 w 80"/>
                <a:gd name="T63" fmla="*/ 17 h 77"/>
                <a:gd name="T64" fmla="*/ 46 w 80"/>
                <a:gd name="T65" fmla="*/ 2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0" h="77">
                  <a:moveTo>
                    <a:pt x="72" y="69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1"/>
                    <a:pt x="66" y="21"/>
                    <a:pt x="57" y="16"/>
                  </a:cubicBezTo>
                  <a:cubicBezTo>
                    <a:pt x="57" y="12"/>
                    <a:pt x="55" y="9"/>
                    <a:pt x="52" y="6"/>
                  </a:cubicBezTo>
                  <a:cubicBezTo>
                    <a:pt x="46" y="0"/>
                    <a:pt x="35" y="0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0" y="5"/>
                    <a:pt x="10" y="8"/>
                    <a:pt x="4" y="14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9"/>
                    <a:pt x="0" y="21"/>
                    <a:pt x="1" y="23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7" y="58"/>
                    <a:pt x="39" y="58"/>
                    <a:pt x="41" y="57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0" y="47"/>
                    <a:pt x="53" y="38"/>
                    <a:pt x="51" y="29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3" y="27"/>
                    <a:pt x="54" y="26"/>
                    <a:pt x="55" y="24"/>
                  </a:cubicBezTo>
                  <a:cubicBezTo>
                    <a:pt x="60" y="28"/>
                    <a:pt x="64" y="34"/>
                    <a:pt x="64" y="41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80" y="69"/>
                    <a:pt x="80" y="69"/>
                    <a:pt x="80" y="69"/>
                  </a:cubicBezTo>
                  <a:lnTo>
                    <a:pt x="72" y="69"/>
                  </a:lnTo>
                  <a:close/>
                  <a:moveTo>
                    <a:pt x="46" y="23"/>
                  </a:moveTo>
                  <a:cubicBezTo>
                    <a:pt x="44" y="25"/>
                    <a:pt x="44" y="25"/>
                    <a:pt x="44" y="25"/>
                  </a:cubicBezTo>
                  <a:cubicBezTo>
                    <a:pt x="43" y="26"/>
                    <a:pt x="43" y="27"/>
                    <a:pt x="43" y="29"/>
                  </a:cubicBezTo>
                  <a:cubicBezTo>
                    <a:pt x="45" y="36"/>
                    <a:pt x="43" y="43"/>
                    <a:pt x="38" y="4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5" y="15"/>
                    <a:pt x="22" y="13"/>
                    <a:pt x="29" y="15"/>
                  </a:cubicBezTo>
                  <a:cubicBezTo>
                    <a:pt x="30" y="15"/>
                    <a:pt x="32" y="15"/>
                    <a:pt x="33" y="14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8" y="8"/>
                    <a:pt x="43" y="8"/>
                    <a:pt x="46" y="11"/>
                  </a:cubicBezTo>
                  <a:cubicBezTo>
                    <a:pt x="48" y="13"/>
                    <a:pt x="49" y="15"/>
                    <a:pt x="49" y="17"/>
                  </a:cubicBezTo>
                  <a:cubicBezTo>
                    <a:pt x="49" y="19"/>
                    <a:pt x="48" y="21"/>
                    <a:pt x="46" y="23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8" name="组合 197"/>
            <p:cNvGrpSpPr/>
            <p:nvPr/>
          </p:nvGrpSpPr>
          <p:grpSpPr>
            <a:xfrm>
              <a:off x="5089525" y="4214813"/>
              <a:ext cx="203200" cy="252413"/>
              <a:chOff x="5089525" y="4214813"/>
              <a:chExt cx="203200" cy="252413"/>
            </a:xfrm>
          </p:grpSpPr>
          <p:sp>
            <p:nvSpPr>
              <p:cNvPr id="126" name="Freeform 125"/>
              <p:cNvSpPr>
                <a:spLocks noEditPoints="1"/>
              </p:cNvSpPr>
              <p:nvPr/>
            </p:nvSpPr>
            <p:spPr bwMode="auto">
              <a:xfrm>
                <a:off x="5089525" y="4214813"/>
                <a:ext cx="203200" cy="252413"/>
              </a:xfrm>
              <a:custGeom>
                <a:avLst/>
                <a:gdLst>
                  <a:gd name="T0" fmla="*/ 60 w 64"/>
                  <a:gd name="T1" fmla="*/ 36 h 80"/>
                  <a:gd name="T2" fmla="*/ 28 w 64"/>
                  <a:gd name="T3" fmla="*/ 36 h 80"/>
                  <a:gd name="T4" fmla="*/ 28 w 64"/>
                  <a:gd name="T5" fmla="*/ 4 h 80"/>
                  <a:gd name="T6" fmla="*/ 24 w 64"/>
                  <a:gd name="T7" fmla="*/ 0 h 80"/>
                  <a:gd name="T8" fmla="*/ 8 w 64"/>
                  <a:gd name="T9" fmla="*/ 0 h 80"/>
                  <a:gd name="T10" fmla="*/ 0 w 64"/>
                  <a:gd name="T11" fmla="*/ 8 h 80"/>
                  <a:gd name="T12" fmla="*/ 0 w 64"/>
                  <a:gd name="T13" fmla="*/ 36 h 80"/>
                  <a:gd name="T14" fmla="*/ 8 w 64"/>
                  <a:gd name="T15" fmla="*/ 44 h 80"/>
                  <a:gd name="T16" fmla="*/ 20 w 64"/>
                  <a:gd name="T17" fmla="*/ 44 h 80"/>
                  <a:gd name="T18" fmla="*/ 20 w 64"/>
                  <a:gd name="T19" fmla="*/ 72 h 80"/>
                  <a:gd name="T20" fmla="*/ 28 w 64"/>
                  <a:gd name="T21" fmla="*/ 80 h 80"/>
                  <a:gd name="T22" fmla="*/ 56 w 64"/>
                  <a:gd name="T23" fmla="*/ 80 h 80"/>
                  <a:gd name="T24" fmla="*/ 64 w 64"/>
                  <a:gd name="T25" fmla="*/ 72 h 80"/>
                  <a:gd name="T26" fmla="*/ 64 w 64"/>
                  <a:gd name="T27" fmla="*/ 40 h 80"/>
                  <a:gd name="T28" fmla="*/ 60 w 64"/>
                  <a:gd name="T29" fmla="*/ 36 h 80"/>
                  <a:gd name="T30" fmla="*/ 56 w 64"/>
                  <a:gd name="T31" fmla="*/ 44 h 80"/>
                  <a:gd name="T32" fmla="*/ 56 w 64"/>
                  <a:gd name="T33" fmla="*/ 48 h 80"/>
                  <a:gd name="T34" fmla="*/ 28 w 64"/>
                  <a:gd name="T35" fmla="*/ 48 h 80"/>
                  <a:gd name="T36" fmla="*/ 28 w 64"/>
                  <a:gd name="T37" fmla="*/ 44 h 80"/>
                  <a:gd name="T38" fmla="*/ 56 w 64"/>
                  <a:gd name="T39" fmla="*/ 44 h 80"/>
                  <a:gd name="T40" fmla="*/ 8 w 64"/>
                  <a:gd name="T41" fmla="*/ 8 h 80"/>
                  <a:gd name="T42" fmla="*/ 20 w 64"/>
                  <a:gd name="T43" fmla="*/ 8 h 80"/>
                  <a:gd name="T44" fmla="*/ 20 w 64"/>
                  <a:gd name="T45" fmla="*/ 36 h 80"/>
                  <a:gd name="T46" fmla="*/ 8 w 64"/>
                  <a:gd name="T47" fmla="*/ 36 h 80"/>
                  <a:gd name="T48" fmla="*/ 8 w 64"/>
                  <a:gd name="T49" fmla="*/ 8 h 80"/>
                  <a:gd name="T50" fmla="*/ 28 w 64"/>
                  <a:gd name="T51" fmla="*/ 72 h 80"/>
                  <a:gd name="T52" fmla="*/ 28 w 64"/>
                  <a:gd name="T53" fmla="*/ 56 h 80"/>
                  <a:gd name="T54" fmla="*/ 56 w 64"/>
                  <a:gd name="T55" fmla="*/ 56 h 80"/>
                  <a:gd name="T56" fmla="*/ 56 w 64"/>
                  <a:gd name="T57" fmla="*/ 72 h 80"/>
                  <a:gd name="T58" fmla="*/ 28 w 64"/>
                  <a:gd name="T59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4" h="80">
                    <a:moveTo>
                      <a:pt x="60" y="36"/>
                    </a:move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6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6"/>
                      <a:pt x="24" y="80"/>
                      <a:pt x="28" y="80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60" y="80"/>
                      <a:pt x="64" y="76"/>
                      <a:pt x="64" y="72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38"/>
                      <a:pt x="62" y="36"/>
                      <a:pt x="60" y="36"/>
                    </a:cubicBezTo>
                    <a:close/>
                    <a:moveTo>
                      <a:pt x="56" y="44"/>
                    </a:moveTo>
                    <a:cubicBezTo>
                      <a:pt x="56" y="48"/>
                      <a:pt x="56" y="48"/>
                      <a:pt x="56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56" y="44"/>
                    </a:lnTo>
                    <a:close/>
                    <a:moveTo>
                      <a:pt x="8" y="8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8"/>
                    </a:lnTo>
                    <a:close/>
                    <a:moveTo>
                      <a:pt x="28" y="72"/>
                    </a:moveTo>
                    <a:cubicBezTo>
                      <a:pt x="28" y="56"/>
                      <a:pt x="28" y="56"/>
                      <a:pt x="28" y="56"/>
                    </a:cubicBezTo>
                    <a:cubicBezTo>
                      <a:pt x="56" y="56"/>
                      <a:pt x="56" y="56"/>
                      <a:pt x="56" y="56"/>
                    </a:cubicBezTo>
                    <a:cubicBezTo>
                      <a:pt x="56" y="72"/>
                      <a:pt x="56" y="72"/>
                      <a:pt x="56" y="72"/>
                    </a:cubicBezTo>
                    <a:lnTo>
                      <a:pt x="28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126"/>
              <p:cNvSpPr>
                <a:spLocks noEditPoints="1"/>
              </p:cNvSpPr>
              <p:nvPr/>
            </p:nvSpPr>
            <p:spPr bwMode="auto">
              <a:xfrm>
                <a:off x="5203825" y="4214813"/>
                <a:ext cx="76200" cy="100013"/>
              </a:xfrm>
              <a:custGeom>
                <a:avLst/>
                <a:gdLst>
                  <a:gd name="T0" fmla="*/ 12 w 24"/>
                  <a:gd name="T1" fmla="*/ 32 h 32"/>
                  <a:gd name="T2" fmla="*/ 24 w 24"/>
                  <a:gd name="T3" fmla="*/ 20 h 32"/>
                  <a:gd name="T4" fmla="*/ 15 w 24"/>
                  <a:gd name="T5" fmla="*/ 2 h 32"/>
                  <a:gd name="T6" fmla="*/ 9 w 24"/>
                  <a:gd name="T7" fmla="*/ 2 h 32"/>
                  <a:gd name="T8" fmla="*/ 0 w 24"/>
                  <a:gd name="T9" fmla="*/ 20 h 32"/>
                  <a:gd name="T10" fmla="*/ 12 w 24"/>
                  <a:gd name="T11" fmla="*/ 32 h 32"/>
                  <a:gd name="T12" fmla="*/ 12 w 24"/>
                  <a:gd name="T13" fmla="*/ 11 h 32"/>
                  <a:gd name="T14" fmla="*/ 16 w 24"/>
                  <a:gd name="T15" fmla="*/ 20 h 32"/>
                  <a:gd name="T16" fmla="*/ 12 w 24"/>
                  <a:gd name="T17" fmla="*/ 24 h 32"/>
                  <a:gd name="T18" fmla="*/ 8 w 24"/>
                  <a:gd name="T19" fmla="*/ 20 h 32"/>
                  <a:gd name="T20" fmla="*/ 12 w 24"/>
                  <a:gd name="T21" fmla="*/ 1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32">
                    <a:moveTo>
                      <a:pt x="12" y="32"/>
                    </a:moveTo>
                    <a:cubicBezTo>
                      <a:pt x="19" y="32"/>
                      <a:pt x="24" y="27"/>
                      <a:pt x="24" y="20"/>
                    </a:cubicBezTo>
                    <a:cubicBezTo>
                      <a:pt x="24" y="15"/>
                      <a:pt x="18" y="6"/>
                      <a:pt x="15" y="2"/>
                    </a:cubicBezTo>
                    <a:cubicBezTo>
                      <a:pt x="14" y="0"/>
                      <a:pt x="10" y="0"/>
                      <a:pt x="9" y="2"/>
                    </a:cubicBezTo>
                    <a:cubicBezTo>
                      <a:pt x="6" y="6"/>
                      <a:pt x="0" y="15"/>
                      <a:pt x="0" y="20"/>
                    </a:cubicBezTo>
                    <a:cubicBezTo>
                      <a:pt x="0" y="27"/>
                      <a:pt x="5" y="32"/>
                      <a:pt x="12" y="32"/>
                    </a:cubicBezTo>
                    <a:close/>
                    <a:moveTo>
                      <a:pt x="12" y="11"/>
                    </a:moveTo>
                    <a:cubicBezTo>
                      <a:pt x="14" y="15"/>
                      <a:pt x="16" y="19"/>
                      <a:pt x="16" y="20"/>
                    </a:cubicBezTo>
                    <a:cubicBezTo>
                      <a:pt x="16" y="22"/>
                      <a:pt x="14" y="24"/>
                      <a:pt x="12" y="24"/>
                    </a:cubicBezTo>
                    <a:cubicBezTo>
                      <a:pt x="10" y="24"/>
                      <a:pt x="8" y="22"/>
                      <a:pt x="8" y="20"/>
                    </a:cubicBezTo>
                    <a:cubicBezTo>
                      <a:pt x="8" y="19"/>
                      <a:pt x="10" y="15"/>
                      <a:pt x="12" y="1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9" name="组合 188"/>
            <p:cNvGrpSpPr/>
            <p:nvPr/>
          </p:nvGrpSpPr>
          <p:grpSpPr>
            <a:xfrm>
              <a:off x="4457700" y="3581401"/>
              <a:ext cx="252413" cy="303213"/>
              <a:chOff x="4457700" y="3581401"/>
              <a:chExt cx="252413" cy="303213"/>
            </a:xfrm>
          </p:grpSpPr>
          <p:sp>
            <p:nvSpPr>
              <p:cNvPr id="18" name="Freeform 17"/>
              <p:cNvSpPr>
                <a:spLocks noEditPoints="1"/>
              </p:cNvSpPr>
              <p:nvPr/>
            </p:nvSpPr>
            <p:spPr bwMode="auto">
              <a:xfrm>
                <a:off x="4457700" y="3721101"/>
                <a:ext cx="252413" cy="163513"/>
              </a:xfrm>
              <a:custGeom>
                <a:avLst/>
                <a:gdLst>
                  <a:gd name="T0" fmla="*/ 77 w 80"/>
                  <a:gd name="T1" fmla="*/ 20 h 52"/>
                  <a:gd name="T2" fmla="*/ 80 w 80"/>
                  <a:gd name="T3" fmla="*/ 16 h 52"/>
                  <a:gd name="T4" fmla="*/ 80 w 80"/>
                  <a:gd name="T5" fmla="*/ 4 h 52"/>
                  <a:gd name="T6" fmla="*/ 76 w 80"/>
                  <a:gd name="T7" fmla="*/ 0 h 52"/>
                  <a:gd name="T8" fmla="*/ 36 w 80"/>
                  <a:gd name="T9" fmla="*/ 0 h 52"/>
                  <a:gd name="T10" fmla="*/ 32 w 80"/>
                  <a:gd name="T11" fmla="*/ 4 h 52"/>
                  <a:gd name="T12" fmla="*/ 4 w 80"/>
                  <a:gd name="T13" fmla="*/ 4 h 52"/>
                  <a:gd name="T14" fmla="*/ 0 w 80"/>
                  <a:gd name="T15" fmla="*/ 6 h 52"/>
                  <a:gd name="T16" fmla="*/ 1 w 80"/>
                  <a:gd name="T17" fmla="*/ 10 h 52"/>
                  <a:gd name="T18" fmla="*/ 9 w 80"/>
                  <a:gd name="T19" fmla="*/ 22 h 52"/>
                  <a:gd name="T20" fmla="*/ 11 w 80"/>
                  <a:gd name="T21" fmla="*/ 24 h 52"/>
                  <a:gd name="T22" fmla="*/ 32 w 80"/>
                  <a:gd name="T23" fmla="*/ 27 h 52"/>
                  <a:gd name="T24" fmla="*/ 32 w 80"/>
                  <a:gd name="T25" fmla="*/ 30 h 52"/>
                  <a:gd name="T26" fmla="*/ 18 w 80"/>
                  <a:gd name="T27" fmla="*/ 36 h 52"/>
                  <a:gd name="T28" fmla="*/ 16 w 80"/>
                  <a:gd name="T29" fmla="*/ 40 h 52"/>
                  <a:gd name="T30" fmla="*/ 16 w 80"/>
                  <a:gd name="T31" fmla="*/ 48 h 52"/>
                  <a:gd name="T32" fmla="*/ 20 w 80"/>
                  <a:gd name="T33" fmla="*/ 52 h 52"/>
                  <a:gd name="T34" fmla="*/ 76 w 80"/>
                  <a:gd name="T35" fmla="*/ 52 h 52"/>
                  <a:gd name="T36" fmla="*/ 80 w 80"/>
                  <a:gd name="T37" fmla="*/ 48 h 52"/>
                  <a:gd name="T38" fmla="*/ 80 w 80"/>
                  <a:gd name="T39" fmla="*/ 40 h 52"/>
                  <a:gd name="T40" fmla="*/ 77 w 80"/>
                  <a:gd name="T41" fmla="*/ 36 h 52"/>
                  <a:gd name="T42" fmla="*/ 60 w 80"/>
                  <a:gd name="T43" fmla="*/ 29 h 52"/>
                  <a:gd name="T44" fmla="*/ 60 w 80"/>
                  <a:gd name="T45" fmla="*/ 27 h 52"/>
                  <a:gd name="T46" fmla="*/ 77 w 80"/>
                  <a:gd name="T47" fmla="*/ 20 h 52"/>
                  <a:gd name="T48" fmla="*/ 14 w 80"/>
                  <a:gd name="T49" fmla="*/ 16 h 52"/>
                  <a:gd name="T50" fmla="*/ 11 w 80"/>
                  <a:gd name="T51" fmla="*/ 12 h 52"/>
                  <a:gd name="T52" fmla="*/ 32 w 80"/>
                  <a:gd name="T53" fmla="*/ 12 h 52"/>
                  <a:gd name="T54" fmla="*/ 32 w 80"/>
                  <a:gd name="T55" fmla="*/ 19 h 52"/>
                  <a:gd name="T56" fmla="*/ 14 w 80"/>
                  <a:gd name="T57" fmla="*/ 16 h 52"/>
                  <a:gd name="T58" fmla="*/ 55 w 80"/>
                  <a:gd name="T59" fmla="*/ 36 h 52"/>
                  <a:gd name="T60" fmla="*/ 72 w 80"/>
                  <a:gd name="T61" fmla="*/ 43 h 52"/>
                  <a:gd name="T62" fmla="*/ 72 w 80"/>
                  <a:gd name="T63" fmla="*/ 44 h 52"/>
                  <a:gd name="T64" fmla="*/ 24 w 80"/>
                  <a:gd name="T65" fmla="*/ 44 h 52"/>
                  <a:gd name="T66" fmla="*/ 24 w 80"/>
                  <a:gd name="T67" fmla="*/ 42 h 52"/>
                  <a:gd name="T68" fmla="*/ 38 w 80"/>
                  <a:gd name="T69" fmla="*/ 36 h 52"/>
                  <a:gd name="T70" fmla="*/ 40 w 80"/>
                  <a:gd name="T71" fmla="*/ 32 h 52"/>
                  <a:gd name="T72" fmla="*/ 40 w 80"/>
                  <a:gd name="T73" fmla="*/ 24 h 52"/>
                  <a:gd name="T74" fmla="*/ 40 w 80"/>
                  <a:gd name="T75" fmla="*/ 8 h 52"/>
                  <a:gd name="T76" fmla="*/ 72 w 80"/>
                  <a:gd name="T77" fmla="*/ 8 h 52"/>
                  <a:gd name="T78" fmla="*/ 72 w 80"/>
                  <a:gd name="T79" fmla="*/ 13 h 52"/>
                  <a:gd name="T80" fmla="*/ 55 w 80"/>
                  <a:gd name="T81" fmla="*/ 20 h 52"/>
                  <a:gd name="T82" fmla="*/ 52 w 80"/>
                  <a:gd name="T83" fmla="*/ 24 h 52"/>
                  <a:gd name="T84" fmla="*/ 52 w 80"/>
                  <a:gd name="T85" fmla="*/ 32 h 52"/>
                  <a:gd name="T86" fmla="*/ 55 w 80"/>
                  <a:gd name="T87" fmla="*/ 3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0" h="52">
                    <a:moveTo>
                      <a:pt x="77" y="20"/>
                    </a:moveTo>
                    <a:cubicBezTo>
                      <a:pt x="79" y="19"/>
                      <a:pt x="80" y="18"/>
                      <a:pt x="80" y="1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4" y="0"/>
                      <a:pt x="32" y="2"/>
                      <a:pt x="32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4"/>
                      <a:pt x="1" y="5"/>
                      <a:pt x="0" y="6"/>
                    </a:cubicBezTo>
                    <a:cubicBezTo>
                      <a:pt x="0" y="7"/>
                      <a:pt x="0" y="9"/>
                      <a:pt x="1" y="10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9" y="23"/>
                      <a:pt x="10" y="24"/>
                      <a:pt x="1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7" y="37"/>
                      <a:pt x="16" y="38"/>
                      <a:pt x="16" y="4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50"/>
                      <a:pt x="18" y="52"/>
                      <a:pt x="20" y="52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8" y="52"/>
                      <a:pt x="80" y="50"/>
                      <a:pt x="80" y="48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38"/>
                      <a:pt x="79" y="37"/>
                      <a:pt x="77" y="36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60" y="27"/>
                      <a:pt x="60" y="27"/>
                      <a:pt x="60" y="27"/>
                    </a:cubicBezTo>
                    <a:lnTo>
                      <a:pt x="77" y="20"/>
                    </a:lnTo>
                    <a:close/>
                    <a:moveTo>
                      <a:pt x="14" y="16"/>
                    </a:moveTo>
                    <a:cubicBezTo>
                      <a:pt x="11" y="12"/>
                      <a:pt x="11" y="12"/>
                      <a:pt x="11" y="12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19"/>
                      <a:pt x="32" y="19"/>
                      <a:pt x="32" y="19"/>
                    </a:cubicBezTo>
                    <a:lnTo>
                      <a:pt x="14" y="16"/>
                    </a:lnTo>
                    <a:close/>
                    <a:moveTo>
                      <a:pt x="55" y="36"/>
                    </a:move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9" y="35"/>
                      <a:pt x="40" y="34"/>
                      <a:pt x="40" y="32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55" y="20"/>
                      <a:pt x="55" y="20"/>
                      <a:pt x="55" y="20"/>
                    </a:cubicBezTo>
                    <a:cubicBezTo>
                      <a:pt x="53" y="21"/>
                      <a:pt x="52" y="22"/>
                      <a:pt x="52" y="24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2" y="34"/>
                      <a:pt x="53" y="35"/>
                      <a:pt x="55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8"/>
              <p:cNvSpPr>
                <a:spLocks noEditPoints="1"/>
              </p:cNvSpPr>
              <p:nvPr/>
            </p:nvSpPr>
            <p:spPr bwMode="auto">
              <a:xfrm>
                <a:off x="4457700" y="3581401"/>
                <a:ext cx="214313" cy="127000"/>
              </a:xfrm>
              <a:custGeom>
                <a:avLst/>
                <a:gdLst>
                  <a:gd name="T0" fmla="*/ 40 w 68"/>
                  <a:gd name="T1" fmla="*/ 36 h 40"/>
                  <a:gd name="T2" fmla="*/ 44 w 68"/>
                  <a:gd name="T3" fmla="*/ 40 h 40"/>
                  <a:gd name="T4" fmla="*/ 64 w 68"/>
                  <a:gd name="T5" fmla="*/ 40 h 40"/>
                  <a:gd name="T6" fmla="*/ 68 w 68"/>
                  <a:gd name="T7" fmla="*/ 36 h 40"/>
                  <a:gd name="T8" fmla="*/ 68 w 68"/>
                  <a:gd name="T9" fmla="*/ 4 h 40"/>
                  <a:gd name="T10" fmla="*/ 64 w 68"/>
                  <a:gd name="T11" fmla="*/ 0 h 40"/>
                  <a:gd name="T12" fmla="*/ 44 w 68"/>
                  <a:gd name="T13" fmla="*/ 0 h 40"/>
                  <a:gd name="T14" fmla="*/ 40 w 68"/>
                  <a:gd name="T15" fmla="*/ 4 h 40"/>
                  <a:gd name="T16" fmla="*/ 40 w 68"/>
                  <a:gd name="T17" fmla="*/ 16 h 40"/>
                  <a:gd name="T18" fmla="*/ 0 w 68"/>
                  <a:gd name="T19" fmla="*/ 16 h 40"/>
                  <a:gd name="T20" fmla="*/ 0 w 68"/>
                  <a:gd name="T21" fmla="*/ 24 h 40"/>
                  <a:gd name="T22" fmla="*/ 40 w 68"/>
                  <a:gd name="T23" fmla="*/ 24 h 40"/>
                  <a:gd name="T24" fmla="*/ 40 w 68"/>
                  <a:gd name="T25" fmla="*/ 36 h 40"/>
                  <a:gd name="T26" fmla="*/ 48 w 68"/>
                  <a:gd name="T27" fmla="*/ 8 h 40"/>
                  <a:gd name="T28" fmla="*/ 60 w 68"/>
                  <a:gd name="T29" fmla="*/ 8 h 40"/>
                  <a:gd name="T30" fmla="*/ 60 w 68"/>
                  <a:gd name="T31" fmla="*/ 32 h 40"/>
                  <a:gd name="T32" fmla="*/ 48 w 68"/>
                  <a:gd name="T33" fmla="*/ 32 h 40"/>
                  <a:gd name="T34" fmla="*/ 48 w 68"/>
                  <a:gd name="T35" fmla="*/ 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" h="40">
                    <a:moveTo>
                      <a:pt x="40" y="36"/>
                    </a:moveTo>
                    <a:cubicBezTo>
                      <a:pt x="40" y="38"/>
                      <a:pt x="42" y="40"/>
                      <a:pt x="44" y="40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6" y="40"/>
                      <a:pt x="68" y="38"/>
                      <a:pt x="68" y="36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2" y="0"/>
                      <a:pt x="40" y="2"/>
                      <a:pt x="40" y="4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0" y="24"/>
                      <a:pt x="40" y="24"/>
                      <a:pt x="40" y="24"/>
                    </a:cubicBezTo>
                    <a:lnTo>
                      <a:pt x="40" y="36"/>
                    </a:lnTo>
                    <a:close/>
                    <a:moveTo>
                      <a:pt x="48" y="8"/>
                    </a:moveTo>
                    <a:cubicBezTo>
                      <a:pt x="60" y="8"/>
                      <a:pt x="60" y="8"/>
                      <a:pt x="60" y="8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48" y="32"/>
                      <a:pt x="48" y="32"/>
                      <a:pt x="48" y="32"/>
                    </a:cubicBezTo>
                    <a:lnTo>
                      <a:pt x="48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7" name="组合 196"/>
            <p:cNvGrpSpPr/>
            <p:nvPr/>
          </p:nvGrpSpPr>
          <p:grpSpPr>
            <a:xfrm>
              <a:off x="4483100" y="4189413"/>
              <a:ext cx="211138" cy="300038"/>
              <a:chOff x="4483100" y="4189413"/>
              <a:chExt cx="211138" cy="300038"/>
            </a:xfrm>
          </p:grpSpPr>
          <p:sp>
            <p:nvSpPr>
              <p:cNvPr id="128" name="Freeform 127"/>
              <p:cNvSpPr>
                <a:spLocks noEditPoints="1"/>
              </p:cNvSpPr>
              <p:nvPr/>
            </p:nvSpPr>
            <p:spPr bwMode="auto">
              <a:xfrm>
                <a:off x="4483100" y="4189413"/>
                <a:ext cx="211138" cy="300038"/>
              </a:xfrm>
              <a:custGeom>
                <a:avLst/>
                <a:gdLst>
                  <a:gd name="T0" fmla="*/ 67 w 67"/>
                  <a:gd name="T1" fmla="*/ 89 h 95"/>
                  <a:gd name="T2" fmla="*/ 40 w 67"/>
                  <a:gd name="T3" fmla="*/ 62 h 95"/>
                  <a:gd name="T4" fmla="*/ 48 w 67"/>
                  <a:gd name="T5" fmla="*/ 44 h 95"/>
                  <a:gd name="T6" fmla="*/ 39 w 67"/>
                  <a:gd name="T7" fmla="*/ 22 h 95"/>
                  <a:gd name="T8" fmla="*/ 36 w 67"/>
                  <a:gd name="T9" fmla="*/ 20 h 95"/>
                  <a:gd name="T10" fmla="*/ 33 w 67"/>
                  <a:gd name="T11" fmla="*/ 21 h 95"/>
                  <a:gd name="T12" fmla="*/ 28 w 67"/>
                  <a:gd name="T13" fmla="*/ 26 h 95"/>
                  <a:gd name="T14" fmla="*/ 28 w 67"/>
                  <a:gd name="T15" fmla="*/ 4 h 95"/>
                  <a:gd name="T16" fmla="*/ 25 w 67"/>
                  <a:gd name="T17" fmla="*/ 0 h 95"/>
                  <a:gd name="T18" fmla="*/ 21 w 67"/>
                  <a:gd name="T19" fmla="*/ 1 h 95"/>
                  <a:gd name="T20" fmla="*/ 0 w 67"/>
                  <a:gd name="T21" fmla="*/ 44 h 95"/>
                  <a:gd name="T22" fmla="*/ 6 w 67"/>
                  <a:gd name="T23" fmla="*/ 60 h 95"/>
                  <a:gd name="T24" fmla="*/ 6 w 67"/>
                  <a:gd name="T25" fmla="*/ 60 h 95"/>
                  <a:gd name="T26" fmla="*/ 24 w 67"/>
                  <a:gd name="T27" fmla="*/ 68 h 95"/>
                  <a:gd name="T28" fmla="*/ 33 w 67"/>
                  <a:gd name="T29" fmla="*/ 66 h 95"/>
                  <a:gd name="T30" fmla="*/ 61 w 67"/>
                  <a:gd name="T31" fmla="*/ 95 h 95"/>
                  <a:gd name="T32" fmla="*/ 67 w 67"/>
                  <a:gd name="T33" fmla="*/ 89 h 95"/>
                  <a:gd name="T34" fmla="*/ 12 w 67"/>
                  <a:gd name="T35" fmla="*/ 54 h 95"/>
                  <a:gd name="T36" fmla="*/ 8 w 67"/>
                  <a:gd name="T37" fmla="*/ 44 h 95"/>
                  <a:gd name="T38" fmla="*/ 20 w 67"/>
                  <a:gd name="T39" fmla="*/ 16 h 95"/>
                  <a:gd name="T40" fmla="*/ 20 w 67"/>
                  <a:gd name="T41" fmla="*/ 36 h 95"/>
                  <a:gd name="T42" fmla="*/ 22 w 67"/>
                  <a:gd name="T43" fmla="*/ 40 h 95"/>
                  <a:gd name="T44" fmla="*/ 27 w 67"/>
                  <a:gd name="T45" fmla="*/ 39 h 95"/>
                  <a:gd name="T46" fmla="*/ 35 w 67"/>
                  <a:gd name="T47" fmla="*/ 30 h 95"/>
                  <a:gd name="T48" fmla="*/ 40 w 67"/>
                  <a:gd name="T49" fmla="*/ 44 h 95"/>
                  <a:gd name="T50" fmla="*/ 33 w 67"/>
                  <a:gd name="T51" fmla="*/ 57 h 95"/>
                  <a:gd name="T52" fmla="*/ 12 w 67"/>
                  <a:gd name="T53" fmla="*/ 5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7" h="95">
                    <a:moveTo>
                      <a:pt x="67" y="89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5" y="57"/>
                      <a:pt x="48" y="51"/>
                      <a:pt x="48" y="44"/>
                    </a:cubicBezTo>
                    <a:cubicBezTo>
                      <a:pt x="48" y="35"/>
                      <a:pt x="40" y="23"/>
                      <a:pt x="39" y="22"/>
                    </a:cubicBezTo>
                    <a:cubicBezTo>
                      <a:pt x="39" y="21"/>
                      <a:pt x="38" y="20"/>
                      <a:pt x="36" y="20"/>
                    </a:cubicBezTo>
                    <a:cubicBezTo>
                      <a:pt x="35" y="20"/>
                      <a:pt x="34" y="20"/>
                      <a:pt x="33" y="21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7" y="1"/>
                      <a:pt x="25" y="0"/>
                    </a:cubicBezTo>
                    <a:cubicBezTo>
                      <a:pt x="24" y="0"/>
                      <a:pt x="22" y="0"/>
                      <a:pt x="21" y="1"/>
                    </a:cubicBezTo>
                    <a:cubicBezTo>
                      <a:pt x="20" y="2"/>
                      <a:pt x="0" y="27"/>
                      <a:pt x="0" y="44"/>
                    </a:cubicBezTo>
                    <a:cubicBezTo>
                      <a:pt x="0" y="50"/>
                      <a:pt x="2" y="55"/>
                      <a:pt x="6" y="6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11" y="65"/>
                      <a:pt x="17" y="68"/>
                      <a:pt x="24" y="68"/>
                    </a:cubicBezTo>
                    <a:cubicBezTo>
                      <a:pt x="27" y="68"/>
                      <a:pt x="30" y="67"/>
                      <a:pt x="33" y="66"/>
                    </a:cubicBezTo>
                    <a:cubicBezTo>
                      <a:pt x="61" y="95"/>
                      <a:pt x="61" y="95"/>
                      <a:pt x="61" y="95"/>
                    </a:cubicBezTo>
                    <a:lnTo>
                      <a:pt x="67" y="89"/>
                    </a:lnTo>
                    <a:close/>
                    <a:moveTo>
                      <a:pt x="12" y="54"/>
                    </a:moveTo>
                    <a:cubicBezTo>
                      <a:pt x="10" y="52"/>
                      <a:pt x="8" y="49"/>
                      <a:pt x="8" y="44"/>
                    </a:cubicBezTo>
                    <a:cubicBezTo>
                      <a:pt x="8" y="36"/>
                      <a:pt x="14" y="25"/>
                      <a:pt x="20" y="1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38"/>
                      <a:pt x="21" y="39"/>
                      <a:pt x="22" y="40"/>
                    </a:cubicBezTo>
                    <a:cubicBezTo>
                      <a:pt x="24" y="40"/>
                      <a:pt x="26" y="40"/>
                      <a:pt x="27" y="3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7" y="35"/>
                      <a:pt x="40" y="40"/>
                      <a:pt x="40" y="44"/>
                    </a:cubicBezTo>
                    <a:cubicBezTo>
                      <a:pt x="40" y="49"/>
                      <a:pt x="38" y="54"/>
                      <a:pt x="33" y="57"/>
                    </a:cubicBezTo>
                    <a:cubicBezTo>
                      <a:pt x="27" y="62"/>
                      <a:pt x="17" y="61"/>
                      <a:pt x="12" y="54"/>
                    </a:cubicBezTo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128"/>
              <p:cNvSpPr>
                <a:spLocks/>
              </p:cNvSpPr>
              <p:nvPr/>
            </p:nvSpPr>
            <p:spPr bwMode="auto">
              <a:xfrm>
                <a:off x="4524375" y="4327526"/>
                <a:ext cx="69850" cy="31750"/>
              </a:xfrm>
              <a:custGeom>
                <a:avLst/>
                <a:gdLst>
                  <a:gd name="T0" fmla="*/ 11 w 22"/>
                  <a:gd name="T1" fmla="*/ 0 h 10"/>
                  <a:gd name="T2" fmla="*/ 0 w 22"/>
                  <a:gd name="T3" fmla="*/ 4 h 10"/>
                  <a:gd name="T4" fmla="*/ 2 w 22"/>
                  <a:gd name="T5" fmla="*/ 8 h 10"/>
                  <a:gd name="T6" fmla="*/ 5 w 22"/>
                  <a:gd name="T7" fmla="*/ 10 h 10"/>
                  <a:gd name="T8" fmla="*/ 11 w 22"/>
                  <a:gd name="T9" fmla="*/ 8 h 10"/>
                  <a:gd name="T10" fmla="*/ 18 w 22"/>
                  <a:gd name="T11" fmla="*/ 10 h 10"/>
                  <a:gd name="T12" fmla="*/ 22 w 22"/>
                  <a:gd name="T13" fmla="*/ 4 h 10"/>
                  <a:gd name="T14" fmla="*/ 11 w 22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10">
                    <a:moveTo>
                      <a:pt x="11" y="0"/>
                    </a:moveTo>
                    <a:cubicBezTo>
                      <a:pt x="7" y="0"/>
                      <a:pt x="3" y="1"/>
                      <a:pt x="0" y="4"/>
                    </a:cubicBezTo>
                    <a:cubicBezTo>
                      <a:pt x="0" y="5"/>
                      <a:pt x="1" y="7"/>
                      <a:pt x="2" y="8"/>
                    </a:cubicBezTo>
                    <a:cubicBezTo>
                      <a:pt x="3" y="9"/>
                      <a:pt x="4" y="9"/>
                      <a:pt x="5" y="10"/>
                    </a:cubicBezTo>
                    <a:cubicBezTo>
                      <a:pt x="6" y="9"/>
                      <a:pt x="9" y="8"/>
                      <a:pt x="11" y="8"/>
                    </a:cubicBezTo>
                    <a:cubicBezTo>
                      <a:pt x="13" y="8"/>
                      <a:pt x="16" y="9"/>
                      <a:pt x="18" y="10"/>
                    </a:cubicBezTo>
                    <a:cubicBezTo>
                      <a:pt x="20" y="8"/>
                      <a:pt x="22" y="6"/>
                      <a:pt x="22" y="4"/>
                    </a:cubicBezTo>
                    <a:cubicBezTo>
                      <a:pt x="19" y="1"/>
                      <a:pt x="15" y="0"/>
                      <a:pt x="11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3257550" y="4214813"/>
              <a:ext cx="227013" cy="252413"/>
              <a:chOff x="3257550" y="4214813"/>
              <a:chExt cx="227013" cy="252413"/>
            </a:xfrm>
          </p:grpSpPr>
          <p:sp>
            <p:nvSpPr>
              <p:cNvPr id="130" name="Freeform 129"/>
              <p:cNvSpPr>
                <a:spLocks noEditPoints="1"/>
              </p:cNvSpPr>
              <p:nvPr/>
            </p:nvSpPr>
            <p:spPr bwMode="auto">
              <a:xfrm>
                <a:off x="3257550" y="4214813"/>
                <a:ext cx="227013" cy="252413"/>
              </a:xfrm>
              <a:custGeom>
                <a:avLst/>
                <a:gdLst>
                  <a:gd name="T0" fmla="*/ 44 w 72"/>
                  <a:gd name="T1" fmla="*/ 4 h 80"/>
                  <a:gd name="T2" fmla="*/ 40 w 72"/>
                  <a:gd name="T3" fmla="*/ 4 h 80"/>
                  <a:gd name="T4" fmla="*/ 40 w 72"/>
                  <a:gd name="T5" fmla="*/ 0 h 80"/>
                  <a:gd name="T6" fmla="*/ 32 w 72"/>
                  <a:gd name="T7" fmla="*/ 0 h 80"/>
                  <a:gd name="T8" fmla="*/ 32 w 72"/>
                  <a:gd name="T9" fmla="*/ 4 h 80"/>
                  <a:gd name="T10" fmla="*/ 28 w 72"/>
                  <a:gd name="T11" fmla="*/ 4 h 80"/>
                  <a:gd name="T12" fmla="*/ 0 w 72"/>
                  <a:gd name="T13" fmla="*/ 32 h 80"/>
                  <a:gd name="T14" fmla="*/ 0 w 72"/>
                  <a:gd name="T15" fmla="*/ 44 h 80"/>
                  <a:gd name="T16" fmla="*/ 2 w 72"/>
                  <a:gd name="T17" fmla="*/ 48 h 80"/>
                  <a:gd name="T18" fmla="*/ 7 w 72"/>
                  <a:gd name="T19" fmla="*/ 47 h 80"/>
                  <a:gd name="T20" fmla="*/ 12 w 72"/>
                  <a:gd name="T21" fmla="*/ 42 h 80"/>
                  <a:gd name="T22" fmla="*/ 17 w 72"/>
                  <a:gd name="T23" fmla="*/ 47 h 80"/>
                  <a:gd name="T24" fmla="*/ 23 w 72"/>
                  <a:gd name="T25" fmla="*/ 47 h 80"/>
                  <a:gd name="T26" fmla="*/ 28 w 72"/>
                  <a:gd name="T27" fmla="*/ 42 h 80"/>
                  <a:gd name="T28" fmla="*/ 32 w 72"/>
                  <a:gd name="T29" fmla="*/ 46 h 80"/>
                  <a:gd name="T30" fmla="*/ 32 w 72"/>
                  <a:gd name="T31" fmla="*/ 72 h 80"/>
                  <a:gd name="T32" fmla="*/ 20 w 72"/>
                  <a:gd name="T33" fmla="*/ 72 h 80"/>
                  <a:gd name="T34" fmla="*/ 20 w 72"/>
                  <a:gd name="T35" fmla="*/ 80 h 80"/>
                  <a:gd name="T36" fmla="*/ 52 w 72"/>
                  <a:gd name="T37" fmla="*/ 80 h 80"/>
                  <a:gd name="T38" fmla="*/ 52 w 72"/>
                  <a:gd name="T39" fmla="*/ 72 h 80"/>
                  <a:gd name="T40" fmla="*/ 40 w 72"/>
                  <a:gd name="T41" fmla="*/ 72 h 80"/>
                  <a:gd name="T42" fmla="*/ 40 w 72"/>
                  <a:gd name="T43" fmla="*/ 46 h 80"/>
                  <a:gd name="T44" fmla="*/ 44 w 72"/>
                  <a:gd name="T45" fmla="*/ 42 h 80"/>
                  <a:gd name="T46" fmla="*/ 49 w 72"/>
                  <a:gd name="T47" fmla="*/ 47 h 80"/>
                  <a:gd name="T48" fmla="*/ 55 w 72"/>
                  <a:gd name="T49" fmla="*/ 47 h 80"/>
                  <a:gd name="T50" fmla="*/ 60 w 72"/>
                  <a:gd name="T51" fmla="*/ 42 h 80"/>
                  <a:gd name="T52" fmla="*/ 65 w 72"/>
                  <a:gd name="T53" fmla="*/ 47 h 80"/>
                  <a:gd name="T54" fmla="*/ 68 w 72"/>
                  <a:gd name="T55" fmla="*/ 48 h 80"/>
                  <a:gd name="T56" fmla="*/ 70 w 72"/>
                  <a:gd name="T57" fmla="*/ 48 h 80"/>
                  <a:gd name="T58" fmla="*/ 72 w 72"/>
                  <a:gd name="T59" fmla="*/ 44 h 80"/>
                  <a:gd name="T60" fmla="*/ 72 w 72"/>
                  <a:gd name="T61" fmla="*/ 32 h 80"/>
                  <a:gd name="T62" fmla="*/ 44 w 72"/>
                  <a:gd name="T63" fmla="*/ 4 h 80"/>
                  <a:gd name="T64" fmla="*/ 64 w 72"/>
                  <a:gd name="T65" fmla="*/ 34 h 80"/>
                  <a:gd name="T66" fmla="*/ 63 w 72"/>
                  <a:gd name="T67" fmla="*/ 33 h 80"/>
                  <a:gd name="T68" fmla="*/ 57 w 72"/>
                  <a:gd name="T69" fmla="*/ 33 h 80"/>
                  <a:gd name="T70" fmla="*/ 52 w 72"/>
                  <a:gd name="T71" fmla="*/ 38 h 80"/>
                  <a:gd name="T72" fmla="*/ 47 w 72"/>
                  <a:gd name="T73" fmla="*/ 33 h 80"/>
                  <a:gd name="T74" fmla="*/ 44 w 72"/>
                  <a:gd name="T75" fmla="*/ 32 h 80"/>
                  <a:gd name="T76" fmla="*/ 41 w 72"/>
                  <a:gd name="T77" fmla="*/ 33 h 80"/>
                  <a:gd name="T78" fmla="*/ 36 w 72"/>
                  <a:gd name="T79" fmla="*/ 38 h 80"/>
                  <a:gd name="T80" fmla="*/ 31 w 72"/>
                  <a:gd name="T81" fmla="*/ 33 h 80"/>
                  <a:gd name="T82" fmla="*/ 25 w 72"/>
                  <a:gd name="T83" fmla="*/ 33 h 80"/>
                  <a:gd name="T84" fmla="*/ 20 w 72"/>
                  <a:gd name="T85" fmla="*/ 38 h 80"/>
                  <a:gd name="T86" fmla="*/ 15 w 72"/>
                  <a:gd name="T87" fmla="*/ 33 h 80"/>
                  <a:gd name="T88" fmla="*/ 9 w 72"/>
                  <a:gd name="T89" fmla="*/ 33 h 80"/>
                  <a:gd name="T90" fmla="*/ 8 w 72"/>
                  <a:gd name="T91" fmla="*/ 34 h 80"/>
                  <a:gd name="T92" fmla="*/ 8 w 72"/>
                  <a:gd name="T93" fmla="*/ 32 h 80"/>
                  <a:gd name="T94" fmla="*/ 28 w 72"/>
                  <a:gd name="T95" fmla="*/ 12 h 80"/>
                  <a:gd name="T96" fmla="*/ 44 w 72"/>
                  <a:gd name="T97" fmla="*/ 12 h 80"/>
                  <a:gd name="T98" fmla="*/ 64 w 72"/>
                  <a:gd name="T99" fmla="*/ 32 h 80"/>
                  <a:gd name="T100" fmla="*/ 64 w 72"/>
                  <a:gd name="T101" fmla="*/ 3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80">
                    <a:moveTo>
                      <a:pt x="44" y="4"/>
                    </a:moveTo>
                    <a:cubicBezTo>
                      <a:pt x="40" y="4"/>
                      <a:pt x="40" y="4"/>
                      <a:pt x="40" y="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13" y="4"/>
                      <a:pt x="0" y="17"/>
                      <a:pt x="0" y="3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2" y="48"/>
                    </a:cubicBezTo>
                    <a:cubicBezTo>
                      <a:pt x="4" y="48"/>
                      <a:pt x="6" y="48"/>
                      <a:pt x="7" y="47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9" y="48"/>
                      <a:pt x="21" y="48"/>
                      <a:pt x="23" y="47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72"/>
                      <a:pt x="32" y="72"/>
                      <a:pt x="32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80"/>
                      <a:pt x="20" y="80"/>
                      <a:pt x="20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72"/>
                      <a:pt x="52" y="72"/>
                      <a:pt x="52" y="72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9" y="47"/>
                      <a:pt x="49" y="47"/>
                      <a:pt x="49" y="47"/>
                    </a:cubicBezTo>
                    <a:cubicBezTo>
                      <a:pt x="51" y="48"/>
                      <a:pt x="53" y="48"/>
                      <a:pt x="55" y="47"/>
                    </a:cubicBezTo>
                    <a:cubicBezTo>
                      <a:pt x="60" y="42"/>
                      <a:pt x="60" y="42"/>
                      <a:pt x="60" y="42"/>
                    </a:cubicBezTo>
                    <a:cubicBezTo>
                      <a:pt x="65" y="47"/>
                      <a:pt x="65" y="47"/>
                      <a:pt x="65" y="47"/>
                    </a:cubicBezTo>
                    <a:cubicBezTo>
                      <a:pt x="66" y="48"/>
                      <a:pt x="67" y="48"/>
                      <a:pt x="68" y="48"/>
                    </a:cubicBezTo>
                    <a:cubicBezTo>
                      <a:pt x="69" y="48"/>
                      <a:pt x="69" y="48"/>
                      <a:pt x="70" y="48"/>
                    </a:cubicBezTo>
                    <a:cubicBezTo>
                      <a:pt x="71" y="47"/>
                      <a:pt x="72" y="46"/>
                      <a:pt x="72" y="44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17"/>
                      <a:pt x="59" y="4"/>
                      <a:pt x="44" y="4"/>
                    </a:cubicBezTo>
                    <a:close/>
                    <a:moveTo>
                      <a:pt x="64" y="34"/>
                    </a:moveTo>
                    <a:cubicBezTo>
                      <a:pt x="63" y="33"/>
                      <a:pt x="63" y="33"/>
                      <a:pt x="63" y="33"/>
                    </a:cubicBezTo>
                    <a:cubicBezTo>
                      <a:pt x="61" y="32"/>
                      <a:pt x="59" y="32"/>
                      <a:pt x="57" y="33"/>
                    </a:cubicBezTo>
                    <a:cubicBezTo>
                      <a:pt x="52" y="38"/>
                      <a:pt x="52" y="38"/>
                      <a:pt x="52" y="38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6" y="32"/>
                      <a:pt x="45" y="32"/>
                      <a:pt x="44" y="32"/>
                    </a:cubicBezTo>
                    <a:cubicBezTo>
                      <a:pt x="43" y="32"/>
                      <a:pt x="42" y="32"/>
                      <a:pt x="41" y="33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9" y="32"/>
                      <a:pt x="27" y="32"/>
                      <a:pt x="25" y="33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3" y="32"/>
                      <a:pt x="11" y="32"/>
                      <a:pt x="9" y="33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21"/>
                      <a:pt x="17" y="12"/>
                      <a:pt x="28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55" y="12"/>
                      <a:pt x="64" y="21"/>
                      <a:pt x="64" y="32"/>
                    </a:cubicBezTo>
                    <a:lnTo>
                      <a:pt x="64" y="3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Rectangle 130"/>
              <p:cNvSpPr>
                <a:spLocks noChangeArrowheads="1"/>
              </p:cNvSpPr>
              <p:nvPr/>
            </p:nvSpPr>
            <p:spPr bwMode="auto">
              <a:xfrm>
                <a:off x="3408363" y="4378326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3" name="组合 202"/>
            <p:cNvGrpSpPr/>
            <p:nvPr/>
          </p:nvGrpSpPr>
          <p:grpSpPr>
            <a:xfrm>
              <a:off x="3838575" y="4822826"/>
              <a:ext cx="277813" cy="265113"/>
              <a:chOff x="3838575" y="4822826"/>
              <a:chExt cx="277813" cy="265113"/>
            </a:xfrm>
          </p:grpSpPr>
          <p:sp>
            <p:nvSpPr>
              <p:cNvPr id="132" name="Freeform 131"/>
              <p:cNvSpPr>
                <a:spLocks noEditPoints="1"/>
              </p:cNvSpPr>
              <p:nvPr/>
            </p:nvSpPr>
            <p:spPr bwMode="auto">
              <a:xfrm>
                <a:off x="3838575" y="4822826"/>
                <a:ext cx="277813" cy="265113"/>
              </a:xfrm>
              <a:custGeom>
                <a:avLst/>
                <a:gdLst>
                  <a:gd name="T0" fmla="*/ 80 w 88"/>
                  <a:gd name="T1" fmla="*/ 0 h 84"/>
                  <a:gd name="T2" fmla="*/ 24 w 88"/>
                  <a:gd name="T3" fmla="*/ 0 h 84"/>
                  <a:gd name="T4" fmla="*/ 16 w 88"/>
                  <a:gd name="T5" fmla="*/ 8 h 84"/>
                  <a:gd name="T6" fmla="*/ 16 w 88"/>
                  <a:gd name="T7" fmla="*/ 12 h 84"/>
                  <a:gd name="T8" fmla="*/ 8 w 88"/>
                  <a:gd name="T9" fmla="*/ 12 h 84"/>
                  <a:gd name="T10" fmla="*/ 8 w 88"/>
                  <a:gd name="T11" fmla="*/ 4 h 84"/>
                  <a:gd name="T12" fmla="*/ 0 w 88"/>
                  <a:gd name="T13" fmla="*/ 4 h 84"/>
                  <a:gd name="T14" fmla="*/ 0 w 88"/>
                  <a:gd name="T15" fmla="*/ 84 h 84"/>
                  <a:gd name="T16" fmla="*/ 8 w 88"/>
                  <a:gd name="T17" fmla="*/ 84 h 84"/>
                  <a:gd name="T18" fmla="*/ 8 w 88"/>
                  <a:gd name="T19" fmla="*/ 60 h 84"/>
                  <a:gd name="T20" fmla="*/ 16 w 88"/>
                  <a:gd name="T21" fmla="*/ 60 h 84"/>
                  <a:gd name="T22" fmla="*/ 16 w 88"/>
                  <a:gd name="T23" fmla="*/ 64 h 84"/>
                  <a:gd name="T24" fmla="*/ 24 w 88"/>
                  <a:gd name="T25" fmla="*/ 72 h 84"/>
                  <a:gd name="T26" fmla="*/ 80 w 88"/>
                  <a:gd name="T27" fmla="*/ 72 h 84"/>
                  <a:gd name="T28" fmla="*/ 88 w 88"/>
                  <a:gd name="T29" fmla="*/ 64 h 84"/>
                  <a:gd name="T30" fmla="*/ 88 w 88"/>
                  <a:gd name="T31" fmla="*/ 8 h 84"/>
                  <a:gd name="T32" fmla="*/ 80 w 88"/>
                  <a:gd name="T33" fmla="*/ 0 h 84"/>
                  <a:gd name="T34" fmla="*/ 8 w 88"/>
                  <a:gd name="T35" fmla="*/ 52 h 84"/>
                  <a:gd name="T36" fmla="*/ 8 w 88"/>
                  <a:gd name="T37" fmla="*/ 20 h 84"/>
                  <a:gd name="T38" fmla="*/ 16 w 88"/>
                  <a:gd name="T39" fmla="*/ 20 h 84"/>
                  <a:gd name="T40" fmla="*/ 16 w 88"/>
                  <a:gd name="T41" fmla="*/ 52 h 84"/>
                  <a:gd name="T42" fmla="*/ 8 w 88"/>
                  <a:gd name="T43" fmla="*/ 52 h 84"/>
                  <a:gd name="T44" fmla="*/ 80 w 88"/>
                  <a:gd name="T45" fmla="*/ 64 h 84"/>
                  <a:gd name="T46" fmla="*/ 24 w 88"/>
                  <a:gd name="T47" fmla="*/ 64 h 84"/>
                  <a:gd name="T48" fmla="*/ 24 w 88"/>
                  <a:gd name="T49" fmla="*/ 8 h 84"/>
                  <a:gd name="T50" fmla="*/ 80 w 88"/>
                  <a:gd name="T51" fmla="*/ 8 h 84"/>
                  <a:gd name="T52" fmla="*/ 80 w 88"/>
                  <a:gd name="T53" fmla="*/ 6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84">
                    <a:moveTo>
                      <a:pt x="80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6" y="4"/>
                      <a:pt x="16" y="8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6" y="64"/>
                      <a:pt x="16" y="64"/>
                      <a:pt x="16" y="64"/>
                    </a:cubicBezTo>
                    <a:cubicBezTo>
                      <a:pt x="16" y="68"/>
                      <a:pt x="20" y="72"/>
                      <a:pt x="24" y="72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84" y="72"/>
                      <a:pt x="88" y="68"/>
                      <a:pt x="88" y="64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8" y="52"/>
                    </a:moveTo>
                    <a:cubicBezTo>
                      <a:pt x="8" y="20"/>
                      <a:pt x="8" y="20"/>
                      <a:pt x="8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52"/>
                      <a:pt x="16" y="52"/>
                      <a:pt x="16" y="52"/>
                    </a:cubicBezTo>
                    <a:lnTo>
                      <a:pt x="8" y="52"/>
                    </a:lnTo>
                    <a:close/>
                    <a:moveTo>
                      <a:pt x="80" y="64"/>
                    </a:move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80" y="8"/>
                      <a:pt x="80" y="8"/>
                      <a:pt x="80" y="8"/>
                    </a:cubicBezTo>
                    <a:lnTo>
                      <a:pt x="80" y="6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132"/>
              <p:cNvSpPr>
                <a:spLocks/>
              </p:cNvSpPr>
              <p:nvPr/>
            </p:nvSpPr>
            <p:spPr bwMode="auto">
              <a:xfrm>
                <a:off x="3940175" y="4872038"/>
                <a:ext cx="125413" cy="127000"/>
              </a:xfrm>
              <a:custGeom>
                <a:avLst/>
                <a:gdLst>
                  <a:gd name="T0" fmla="*/ 24 w 79"/>
                  <a:gd name="T1" fmla="*/ 80 h 80"/>
                  <a:gd name="T2" fmla="*/ 56 w 79"/>
                  <a:gd name="T3" fmla="*/ 80 h 80"/>
                  <a:gd name="T4" fmla="*/ 56 w 79"/>
                  <a:gd name="T5" fmla="*/ 56 h 80"/>
                  <a:gd name="T6" fmla="*/ 79 w 79"/>
                  <a:gd name="T7" fmla="*/ 56 h 80"/>
                  <a:gd name="T8" fmla="*/ 79 w 79"/>
                  <a:gd name="T9" fmla="*/ 24 h 80"/>
                  <a:gd name="T10" fmla="*/ 56 w 79"/>
                  <a:gd name="T11" fmla="*/ 24 h 80"/>
                  <a:gd name="T12" fmla="*/ 56 w 79"/>
                  <a:gd name="T13" fmla="*/ 0 h 80"/>
                  <a:gd name="T14" fmla="*/ 24 w 79"/>
                  <a:gd name="T15" fmla="*/ 0 h 80"/>
                  <a:gd name="T16" fmla="*/ 24 w 79"/>
                  <a:gd name="T17" fmla="*/ 24 h 80"/>
                  <a:gd name="T18" fmla="*/ 0 w 79"/>
                  <a:gd name="T19" fmla="*/ 24 h 80"/>
                  <a:gd name="T20" fmla="*/ 0 w 79"/>
                  <a:gd name="T21" fmla="*/ 56 h 80"/>
                  <a:gd name="T22" fmla="*/ 24 w 79"/>
                  <a:gd name="T23" fmla="*/ 56 h 80"/>
                  <a:gd name="T24" fmla="*/ 24 w 79"/>
                  <a:gd name="T2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9" h="80">
                    <a:moveTo>
                      <a:pt x="24" y="80"/>
                    </a:moveTo>
                    <a:lnTo>
                      <a:pt x="56" y="80"/>
                    </a:lnTo>
                    <a:lnTo>
                      <a:pt x="56" y="56"/>
                    </a:lnTo>
                    <a:lnTo>
                      <a:pt x="79" y="56"/>
                    </a:lnTo>
                    <a:lnTo>
                      <a:pt x="79" y="24"/>
                    </a:lnTo>
                    <a:lnTo>
                      <a:pt x="56" y="24"/>
                    </a:lnTo>
                    <a:lnTo>
                      <a:pt x="56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56"/>
                    </a:lnTo>
                    <a:lnTo>
                      <a:pt x="24" y="56"/>
                    </a:lnTo>
                    <a:lnTo>
                      <a:pt x="24" y="8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3244850" y="4848226"/>
              <a:ext cx="252413" cy="227013"/>
              <a:chOff x="3244850" y="4848226"/>
              <a:chExt cx="252413" cy="227013"/>
            </a:xfrm>
          </p:grpSpPr>
          <p:sp>
            <p:nvSpPr>
              <p:cNvPr id="134" name="Freeform 133"/>
              <p:cNvSpPr>
                <a:spLocks noEditPoints="1"/>
              </p:cNvSpPr>
              <p:nvPr/>
            </p:nvSpPr>
            <p:spPr bwMode="auto">
              <a:xfrm>
                <a:off x="3244850" y="4848226"/>
                <a:ext cx="252413" cy="227013"/>
              </a:xfrm>
              <a:custGeom>
                <a:avLst/>
                <a:gdLst>
                  <a:gd name="T0" fmla="*/ 72 w 80"/>
                  <a:gd name="T1" fmla="*/ 8 h 72"/>
                  <a:gd name="T2" fmla="*/ 48 w 80"/>
                  <a:gd name="T3" fmla="*/ 8 h 72"/>
                  <a:gd name="T4" fmla="*/ 40 w 80"/>
                  <a:gd name="T5" fmla="*/ 0 h 72"/>
                  <a:gd name="T6" fmla="*/ 32 w 80"/>
                  <a:gd name="T7" fmla="*/ 8 h 72"/>
                  <a:gd name="T8" fmla="*/ 24 w 80"/>
                  <a:gd name="T9" fmla="*/ 16 h 72"/>
                  <a:gd name="T10" fmla="*/ 24 w 80"/>
                  <a:gd name="T11" fmla="*/ 20 h 72"/>
                  <a:gd name="T12" fmla="*/ 16 w 80"/>
                  <a:gd name="T13" fmla="*/ 20 h 72"/>
                  <a:gd name="T14" fmla="*/ 13 w 80"/>
                  <a:gd name="T15" fmla="*/ 21 h 72"/>
                  <a:gd name="T16" fmla="*/ 1 w 80"/>
                  <a:gd name="T17" fmla="*/ 33 h 72"/>
                  <a:gd name="T18" fmla="*/ 0 w 80"/>
                  <a:gd name="T19" fmla="*/ 36 h 72"/>
                  <a:gd name="T20" fmla="*/ 0 w 80"/>
                  <a:gd name="T21" fmla="*/ 60 h 72"/>
                  <a:gd name="T22" fmla="*/ 4 w 80"/>
                  <a:gd name="T23" fmla="*/ 64 h 72"/>
                  <a:gd name="T24" fmla="*/ 13 w 80"/>
                  <a:gd name="T25" fmla="*/ 64 h 72"/>
                  <a:gd name="T26" fmla="*/ 24 w 80"/>
                  <a:gd name="T27" fmla="*/ 72 h 72"/>
                  <a:gd name="T28" fmla="*/ 35 w 80"/>
                  <a:gd name="T29" fmla="*/ 64 h 72"/>
                  <a:gd name="T30" fmla="*/ 49 w 80"/>
                  <a:gd name="T31" fmla="*/ 64 h 72"/>
                  <a:gd name="T32" fmla="*/ 60 w 80"/>
                  <a:gd name="T33" fmla="*/ 72 h 72"/>
                  <a:gd name="T34" fmla="*/ 71 w 80"/>
                  <a:gd name="T35" fmla="*/ 64 h 72"/>
                  <a:gd name="T36" fmla="*/ 76 w 80"/>
                  <a:gd name="T37" fmla="*/ 64 h 72"/>
                  <a:gd name="T38" fmla="*/ 80 w 80"/>
                  <a:gd name="T39" fmla="*/ 60 h 72"/>
                  <a:gd name="T40" fmla="*/ 80 w 80"/>
                  <a:gd name="T41" fmla="*/ 16 h 72"/>
                  <a:gd name="T42" fmla="*/ 72 w 80"/>
                  <a:gd name="T43" fmla="*/ 8 h 72"/>
                  <a:gd name="T44" fmla="*/ 72 w 80"/>
                  <a:gd name="T45" fmla="*/ 16 h 72"/>
                  <a:gd name="T46" fmla="*/ 72 w 80"/>
                  <a:gd name="T47" fmla="*/ 56 h 72"/>
                  <a:gd name="T48" fmla="*/ 71 w 80"/>
                  <a:gd name="T49" fmla="*/ 56 h 72"/>
                  <a:gd name="T50" fmla="*/ 60 w 80"/>
                  <a:gd name="T51" fmla="*/ 48 h 72"/>
                  <a:gd name="T52" fmla="*/ 49 w 80"/>
                  <a:gd name="T53" fmla="*/ 56 h 72"/>
                  <a:gd name="T54" fmla="*/ 35 w 80"/>
                  <a:gd name="T55" fmla="*/ 56 h 72"/>
                  <a:gd name="T56" fmla="*/ 32 w 80"/>
                  <a:gd name="T57" fmla="*/ 51 h 72"/>
                  <a:gd name="T58" fmla="*/ 32 w 80"/>
                  <a:gd name="T59" fmla="*/ 16 h 72"/>
                  <a:gd name="T60" fmla="*/ 72 w 80"/>
                  <a:gd name="T61" fmla="*/ 16 h 72"/>
                  <a:gd name="T62" fmla="*/ 8 w 80"/>
                  <a:gd name="T63" fmla="*/ 38 h 72"/>
                  <a:gd name="T64" fmla="*/ 18 w 80"/>
                  <a:gd name="T65" fmla="*/ 28 h 72"/>
                  <a:gd name="T66" fmla="*/ 24 w 80"/>
                  <a:gd name="T67" fmla="*/ 28 h 72"/>
                  <a:gd name="T68" fmla="*/ 24 w 80"/>
                  <a:gd name="T69" fmla="*/ 48 h 72"/>
                  <a:gd name="T70" fmla="*/ 13 w 80"/>
                  <a:gd name="T71" fmla="*/ 56 h 72"/>
                  <a:gd name="T72" fmla="*/ 8 w 80"/>
                  <a:gd name="T73" fmla="*/ 56 h 72"/>
                  <a:gd name="T74" fmla="*/ 8 w 80"/>
                  <a:gd name="T75" fmla="*/ 38 h 72"/>
                  <a:gd name="T76" fmla="*/ 24 w 80"/>
                  <a:gd name="T77" fmla="*/ 64 h 72"/>
                  <a:gd name="T78" fmla="*/ 20 w 80"/>
                  <a:gd name="T79" fmla="*/ 60 h 72"/>
                  <a:gd name="T80" fmla="*/ 24 w 80"/>
                  <a:gd name="T81" fmla="*/ 56 h 72"/>
                  <a:gd name="T82" fmla="*/ 28 w 80"/>
                  <a:gd name="T83" fmla="*/ 60 h 72"/>
                  <a:gd name="T84" fmla="*/ 24 w 80"/>
                  <a:gd name="T85" fmla="*/ 64 h 72"/>
                  <a:gd name="T86" fmla="*/ 60 w 80"/>
                  <a:gd name="T87" fmla="*/ 64 h 72"/>
                  <a:gd name="T88" fmla="*/ 56 w 80"/>
                  <a:gd name="T89" fmla="*/ 60 h 72"/>
                  <a:gd name="T90" fmla="*/ 60 w 80"/>
                  <a:gd name="T91" fmla="*/ 56 h 72"/>
                  <a:gd name="T92" fmla="*/ 64 w 80"/>
                  <a:gd name="T93" fmla="*/ 60 h 72"/>
                  <a:gd name="T94" fmla="*/ 60 w 80"/>
                  <a:gd name="T95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0" h="72">
                    <a:moveTo>
                      <a:pt x="72" y="8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36" y="0"/>
                      <a:pt x="32" y="4"/>
                      <a:pt x="32" y="8"/>
                    </a:cubicBezTo>
                    <a:cubicBezTo>
                      <a:pt x="28" y="8"/>
                      <a:pt x="24" y="12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5" y="20"/>
                      <a:pt x="14" y="20"/>
                      <a:pt x="13" y="21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4"/>
                      <a:pt x="0" y="35"/>
                      <a:pt x="0" y="36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4"/>
                      <a:pt x="4" y="64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4" y="69"/>
                      <a:pt x="19" y="72"/>
                      <a:pt x="24" y="72"/>
                    </a:cubicBezTo>
                    <a:cubicBezTo>
                      <a:pt x="29" y="72"/>
                      <a:pt x="34" y="69"/>
                      <a:pt x="35" y="64"/>
                    </a:cubicBezTo>
                    <a:cubicBezTo>
                      <a:pt x="49" y="64"/>
                      <a:pt x="49" y="64"/>
                      <a:pt x="49" y="64"/>
                    </a:cubicBezTo>
                    <a:cubicBezTo>
                      <a:pt x="50" y="69"/>
                      <a:pt x="55" y="72"/>
                      <a:pt x="60" y="72"/>
                    </a:cubicBezTo>
                    <a:cubicBezTo>
                      <a:pt x="65" y="72"/>
                      <a:pt x="70" y="69"/>
                      <a:pt x="71" y="64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8" y="64"/>
                      <a:pt x="80" y="62"/>
                      <a:pt x="80" y="60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12"/>
                      <a:pt x="76" y="8"/>
                      <a:pt x="72" y="8"/>
                    </a:cubicBezTo>
                    <a:close/>
                    <a:moveTo>
                      <a:pt x="72" y="16"/>
                    </a:move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6"/>
                      <a:pt x="71" y="56"/>
                      <a:pt x="71" y="56"/>
                    </a:cubicBezTo>
                    <a:cubicBezTo>
                      <a:pt x="70" y="51"/>
                      <a:pt x="65" y="48"/>
                      <a:pt x="60" y="48"/>
                    </a:cubicBezTo>
                    <a:cubicBezTo>
                      <a:pt x="55" y="48"/>
                      <a:pt x="50" y="51"/>
                      <a:pt x="49" y="56"/>
                    </a:cubicBezTo>
                    <a:cubicBezTo>
                      <a:pt x="35" y="56"/>
                      <a:pt x="35" y="56"/>
                      <a:pt x="35" y="56"/>
                    </a:cubicBezTo>
                    <a:cubicBezTo>
                      <a:pt x="35" y="54"/>
                      <a:pt x="33" y="52"/>
                      <a:pt x="32" y="51"/>
                    </a:cubicBezTo>
                    <a:cubicBezTo>
                      <a:pt x="32" y="16"/>
                      <a:pt x="32" y="16"/>
                      <a:pt x="32" y="16"/>
                    </a:cubicBezTo>
                    <a:lnTo>
                      <a:pt x="72" y="16"/>
                    </a:lnTo>
                    <a:close/>
                    <a:moveTo>
                      <a:pt x="8" y="3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19" y="48"/>
                      <a:pt x="14" y="51"/>
                      <a:pt x="13" y="56"/>
                    </a:cubicBezTo>
                    <a:cubicBezTo>
                      <a:pt x="8" y="56"/>
                      <a:pt x="8" y="56"/>
                      <a:pt x="8" y="56"/>
                    </a:cubicBezTo>
                    <a:lnTo>
                      <a:pt x="8" y="38"/>
                    </a:lnTo>
                    <a:close/>
                    <a:moveTo>
                      <a:pt x="24" y="64"/>
                    </a:moveTo>
                    <a:cubicBezTo>
                      <a:pt x="22" y="64"/>
                      <a:pt x="20" y="62"/>
                      <a:pt x="20" y="60"/>
                    </a:cubicBezTo>
                    <a:cubicBezTo>
                      <a:pt x="20" y="58"/>
                      <a:pt x="22" y="56"/>
                      <a:pt x="24" y="56"/>
                    </a:cubicBezTo>
                    <a:cubicBezTo>
                      <a:pt x="26" y="56"/>
                      <a:pt x="28" y="58"/>
                      <a:pt x="28" y="60"/>
                    </a:cubicBezTo>
                    <a:cubicBezTo>
                      <a:pt x="28" y="62"/>
                      <a:pt x="26" y="64"/>
                      <a:pt x="24" y="64"/>
                    </a:cubicBezTo>
                    <a:close/>
                    <a:moveTo>
                      <a:pt x="60" y="64"/>
                    </a:moveTo>
                    <a:cubicBezTo>
                      <a:pt x="58" y="64"/>
                      <a:pt x="56" y="62"/>
                      <a:pt x="56" y="60"/>
                    </a:cubicBezTo>
                    <a:cubicBezTo>
                      <a:pt x="56" y="58"/>
                      <a:pt x="58" y="56"/>
                      <a:pt x="60" y="56"/>
                    </a:cubicBezTo>
                    <a:cubicBezTo>
                      <a:pt x="62" y="56"/>
                      <a:pt x="64" y="58"/>
                      <a:pt x="64" y="60"/>
                    </a:cubicBezTo>
                    <a:cubicBezTo>
                      <a:pt x="64" y="62"/>
                      <a:pt x="62" y="64"/>
                      <a:pt x="60" y="6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134"/>
              <p:cNvSpPr>
                <a:spLocks/>
              </p:cNvSpPr>
              <p:nvPr/>
            </p:nvSpPr>
            <p:spPr bwMode="auto">
              <a:xfrm>
                <a:off x="3371850" y="4910138"/>
                <a:ext cx="74613" cy="76200"/>
              </a:xfrm>
              <a:custGeom>
                <a:avLst/>
                <a:gdLst>
                  <a:gd name="T0" fmla="*/ 16 w 47"/>
                  <a:gd name="T1" fmla="*/ 48 h 48"/>
                  <a:gd name="T2" fmla="*/ 31 w 47"/>
                  <a:gd name="T3" fmla="*/ 48 h 48"/>
                  <a:gd name="T4" fmla="*/ 31 w 47"/>
                  <a:gd name="T5" fmla="*/ 32 h 48"/>
                  <a:gd name="T6" fmla="*/ 47 w 47"/>
                  <a:gd name="T7" fmla="*/ 32 h 48"/>
                  <a:gd name="T8" fmla="*/ 47 w 47"/>
                  <a:gd name="T9" fmla="*/ 16 h 48"/>
                  <a:gd name="T10" fmla="*/ 31 w 47"/>
                  <a:gd name="T11" fmla="*/ 16 h 48"/>
                  <a:gd name="T12" fmla="*/ 31 w 47"/>
                  <a:gd name="T13" fmla="*/ 0 h 48"/>
                  <a:gd name="T14" fmla="*/ 16 w 47"/>
                  <a:gd name="T15" fmla="*/ 0 h 48"/>
                  <a:gd name="T16" fmla="*/ 16 w 47"/>
                  <a:gd name="T17" fmla="*/ 16 h 48"/>
                  <a:gd name="T18" fmla="*/ 0 w 47"/>
                  <a:gd name="T19" fmla="*/ 16 h 48"/>
                  <a:gd name="T20" fmla="*/ 0 w 47"/>
                  <a:gd name="T21" fmla="*/ 32 h 48"/>
                  <a:gd name="T22" fmla="*/ 16 w 47"/>
                  <a:gd name="T23" fmla="*/ 32 h 48"/>
                  <a:gd name="T24" fmla="*/ 16 w 47"/>
                  <a:gd name="T25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48">
                    <a:moveTo>
                      <a:pt x="16" y="48"/>
                    </a:moveTo>
                    <a:lnTo>
                      <a:pt x="31" y="48"/>
                    </a:lnTo>
                    <a:lnTo>
                      <a:pt x="31" y="32"/>
                    </a:lnTo>
                    <a:lnTo>
                      <a:pt x="47" y="32"/>
                    </a:lnTo>
                    <a:lnTo>
                      <a:pt x="47" y="16"/>
                    </a:lnTo>
                    <a:lnTo>
                      <a:pt x="31" y="16"/>
                    </a:lnTo>
                    <a:lnTo>
                      <a:pt x="31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6" y="32"/>
                    </a:lnTo>
                    <a:lnTo>
                      <a:pt x="16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Rectangle 135"/>
              <p:cNvSpPr>
                <a:spLocks noChangeArrowheads="1"/>
              </p:cNvSpPr>
              <p:nvPr/>
            </p:nvSpPr>
            <p:spPr bwMode="auto">
              <a:xfrm>
                <a:off x="3282950" y="4960938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6" name="组合 205"/>
            <p:cNvGrpSpPr/>
            <p:nvPr/>
          </p:nvGrpSpPr>
          <p:grpSpPr>
            <a:xfrm>
              <a:off x="5670550" y="4822826"/>
              <a:ext cx="254000" cy="252413"/>
              <a:chOff x="5670550" y="4822826"/>
              <a:chExt cx="254000" cy="252413"/>
            </a:xfrm>
          </p:grpSpPr>
          <p:sp>
            <p:nvSpPr>
              <p:cNvPr id="137" name="Freeform 136"/>
              <p:cNvSpPr>
                <a:spLocks noEditPoints="1"/>
              </p:cNvSpPr>
              <p:nvPr/>
            </p:nvSpPr>
            <p:spPr bwMode="auto">
              <a:xfrm>
                <a:off x="5670550" y="4822826"/>
                <a:ext cx="254000" cy="252413"/>
              </a:xfrm>
              <a:custGeom>
                <a:avLst/>
                <a:gdLst>
                  <a:gd name="T0" fmla="*/ 72 w 80"/>
                  <a:gd name="T1" fmla="*/ 0 h 80"/>
                  <a:gd name="T2" fmla="*/ 8 w 80"/>
                  <a:gd name="T3" fmla="*/ 0 h 80"/>
                  <a:gd name="T4" fmla="*/ 0 w 80"/>
                  <a:gd name="T5" fmla="*/ 8 h 80"/>
                  <a:gd name="T6" fmla="*/ 0 w 80"/>
                  <a:gd name="T7" fmla="*/ 72 h 80"/>
                  <a:gd name="T8" fmla="*/ 8 w 80"/>
                  <a:gd name="T9" fmla="*/ 80 h 80"/>
                  <a:gd name="T10" fmla="*/ 72 w 80"/>
                  <a:gd name="T11" fmla="*/ 80 h 80"/>
                  <a:gd name="T12" fmla="*/ 80 w 80"/>
                  <a:gd name="T13" fmla="*/ 72 h 80"/>
                  <a:gd name="T14" fmla="*/ 80 w 80"/>
                  <a:gd name="T15" fmla="*/ 8 h 80"/>
                  <a:gd name="T16" fmla="*/ 72 w 80"/>
                  <a:gd name="T17" fmla="*/ 0 h 80"/>
                  <a:gd name="T18" fmla="*/ 72 w 80"/>
                  <a:gd name="T19" fmla="*/ 8 h 80"/>
                  <a:gd name="T20" fmla="*/ 72 w 80"/>
                  <a:gd name="T21" fmla="*/ 24 h 80"/>
                  <a:gd name="T22" fmla="*/ 70 w 80"/>
                  <a:gd name="T23" fmla="*/ 24 h 80"/>
                  <a:gd name="T24" fmla="*/ 64 w 80"/>
                  <a:gd name="T25" fmla="*/ 30 h 80"/>
                  <a:gd name="T26" fmla="*/ 48 w 80"/>
                  <a:gd name="T27" fmla="*/ 14 h 80"/>
                  <a:gd name="T28" fmla="*/ 32 w 80"/>
                  <a:gd name="T29" fmla="*/ 34 h 80"/>
                  <a:gd name="T30" fmla="*/ 20 w 80"/>
                  <a:gd name="T31" fmla="*/ 22 h 80"/>
                  <a:gd name="T32" fmla="*/ 10 w 80"/>
                  <a:gd name="T33" fmla="*/ 32 h 80"/>
                  <a:gd name="T34" fmla="*/ 8 w 80"/>
                  <a:gd name="T35" fmla="*/ 32 h 80"/>
                  <a:gd name="T36" fmla="*/ 8 w 80"/>
                  <a:gd name="T37" fmla="*/ 8 h 80"/>
                  <a:gd name="T38" fmla="*/ 72 w 80"/>
                  <a:gd name="T39" fmla="*/ 8 h 80"/>
                  <a:gd name="T40" fmla="*/ 8 w 80"/>
                  <a:gd name="T41" fmla="*/ 72 h 80"/>
                  <a:gd name="T42" fmla="*/ 8 w 80"/>
                  <a:gd name="T43" fmla="*/ 40 h 80"/>
                  <a:gd name="T44" fmla="*/ 14 w 80"/>
                  <a:gd name="T45" fmla="*/ 40 h 80"/>
                  <a:gd name="T46" fmla="*/ 20 w 80"/>
                  <a:gd name="T47" fmla="*/ 34 h 80"/>
                  <a:gd name="T48" fmla="*/ 32 w 80"/>
                  <a:gd name="T49" fmla="*/ 46 h 80"/>
                  <a:gd name="T50" fmla="*/ 48 w 80"/>
                  <a:gd name="T51" fmla="*/ 26 h 80"/>
                  <a:gd name="T52" fmla="*/ 64 w 80"/>
                  <a:gd name="T53" fmla="*/ 42 h 80"/>
                  <a:gd name="T54" fmla="*/ 72 w 80"/>
                  <a:gd name="T55" fmla="*/ 34 h 80"/>
                  <a:gd name="T56" fmla="*/ 72 w 80"/>
                  <a:gd name="T57" fmla="*/ 72 h 80"/>
                  <a:gd name="T58" fmla="*/ 8 w 80"/>
                  <a:gd name="T59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0" h="8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6" y="80"/>
                      <a:pt x="80" y="76"/>
                      <a:pt x="80" y="72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72" y="8"/>
                    </a:moveTo>
                    <a:cubicBezTo>
                      <a:pt x="72" y="24"/>
                      <a:pt x="72" y="24"/>
                      <a:pt x="72" y="24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4" y="30"/>
                      <a:pt x="64" y="30"/>
                      <a:pt x="64" y="30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lnTo>
                      <a:pt x="72" y="8"/>
                    </a:lnTo>
                    <a:close/>
                    <a:moveTo>
                      <a:pt x="8" y="72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64" y="42"/>
                      <a:pt x="64" y="42"/>
                      <a:pt x="64" y="42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72" y="72"/>
                      <a:pt x="72" y="72"/>
                      <a:pt x="72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Rectangle 137"/>
              <p:cNvSpPr>
                <a:spLocks noChangeArrowheads="1"/>
              </p:cNvSpPr>
              <p:nvPr/>
            </p:nvSpPr>
            <p:spPr bwMode="auto">
              <a:xfrm>
                <a:off x="5708650" y="4999038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Rectangle 138"/>
              <p:cNvSpPr>
                <a:spLocks noChangeArrowheads="1"/>
              </p:cNvSpPr>
              <p:nvPr/>
            </p:nvSpPr>
            <p:spPr bwMode="auto">
              <a:xfrm>
                <a:off x="5759450" y="4973638"/>
                <a:ext cx="25400" cy="635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Rectangle 139"/>
              <p:cNvSpPr>
                <a:spLocks noChangeArrowheads="1"/>
              </p:cNvSpPr>
              <p:nvPr/>
            </p:nvSpPr>
            <p:spPr bwMode="auto">
              <a:xfrm>
                <a:off x="5810250" y="4999038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40"/>
              <p:cNvSpPr>
                <a:spLocks noChangeArrowheads="1"/>
              </p:cNvSpPr>
              <p:nvPr/>
            </p:nvSpPr>
            <p:spPr bwMode="auto">
              <a:xfrm>
                <a:off x="5861050" y="4973638"/>
                <a:ext cx="25400" cy="635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4" name="组合 203"/>
            <p:cNvGrpSpPr/>
            <p:nvPr/>
          </p:nvGrpSpPr>
          <p:grpSpPr>
            <a:xfrm>
              <a:off x="4457700" y="4797426"/>
              <a:ext cx="252413" cy="303213"/>
              <a:chOff x="4457700" y="4797426"/>
              <a:chExt cx="252413" cy="303213"/>
            </a:xfrm>
          </p:grpSpPr>
          <p:sp>
            <p:nvSpPr>
              <p:cNvPr id="142" name="Freeform 141"/>
              <p:cNvSpPr>
                <a:spLocks noEditPoints="1"/>
              </p:cNvSpPr>
              <p:nvPr/>
            </p:nvSpPr>
            <p:spPr bwMode="auto">
              <a:xfrm>
                <a:off x="4457700" y="4797426"/>
                <a:ext cx="252413" cy="303213"/>
              </a:xfrm>
              <a:custGeom>
                <a:avLst/>
                <a:gdLst>
                  <a:gd name="T0" fmla="*/ 72 w 80"/>
                  <a:gd name="T1" fmla="*/ 12 h 96"/>
                  <a:gd name="T2" fmla="*/ 64 w 80"/>
                  <a:gd name="T3" fmla="*/ 12 h 96"/>
                  <a:gd name="T4" fmla="*/ 60 w 80"/>
                  <a:gd name="T5" fmla="*/ 8 h 96"/>
                  <a:gd name="T6" fmla="*/ 51 w 80"/>
                  <a:gd name="T7" fmla="*/ 8 h 96"/>
                  <a:gd name="T8" fmla="*/ 40 w 80"/>
                  <a:gd name="T9" fmla="*/ 0 h 96"/>
                  <a:gd name="T10" fmla="*/ 29 w 80"/>
                  <a:gd name="T11" fmla="*/ 8 h 96"/>
                  <a:gd name="T12" fmla="*/ 20 w 80"/>
                  <a:gd name="T13" fmla="*/ 8 h 96"/>
                  <a:gd name="T14" fmla="*/ 16 w 80"/>
                  <a:gd name="T15" fmla="*/ 12 h 96"/>
                  <a:gd name="T16" fmla="*/ 8 w 80"/>
                  <a:gd name="T17" fmla="*/ 12 h 96"/>
                  <a:gd name="T18" fmla="*/ 0 w 80"/>
                  <a:gd name="T19" fmla="*/ 20 h 96"/>
                  <a:gd name="T20" fmla="*/ 0 w 80"/>
                  <a:gd name="T21" fmla="*/ 88 h 96"/>
                  <a:gd name="T22" fmla="*/ 8 w 80"/>
                  <a:gd name="T23" fmla="*/ 96 h 96"/>
                  <a:gd name="T24" fmla="*/ 72 w 80"/>
                  <a:gd name="T25" fmla="*/ 96 h 96"/>
                  <a:gd name="T26" fmla="*/ 80 w 80"/>
                  <a:gd name="T27" fmla="*/ 88 h 96"/>
                  <a:gd name="T28" fmla="*/ 80 w 80"/>
                  <a:gd name="T29" fmla="*/ 20 h 96"/>
                  <a:gd name="T30" fmla="*/ 72 w 80"/>
                  <a:gd name="T31" fmla="*/ 12 h 96"/>
                  <a:gd name="T32" fmla="*/ 20 w 80"/>
                  <a:gd name="T33" fmla="*/ 32 h 96"/>
                  <a:gd name="T34" fmla="*/ 60 w 80"/>
                  <a:gd name="T35" fmla="*/ 32 h 96"/>
                  <a:gd name="T36" fmla="*/ 60 w 80"/>
                  <a:gd name="T37" fmla="*/ 76 h 96"/>
                  <a:gd name="T38" fmla="*/ 20 w 80"/>
                  <a:gd name="T39" fmla="*/ 76 h 96"/>
                  <a:gd name="T40" fmla="*/ 20 w 80"/>
                  <a:gd name="T41" fmla="*/ 32 h 96"/>
                  <a:gd name="T42" fmla="*/ 24 w 80"/>
                  <a:gd name="T43" fmla="*/ 16 h 96"/>
                  <a:gd name="T44" fmla="*/ 32 w 80"/>
                  <a:gd name="T45" fmla="*/ 16 h 96"/>
                  <a:gd name="T46" fmla="*/ 36 w 80"/>
                  <a:gd name="T47" fmla="*/ 12 h 96"/>
                  <a:gd name="T48" fmla="*/ 40 w 80"/>
                  <a:gd name="T49" fmla="*/ 8 h 96"/>
                  <a:gd name="T50" fmla="*/ 44 w 80"/>
                  <a:gd name="T51" fmla="*/ 12 h 96"/>
                  <a:gd name="T52" fmla="*/ 48 w 80"/>
                  <a:gd name="T53" fmla="*/ 16 h 96"/>
                  <a:gd name="T54" fmla="*/ 56 w 80"/>
                  <a:gd name="T55" fmla="*/ 16 h 96"/>
                  <a:gd name="T56" fmla="*/ 56 w 80"/>
                  <a:gd name="T57" fmla="*/ 24 h 96"/>
                  <a:gd name="T58" fmla="*/ 24 w 80"/>
                  <a:gd name="T59" fmla="*/ 24 h 96"/>
                  <a:gd name="T60" fmla="*/ 24 w 80"/>
                  <a:gd name="T61" fmla="*/ 16 h 96"/>
                  <a:gd name="T62" fmla="*/ 72 w 80"/>
                  <a:gd name="T63" fmla="*/ 88 h 96"/>
                  <a:gd name="T64" fmla="*/ 8 w 80"/>
                  <a:gd name="T65" fmla="*/ 88 h 96"/>
                  <a:gd name="T66" fmla="*/ 8 w 80"/>
                  <a:gd name="T67" fmla="*/ 20 h 96"/>
                  <a:gd name="T68" fmla="*/ 16 w 80"/>
                  <a:gd name="T69" fmla="*/ 20 h 96"/>
                  <a:gd name="T70" fmla="*/ 16 w 80"/>
                  <a:gd name="T71" fmla="*/ 24 h 96"/>
                  <a:gd name="T72" fmla="*/ 12 w 80"/>
                  <a:gd name="T73" fmla="*/ 28 h 96"/>
                  <a:gd name="T74" fmla="*/ 12 w 80"/>
                  <a:gd name="T75" fmla="*/ 80 h 96"/>
                  <a:gd name="T76" fmla="*/ 16 w 80"/>
                  <a:gd name="T77" fmla="*/ 84 h 96"/>
                  <a:gd name="T78" fmla="*/ 64 w 80"/>
                  <a:gd name="T79" fmla="*/ 84 h 96"/>
                  <a:gd name="T80" fmla="*/ 68 w 80"/>
                  <a:gd name="T81" fmla="*/ 80 h 96"/>
                  <a:gd name="T82" fmla="*/ 68 w 80"/>
                  <a:gd name="T83" fmla="*/ 28 h 96"/>
                  <a:gd name="T84" fmla="*/ 64 w 80"/>
                  <a:gd name="T85" fmla="*/ 24 h 96"/>
                  <a:gd name="T86" fmla="*/ 64 w 80"/>
                  <a:gd name="T87" fmla="*/ 20 h 96"/>
                  <a:gd name="T88" fmla="*/ 72 w 80"/>
                  <a:gd name="T89" fmla="*/ 20 h 96"/>
                  <a:gd name="T90" fmla="*/ 72 w 80"/>
                  <a:gd name="T91" fmla="*/ 8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0" h="96">
                    <a:moveTo>
                      <a:pt x="72" y="12"/>
                    </a:move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10"/>
                      <a:pt x="62" y="8"/>
                      <a:pt x="60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0" y="3"/>
                      <a:pt x="45" y="0"/>
                      <a:pt x="40" y="0"/>
                    </a:cubicBezTo>
                    <a:cubicBezTo>
                      <a:pt x="35" y="0"/>
                      <a:pt x="30" y="3"/>
                      <a:pt x="29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8" y="8"/>
                      <a:pt x="16" y="10"/>
                      <a:pt x="16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4" y="12"/>
                      <a:pt x="0" y="16"/>
                      <a:pt x="0" y="2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92"/>
                      <a:pt x="4" y="96"/>
                      <a:pt x="8" y="96"/>
                    </a:cubicBezTo>
                    <a:cubicBezTo>
                      <a:pt x="72" y="96"/>
                      <a:pt x="72" y="96"/>
                      <a:pt x="72" y="96"/>
                    </a:cubicBezTo>
                    <a:cubicBezTo>
                      <a:pt x="76" y="96"/>
                      <a:pt x="80" y="92"/>
                      <a:pt x="80" y="88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20" y="32"/>
                    </a:move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76"/>
                      <a:pt x="60" y="76"/>
                      <a:pt x="60" y="76"/>
                    </a:cubicBezTo>
                    <a:cubicBezTo>
                      <a:pt x="20" y="76"/>
                      <a:pt x="20" y="76"/>
                      <a:pt x="20" y="76"/>
                    </a:cubicBezTo>
                    <a:lnTo>
                      <a:pt x="20" y="32"/>
                    </a:lnTo>
                    <a:close/>
                    <a:moveTo>
                      <a:pt x="24" y="16"/>
                    </a:moveTo>
                    <a:cubicBezTo>
                      <a:pt x="32" y="16"/>
                      <a:pt x="32" y="16"/>
                      <a:pt x="32" y="16"/>
                    </a:cubicBezTo>
                    <a:cubicBezTo>
                      <a:pt x="34" y="16"/>
                      <a:pt x="36" y="14"/>
                      <a:pt x="36" y="12"/>
                    </a:cubicBezTo>
                    <a:cubicBezTo>
                      <a:pt x="36" y="10"/>
                      <a:pt x="38" y="8"/>
                      <a:pt x="40" y="8"/>
                    </a:cubicBezTo>
                    <a:cubicBezTo>
                      <a:pt x="42" y="8"/>
                      <a:pt x="44" y="10"/>
                      <a:pt x="44" y="12"/>
                    </a:cubicBezTo>
                    <a:cubicBezTo>
                      <a:pt x="44" y="14"/>
                      <a:pt x="46" y="16"/>
                      <a:pt x="48" y="16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24" y="24"/>
                      <a:pt x="24" y="24"/>
                      <a:pt x="24" y="24"/>
                    </a:cubicBezTo>
                    <a:lnTo>
                      <a:pt x="24" y="16"/>
                    </a:lnTo>
                    <a:close/>
                    <a:moveTo>
                      <a:pt x="72" y="88"/>
                    </a:moveTo>
                    <a:cubicBezTo>
                      <a:pt x="8" y="88"/>
                      <a:pt x="8" y="88"/>
                      <a:pt x="8" y="8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4" y="24"/>
                      <a:pt x="12" y="26"/>
                      <a:pt x="12" y="28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2" y="82"/>
                      <a:pt x="14" y="84"/>
                      <a:pt x="16" y="84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6" y="84"/>
                      <a:pt x="68" y="82"/>
                      <a:pt x="68" y="80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8" y="26"/>
                      <a:pt x="66" y="24"/>
                      <a:pt x="64" y="24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72" y="20"/>
                      <a:pt x="72" y="20"/>
                      <a:pt x="72" y="20"/>
                    </a:cubicBezTo>
                    <a:lnTo>
                      <a:pt x="72" y="8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142"/>
              <p:cNvSpPr>
                <a:spLocks/>
              </p:cNvSpPr>
              <p:nvPr/>
            </p:nvSpPr>
            <p:spPr bwMode="auto">
              <a:xfrm>
                <a:off x="4546600" y="4935538"/>
                <a:ext cx="76200" cy="76200"/>
              </a:xfrm>
              <a:custGeom>
                <a:avLst/>
                <a:gdLst>
                  <a:gd name="T0" fmla="*/ 32 w 48"/>
                  <a:gd name="T1" fmla="*/ 0 h 48"/>
                  <a:gd name="T2" fmla="*/ 16 w 48"/>
                  <a:gd name="T3" fmla="*/ 0 h 48"/>
                  <a:gd name="T4" fmla="*/ 16 w 48"/>
                  <a:gd name="T5" fmla="*/ 16 h 48"/>
                  <a:gd name="T6" fmla="*/ 0 w 48"/>
                  <a:gd name="T7" fmla="*/ 16 h 48"/>
                  <a:gd name="T8" fmla="*/ 0 w 48"/>
                  <a:gd name="T9" fmla="*/ 32 h 48"/>
                  <a:gd name="T10" fmla="*/ 16 w 48"/>
                  <a:gd name="T11" fmla="*/ 32 h 48"/>
                  <a:gd name="T12" fmla="*/ 16 w 48"/>
                  <a:gd name="T13" fmla="*/ 48 h 48"/>
                  <a:gd name="T14" fmla="*/ 32 w 48"/>
                  <a:gd name="T15" fmla="*/ 48 h 48"/>
                  <a:gd name="T16" fmla="*/ 32 w 48"/>
                  <a:gd name="T17" fmla="*/ 32 h 48"/>
                  <a:gd name="T18" fmla="*/ 48 w 48"/>
                  <a:gd name="T19" fmla="*/ 32 h 48"/>
                  <a:gd name="T20" fmla="*/ 48 w 48"/>
                  <a:gd name="T21" fmla="*/ 16 h 48"/>
                  <a:gd name="T22" fmla="*/ 32 w 48"/>
                  <a:gd name="T23" fmla="*/ 16 h 48"/>
                  <a:gd name="T24" fmla="*/ 32 w 48"/>
                  <a:gd name="T2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" h="48">
                    <a:moveTo>
                      <a:pt x="32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6" y="32"/>
                    </a:lnTo>
                    <a:lnTo>
                      <a:pt x="16" y="48"/>
                    </a:lnTo>
                    <a:lnTo>
                      <a:pt x="32" y="48"/>
                    </a:lnTo>
                    <a:lnTo>
                      <a:pt x="32" y="32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32" y="1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1" name="组合 200"/>
            <p:cNvGrpSpPr/>
            <p:nvPr/>
          </p:nvGrpSpPr>
          <p:grpSpPr>
            <a:xfrm>
              <a:off x="8691563" y="4214813"/>
              <a:ext cx="277813" cy="252413"/>
              <a:chOff x="8691563" y="4214813"/>
              <a:chExt cx="277813" cy="252413"/>
            </a:xfrm>
          </p:grpSpPr>
          <p:sp>
            <p:nvSpPr>
              <p:cNvPr id="144" name="Freeform 143"/>
              <p:cNvSpPr>
                <a:spLocks/>
              </p:cNvSpPr>
              <p:nvPr/>
            </p:nvSpPr>
            <p:spPr bwMode="auto">
              <a:xfrm>
                <a:off x="8748713" y="4391026"/>
                <a:ext cx="150813" cy="76200"/>
              </a:xfrm>
              <a:custGeom>
                <a:avLst/>
                <a:gdLst>
                  <a:gd name="T0" fmla="*/ 26 w 48"/>
                  <a:gd name="T1" fmla="*/ 15 h 24"/>
                  <a:gd name="T2" fmla="*/ 11 w 48"/>
                  <a:gd name="T3" fmla="*/ 0 h 24"/>
                  <a:gd name="T4" fmla="*/ 0 w 48"/>
                  <a:gd name="T5" fmla="*/ 0 h 24"/>
                  <a:gd name="T6" fmla="*/ 24 w 48"/>
                  <a:gd name="T7" fmla="*/ 23 h 24"/>
                  <a:gd name="T8" fmla="*/ 26 w 48"/>
                  <a:gd name="T9" fmla="*/ 24 h 24"/>
                  <a:gd name="T10" fmla="*/ 28 w 48"/>
                  <a:gd name="T11" fmla="*/ 23 h 24"/>
                  <a:gd name="T12" fmla="*/ 48 w 48"/>
                  <a:gd name="T13" fmla="*/ 4 h 24"/>
                  <a:gd name="T14" fmla="*/ 38 w 48"/>
                  <a:gd name="T15" fmla="*/ 4 h 24"/>
                  <a:gd name="T16" fmla="*/ 26 w 48"/>
                  <a:gd name="T17" fmla="*/ 15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24">
                    <a:moveTo>
                      <a:pt x="26" y="15"/>
                    </a:moveTo>
                    <a:cubicBezTo>
                      <a:pt x="22" y="11"/>
                      <a:pt x="16" y="6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13"/>
                      <a:pt x="23" y="22"/>
                      <a:pt x="24" y="23"/>
                    </a:cubicBezTo>
                    <a:cubicBezTo>
                      <a:pt x="24" y="24"/>
                      <a:pt x="25" y="24"/>
                      <a:pt x="26" y="24"/>
                    </a:cubicBezTo>
                    <a:cubicBezTo>
                      <a:pt x="27" y="24"/>
                      <a:pt x="28" y="24"/>
                      <a:pt x="28" y="23"/>
                    </a:cubicBezTo>
                    <a:cubicBezTo>
                      <a:pt x="29" y="23"/>
                      <a:pt x="39" y="15"/>
                      <a:pt x="48" y="4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3" y="9"/>
                      <a:pt x="29" y="13"/>
                      <a:pt x="26" y="1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144"/>
              <p:cNvSpPr>
                <a:spLocks/>
              </p:cNvSpPr>
              <p:nvPr/>
            </p:nvSpPr>
            <p:spPr bwMode="auto">
              <a:xfrm>
                <a:off x="8704263" y="4214813"/>
                <a:ext cx="252413" cy="100013"/>
              </a:xfrm>
              <a:custGeom>
                <a:avLst/>
                <a:gdLst>
                  <a:gd name="T0" fmla="*/ 8 w 80"/>
                  <a:gd name="T1" fmla="*/ 28 h 32"/>
                  <a:gd name="T2" fmla="*/ 8 w 80"/>
                  <a:gd name="T3" fmla="*/ 24 h 32"/>
                  <a:gd name="T4" fmla="*/ 24 w 80"/>
                  <a:gd name="T5" fmla="*/ 8 h 32"/>
                  <a:gd name="T6" fmla="*/ 35 w 80"/>
                  <a:gd name="T7" fmla="*/ 16 h 32"/>
                  <a:gd name="T8" fmla="*/ 45 w 80"/>
                  <a:gd name="T9" fmla="*/ 16 h 32"/>
                  <a:gd name="T10" fmla="*/ 56 w 80"/>
                  <a:gd name="T11" fmla="*/ 8 h 32"/>
                  <a:gd name="T12" fmla="*/ 72 w 80"/>
                  <a:gd name="T13" fmla="*/ 24 h 32"/>
                  <a:gd name="T14" fmla="*/ 71 w 80"/>
                  <a:gd name="T15" fmla="*/ 32 h 32"/>
                  <a:gd name="T16" fmla="*/ 79 w 80"/>
                  <a:gd name="T17" fmla="*/ 32 h 32"/>
                  <a:gd name="T18" fmla="*/ 80 w 80"/>
                  <a:gd name="T19" fmla="*/ 24 h 32"/>
                  <a:gd name="T20" fmla="*/ 56 w 80"/>
                  <a:gd name="T21" fmla="*/ 0 h 32"/>
                  <a:gd name="T22" fmla="*/ 40 w 80"/>
                  <a:gd name="T23" fmla="*/ 8 h 32"/>
                  <a:gd name="T24" fmla="*/ 24 w 80"/>
                  <a:gd name="T25" fmla="*/ 0 h 32"/>
                  <a:gd name="T26" fmla="*/ 0 w 80"/>
                  <a:gd name="T27" fmla="*/ 24 h 32"/>
                  <a:gd name="T28" fmla="*/ 0 w 80"/>
                  <a:gd name="T29" fmla="*/ 28 h 32"/>
                  <a:gd name="T30" fmla="*/ 8 w 80"/>
                  <a:gd name="T31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0" h="32">
                    <a:moveTo>
                      <a:pt x="8" y="28"/>
                    </a:moveTo>
                    <a:cubicBezTo>
                      <a:pt x="8" y="27"/>
                      <a:pt x="8" y="25"/>
                      <a:pt x="8" y="24"/>
                    </a:cubicBezTo>
                    <a:cubicBezTo>
                      <a:pt x="8" y="14"/>
                      <a:pt x="14" y="8"/>
                      <a:pt x="24" y="8"/>
                    </a:cubicBezTo>
                    <a:cubicBezTo>
                      <a:pt x="29" y="8"/>
                      <a:pt x="33" y="12"/>
                      <a:pt x="3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7" y="12"/>
                      <a:pt x="51" y="8"/>
                      <a:pt x="56" y="8"/>
                    </a:cubicBezTo>
                    <a:cubicBezTo>
                      <a:pt x="66" y="8"/>
                      <a:pt x="72" y="14"/>
                      <a:pt x="72" y="24"/>
                    </a:cubicBezTo>
                    <a:cubicBezTo>
                      <a:pt x="72" y="27"/>
                      <a:pt x="71" y="29"/>
                      <a:pt x="71" y="32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80" y="29"/>
                      <a:pt x="80" y="27"/>
                      <a:pt x="80" y="24"/>
                    </a:cubicBezTo>
                    <a:cubicBezTo>
                      <a:pt x="80" y="10"/>
                      <a:pt x="70" y="0"/>
                      <a:pt x="56" y="0"/>
                    </a:cubicBezTo>
                    <a:cubicBezTo>
                      <a:pt x="50" y="0"/>
                      <a:pt x="44" y="3"/>
                      <a:pt x="40" y="8"/>
                    </a:cubicBezTo>
                    <a:cubicBezTo>
                      <a:pt x="36" y="3"/>
                      <a:pt x="30" y="0"/>
                      <a:pt x="24" y="0"/>
                    </a:cubicBezTo>
                    <a:cubicBezTo>
                      <a:pt x="10" y="0"/>
                      <a:pt x="0" y="10"/>
                      <a:pt x="0" y="24"/>
                    </a:cubicBezTo>
                    <a:cubicBezTo>
                      <a:pt x="0" y="25"/>
                      <a:pt x="0" y="27"/>
                      <a:pt x="0" y="28"/>
                    </a:cubicBezTo>
                    <a:lnTo>
                      <a:pt x="8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145"/>
              <p:cNvSpPr>
                <a:spLocks/>
              </p:cNvSpPr>
              <p:nvPr/>
            </p:nvSpPr>
            <p:spPr bwMode="auto">
              <a:xfrm>
                <a:off x="8691563" y="4297363"/>
                <a:ext cx="277813" cy="96838"/>
              </a:xfrm>
              <a:custGeom>
                <a:avLst/>
                <a:gdLst>
                  <a:gd name="T0" fmla="*/ 149 w 175"/>
                  <a:gd name="T1" fmla="*/ 27 h 61"/>
                  <a:gd name="T2" fmla="*/ 129 w 175"/>
                  <a:gd name="T3" fmla="*/ 41 h 61"/>
                  <a:gd name="T4" fmla="*/ 95 w 175"/>
                  <a:gd name="T5" fmla="*/ 0 h 61"/>
                  <a:gd name="T6" fmla="*/ 64 w 175"/>
                  <a:gd name="T7" fmla="*/ 31 h 61"/>
                  <a:gd name="T8" fmla="*/ 40 w 175"/>
                  <a:gd name="T9" fmla="*/ 8 h 61"/>
                  <a:gd name="T10" fmla="*/ 20 w 175"/>
                  <a:gd name="T11" fmla="*/ 27 h 61"/>
                  <a:gd name="T12" fmla="*/ 0 w 175"/>
                  <a:gd name="T13" fmla="*/ 27 h 61"/>
                  <a:gd name="T14" fmla="*/ 0 w 175"/>
                  <a:gd name="T15" fmla="*/ 43 h 61"/>
                  <a:gd name="T16" fmla="*/ 28 w 175"/>
                  <a:gd name="T17" fmla="*/ 43 h 61"/>
                  <a:gd name="T18" fmla="*/ 40 w 175"/>
                  <a:gd name="T19" fmla="*/ 31 h 61"/>
                  <a:gd name="T20" fmla="*/ 64 w 175"/>
                  <a:gd name="T21" fmla="*/ 55 h 61"/>
                  <a:gd name="T22" fmla="*/ 95 w 175"/>
                  <a:gd name="T23" fmla="*/ 23 h 61"/>
                  <a:gd name="T24" fmla="*/ 125 w 175"/>
                  <a:gd name="T25" fmla="*/ 61 h 61"/>
                  <a:gd name="T26" fmla="*/ 153 w 175"/>
                  <a:gd name="T27" fmla="*/ 43 h 61"/>
                  <a:gd name="T28" fmla="*/ 175 w 175"/>
                  <a:gd name="T29" fmla="*/ 43 h 61"/>
                  <a:gd name="T30" fmla="*/ 175 w 175"/>
                  <a:gd name="T31" fmla="*/ 27 h 61"/>
                  <a:gd name="T32" fmla="*/ 149 w 175"/>
                  <a:gd name="T33" fmla="*/ 2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5" h="61">
                    <a:moveTo>
                      <a:pt x="149" y="27"/>
                    </a:moveTo>
                    <a:lnTo>
                      <a:pt x="129" y="41"/>
                    </a:lnTo>
                    <a:lnTo>
                      <a:pt x="95" y="0"/>
                    </a:lnTo>
                    <a:lnTo>
                      <a:pt x="64" y="31"/>
                    </a:lnTo>
                    <a:lnTo>
                      <a:pt x="40" y="8"/>
                    </a:lnTo>
                    <a:lnTo>
                      <a:pt x="20" y="27"/>
                    </a:lnTo>
                    <a:lnTo>
                      <a:pt x="0" y="27"/>
                    </a:lnTo>
                    <a:lnTo>
                      <a:pt x="0" y="43"/>
                    </a:lnTo>
                    <a:lnTo>
                      <a:pt x="28" y="43"/>
                    </a:lnTo>
                    <a:lnTo>
                      <a:pt x="40" y="31"/>
                    </a:lnTo>
                    <a:lnTo>
                      <a:pt x="64" y="55"/>
                    </a:lnTo>
                    <a:lnTo>
                      <a:pt x="95" y="23"/>
                    </a:lnTo>
                    <a:lnTo>
                      <a:pt x="125" y="61"/>
                    </a:lnTo>
                    <a:lnTo>
                      <a:pt x="153" y="43"/>
                    </a:lnTo>
                    <a:lnTo>
                      <a:pt x="175" y="43"/>
                    </a:lnTo>
                    <a:lnTo>
                      <a:pt x="175" y="27"/>
                    </a:lnTo>
                    <a:lnTo>
                      <a:pt x="149" y="2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5" name="组合 204"/>
            <p:cNvGrpSpPr/>
            <p:nvPr/>
          </p:nvGrpSpPr>
          <p:grpSpPr>
            <a:xfrm>
              <a:off x="5089525" y="4822826"/>
              <a:ext cx="203200" cy="252413"/>
              <a:chOff x="5089525" y="4822826"/>
              <a:chExt cx="203200" cy="252413"/>
            </a:xfrm>
          </p:grpSpPr>
          <p:sp>
            <p:nvSpPr>
              <p:cNvPr id="147" name="Freeform 146"/>
              <p:cNvSpPr>
                <a:spLocks noEditPoints="1"/>
              </p:cNvSpPr>
              <p:nvPr/>
            </p:nvSpPr>
            <p:spPr bwMode="auto">
              <a:xfrm>
                <a:off x="5089525" y="4822826"/>
                <a:ext cx="203200" cy="252413"/>
              </a:xfrm>
              <a:custGeom>
                <a:avLst/>
                <a:gdLst>
                  <a:gd name="T0" fmla="*/ 56 w 64"/>
                  <a:gd name="T1" fmla="*/ 0 h 80"/>
                  <a:gd name="T2" fmla="*/ 8 w 64"/>
                  <a:gd name="T3" fmla="*/ 0 h 80"/>
                  <a:gd name="T4" fmla="*/ 0 w 64"/>
                  <a:gd name="T5" fmla="*/ 8 h 80"/>
                  <a:gd name="T6" fmla="*/ 0 w 64"/>
                  <a:gd name="T7" fmla="*/ 24 h 80"/>
                  <a:gd name="T8" fmla="*/ 4 w 64"/>
                  <a:gd name="T9" fmla="*/ 24 h 80"/>
                  <a:gd name="T10" fmla="*/ 4 w 64"/>
                  <a:gd name="T11" fmla="*/ 72 h 80"/>
                  <a:gd name="T12" fmla="*/ 12 w 64"/>
                  <a:gd name="T13" fmla="*/ 80 h 80"/>
                  <a:gd name="T14" fmla="*/ 52 w 64"/>
                  <a:gd name="T15" fmla="*/ 80 h 80"/>
                  <a:gd name="T16" fmla="*/ 60 w 64"/>
                  <a:gd name="T17" fmla="*/ 72 h 80"/>
                  <a:gd name="T18" fmla="*/ 60 w 64"/>
                  <a:gd name="T19" fmla="*/ 24 h 80"/>
                  <a:gd name="T20" fmla="*/ 60 w 64"/>
                  <a:gd name="T21" fmla="*/ 20 h 80"/>
                  <a:gd name="T22" fmla="*/ 64 w 64"/>
                  <a:gd name="T23" fmla="*/ 20 h 80"/>
                  <a:gd name="T24" fmla="*/ 64 w 64"/>
                  <a:gd name="T25" fmla="*/ 8 h 80"/>
                  <a:gd name="T26" fmla="*/ 56 w 64"/>
                  <a:gd name="T27" fmla="*/ 0 h 80"/>
                  <a:gd name="T28" fmla="*/ 56 w 64"/>
                  <a:gd name="T29" fmla="*/ 16 h 80"/>
                  <a:gd name="T30" fmla="*/ 52 w 64"/>
                  <a:gd name="T31" fmla="*/ 16 h 80"/>
                  <a:gd name="T32" fmla="*/ 52 w 64"/>
                  <a:gd name="T33" fmla="*/ 8 h 80"/>
                  <a:gd name="T34" fmla="*/ 56 w 64"/>
                  <a:gd name="T35" fmla="*/ 8 h 80"/>
                  <a:gd name="T36" fmla="*/ 56 w 64"/>
                  <a:gd name="T37" fmla="*/ 16 h 80"/>
                  <a:gd name="T38" fmla="*/ 20 w 64"/>
                  <a:gd name="T39" fmla="*/ 16 h 80"/>
                  <a:gd name="T40" fmla="*/ 20 w 64"/>
                  <a:gd name="T41" fmla="*/ 8 h 80"/>
                  <a:gd name="T42" fmla="*/ 28 w 64"/>
                  <a:gd name="T43" fmla="*/ 8 h 80"/>
                  <a:gd name="T44" fmla="*/ 28 w 64"/>
                  <a:gd name="T45" fmla="*/ 16 h 80"/>
                  <a:gd name="T46" fmla="*/ 20 w 64"/>
                  <a:gd name="T47" fmla="*/ 16 h 80"/>
                  <a:gd name="T48" fmla="*/ 36 w 64"/>
                  <a:gd name="T49" fmla="*/ 8 h 80"/>
                  <a:gd name="T50" fmla="*/ 44 w 64"/>
                  <a:gd name="T51" fmla="*/ 8 h 80"/>
                  <a:gd name="T52" fmla="*/ 44 w 64"/>
                  <a:gd name="T53" fmla="*/ 16 h 80"/>
                  <a:gd name="T54" fmla="*/ 36 w 64"/>
                  <a:gd name="T55" fmla="*/ 16 h 80"/>
                  <a:gd name="T56" fmla="*/ 36 w 64"/>
                  <a:gd name="T57" fmla="*/ 8 h 80"/>
                  <a:gd name="T58" fmla="*/ 8 w 64"/>
                  <a:gd name="T59" fmla="*/ 8 h 80"/>
                  <a:gd name="T60" fmla="*/ 12 w 64"/>
                  <a:gd name="T61" fmla="*/ 8 h 80"/>
                  <a:gd name="T62" fmla="*/ 12 w 64"/>
                  <a:gd name="T63" fmla="*/ 16 h 80"/>
                  <a:gd name="T64" fmla="*/ 8 w 64"/>
                  <a:gd name="T65" fmla="*/ 16 h 80"/>
                  <a:gd name="T66" fmla="*/ 8 w 64"/>
                  <a:gd name="T67" fmla="*/ 8 h 80"/>
                  <a:gd name="T68" fmla="*/ 52 w 64"/>
                  <a:gd name="T69" fmla="*/ 72 h 80"/>
                  <a:gd name="T70" fmla="*/ 12 w 64"/>
                  <a:gd name="T71" fmla="*/ 72 h 80"/>
                  <a:gd name="T72" fmla="*/ 12 w 64"/>
                  <a:gd name="T73" fmla="*/ 24 h 80"/>
                  <a:gd name="T74" fmla="*/ 52 w 64"/>
                  <a:gd name="T75" fmla="*/ 24 h 80"/>
                  <a:gd name="T76" fmla="*/ 52 w 64"/>
                  <a:gd name="T7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4" h="80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4" y="72"/>
                      <a:pt x="4" y="72"/>
                      <a:pt x="4" y="72"/>
                    </a:cubicBezTo>
                    <a:cubicBezTo>
                      <a:pt x="4" y="76"/>
                      <a:pt x="8" y="80"/>
                      <a:pt x="12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6" y="80"/>
                      <a:pt x="60" y="76"/>
                      <a:pt x="60" y="72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56" y="16"/>
                    </a:move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6" y="8"/>
                      <a:pt x="56" y="8"/>
                      <a:pt x="56" y="8"/>
                    </a:cubicBezTo>
                    <a:lnTo>
                      <a:pt x="56" y="16"/>
                    </a:lnTo>
                    <a:close/>
                    <a:moveTo>
                      <a:pt x="20" y="16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16"/>
                      <a:pt x="28" y="16"/>
                      <a:pt x="28" y="16"/>
                    </a:cubicBezTo>
                    <a:lnTo>
                      <a:pt x="20" y="16"/>
                    </a:lnTo>
                    <a:close/>
                    <a:moveTo>
                      <a:pt x="36" y="8"/>
                    </a:moveTo>
                    <a:cubicBezTo>
                      <a:pt x="44" y="8"/>
                      <a:pt x="44" y="8"/>
                      <a:pt x="44" y="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36" y="16"/>
                      <a:pt x="36" y="16"/>
                      <a:pt x="36" y="16"/>
                    </a:cubicBezTo>
                    <a:lnTo>
                      <a:pt x="36" y="8"/>
                    </a:lnTo>
                    <a:close/>
                    <a:moveTo>
                      <a:pt x="8" y="8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8"/>
                    </a:lnTo>
                    <a:close/>
                    <a:moveTo>
                      <a:pt x="52" y="72"/>
                    </a:move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52" y="24"/>
                      <a:pt x="52" y="24"/>
                      <a:pt x="52" y="24"/>
                    </a:cubicBezTo>
                    <a:lnTo>
                      <a:pt x="52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147"/>
              <p:cNvSpPr>
                <a:spLocks/>
              </p:cNvSpPr>
              <p:nvPr/>
            </p:nvSpPr>
            <p:spPr bwMode="auto">
              <a:xfrm>
                <a:off x="5153025" y="4935538"/>
                <a:ext cx="76200" cy="76200"/>
              </a:xfrm>
              <a:custGeom>
                <a:avLst/>
                <a:gdLst>
                  <a:gd name="T0" fmla="*/ 0 w 48"/>
                  <a:gd name="T1" fmla="*/ 32 h 48"/>
                  <a:gd name="T2" fmla="*/ 16 w 48"/>
                  <a:gd name="T3" fmla="*/ 32 h 48"/>
                  <a:gd name="T4" fmla="*/ 16 w 48"/>
                  <a:gd name="T5" fmla="*/ 48 h 48"/>
                  <a:gd name="T6" fmla="*/ 32 w 48"/>
                  <a:gd name="T7" fmla="*/ 48 h 48"/>
                  <a:gd name="T8" fmla="*/ 32 w 48"/>
                  <a:gd name="T9" fmla="*/ 32 h 48"/>
                  <a:gd name="T10" fmla="*/ 48 w 48"/>
                  <a:gd name="T11" fmla="*/ 32 h 48"/>
                  <a:gd name="T12" fmla="*/ 48 w 48"/>
                  <a:gd name="T13" fmla="*/ 16 h 48"/>
                  <a:gd name="T14" fmla="*/ 32 w 48"/>
                  <a:gd name="T15" fmla="*/ 16 h 48"/>
                  <a:gd name="T16" fmla="*/ 32 w 48"/>
                  <a:gd name="T17" fmla="*/ 0 h 48"/>
                  <a:gd name="T18" fmla="*/ 16 w 48"/>
                  <a:gd name="T19" fmla="*/ 0 h 48"/>
                  <a:gd name="T20" fmla="*/ 16 w 48"/>
                  <a:gd name="T21" fmla="*/ 16 h 48"/>
                  <a:gd name="T22" fmla="*/ 0 w 48"/>
                  <a:gd name="T23" fmla="*/ 16 h 48"/>
                  <a:gd name="T24" fmla="*/ 0 w 48"/>
                  <a:gd name="T25" fmla="*/ 3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" h="48">
                    <a:moveTo>
                      <a:pt x="0" y="32"/>
                    </a:moveTo>
                    <a:lnTo>
                      <a:pt x="16" y="32"/>
                    </a:lnTo>
                    <a:lnTo>
                      <a:pt x="16" y="48"/>
                    </a:lnTo>
                    <a:lnTo>
                      <a:pt x="32" y="48"/>
                    </a:lnTo>
                    <a:lnTo>
                      <a:pt x="32" y="32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32" y="16"/>
                    </a:lnTo>
                    <a:lnTo>
                      <a:pt x="32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7" name="组合 206"/>
            <p:cNvGrpSpPr/>
            <p:nvPr/>
          </p:nvGrpSpPr>
          <p:grpSpPr>
            <a:xfrm>
              <a:off x="6276975" y="4835526"/>
              <a:ext cx="254000" cy="227013"/>
              <a:chOff x="6276975" y="4835526"/>
              <a:chExt cx="254000" cy="227013"/>
            </a:xfrm>
          </p:grpSpPr>
          <p:sp>
            <p:nvSpPr>
              <p:cNvPr id="149" name="Freeform 148"/>
              <p:cNvSpPr>
                <a:spLocks noEditPoints="1"/>
              </p:cNvSpPr>
              <p:nvPr/>
            </p:nvSpPr>
            <p:spPr bwMode="auto">
              <a:xfrm>
                <a:off x="6276975" y="4835526"/>
                <a:ext cx="254000" cy="227013"/>
              </a:xfrm>
              <a:custGeom>
                <a:avLst/>
                <a:gdLst>
                  <a:gd name="T0" fmla="*/ 76 w 80"/>
                  <a:gd name="T1" fmla="*/ 0 h 72"/>
                  <a:gd name="T2" fmla="*/ 12 w 80"/>
                  <a:gd name="T3" fmla="*/ 0 h 72"/>
                  <a:gd name="T4" fmla="*/ 8 w 80"/>
                  <a:gd name="T5" fmla="*/ 4 h 72"/>
                  <a:gd name="T6" fmla="*/ 8 w 80"/>
                  <a:gd name="T7" fmla="*/ 28 h 72"/>
                  <a:gd name="T8" fmla="*/ 12 w 80"/>
                  <a:gd name="T9" fmla="*/ 32 h 72"/>
                  <a:gd name="T10" fmla="*/ 16 w 80"/>
                  <a:gd name="T11" fmla="*/ 32 h 72"/>
                  <a:gd name="T12" fmla="*/ 16 w 80"/>
                  <a:gd name="T13" fmla="*/ 40 h 72"/>
                  <a:gd name="T14" fmla="*/ 4 w 80"/>
                  <a:gd name="T15" fmla="*/ 40 h 72"/>
                  <a:gd name="T16" fmla="*/ 4 w 80"/>
                  <a:gd name="T17" fmla="*/ 48 h 72"/>
                  <a:gd name="T18" fmla="*/ 16 w 80"/>
                  <a:gd name="T19" fmla="*/ 48 h 72"/>
                  <a:gd name="T20" fmla="*/ 16 w 80"/>
                  <a:gd name="T21" fmla="*/ 52 h 72"/>
                  <a:gd name="T22" fmla="*/ 24 w 80"/>
                  <a:gd name="T23" fmla="*/ 52 h 72"/>
                  <a:gd name="T24" fmla="*/ 24 w 80"/>
                  <a:gd name="T25" fmla="*/ 48 h 72"/>
                  <a:gd name="T26" fmla="*/ 28 w 80"/>
                  <a:gd name="T27" fmla="*/ 48 h 72"/>
                  <a:gd name="T28" fmla="*/ 28 w 80"/>
                  <a:gd name="T29" fmla="*/ 40 h 72"/>
                  <a:gd name="T30" fmla="*/ 24 w 80"/>
                  <a:gd name="T31" fmla="*/ 40 h 72"/>
                  <a:gd name="T32" fmla="*/ 24 w 80"/>
                  <a:gd name="T33" fmla="*/ 32 h 72"/>
                  <a:gd name="T34" fmla="*/ 36 w 80"/>
                  <a:gd name="T35" fmla="*/ 32 h 72"/>
                  <a:gd name="T36" fmla="*/ 36 w 80"/>
                  <a:gd name="T37" fmla="*/ 64 h 72"/>
                  <a:gd name="T38" fmla="*/ 0 w 80"/>
                  <a:gd name="T39" fmla="*/ 64 h 72"/>
                  <a:gd name="T40" fmla="*/ 0 w 80"/>
                  <a:gd name="T41" fmla="*/ 72 h 72"/>
                  <a:gd name="T42" fmla="*/ 80 w 80"/>
                  <a:gd name="T43" fmla="*/ 72 h 72"/>
                  <a:gd name="T44" fmla="*/ 80 w 80"/>
                  <a:gd name="T45" fmla="*/ 4 h 72"/>
                  <a:gd name="T46" fmla="*/ 76 w 80"/>
                  <a:gd name="T47" fmla="*/ 0 h 72"/>
                  <a:gd name="T48" fmla="*/ 40 w 80"/>
                  <a:gd name="T49" fmla="*/ 24 h 72"/>
                  <a:gd name="T50" fmla="*/ 16 w 80"/>
                  <a:gd name="T51" fmla="*/ 24 h 72"/>
                  <a:gd name="T52" fmla="*/ 16 w 80"/>
                  <a:gd name="T53" fmla="*/ 8 h 72"/>
                  <a:gd name="T54" fmla="*/ 72 w 80"/>
                  <a:gd name="T55" fmla="*/ 8 h 72"/>
                  <a:gd name="T56" fmla="*/ 72 w 80"/>
                  <a:gd name="T57" fmla="*/ 12 h 72"/>
                  <a:gd name="T58" fmla="*/ 56 w 80"/>
                  <a:gd name="T59" fmla="*/ 12 h 72"/>
                  <a:gd name="T60" fmla="*/ 56 w 80"/>
                  <a:gd name="T61" fmla="*/ 20 h 72"/>
                  <a:gd name="T62" fmla="*/ 72 w 80"/>
                  <a:gd name="T63" fmla="*/ 20 h 72"/>
                  <a:gd name="T64" fmla="*/ 72 w 80"/>
                  <a:gd name="T65" fmla="*/ 24 h 72"/>
                  <a:gd name="T66" fmla="*/ 56 w 80"/>
                  <a:gd name="T67" fmla="*/ 24 h 72"/>
                  <a:gd name="T68" fmla="*/ 56 w 80"/>
                  <a:gd name="T69" fmla="*/ 32 h 72"/>
                  <a:gd name="T70" fmla="*/ 72 w 80"/>
                  <a:gd name="T71" fmla="*/ 32 h 72"/>
                  <a:gd name="T72" fmla="*/ 72 w 80"/>
                  <a:gd name="T73" fmla="*/ 36 h 72"/>
                  <a:gd name="T74" fmla="*/ 60 w 80"/>
                  <a:gd name="T75" fmla="*/ 36 h 72"/>
                  <a:gd name="T76" fmla="*/ 56 w 80"/>
                  <a:gd name="T77" fmla="*/ 40 h 72"/>
                  <a:gd name="T78" fmla="*/ 56 w 80"/>
                  <a:gd name="T79" fmla="*/ 64 h 72"/>
                  <a:gd name="T80" fmla="*/ 44 w 80"/>
                  <a:gd name="T81" fmla="*/ 64 h 72"/>
                  <a:gd name="T82" fmla="*/ 44 w 80"/>
                  <a:gd name="T83" fmla="*/ 28 h 72"/>
                  <a:gd name="T84" fmla="*/ 40 w 80"/>
                  <a:gd name="T85" fmla="*/ 24 h 72"/>
                  <a:gd name="T86" fmla="*/ 64 w 80"/>
                  <a:gd name="T87" fmla="*/ 64 h 72"/>
                  <a:gd name="T88" fmla="*/ 64 w 80"/>
                  <a:gd name="T89" fmla="*/ 44 h 72"/>
                  <a:gd name="T90" fmla="*/ 72 w 80"/>
                  <a:gd name="T91" fmla="*/ 44 h 72"/>
                  <a:gd name="T92" fmla="*/ 72 w 80"/>
                  <a:gd name="T93" fmla="*/ 64 h 72"/>
                  <a:gd name="T94" fmla="*/ 64 w 80"/>
                  <a:gd name="T95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0" h="72">
                    <a:moveTo>
                      <a:pt x="76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8" y="2"/>
                      <a:pt x="8" y="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0"/>
                      <a:pt x="10" y="32"/>
                      <a:pt x="12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  <a:moveTo>
                      <a:pt x="40" y="24"/>
                    </a:move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36"/>
                      <a:pt x="72" y="36"/>
                      <a:pt x="72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8" y="36"/>
                      <a:pt x="56" y="38"/>
                      <a:pt x="56" y="40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6"/>
                      <a:pt x="42" y="24"/>
                      <a:pt x="40" y="24"/>
                    </a:cubicBezTo>
                    <a:close/>
                    <a:moveTo>
                      <a:pt x="64" y="64"/>
                    </a:moveTo>
                    <a:cubicBezTo>
                      <a:pt x="64" y="44"/>
                      <a:pt x="64" y="44"/>
                      <a:pt x="64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2" y="64"/>
                      <a:pt x="72" y="64"/>
                      <a:pt x="72" y="64"/>
                    </a:cubicBez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Rectangle 149"/>
              <p:cNvSpPr>
                <a:spLocks noChangeArrowheads="1"/>
              </p:cNvSpPr>
              <p:nvPr/>
            </p:nvSpPr>
            <p:spPr bwMode="auto">
              <a:xfrm>
                <a:off x="6340475" y="4872038"/>
                <a:ext cx="508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1" name="Freeform 150"/>
            <p:cNvSpPr>
              <a:spLocks noEditPoints="1"/>
            </p:cNvSpPr>
            <p:nvPr/>
          </p:nvSpPr>
          <p:spPr bwMode="auto">
            <a:xfrm>
              <a:off x="6881813" y="4826001"/>
              <a:ext cx="255588" cy="236538"/>
            </a:xfrm>
            <a:custGeom>
              <a:avLst/>
              <a:gdLst>
                <a:gd name="T0" fmla="*/ 81 w 81"/>
                <a:gd name="T1" fmla="*/ 43 h 75"/>
                <a:gd name="T2" fmla="*/ 72 w 81"/>
                <a:gd name="T3" fmla="*/ 16 h 75"/>
                <a:gd name="T4" fmla="*/ 69 w 81"/>
                <a:gd name="T5" fmla="*/ 15 h 75"/>
                <a:gd name="T6" fmla="*/ 59 w 81"/>
                <a:gd name="T7" fmla="*/ 15 h 75"/>
                <a:gd name="T8" fmla="*/ 68 w 81"/>
                <a:gd name="T9" fmla="*/ 6 h 75"/>
                <a:gd name="T10" fmla="*/ 62 w 81"/>
                <a:gd name="T11" fmla="*/ 0 h 75"/>
                <a:gd name="T12" fmla="*/ 47 w 81"/>
                <a:gd name="T13" fmla="*/ 15 h 75"/>
                <a:gd name="T14" fmla="*/ 9 w 81"/>
                <a:gd name="T15" fmla="*/ 15 h 75"/>
                <a:gd name="T16" fmla="*/ 9 w 81"/>
                <a:gd name="T17" fmla="*/ 23 h 75"/>
                <a:gd name="T18" fmla="*/ 67 w 81"/>
                <a:gd name="T19" fmla="*/ 23 h 75"/>
                <a:gd name="T20" fmla="*/ 73 w 81"/>
                <a:gd name="T21" fmla="*/ 43 h 75"/>
                <a:gd name="T22" fmla="*/ 67 w 81"/>
                <a:gd name="T23" fmla="*/ 54 h 75"/>
                <a:gd name="T24" fmla="*/ 60 w 81"/>
                <a:gd name="T25" fmla="*/ 28 h 75"/>
                <a:gd name="T26" fmla="*/ 57 w 81"/>
                <a:gd name="T27" fmla="*/ 27 h 75"/>
                <a:gd name="T28" fmla="*/ 5 w 81"/>
                <a:gd name="T29" fmla="*/ 27 h 75"/>
                <a:gd name="T30" fmla="*/ 1 w 81"/>
                <a:gd name="T31" fmla="*/ 29 h 75"/>
                <a:gd name="T32" fmla="*/ 2 w 81"/>
                <a:gd name="T33" fmla="*/ 34 h 75"/>
                <a:gd name="T34" fmla="*/ 8 w 81"/>
                <a:gd name="T35" fmla="*/ 40 h 75"/>
                <a:gd name="T36" fmla="*/ 10 w 81"/>
                <a:gd name="T37" fmla="*/ 73 h 75"/>
                <a:gd name="T38" fmla="*/ 13 w 81"/>
                <a:gd name="T39" fmla="*/ 75 h 75"/>
                <a:gd name="T40" fmla="*/ 57 w 81"/>
                <a:gd name="T41" fmla="*/ 75 h 75"/>
                <a:gd name="T42" fmla="*/ 60 w 81"/>
                <a:gd name="T43" fmla="*/ 74 h 75"/>
                <a:gd name="T44" fmla="*/ 65 w 81"/>
                <a:gd name="T45" fmla="*/ 66 h 75"/>
                <a:gd name="T46" fmla="*/ 81 w 81"/>
                <a:gd name="T47" fmla="*/ 43 h 75"/>
                <a:gd name="T48" fmla="*/ 55 w 81"/>
                <a:gd name="T49" fmla="*/ 35 h 75"/>
                <a:gd name="T50" fmla="*/ 59 w 81"/>
                <a:gd name="T51" fmla="*/ 47 h 75"/>
                <a:gd name="T52" fmla="*/ 13 w 81"/>
                <a:gd name="T53" fmla="*/ 47 h 75"/>
                <a:gd name="T54" fmla="*/ 16 w 81"/>
                <a:gd name="T55" fmla="*/ 41 h 75"/>
                <a:gd name="T56" fmla="*/ 16 w 81"/>
                <a:gd name="T57" fmla="*/ 36 h 75"/>
                <a:gd name="T58" fmla="*/ 15 w 81"/>
                <a:gd name="T59" fmla="*/ 35 h 75"/>
                <a:gd name="T60" fmla="*/ 55 w 81"/>
                <a:gd name="T61" fmla="*/ 35 h 75"/>
                <a:gd name="T62" fmla="*/ 55 w 81"/>
                <a:gd name="T63" fmla="*/ 67 h 75"/>
                <a:gd name="T64" fmla="*/ 15 w 81"/>
                <a:gd name="T65" fmla="*/ 67 h 75"/>
                <a:gd name="T66" fmla="*/ 12 w 81"/>
                <a:gd name="T67" fmla="*/ 55 h 75"/>
                <a:gd name="T68" fmla="*/ 59 w 81"/>
                <a:gd name="T69" fmla="*/ 55 h 75"/>
                <a:gd name="T70" fmla="*/ 55 w 81"/>
                <a:gd name="T71" fmla="*/ 6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1" h="75">
                  <a:moveTo>
                    <a:pt x="81" y="43"/>
                  </a:moveTo>
                  <a:cubicBezTo>
                    <a:pt x="81" y="26"/>
                    <a:pt x="72" y="17"/>
                    <a:pt x="72" y="16"/>
                  </a:cubicBezTo>
                  <a:cubicBezTo>
                    <a:pt x="71" y="15"/>
                    <a:pt x="70" y="15"/>
                    <a:pt x="69" y="15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9" y="26"/>
                    <a:pt x="73" y="32"/>
                    <a:pt x="73" y="43"/>
                  </a:cubicBezTo>
                  <a:cubicBezTo>
                    <a:pt x="73" y="47"/>
                    <a:pt x="70" y="51"/>
                    <a:pt x="67" y="54"/>
                  </a:cubicBezTo>
                  <a:cubicBezTo>
                    <a:pt x="68" y="44"/>
                    <a:pt x="65" y="33"/>
                    <a:pt x="60" y="28"/>
                  </a:cubicBezTo>
                  <a:cubicBezTo>
                    <a:pt x="59" y="27"/>
                    <a:pt x="58" y="27"/>
                    <a:pt x="57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3" y="27"/>
                    <a:pt x="2" y="28"/>
                    <a:pt x="1" y="29"/>
                  </a:cubicBezTo>
                  <a:cubicBezTo>
                    <a:pt x="1" y="31"/>
                    <a:pt x="1" y="33"/>
                    <a:pt x="2" y="34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4" y="47"/>
                    <a:pt x="0" y="61"/>
                    <a:pt x="10" y="73"/>
                  </a:cubicBezTo>
                  <a:cubicBezTo>
                    <a:pt x="11" y="74"/>
                    <a:pt x="12" y="75"/>
                    <a:pt x="13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8" y="75"/>
                    <a:pt x="59" y="75"/>
                    <a:pt x="60" y="74"/>
                  </a:cubicBezTo>
                  <a:cubicBezTo>
                    <a:pt x="62" y="72"/>
                    <a:pt x="64" y="69"/>
                    <a:pt x="65" y="66"/>
                  </a:cubicBezTo>
                  <a:cubicBezTo>
                    <a:pt x="69" y="63"/>
                    <a:pt x="81" y="55"/>
                    <a:pt x="81" y="43"/>
                  </a:cubicBezTo>
                  <a:close/>
                  <a:moveTo>
                    <a:pt x="55" y="35"/>
                  </a:moveTo>
                  <a:cubicBezTo>
                    <a:pt x="57" y="38"/>
                    <a:pt x="58" y="42"/>
                    <a:pt x="59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5" y="44"/>
                    <a:pt x="16" y="42"/>
                    <a:pt x="16" y="41"/>
                  </a:cubicBezTo>
                  <a:cubicBezTo>
                    <a:pt x="17" y="40"/>
                    <a:pt x="17" y="38"/>
                    <a:pt x="16" y="36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55" y="35"/>
                  </a:lnTo>
                  <a:close/>
                  <a:moveTo>
                    <a:pt x="55" y="67"/>
                  </a:moveTo>
                  <a:cubicBezTo>
                    <a:pt x="15" y="67"/>
                    <a:pt x="15" y="67"/>
                    <a:pt x="15" y="67"/>
                  </a:cubicBezTo>
                  <a:cubicBezTo>
                    <a:pt x="12" y="63"/>
                    <a:pt x="12" y="59"/>
                    <a:pt x="12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8" y="60"/>
                    <a:pt x="57" y="64"/>
                    <a:pt x="55" y="67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51"/>
            <p:cNvSpPr>
              <a:spLocks noEditPoints="1"/>
            </p:cNvSpPr>
            <p:nvPr/>
          </p:nvSpPr>
          <p:spPr bwMode="auto">
            <a:xfrm>
              <a:off x="7491413" y="4822826"/>
              <a:ext cx="252413" cy="252413"/>
            </a:xfrm>
            <a:custGeom>
              <a:avLst/>
              <a:gdLst>
                <a:gd name="T0" fmla="*/ 64 w 80"/>
                <a:gd name="T1" fmla="*/ 0 h 80"/>
                <a:gd name="T2" fmla="*/ 48 w 80"/>
                <a:gd name="T3" fmla="*/ 16 h 80"/>
                <a:gd name="T4" fmla="*/ 26 w 80"/>
                <a:gd name="T5" fmla="*/ 16 h 80"/>
                <a:gd name="T6" fmla="*/ 14 w 80"/>
                <a:gd name="T7" fmla="*/ 4 h 80"/>
                <a:gd name="T8" fmla="*/ 0 w 80"/>
                <a:gd name="T9" fmla="*/ 4 h 80"/>
                <a:gd name="T10" fmla="*/ 0 w 80"/>
                <a:gd name="T11" fmla="*/ 12 h 80"/>
                <a:gd name="T12" fmla="*/ 10 w 80"/>
                <a:gd name="T13" fmla="*/ 12 h 80"/>
                <a:gd name="T14" fmla="*/ 14 w 80"/>
                <a:gd name="T15" fmla="*/ 16 h 80"/>
                <a:gd name="T16" fmla="*/ 4 w 80"/>
                <a:gd name="T17" fmla="*/ 16 h 80"/>
                <a:gd name="T18" fmla="*/ 0 w 80"/>
                <a:gd name="T19" fmla="*/ 18 h 80"/>
                <a:gd name="T20" fmla="*/ 1 w 80"/>
                <a:gd name="T21" fmla="*/ 23 h 80"/>
                <a:gd name="T22" fmla="*/ 28 w 80"/>
                <a:gd name="T23" fmla="*/ 50 h 80"/>
                <a:gd name="T24" fmla="*/ 28 w 80"/>
                <a:gd name="T25" fmla="*/ 72 h 80"/>
                <a:gd name="T26" fmla="*/ 16 w 80"/>
                <a:gd name="T27" fmla="*/ 72 h 80"/>
                <a:gd name="T28" fmla="*/ 16 w 80"/>
                <a:gd name="T29" fmla="*/ 80 h 80"/>
                <a:gd name="T30" fmla="*/ 48 w 80"/>
                <a:gd name="T31" fmla="*/ 80 h 80"/>
                <a:gd name="T32" fmla="*/ 48 w 80"/>
                <a:gd name="T33" fmla="*/ 72 h 80"/>
                <a:gd name="T34" fmla="*/ 36 w 80"/>
                <a:gd name="T35" fmla="*/ 72 h 80"/>
                <a:gd name="T36" fmla="*/ 36 w 80"/>
                <a:gd name="T37" fmla="*/ 50 h 80"/>
                <a:gd name="T38" fmla="*/ 56 w 80"/>
                <a:gd name="T39" fmla="*/ 30 h 80"/>
                <a:gd name="T40" fmla="*/ 64 w 80"/>
                <a:gd name="T41" fmla="*/ 32 h 80"/>
                <a:gd name="T42" fmla="*/ 80 w 80"/>
                <a:gd name="T43" fmla="*/ 16 h 80"/>
                <a:gd name="T44" fmla="*/ 64 w 80"/>
                <a:gd name="T45" fmla="*/ 0 h 80"/>
                <a:gd name="T46" fmla="*/ 50 w 80"/>
                <a:gd name="T47" fmla="*/ 24 h 80"/>
                <a:gd name="T48" fmla="*/ 32 w 80"/>
                <a:gd name="T49" fmla="*/ 42 h 80"/>
                <a:gd name="T50" fmla="*/ 14 w 80"/>
                <a:gd name="T51" fmla="*/ 24 h 80"/>
                <a:gd name="T52" fmla="*/ 50 w 80"/>
                <a:gd name="T53" fmla="*/ 24 h 80"/>
                <a:gd name="T54" fmla="*/ 64 w 80"/>
                <a:gd name="T55" fmla="*/ 24 h 80"/>
                <a:gd name="T56" fmla="*/ 62 w 80"/>
                <a:gd name="T57" fmla="*/ 24 h 80"/>
                <a:gd name="T58" fmla="*/ 63 w 80"/>
                <a:gd name="T59" fmla="*/ 23 h 80"/>
                <a:gd name="T60" fmla="*/ 64 w 80"/>
                <a:gd name="T61" fmla="*/ 18 h 80"/>
                <a:gd name="T62" fmla="*/ 60 w 80"/>
                <a:gd name="T63" fmla="*/ 16 h 80"/>
                <a:gd name="T64" fmla="*/ 56 w 80"/>
                <a:gd name="T65" fmla="*/ 16 h 80"/>
                <a:gd name="T66" fmla="*/ 64 w 80"/>
                <a:gd name="T67" fmla="*/ 8 h 80"/>
                <a:gd name="T68" fmla="*/ 72 w 80"/>
                <a:gd name="T69" fmla="*/ 16 h 80"/>
                <a:gd name="T70" fmla="*/ 64 w 80"/>
                <a:gd name="T7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" h="80">
                  <a:moveTo>
                    <a:pt x="64" y="0"/>
                  </a:moveTo>
                  <a:cubicBezTo>
                    <a:pt x="55" y="0"/>
                    <a:pt x="48" y="7"/>
                    <a:pt x="48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1" y="17"/>
                    <a:pt x="0" y="18"/>
                  </a:cubicBezTo>
                  <a:cubicBezTo>
                    <a:pt x="0" y="20"/>
                    <a:pt x="0" y="22"/>
                    <a:pt x="1" y="23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8" y="31"/>
                    <a:pt x="61" y="32"/>
                    <a:pt x="64" y="32"/>
                  </a:cubicBezTo>
                  <a:cubicBezTo>
                    <a:pt x="73" y="32"/>
                    <a:pt x="80" y="25"/>
                    <a:pt x="80" y="16"/>
                  </a:cubicBezTo>
                  <a:cubicBezTo>
                    <a:pt x="80" y="7"/>
                    <a:pt x="73" y="0"/>
                    <a:pt x="64" y="0"/>
                  </a:cubicBezTo>
                  <a:close/>
                  <a:moveTo>
                    <a:pt x="50" y="24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14" y="24"/>
                    <a:pt x="14" y="24"/>
                    <a:pt x="14" y="24"/>
                  </a:cubicBezTo>
                  <a:lnTo>
                    <a:pt x="50" y="24"/>
                  </a:lnTo>
                  <a:close/>
                  <a:moveTo>
                    <a:pt x="64" y="24"/>
                  </a:moveTo>
                  <a:cubicBezTo>
                    <a:pt x="63" y="24"/>
                    <a:pt x="63" y="24"/>
                    <a:pt x="62" y="24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4" y="22"/>
                    <a:pt x="64" y="20"/>
                    <a:pt x="64" y="18"/>
                  </a:cubicBezTo>
                  <a:cubicBezTo>
                    <a:pt x="63" y="17"/>
                    <a:pt x="62" y="16"/>
                    <a:pt x="60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2"/>
                    <a:pt x="60" y="8"/>
                    <a:pt x="64" y="8"/>
                  </a:cubicBezTo>
                  <a:cubicBezTo>
                    <a:pt x="68" y="8"/>
                    <a:pt x="72" y="12"/>
                    <a:pt x="72" y="16"/>
                  </a:cubicBezTo>
                  <a:cubicBezTo>
                    <a:pt x="72" y="20"/>
                    <a:pt x="68" y="24"/>
                    <a:pt x="64" y="24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8" name="组合 207"/>
            <p:cNvGrpSpPr/>
            <p:nvPr/>
          </p:nvGrpSpPr>
          <p:grpSpPr>
            <a:xfrm>
              <a:off x="8072438" y="4822826"/>
              <a:ext cx="303212" cy="252413"/>
              <a:chOff x="8072438" y="4822826"/>
              <a:chExt cx="303212" cy="252413"/>
            </a:xfrm>
          </p:grpSpPr>
          <p:sp>
            <p:nvSpPr>
              <p:cNvPr id="153" name="Freeform 152"/>
              <p:cNvSpPr>
                <a:spLocks noEditPoints="1"/>
              </p:cNvSpPr>
              <p:nvPr/>
            </p:nvSpPr>
            <p:spPr bwMode="auto">
              <a:xfrm>
                <a:off x="8312150" y="4822826"/>
                <a:ext cx="63500" cy="252413"/>
              </a:xfrm>
              <a:custGeom>
                <a:avLst/>
                <a:gdLst>
                  <a:gd name="T0" fmla="*/ 7 w 20"/>
                  <a:gd name="T1" fmla="*/ 1 h 80"/>
                  <a:gd name="T2" fmla="*/ 2 w 20"/>
                  <a:gd name="T3" fmla="*/ 0 h 80"/>
                  <a:gd name="T4" fmla="*/ 0 w 20"/>
                  <a:gd name="T5" fmla="*/ 4 h 80"/>
                  <a:gd name="T6" fmla="*/ 0 w 20"/>
                  <a:gd name="T7" fmla="*/ 80 h 80"/>
                  <a:gd name="T8" fmla="*/ 8 w 20"/>
                  <a:gd name="T9" fmla="*/ 80 h 80"/>
                  <a:gd name="T10" fmla="*/ 8 w 20"/>
                  <a:gd name="T11" fmla="*/ 56 h 80"/>
                  <a:gd name="T12" fmla="*/ 16 w 20"/>
                  <a:gd name="T13" fmla="*/ 56 h 80"/>
                  <a:gd name="T14" fmla="*/ 20 w 20"/>
                  <a:gd name="T15" fmla="*/ 52 h 80"/>
                  <a:gd name="T16" fmla="*/ 7 w 20"/>
                  <a:gd name="T17" fmla="*/ 1 h 80"/>
                  <a:gd name="T18" fmla="*/ 8 w 20"/>
                  <a:gd name="T19" fmla="*/ 48 h 80"/>
                  <a:gd name="T20" fmla="*/ 8 w 20"/>
                  <a:gd name="T21" fmla="*/ 21 h 80"/>
                  <a:gd name="T22" fmla="*/ 12 w 20"/>
                  <a:gd name="T23" fmla="*/ 48 h 80"/>
                  <a:gd name="T24" fmla="*/ 8 w 20"/>
                  <a:gd name="T25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80">
                    <a:moveTo>
                      <a:pt x="7" y="1"/>
                    </a:moveTo>
                    <a:cubicBezTo>
                      <a:pt x="6" y="0"/>
                      <a:pt x="4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8" y="80"/>
                      <a:pt x="8" y="80"/>
                      <a:pt x="8" y="80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8" y="56"/>
                      <a:pt x="20" y="54"/>
                      <a:pt x="20" y="52"/>
                    </a:cubicBezTo>
                    <a:cubicBezTo>
                      <a:pt x="20" y="15"/>
                      <a:pt x="7" y="2"/>
                      <a:pt x="7" y="1"/>
                    </a:cubicBezTo>
                    <a:close/>
                    <a:moveTo>
                      <a:pt x="8" y="48"/>
                    </a:moveTo>
                    <a:cubicBezTo>
                      <a:pt x="8" y="21"/>
                      <a:pt x="8" y="21"/>
                      <a:pt x="8" y="21"/>
                    </a:cubicBezTo>
                    <a:cubicBezTo>
                      <a:pt x="10" y="27"/>
                      <a:pt x="12" y="36"/>
                      <a:pt x="12" y="4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153"/>
              <p:cNvSpPr>
                <a:spLocks/>
              </p:cNvSpPr>
              <p:nvPr/>
            </p:nvSpPr>
            <p:spPr bwMode="auto">
              <a:xfrm>
                <a:off x="8072438" y="4822826"/>
                <a:ext cx="101600" cy="252413"/>
              </a:xfrm>
              <a:custGeom>
                <a:avLst/>
                <a:gdLst>
                  <a:gd name="T0" fmla="*/ 32 w 32"/>
                  <a:gd name="T1" fmla="*/ 16 h 80"/>
                  <a:gd name="T2" fmla="*/ 32 w 32"/>
                  <a:gd name="T3" fmla="*/ 0 h 80"/>
                  <a:gd name="T4" fmla="*/ 24 w 32"/>
                  <a:gd name="T5" fmla="*/ 0 h 80"/>
                  <a:gd name="T6" fmla="*/ 24 w 32"/>
                  <a:gd name="T7" fmla="*/ 16 h 80"/>
                  <a:gd name="T8" fmla="*/ 20 w 32"/>
                  <a:gd name="T9" fmla="*/ 23 h 80"/>
                  <a:gd name="T10" fmla="*/ 20 w 32"/>
                  <a:gd name="T11" fmla="*/ 0 h 80"/>
                  <a:gd name="T12" fmla="*/ 12 w 32"/>
                  <a:gd name="T13" fmla="*/ 0 h 80"/>
                  <a:gd name="T14" fmla="*/ 12 w 32"/>
                  <a:gd name="T15" fmla="*/ 23 h 80"/>
                  <a:gd name="T16" fmla="*/ 8 w 32"/>
                  <a:gd name="T17" fmla="*/ 16 h 80"/>
                  <a:gd name="T18" fmla="*/ 8 w 32"/>
                  <a:gd name="T19" fmla="*/ 0 h 80"/>
                  <a:gd name="T20" fmla="*/ 0 w 32"/>
                  <a:gd name="T21" fmla="*/ 0 h 80"/>
                  <a:gd name="T22" fmla="*/ 0 w 32"/>
                  <a:gd name="T23" fmla="*/ 16 h 80"/>
                  <a:gd name="T24" fmla="*/ 12 w 32"/>
                  <a:gd name="T25" fmla="*/ 31 h 80"/>
                  <a:gd name="T26" fmla="*/ 12 w 32"/>
                  <a:gd name="T27" fmla="*/ 80 h 80"/>
                  <a:gd name="T28" fmla="*/ 20 w 32"/>
                  <a:gd name="T29" fmla="*/ 80 h 80"/>
                  <a:gd name="T30" fmla="*/ 20 w 32"/>
                  <a:gd name="T31" fmla="*/ 31 h 80"/>
                  <a:gd name="T32" fmla="*/ 32 w 32"/>
                  <a:gd name="T33" fmla="*/ 1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" h="80">
                    <a:moveTo>
                      <a:pt x="32" y="16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9"/>
                      <a:pt x="22" y="21"/>
                      <a:pt x="20" y="23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0" y="21"/>
                      <a:pt x="8" y="19"/>
                      <a:pt x="8" y="16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3"/>
                      <a:pt x="5" y="30"/>
                      <a:pt x="12" y="31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20" y="80"/>
                      <a:pt x="20" y="80"/>
                      <a:pt x="20" y="80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7" y="30"/>
                      <a:pt x="32" y="23"/>
                      <a:pt x="3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154"/>
              <p:cNvSpPr>
                <a:spLocks noEditPoints="1"/>
              </p:cNvSpPr>
              <p:nvPr/>
            </p:nvSpPr>
            <p:spPr bwMode="auto">
              <a:xfrm>
                <a:off x="8148638" y="4910138"/>
                <a:ext cx="150813" cy="152400"/>
              </a:xfrm>
              <a:custGeom>
                <a:avLst/>
                <a:gdLst>
                  <a:gd name="T0" fmla="*/ 24 w 48"/>
                  <a:gd name="T1" fmla="*/ 0 h 48"/>
                  <a:gd name="T2" fmla="*/ 0 w 48"/>
                  <a:gd name="T3" fmla="*/ 24 h 48"/>
                  <a:gd name="T4" fmla="*/ 24 w 48"/>
                  <a:gd name="T5" fmla="*/ 48 h 48"/>
                  <a:gd name="T6" fmla="*/ 48 w 48"/>
                  <a:gd name="T7" fmla="*/ 24 h 48"/>
                  <a:gd name="T8" fmla="*/ 24 w 48"/>
                  <a:gd name="T9" fmla="*/ 0 h 48"/>
                  <a:gd name="T10" fmla="*/ 24 w 48"/>
                  <a:gd name="T11" fmla="*/ 40 h 48"/>
                  <a:gd name="T12" fmla="*/ 8 w 48"/>
                  <a:gd name="T13" fmla="*/ 24 h 48"/>
                  <a:gd name="T14" fmla="*/ 24 w 48"/>
                  <a:gd name="T15" fmla="*/ 8 h 48"/>
                  <a:gd name="T16" fmla="*/ 40 w 48"/>
                  <a:gd name="T17" fmla="*/ 24 h 48"/>
                  <a:gd name="T18" fmla="*/ 24 w 48"/>
                  <a:gd name="T19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8" y="37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lose/>
                    <a:moveTo>
                      <a:pt x="24" y="40"/>
                    </a:moveTo>
                    <a:cubicBezTo>
                      <a:pt x="15" y="40"/>
                      <a:pt x="8" y="33"/>
                      <a:pt x="8" y="24"/>
                    </a:cubicBezTo>
                    <a:cubicBezTo>
                      <a:pt x="8" y="15"/>
                      <a:pt x="15" y="8"/>
                      <a:pt x="24" y="8"/>
                    </a:cubicBezTo>
                    <a:cubicBezTo>
                      <a:pt x="33" y="8"/>
                      <a:pt x="40" y="15"/>
                      <a:pt x="40" y="24"/>
                    </a:cubicBezTo>
                    <a:cubicBezTo>
                      <a:pt x="40" y="33"/>
                      <a:pt x="33" y="40"/>
                      <a:pt x="24" y="4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155"/>
              <p:cNvSpPr>
                <a:spLocks/>
              </p:cNvSpPr>
              <p:nvPr/>
            </p:nvSpPr>
            <p:spPr bwMode="auto">
              <a:xfrm>
                <a:off x="8185150" y="4960938"/>
                <a:ext cx="76200" cy="63500"/>
              </a:xfrm>
              <a:custGeom>
                <a:avLst/>
                <a:gdLst>
                  <a:gd name="T0" fmla="*/ 18 w 24"/>
                  <a:gd name="T1" fmla="*/ 0 h 20"/>
                  <a:gd name="T2" fmla="*/ 12 w 24"/>
                  <a:gd name="T3" fmla="*/ 6 h 20"/>
                  <a:gd name="T4" fmla="*/ 6 w 24"/>
                  <a:gd name="T5" fmla="*/ 0 h 20"/>
                  <a:gd name="T6" fmla="*/ 0 w 24"/>
                  <a:gd name="T7" fmla="*/ 6 h 20"/>
                  <a:gd name="T8" fmla="*/ 12 w 24"/>
                  <a:gd name="T9" fmla="*/ 20 h 20"/>
                  <a:gd name="T10" fmla="*/ 24 w 24"/>
                  <a:gd name="T11" fmla="*/ 6 h 20"/>
                  <a:gd name="T12" fmla="*/ 18 w 24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8" y="0"/>
                    </a:moveTo>
                    <a:cubicBezTo>
                      <a:pt x="15" y="0"/>
                      <a:pt x="12" y="3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2"/>
                      <a:pt x="12" y="20"/>
                      <a:pt x="12" y="20"/>
                    </a:cubicBezTo>
                    <a:cubicBezTo>
                      <a:pt x="12" y="20"/>
                      <a:pt x="24" y="12"/>
                      <a:pt x="24" y="6"/>
                    </a:cubicBezTo>
                    <a:cubicBezTo>
                      <a:pt x="24" y="3"/>
                      <a:pt x="21" y="0"/>
                      <a:pt x="1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645150" y="1760538"/>
              <a:ext cx="303213" cy="301625"/>
              <a:chOff x="5645150" y="1760538"/>
              <a:chExt cx="303213" cy="301625"/>
            </a:xfrm>
          </p:grpSpPr>
          <p:sp>
            <p:nvSpPr>
              <p:cNvPr id="157" name="Freeform 156"/>
              <p:cNvSpPr>
                <a:spLocks noEditPoints="1"/>
              </p:cNvSpPr>
              <p:nvPr/>
            </p:nvSpPr>
            <p:spPr bwMode="auto">
              <a:xfrm>
                <a:off x="5746750" y="1760538"/>
                <a:ext cx="101600" cy="149225"/>
              </a:xfrm>
              <a:custGeom>
                <a:avLst/>
                <a:gdLst>
                  <a:gd name="T0" fmla="*/ 32 w 32"/>
                  <a:gd name="T1" fmla="*/ 31 h 47"/>
                  <a:gd name="T2" fmla="*/ 16 w 32"/>
                  <a:gd name="T3" fmla="*/ 0 h 47"/>
                  <a:gd name="T4" fmla="*/ 0 w 32"/>
                  <a:gd name="T5" fmla="*/ 31 h 47"/>
                  <a:gd name="T6" fmla="*/ 16 w 32"/>
                  <a:gd name="T7" fmla="*/ 47 h 47"/>
                  <a:gd name="T8" fmla="*/ 32 w 32"/>
                  <a:gd name="T9" fmla="*/ 31 h 47"/>
                  <a:gd name="T10" fmla="*/ 16 w 32"/>
                  <a:gd name="T11" fmla="*/ 39 h 47"/>
                  <a:gd name="T12" fmla="*/ 8 w 32"/>
                  <a:gd name="T13" fmla="*/ 31 h 47"/>
                  <a:gd name="T14" fmla="*/ 16 w 32"/>
                  <a:gd name="T15" fmla="*/ 14 h 47"/>
                  <a:gd name="T16" fmla="*/ 24 w 32"/>
                  <a:gd name="T17" fmla="*/ 31 h 47"/>
                  <a:gd name="T18" fmla="*/ 16 w 32"/>
                  <a:gd name="T19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7">
                    <a:moveTo>
                      <a:pt x="32" y="31"/>
                    </a:moveTo>
                    <a:cubicBezTo>
                      <a:pt x="32" y="23"/>
                      <a:pt x="20" y="6"/>
                      <a:pt x="16" y="0"/>
                    </a:cubicBezTo>
                    <a:cubicBezTo>
                      <a:pt x="13" y="4"/>
                      <a:pt x="0" y="22"/>
                      <a:pt x="0" y="31"/>
                    </a:cubicBezTo>
                    <a:cubicBezTo>
                      <a:pt x="0" y="40"/>
                      <a:pt x="7" y="47"/>
                      <a:pt x="16" y="47"/>
                    </a:cubicBezTo>
                    <a:cubicBezTo>
                      <a:pt x="25" y="47"/>
                      <a:pt x="32" y="40"/>
                      <a:pt x="32" y="31"/>
                    </a:cubicBezTo>
                    <a:close/>
                    <a:moveTo>
                      <a:pt x="16" y="39"/>
                    </a:moveTo>
                    <a:cubicBezTo>
                      <a:pt x="12" y="39"/>
                      <a:pt x="8" y="35"/>
                      <a:pt x="8" y="31"/>
                    </a:cubicBezTo>
                    <a:cubicBezTo>
                      <a:pt x="8" y="28"/>
                      <a:pt x="12" y="21"/>
                      <a:pt x="16" y="14"/>
                    </a:cubicBezTo>
                    <a:cubicBezTo>
                      <a:pt x="20" y="21"/>
                      <a:pt x="24" y="28"/>
                      <a:pt x="24" y="31"/>
                    </a:cubicBezTo>
                    <a:cubicBezTo>
                      <a:pt x="24" y="35"/>
                      <a:pt x="20" y="39"/>
                      <a:pt x="16" y="39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 157"/>
              <p:cNvSpPr>
                <a:spLocks noEditPoints="1"/>
              </p:cNvSpPr>
              <p:nvPr/>
            </p:nvSpPr>
            <p:spPr bwMode="auto">
              <a:xfrm>
                <a:off x="5810250" y="1820863"/>
                <a:ext cx="138113" cy="241300"/>
              </a:xfrm>
              <a:custGeom>
                <a:avLst/>
                <a:gdLst>
                  <a:gd name="T0" fmla="*/ 40 w 44"/>
                  <a:gd name="T1" fmla="*/ 0 h 76"/>
                  <a:gd name="T2" fmla="*/ 32 w 44"/>
                  <a:gd name="T3" fmla="*/ 0 h 76"/>
                  <a:gd name="T4" fmla="*/ 28 w 44"/>
                  <a:gd name="T5" fmla="*/ 3 h 76"/>
                  <a:gd name="T6" fmla="*/ 18 w 44"/>
                  <a:gd name="T7" fmla="*/ 33 h 76"/>
                  <a:gd name="T8" fmla="*/ 15 w 44"/>
                  <a:gd name="T9" fmla="*/ 29 h 76"/>
                  <a:gd name="T10" fmla="*/ 9 w 44"/>
                  <a:gd name="T11" fmla="*/ 29 h 76"/>
                  <a:gd name="T12" fmla="*/ 1 w 44"/>
                  <a:gd name="T13" fmla="*/ 37 h 76"/>
                  <a:gd name="T14" fmla="*/ 0 w 44"/>
                  <a:gd name="T15" fmla="*/ 41 h 76"/>
                  <a:gd name="T16" fmla="*/ 6 w 44"/>
                  <a:gd name="T17" fmla="*/ 56 h 76"/>
                  <a:gd name="T18" fmla="*/ 4 w 44"/>
                  <a:gd name="T19" fmla="*/ 60 h 76"/>
                  <a:gd name="T20" fmla="*/ 4 w 44"/>
                  <a:gd name="T21" fmla="*/ 72 h 76"/>
                  <a:gd name="T22" fmla="*/ 8 w 44"/>
                  <a:gd name="T23" fmla="*/ 76 h 76"/>
                  <a:gd name="T24" fmla="*/ 36 w 44"/>
                  <a:gd name="T25" fmla="*/ 76 h 76"/>
                  <a:gd name="T26" fmla="*/ 40 w 44"/>
                  <a:gd name="T27" fmla="*/ 72 h 76"/>
                  <a:gd name="T28" fmla="*/ 40 w 44"/>
                  <a:gd name="T29" fmla="*/ 60 h 76"/>
                  <a:gd name="T30" fmla="*/ 38 w 44"/>
                  <a:gd name="T31" fmla="*/ 57 h 76"/>
                  <a:gd name="T32" fmla="*/ 44 w 44"/>
                  <a:gd name="T33" fmla="*/ 46 h 76"/>
                  <a:gd name="T34" fmla="*/ 44 w 44"/>
                  <a:gd name="T35" fmla="*/ 44 h 76"/>
                  <a:gd name="T36" fmla="*/ 44 w 44"/>
                  <a:gd name="T37" fmla="*/ 4 h 76"/>
                  <a:gd name="T38" fmla="*/ 40 w 44"/>
                  <a:gd name="T39" fmla="*/ 0 h 76"/>
                  <a:gd name="T40" fmla="*/ 12 w 44"/>
                  <a:gd name="T41" fmla="*/ 38 h 76"/>
                  <a:gd name="T42" fmla="*/ 17 w 44"/>
                  <a:gd name="T43" fmla="*/ 43 h 76"/>
                  <a:gd name="T44" fmla="*/ 21 w 44"/>
                  <a:gd name="T45" fmla="*/ 44 h 76"/>
                  <a:gd name="T46" fmla="*/ 24 w 44"/>
                  <a:gd name="T47" fmla="*/ 41 h 76"/>
                  <a:gd name="T48" fmla="*/ 35 w 44"/>
                  <a:gd name="T49" fmla="*/ 8 h 76"/>
                  <a:gd name="T50" fmla="*/ 36 w 44"/>
                  <a:gd name="T51" fmla="*/ 8 h 76"/>
                  <a:gd name="T52" fmla="*/ 36 w 44"/>
                  <a:gd name="T53" fmla="*/ 43 h 76"/>
                  <a:gd name="T54" fmla="*/ 30 w 44"/>
                  <a:gd name="T55" fmla="*/ 56 h 76"/>
                  <a:gd name="T56" fmla="*/ 15 w 44"/>
                  <a:gd name="T57" fmla="*/ 56 h 76"/>
                  <a:gd name="T58" fmla="*/ 9 w 44"/>
                  <a:gd name="T59" fmla="*/ 41 h 76"/>
                  <a:gd name="T60" fmla="*/ 12 w 44"/>
                  <a:gd name="T61" fmla="*/ 38 h 76"/>
                  <a:gd name="T62" fmla="*/ 32 w 44"/>
                  <a:gd name="T63" fmla="*/ 68 h 76"/>
                  <a:gd name="T64" fmla="*/ 12 w 44"/>
                  <a:gd name="T65" fmla="*/ 68 h 76"/>
                  <a:gd name="T66" fmla="*/ 12 w 44"/>
                  <a:gd name="T67" fmla="*/ 64 h 76"/>
                  <a:gd name="T68" fmla="*/ 32 w 44"/>
                  <a:gd name="T69" fmla="*/ 64 h 76"/>
                  <a:gd name="T70" fmla="*/ 32 w 44"/>
                  <a:gd name="T7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4" h="76">
                    <a:moveTo>
                      <a:pt x="4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0" y="0"/>
                      <a:pt x="29" y="1"/>
                      <a:pt x="28" y="3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3" y="28"/>
                      <a:pt x="11" y="28"/>
                      <a:pt x="9" y="29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38"/>
                      <a:pt x="0" y="40"/>
                      <a:pt x="0" y="41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5" y="57"/>
                      <a:pt x="4" y="58"/>
                      <a:pt x="4" y="60"/>
                    </a:cubicBezTo>
                    <a:cubicBezTo>
                      <a:pt x="4" y="72"/>
                      <a:pt x="4" y="72"/>
                      <a:pt x="4" y="72"/>
                    </a:cubicBezTo>
                    <a:cubicBezTo>
                      <a:pt x="4" y="74"/>
                      <a:pt x="6" y="76"/>
                      <a:pt x="8" y="76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8" y="76"/>
                      <a:pt x="40" y="74"/>
                      <a:pt x="40" y="72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40" y="59"/>
                      <a:pt x="39" y="57"/>
                      <a:pt x="38" y="5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5"/>
                      <a:pt x="44" y="45"/>
                      <a:pt x="44" y="4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lose/>
                    <a:moveTo>
                      <a:pt x="12" y="38"/>
                    </a:move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20" y="44"/>
                      <a:pt x="21" y="44"/>
                    </a:cubicBezTo>
                    <a:cubicBezTo>
                      <a:pt x="22" y="44"/>
                      <a:pt x="23" y="43"/>
                      <a:pt x="24" y="41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0" y="56"/>
                      <a:pt x="30" y="56"/>
                      <a:pt x="30" y="56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9" y="41"/>
                      <a:pt x="9" y="41"/>
                      <a:pt x="9" y="41"/>
                    </a:cubicBezTo>
                    <a:lnTo>
                      <a:pt x="12" y="38"/>
                    </a:lnTo>
                    <a:close/>
                    <a:moveTo>
                      <a:pt x="32" y="68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32" y="64"/>
                      <a:pt x="32" y="64"/>
                      <a:pt x="32" y="64"/>
                    </a:cubicBezTo>
                    <a:lnTo>
                      <a:pt x="32" y="6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158"/>
              <p:cNvSpPr>
                <a:spLocks noEditPoints="1"/>
              </p:cNvSpPr>
              <p:nvPr/>
            </p:nvSpPr>
            <p:spPr bwMode="auto">
              <a:xfrm>
                <a:off x="5645150" y="1820863"/>
                <a:ext cx="139700" cy="241300"/>
              </a:xfrm>
              <a:custGeom>
                <a:avLst/>
                <a:gdLst>
                  <a:gd name="T0" fmla="*/ 35 w 44"/>
                  <a:gd name="T1" fmla="*/ 29 h 76"/>
                  <a:gd name="T2" fmla="*/ 29 w 44"/>
                  <a:gd name="T3" fmla="*/ 29 h 76"/>
                  <a:gd name="T4" fmla="*/ 26 w 44"/>
                  <a:gd name="T5" fmla="*/ 33 h 76"/>
                  <a:gd name="T6" fmla="*/ 16 w 44"/>
                  <a:gd name="T7" fmla="*/ 3 h 76"/>
                  <a:gd name="T8" fmla="*/ 12 w 44"/>
                  <a:gd name="T9" fmla="*/ 0 h 76"/>
                  <a:gd name="T10" fmla="*/ 4 w 44"/>
                  <a:gd name="T11" fmla="*/ 0 h 76"/>
                  <a:gd name="T12" fmla="*/ 0 w 44"/>
                  <a:gd name="T13" fmla="*/ 4 h 76"/>
                  <a:gd name="T14" fmla="*/ 0 w 44"/>
                  <a:gd name="T15" fmla="*/ 44 h 76"/>
                  <a:gd name="T16" fmla="*/ 0 w 44"/>
                  <a:gd name="T17" fmla="*/ 46 h 76"/>
                  <a:gd name="T18" fmla="*/ 6 w 44"/>
                  <a:gd name="T19" fmla="*/ 57 h 76"/>
                  <a:gd name="T20" fmla="*/ 4 w 44"/>
                  <a:gd name="T21" fmla="*/ 60 h 76"/>
                  <a:gd name="T22" fmla="*/ 4 w 44"/>
                  <a:gd name="T23" fmla="*/ 72 h 76"/>
                  <a:gd name="T24" fmla="*/ 8 w 44"/>
                  <a:gd name="T25" fmla="*/ 76 h 76"/>
                  <a:gd name="T26" fmla="*/ 36 w 44"/>
                  <a:gd name="T27" fmla="*/ 76 h 76"/>
                  <a:gd name="T28" fmla="*/ 40 w 44"/>
                  <a:gd name="T29" fmla="*/ 72 h 76"/>
                  <a:gd name="T30" fmla="*/ 40 w 44"/>
                  <a:gd name="T31" fmla="*/ 60 h 76"/>
                  <a:gd name="T32" fmla="*/ 38 w 44"/>
                  <a:gd name="T33" fmla="*/ 56 h 76"/>
                  <a:gd name="T34" fmla="*/ 44 w 44"/>
                  <a:gd name="T35" fmla="*/ 41 h 76"/>
                  <a:gd name="T36" fmla="*/ 43 w 44"/>
                  <a:gd name="T37" fmla="*/ 37 h 76"/>
                  <a:gd name="T38" fmla="*/ 35 w 44"/>
                  <a:gd name="T39" fmla="*/ 29 h 76"/>
                  <a:gd name="T40" fmla="*/ 8 w 44"/>
                  <a:gd name="T41" fmla="*/ 8 h 76"/>
                  <a:gd name="T42" fmla="*/ 9 w 44"/>
                  <a:gd name="T43" fmla="*/ 8 h 76"/>
                  <a:gd name="T44" fmla="*/ 20 w 44"/>
                  <a:gd name="T45" fmla="*/ 41 h 76"/>
                  <a:gd name="T46" fmla="*/ 23 w 44"/>
                  <a:gd name="T47" fmla="*/ 44 h 76"/>
                  <a:gd name="T48" fmla="*/ 27 w 44"/>
                  <a:gd name="T49" fmla="*/ 43 h 76"/>
                  <a:gd name="T50" fmla="*/ 32 w 44"/>
                  <a:gd name="T51" fmla="*/ 38 h 76"/>
                  <a:gd name="T52" fmla="*/ 35 w 44"/>
                  <a:gd name="T53" fmla="*/ 41 h 76"/>
                  <a:gd name="T54" fmla="*/ 29 w 44"/>
                  <a:gd name="T55" fmla="*/ 56 h 76"/>
                  <a:gd name="T56" fmla="*/ 14 w 44"/>
                  <a:gd name="T57" fmla="*/ 56 h 76"/>
                  <a:gd name="T58" fmla="*/ 8 w 44"/>
                  <a:gd name="T59" fmla="*/ 43 h 76"/>
                  <a:gd name="T60" fmla="*/ 8 w 44"/>
                  <a:gd name="T61" fmla="*/ 8 h 76"/>
                  <a:gd name="T62" fmla="*/ 32 w 44"/>
                  <a:gd name="T63" fmla="*/ 68 h 76"/>
                  <a:gd name="T64" fmla="*/ 12 w 44"/>
                  <a:gd name="T65" fmla="*/ 68 h 76"/>
                  <a:gd name="T66" fmla="*/ 12 w 44"/>
                  <a:gd name="T67" fmla="*/ 64 h 76"/>
                  <a:gd name="T68" fmla="*/ 32 w 44"/>
                  <a:gd name="T69" fmla="*/ 64 h 76"/>
                  <a:gd name="T70" fmla="*/ 32 w 44"/>
                  <a:gd name="T7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4" h="76">
                    <a:moveTo>
                      <a:pt x="35" y="29"/>
                    </a:moveTo>
                    <a:cubicBezTo>
                      <a:pt x="33" y="28"/>
                      <a:pt x="31" y="28"/>
                      <a:pt x="29" y="29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1"/>
                      <a:pt x="14" y="0"/>
                      <a:pt x="1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0" y="45"/>
                      <a:pt x="0" y="46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5" y="57"/>
                      <a:pt x="4" y="59"/>
                      <a:pt x="4" y="60"/>
                    </a:cubicBezTo>
                    <a:cubicBezTo>
                      <a:pt x="4" y="72"/>
                      <a:pt x="4" y="72"/>
                      <a:pt x="4" y="72"/>
                    </a:cubicBezTo>
                    <a:cubicBezTo>
                      <a:pt x="4" y="74"/>
                      <a:pt x="6" y="76"/>
                      <a:pt x="8" y="76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8" y="76"/>
                      <a:pt x="40" y="74"/>
                      <a:pt x="40" y="72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40" y="58"/>
                      <a:pt x="39" y="57"/>
                      <a:pt x="38" y="56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0"/>
                      <a:pt x="44" y="38"/>
                      <a:pt x="43" y="37"/>
                    </a:cubicBezTo>
                    <a:lnTo>
                      <a:pt x="35" y="29"/>
                    </a:lnTo>
                    <a:close/>
                    <a:moveTo>
                      <a:pt x="8" y="8"/>
                    </a:moveTo>
                    <a:cubicBezTo>
                      <a:pt x="9" y="8"/>
                      <a:pt x="9" y="8"/>
                      <a:pt x="9" y="8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1" y="43"/>
                      <a:pt x="22" y="44"/>
                      <a:pt x="23" y="44"/>
                    </a:cubicBezTo>
                    <a:cubicBezTo>
                      <a:pt x="24" y="44"/>
                      <a:pt x="26" y="44"/>
                      <a:pt x="27" y="43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8" y="43"/>
                      <a:pt x="8" y="43"/>
                      <a:pt x="8" y="43"/>
                    </a:cubicBezTo>
                    <a:lnTo>
                      <a:pt x="8" y="8"/>
                    </a:lnTo>
                    <a:close/>
                    <a:moveTo>
                      <a:pt x="32" y="68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32" y="64"/>
                      <a:pt x="32" y="64"/>
                      <a:pt x="32" y="64"/>
                    </a:cubicBezTo>
                    <a:lnTo>
                      <a:pt x="32" y="6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>
              <a:off x="8704263" y="4797426"/>
              <a:ext cx="252413" cy="303213"/>
              <a:chOff x="8704263" y="4797426"/>
              <a:chExt cx="252413" cy="303213"/>
            </a:xfrm>
          </p:grpSpPr>
          <p:sp>
            <p:nvSpPr>
              <p:cNvPr id="160" name="Freeform 159"/>
              <p:cNvSpPr>
                <a:spLocks noEditPoints="1"/>
              </p:cNvSpPr>
              <p:nvPr/>
            </p:nvSpPr>
            <p:spPr bwMode="auto">
              <a:xfrm>
                <a:off x="8704263" y="4797426"/>
                <a:ext cx="252413" cy="303213"/>
              </a:xfrm>
              <a:custGeom>
                <a:avLst/>
                <a:gdLst>
                  <a:gd name="T0" fmla="*/ 80 w 80"/>
                  <a:gd name="T1" fmla="*/ 42 h 96"/>
                  <a:gd name="T2" fmla="*/ 40 w 80"/>
                  <a:gd name="T3" fmla="*/ 0 h 96"/>
                  <a:gd name="T4" fmla="*/ 0 w 80"/>
                  <a:gd name="T5" fmla="*/ 42 h 96"/>
                  <a:gd name="T6" fmla="*/ 0 w 80"/>
                  <a:gd name="T7" fmla="*/ 56 h 96"/>
                  <a:gd name="T8" fmla="*/ 0 w 80"/>
                  <a:gd name="T9" fmla="*/ 72 h 96"/>
                  <a:gd name="T10" fmla="*/ 8 w 80"/>
                  <a:gd name="T11" fmla="*/ 88 h 96"/>
                  <a:gd name="T12" fmla="*/ 64 w 80"/>
                  <a:gd name="T13" fmla="*/ 96 h 96"/>
                  <a:gd name="T14" fmla="*/ 72 w 80"/>
                  <a:gd name="T15" fmla="*/ 83 h 96"/>
                  <a:gd name="T16" fmla="*/ 77 w 80"/>
                  <a:gd name="T17" fmla="*/ 64 h 96"/>
                  <a:gd name="T18" fmla="*/ 78 w 80"/>
                  <a:gd name="T19" fmla="*/ 49 h 96"/>
                  <a:gd name="T20" fmla="*/ 68 w 80"/>
                  <a:gd name="T21" fmla="*/ 60 h 96"/>
                  <a:gd name="T22" fmla="*/ 8 w 80"/>
                  <a:gd name="T23" fmla="*/ 56 h 96"/>
                  <a:gd name="T24" fmla="*/ 16 w 80"/>
                  <a:gd name="T25" fmla="*/ 56 h 96"/>
                  <a:gd name="T26" fmla="*/ 34 w 80"/>
                  <a:gd name="T27" fmla="*/ 56 h 96"/>
                  <a:gd name="T28" fmla="*/ 46 w 80"/>
                  <a:gd name="T29" fmla="*/ 56 h 96"/>
                  <a:gd name="T30" fmla="*/ 64 w 80"/>
                  <a:gd name="T31" fmla="*/ 56 h 96"/>
                  <a:gd name="T32" fmla="*/ 72 w 80"/>
                  <a:gd name="T33" fmla="*/ 56 h 96"/>
                  <a:gd name="T34" fmla="*/ 64 w 80"/>
                  <a:gd name="T35" fmla="*/ 28 h 96"/>
                  <a:gd name="T36" fmla="*/ 40 w 80"/>
                  <a:gd name="T37" fmla="*/ 8 h 96"/>
                  <a:gd name="T38" fmla="*/ 64 w 80"/>
                  <a:gd name="T39" fmla="*/ 36 h 96"/>
                  <a:gd name="T40" fmla="*/ 64 w 80"/>
                  <a:gd name="T41" fmla="*/ 48 h 96"/>
                  <a:gd name="T42" fmla="*/ 56 w 80"/>
                  <a:gd name="T43" fmla="*/ 44 h 96"/>
                  <a:gd name="T44" fmla="*/ 46 w 80"/>
                  <a:gd name="T45" fmla="*/ 48 h 96"/>
                  <a:gd name="T46" fmla="*/ 38 w 80"/>
                  <a:gd name="T47" fmla="*/ 47 h 96"/>
                  <a:gd name="T48" fmla="*/ 27 w 80"/>
                  <a:gd name="T49" fmla="*/ 46 h 96"/>
                  <a:gd name="T50" fmla="*/ 16 w 80"/>
                  <a:gd name="T51" fmla="*/ 48 h 96"/>
                  <a:gd name="T52" fmla="*/ 16 w 80"/>
                  <a:gd name="T53" fmla="*/ 36 h 96"/>
                  <a:gd name="T54" fmla="*/ 16 w 80"/>
                  <a:gd name="T55" fmla="*/ 84 h 96"/>
                  <a:gd name="T56" fmla="*/ 64 w 80"/>
                  <a:gd name="T57" fmla="*/ 88 h 96"/>
                  <a:gd name="T58" fmla="*/ 68 w 80"/>
                  <a:gd name="T59" fmla="*/ 76 h 96"/>
                  <a:gd name="T60" fmla="*/ 8 w 80"/>
                  <a:gd name="T61" fmla="*/ 72 h 96"/>
                  <a:gd name="T62" fmla="*/ 46 w 80"/>
                  <a:gd name="T63" fmla="*/ 68 h 96"/>
                  <a:gd name="T64" fmla="*/ 56 w 80"/>
                  <a:gd name="T65" fmla="*/ 76 h 96"/>
                  <a:gd name="T66" fmla="*/ 66 w 80"/>
                  <a:gd name="T67" fmla="*/ 68 h 96"/>
                  <a:gd name="T68" fmla="*/ 72 w 80"/>
                  <a:gd name="T69" fmla="*/ 7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0" h="96">
                    <a:moveTo>
                      <a:pt x="78" y="49"/>
                    </a:moveTo>
                    <a:cubicBezTo>
                      <a:pt x="79" y="47"/>
                      <a:pt x="80" y="45"/>
                      <a:pt x="80" y="42"/>
                    </a:cubicBezTo>
                    <a:cubicBezTo>
                      <a:pt x="80" y="37"/>
                      <a:pt x="77" y="32"/>
                      <a:pt x="72" y="30"/>
                    </a:cubicBezTo>
                    <a:cubicBezTo>
                      <a:pt x="71" y="13"/>
                      <a:pt x="57" y="0"/>
                      <a:pt x="40" y="0"/>
                    </a:cubicBezTo>
                    <a:cubicBezTo>
                      <a:pt x="23" y="0"/>
                      <a:pt x="9" y="13"/>
                      <a:pt x="8" y="30"/>
                    </a:cubicBezTo>
                    <a:cubicBezTo>
                      <a:pt x="3" y="32"/>
                      <a:pt x="0" y="37"/>
                      <a:pt x="0" y="42"/>
                    </a:cubicBezTo>
                    <a:cubicBezTo>
                      <a:pt x="0" y="45"/>
                      <a:pt x="1" y="47"/>
                      <a:pt x="2" y="49"/>
                    </a:cubicBezTo>
                    <a:cubicBezTo>
                      <a:pt x="1" y="51"/>
                      <a:pt x="0" y="53"/>
                      <a:pt x="0" y="56"/>
                    </a:cubicBezTo>
                    <a:cubicBezTo>
                      <a:pt x="0" y="59"/>
                      <a:pt x="1" y="62"/>
                      <a:pt x="3" y="64"/>
                    </a:cubicBezTo>
                    <a:cubicBezTo>
                      <a:pt x="1" y="66"/>
                      <a:pt x="0" y="69"/>
                      <a:pt x="0" y="72"/>
                    </a:cubicBezTo>
                    <a:cubicBezTo>
                      <a:pt x="0" y="77"/>
                      <a:pt x="3" y="82"/>
                      <a:pt x="8" y="83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8" y="92"/>
                      <a:pt x="12" y="96"/>
                      <a:pt x="16" y="96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68" y="96"/>
                      <a:pt x="72" y="92"/>
                      <a:pt x="72" y="88"/>
                    </a:cubicBezTo>
                    <a:cubicBezTo>
                      <a:pt x="72" y="83"/>
                      <a:pt x="72" y="83"/>
                      <a:pt x="72" y="83"/>
                    </a:cubicBezTo>
                    <a:cubicBezTo>
                      <a:pt x="77" y="82"/>
                      <a:pt x="80" y="77"/>
                      <a:pt x="80" y="72"/>
                    </a:cubicBezTo>
                    <a:cubicBezTo>
                      <a:pt x="80" y="69"/>
                      <a:pt x="79" y="66"/>
                      <a:pt x="77" y="64"/>
                    </a:cubicBezTo>
                    <a:cubicBezTo>
                      <a:pt x="79" y="62"/>
                      <a:pt x="80" y="59"/>
                      <a:pt x="80" y="56"/>
                    </a:cubicBezTo>
                    <a:cubicBezTo>
                      <a:pt x="80" y="53"/>
                      <a:pt x="79" y="51"/>
                      <a:pt x="78" y="49"/>
                    </a:cubicBezTo>
                    <a:close/>
                    <a:moveTo>
                      <a:pt x="72" y="56"/>
                    </a:moveTo>
                    <a:cubicBezTo>
                      <a:pt x="72" y="58"/>
                      <a:pt x="70" y="60"/>
                      <a:pt x="68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0" y="60"/>
                      <a:pt x="8" y="58"/>
                      <a:pt x="8" y="56"/>
                    </a:cubicBezTo>
                    <a:cubicBezTo>
                      <a:pt x="8" y="55"/>
                      <a:pt x="8" y="55"/>
                      <a:pt x="8" y="54"/>
                    </a:cubicBezTo>
                    <a:cubicBezTo>
                      <a:pt x="11" y="55"/>
                      <a:pt x="13" y="56"/>
                      <a:pt x="16" y="56"/>
                    </a:cubicBezTo>
                    <a:cubicBezTo>
                      <a:pt x="19" y="56"/>
                      <a:pt x="22" y="55"/>
                      <a:pt x="24" y="53"/>
                    </a:cubicBezTo>
                    <a:cubicBezTo>
                      <a:pt x="27" y="55"/>
                      <a:pt x="31" y="56"/>
                      <a:pt x="34" y="56"/>
                    </a:cubicBezTo>
                    <a:cubicBezTo>
                      <a:pt x="36" y="56"/>
                      <a:pt x="38" y="56"/>
                      <a:pt x="40" y="55"/>
                    </a:cubicBezTo>
                    <a:cubicBezTo>
                      <a:pt x="42" y="56"/>
                      <a:pt x="44" y="56"/>
                      <a:pt x="46" y="56"/>
                    </a:cubicBezTo>
                    <a:cubicBezTo>
                      <a:pt x="49" y="56"/>
                      <a:pt x="53" y="55"/>
                      <a:pt x="56" y="53"/>
                    </a:cubicBezTo>
                    <a:cubicBezTo>
                      <a:pt x="58" y="55"/>
                      <a:pt x="61" y="56"/>
                      <a:pt x="64" y="56"/>
                    </a:cubicBezTo>
                    <a:cubicBezTo>
                      <a:pt x="67" y="56"/>
                      <a:pt x="69" y="55"/>
                      <a:pt x="72" y="54"/>
                    </a:cubicBezTo>
                    <a:cubicBezTo>
                      <a:pt x="72" y="55"/>
                      <a:pt x="72" y="55"/>
                      <a:pt x="72" y="56"/>
                    </a:cubicBezTo>
                    <a:close/>
                    <a:moveTo>
                      <a:pt x="40" y="8"/>
                    </a:moveTo>
                    <a:cubicBezTo>
                      <a:pt x="52" y="8"/>
                      <a:pt x="62" y="17"/>
                      <a:pt x="64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8" y="17"/>
                      <a:pt x="28" y="8"/>
                      <a:pt x="40" y="8"/>
                    </a:cubicBezTo>
                    <a:close/>
                    <a:moveTo>
                      <a:pt x="16" y="36"/>
                    </a:moveTo>
                    <a:cubicBezTo>
                      <a:pt x="64" y="36"/>
                      <a:pt x="64" y="36"/>
                      <a:pt x="64" y="36"/>
                    </a:cubicBezTo>
                    <a:cubicBezTo>
                      <a:pt x="69" y="36"/>
                      <a:pt x="72" y="38"/>
                      <a:pt x="72" y="42"/>
                    </a:cubicBezTo>
                    <a:cubicBezTo>
                      <a:pt x="72" y="45"/>
                      <a:pt x="68" y="48"/>
                      <a:pt x="64" y="48"/>
                    </a:cubicBezTo>
                    <a:cubicBezTo>
                      <a:pt x="62" y="48"/>
                      <a:pt x="60" y="47"/>
                      <a:pt x="59" y="46"/>
                    </a:cubicBezTo>
                    <a:cubicBezTo>
                      <a:pt x="58" y="45"/>
                      <a:pt x="57" y="44"/>
                      <a:pt x="56" y="44"/>
                    </a:cubicBezTo>
                    <a:cubicBezTo>
                      <a:pt x="55" y="44"/>
                      <a:pt x="54" y="45"/>
                      <a:pt x="53" y="46"/>
                    </a:cubicBezTo>
                    <a:cubicBezTo>
                      <a:pt x="52" y="47"/>
                      <a:pt x="49" y="48"/>
                      <a:pt x="46" y="48"/>
                    </a:cubicBezTo>
                    <a:cubicBezTo>
                      <a:pt x="44" y="48"/>
                      <a:pt x="43" y="47"/>
                      <a:pt x="42" y="47"/>
                    </a:cubicBezTo>
                    <a:cubicBezTo>
                      <a:pt x="41" y="46"/>
                      <a:pt x="39" y="46"/>
                      <a:pt x="38" y="47"/>
                    </a:cubicBezTo>
                    <a:cubicBezTo>
                      <a:pt x="37" y="47"/>
                      <a:pt x="36" y="48"/>
                      <a:pt x="34" y="48"/>
                    </a:cubicBezTo>
                    <a:cubicBezTo>
                      <a:pt x="31" y="48"/>
                      <a:pt x="28" y="47"/>
                      <a:pt x="27" y="46"/>
                    </a:cubicBezTo>
                    <a:cubicBezTo>
                      <a:pt x="26" y="44"/>
                      <a:pt x="22" y="44"/>
                      <a:pt x="21" y="46"/>
                    </a:cubicBezTo>
                    <a:cubicBezTo>
                      <a:pt x="20" y="47"/>
                      <a:pt x="18" y="48"/>
                      <a:pt x="16" y="48"/>
                    </a:cubicBezTo>
                    <a:cubicBezTo>
                      <a:pt x="12" y="48"/>
                      <a:pt x="8" y="45"/>
                      <a:pt x="8" y="42"/>
                    </a:cubicBezTo>
                    <a:cubicBezTo>
                      <a:pt x="8" y="38"/>
                      <a:pt x="11" y="36"/>
                      <a:pt x="16" y="36"/>
                    </a:cubicBezTo>
                    <a:close/>
                    <a:moveTo>
                      <a:pt x="16" y="88"/>
                    </a:moveTo>
                    <a:cubicBezTo>
                      <a:pt x="16" y="84"/>
                      <a:pt x="16" y="84"/>
                      <a:pt x="16" y="84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4" y="88"/>
                      <a:pt x="64" y="88"/>
                      <a:pt x="64" y="88"/>
                    </a:cubicBezTo>
                    <a:lnTo>
                      <a:pt x="16" y="88"/>
                    </a:lnTo>
                    <a:close/>
                    <a:moveTo>
                      <a:pt x="68" y="76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10" y="76"/>
                      <a:pt x="8" y="74"/>
                      <a:pt x="8" y="72"/>
                    </a:cubicBezTo>
                    <a:cubicBezTo>
                      <a:pt x="8" y="70"/>
                      <a:pt x="10" y="68"/>
                      <a:pt x="12" y="68"/>
                    </a:cubicBezTo>
                    <a:cubicBezTo>
                      <a:pt x="46" y="68"/>
                      <a:pt x="46" y="68"/>
                      <a:pt x="46" y="68"/>
                    </a:cubicBezTo>
                    <a:cubicBezTo>
                      <a:pt x="53" y="75"/>
                      <a:pt x="53" y="75"/>
                      <a:pt x="53" y="75"/>
                    </a:cubicBezTo>
                    <a:cubicBezTo>
                      <a:pt x="54" y="76"/>
                      <a:pt x="55" y="76"/>
                      <a:pt x="56" y="76"/>
                    </a:cubicBezTo>
                    <a:cubicBezTo>
                      <a:pt x="57" y="76"/>
                      <a:pt x="58" y="76"/>
                      <a:pt x="59" y="75"/>
                    </a:cubicBezTo>
                    <a:cubicBezTo>
                      <a:pt x="66" y="68"/>
                      <a:pt x="66" y="68"/>
                      <a:pt x="66" y="68"/>
                    </a:cubicBezTo>
                    <a:cubicBezTo>
                      <a:pt x="68" y="68"/>
                      <a:pt x="68" y="68"/>
                      <a:pt x="68" y="68"/>
                    </a:cubicBezTo>
                    <a:cubicBezTo>
                      <a:pt x="70" y="68"/>
                      <a:pt x="72" y="70"/>
                      <a:pt x="72" y="72"/>
                    </a:cubicBezTo>
                    <a:cubicBezTo>
                      <a:pt x="72" y="74"/>
                      <a:pt x="70" y="76"/>
                      <a:pt x="68" y="7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Oval 160"/>
              <p:cNvSpPr>
                <a:spLocks noChangeArrowheads="1"/>
              </p:cNvSpPr>
              <p:nvPr/>
            </p:nvSpPr>
            <p:spPr bwMode="auto">
              <a:xfrm>
                <a:off x="8786813" y="4854576"/>
                <a:ext cx="19050" cy="1746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Oval 161"/>
              <p:cNvSpPr>
                <a:spLocks noChangeArrowheads="1"/>
              </p:cNvSpPr>
              <p:nvPr/>
            </p:nvSpPr>
            <p:spPr bwMode="auto">
              <a:xfrm>
                <a:off x="8855075" y="4854576"/>
                <a:ext cx="19050" cy="17463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Oval 162"/>
              <p:cNvSpPr>
                <a:spLocks noChangeArrowheads="1"/>
              </p:cNvSpPr>
              <p:nvPr/>
            </p:nvSpPr>
            <p:spPr bwMode="auto">
              <a:xfrm>
                <a:off x="8820150" y="4835526"/>
                <a:ext cx="19050" cy="1905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408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256483"/>
            <a:ext cx="7200000" cy="3449917"/>
            <a:chOff x="3240088" y="2060575"/>
            <a:chExt cx="5711826" cy="2736851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8699501" y="2111375"/>
              <a:ext cx="252413" cy="215900"/>
            </a:xfrm>
            <a:custGeom>
              <a:avLst/>
              <a:gdLst>
                <a:gd name="T0" fmla="*/ 68 w 80"/>
                <a:gd name="T1" fmla="*/ 33 h 68"/>
                <a:gd name="T2" fmla="*/ 44 w 80"/>
                <a:gd name="T3" fmla="*/ 4 h 68"/>
                <a:gd name="T4" fmla="*/ 44 w 80"/>
                <a:gd name="T5" fmla="*/ 0 h 68"/>
                <a:gd name="T6" fmla="*/ 36 w 80"/>
                <a:gd name="T7" fmla="*/ 0 h 68"/>
                <a:gd name="T8" fmla="*/ 36 w 80"/>
                <a:gd name="T9" fmla="*/ 4 h 68"/>
                <a:gd name="T10" fmla="*/ 12 w 80"/>
                <a:gd name="T11" fmla="*/ 33 h 68"/>
                <a:gd name="T12" fmla="*/ 0 w 80"/>
                <a:gd name="T13" fmla="*/ 48 h 68"/>
                <a:gd name="T14" fmla="*/ 40 w 80"/>
                <a:gd name="T15" fmla="*/ 68 h 68"/>
                <a:gd name="T16" fmla="*/ 80 w 80"/>
                <a:gd name="T17" fmla="*/ 48 h 68"/>
                <a:gd name="T18" fmla="*/ 68 w 80"/>
                <a:gd name="T19" fmla="*/ 33 h 68"/>
                <a:gd name="T20" fmla="*/ 60 w 80"/>
                <a:gd name="T21" fmla="*/ 36 h 68"/>
                <a:gd name="T22" fmla="*/ 60 w 80"/>
                <a:gd name="T23" fmla="*/ 41 h 68"/>
                <a:gd name="T24" fmla="*/ 48 w 80"/>
                <a:gd name="T25" fmla="*/ 43 h 68"/>
                <a:gd name="T26" fmla="*/ 59 w 80"/>
                <a:gd name="T27" fmla="*/ 26 h 68"/>
                <a:gd name="T28" fmla="*/ 60 w 80"/>
                <a:gd name="T29" fmla="*/ 36 h 68"/>
                <a:gd name="T30" fmla="*/ 20 w 80"/>
                <a:gd name="T31" fmla="*/ 36 h 68"/>
                <a:gd name="T32" fmla="*/ 21 w 80"/>
                <a:gd name="T33" fmla="*/ 26 h 68"/>
                <a:gd name="T34" fmla="*/ 32 w 80"/>
                <a:gd name="T35" fmla="*/ 43 h 68"/>
                <a:gd name="T36" fmla="*/ 20 w 80"/>
                <a:gd name="T37" fmla="*/ 41 h 68"/>
                <a:gd name="T38" fmla="*/ 20 w 80"/>
                <a:gd name="T39" fmla="*/ 36 h 68"/>
                <a:gd name="T40" fmla="*/ 54 w 80"/>
                <a:gd name="T41" fmla="*/ 17 h 68"/>
                <a:gd name="T42" fmla="*/ 44 w 80"/>
                <a:gd name="T43" fmla="*/ 34 h 68"/>
                <a:gd name="T44" fmla="*/ 44 w 80"/>
                <a:gd name="T45" fmla="*/ 12 h 68"/>
                <a:gd name="T46" fmla="*/ 54 w 80"/>
                <a:gd name="T47" fmla="*/ 17 h 68"/>
                <a:gd name="T48" fmla="*/ 36 w 80"/>
                <a:gd name="T49" fmla="*/ 34 h 68"/>
                <a:gd name="T50" fmla="*/ 26 w 80"/>
                <a:gd name="T51" fmla="*/ 17 h 68"/>
                <a:gd name="T52" fmla="*/ 36 w 80"/>
                <a:gd name="T53" fmla="*/ 12 h 68"/>
                <a:gd name="T54" fmla="*/ 36 w 80"/>
                <a:gd name="T55" fmla="*/ 34 h 68"/>
                <a:gd name="T56" fmla="*/ 40 w 80"/>
                <a:gd name="T57" fmla="*/ 60 h 68"/>
                <a:gd name="T58" fmla="*/ 8 w 80"/>
                <a:gd name="T59" fmla="*/ 48 h 68"/>
                <a:gd name="T60" fmla="*/ 12 w 80"/>
                <a:gd name="T61" fmla="*/ 43 h 68"/>
                <a:gd name="T62" fmla="*/ 12 w 80"/>
                <a:gd name="T63" fmla="*/ 44 h 68"/>
                <a:gd name="T64" fmla="*/ 15 w 80"/>
                <a:gd name="T65" fmla="*/ 48 h 68"/>
                <a:gd name="T66" fmla="*/ 40 w 80"/>
                <a:gd name="T67" fmla="*/ 52 h 68"/>
                <a:gd name="T68" fmla="*/ 65 w 80"/>
                <a:gd name="T69" fmla="*/ 48 h 68"/>
                <a:gd name="T70" fmla="*/ 68 w 80"/>
                <a:gd name="T71" fmla="*/ 44 h 68"/>
                <a:gd name="T72" fmla="*/ 68 w 80"/>
                <a:gd name="T73" fmla="*/ 43 h 68"/>
                <a:gd name="T74" fmla="*/ 72 w 80"/>
                <a:gd name="T75" fmla="*/ 48 h 68"/>
                <a:gd name="T76" fmla="*/ 40 w 80"/>
                <a:gd name="T77" fmla="*/ 6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0" h="68">
                  <a:moveTo>
                    <a:pt x="68" y="33"/>
                  </a:moveTo>
                  <a:cubicBezTo>
                    <a:pt x="67" y="16"/>
                    <a:pt x="59" y="6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21" y="6"/>
                    <a:pt x="13" y="16"/>
                    <a:pt x="12" y="33"/>
                  </a:cubicBezTo>
                  <a:cubicBezTo>
                    <a:pt x="4" y="37"/>
                    <a:pt x="0" y="42"/>
                    <a:pt x="0" y="48"/>
                  </a:cubicBezTo>
                  <a:cubicBezTo>
                    <a:pt x="0" y="59"/>
                    <a:pt x="17" y="68"/>
                    <a:pt x="40" y="68"/>
                  </a:cubicBezTo>
                  <a:cubicBezTo>
                    <a:pt x="63" y="68"/>
                    <a:pt x="80" y="59"/>
                    <a:pt x="80" y="48"/>
                  </a:cubicBezTo>
                  <a:cubicBezTo>
                    <a:pt x="80" y="42"/>
                    <a:pt x="76" y="37"/>
                    <a:pt x="68" y="33"/>
                  </a:cubicBezTo>
                  <a:close/>
                  <a:moveTo>
                    <a:pt x="60" y="36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3" y="43"/>
                    <a:pt x="48" y="43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60" y="29"/>
                    <a:pt x="60" y="32"/>
                    <a:pt x="60" y="36"/>
                  </a:cubicBezTo>
                  <a:close/>
                  <a:moveTo>
                    <a:pt x="20" y="36"/>
                  </a:moveTo>
                  <a:cubicBezTo>
                    <a:pt x="20" y="32"/>
                    <a:pt x="20" y="29"/>
                    <a:pt x="21" y="26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27" y="43"/>
                    <a:pt x="23" y="42"/>
                    <a:pt x="20" y="41"/>
                  </a:cubicBezTo>
                  <a:lnTo>
                    <a:pt x="20" y="36"/>
                  </a:lnTo>
                  <a:close/>
                  <a:moveTo>
                    <a:pt x="54" y="17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8" y="13"/>
                    <a:pt x="52" y="15"/>
                    <a:pt x="54" y="17"/>
                  </a:cubicBezTo>
                  <a:close/>
                  <a:moveTo>
                    <a:pt x="36" y="34"/>
                  </a:moveTo>
                  <a:cubicBezTo>
                    <a:pt x="26" y="17"/>
                    <a:pt x="26" y="17"/>
                    <a:pt x="26" y="17"/>
                  </a:cubicBezTo>
                  <a:cubicBezTo>
                    <a:pt x="28" y="15"/>
                    <a:pt x="32" y="13"/>
                    <a:pt x="36" y="12"/>
                  </a:cubicBezTo>
                  <a:lnTo>
                    <a:pt x="36" y="34"/>
                  </a:lnTo>
                  <a:close/>
                  <a:moveTo>
                    <a:pt x="40" y="60"/>
                  </a:moveTo>
                  <a:cubicBezTo>
                    <a:pt x="20" y="60"/>
                    <a:pt x="8" y="53"/>
                    <a:pt x="8" y="48"/>
                  </a:cubicBezTo>
                  <a:cubicBezTo>
                    <a:pt x="8" y="46"/>
                    <a:pt x="9" y="44"/>
                    <a:pt x="12" y="43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6"/>
                    <a:pt x="13" y="47"/>
                    <a:pt x="15" y="48"/>
                  </a:cubicBezTo>
                  <a:cubicBezTo>
                    <a:pt x="15" y="48"/>
                    <a:pt x="27" y="52"/>
                    <a:pt x="40" y="52"/>
                  </a:cubicBezTo>
                  <a:cubicBezTo>
                    <a:pt x="53" y="52"/>
                    <a:pt x="65" y="48"/>
                    <a:pt x="65" y="48"/>
                  </a:cubicBezTo>
                  <a:cubicBezTo>
                    <a:pt x="67" y="47"/>
                    <a:pt x="68" y="46"/>
                    <a:pt x="68" y="44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71" y="44"/>
                    <a:pt x="72" y="46"/>
                    <a:pt x="72" y="48"/>
                  </a:cubicBezTo>
                  <a:cubicBezTo>
                    <a:pt x="72" y="53"/>
                    <a:pt x="60" y="60"/>
                    <a:pt x="40" y="60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8699501" y="4506913"/>
              <a:ext cx="239713" cy="290513"/>
            </a:xfrm>
            <a:custGeom>
              <a:avLst/>
              <a:gdLst>
                <a:gd name="T0" fmla="*/ 72 w 76"/>
                <a:gd name="T1" fmla="*/ 24 h 92"/>
                <a:gd name="T2" fmla="*/ 28 w 76"/>
                <a:gd name="T3" fmla="*/ 12 h 92"/>
                <a:gd name="T4" fmla="*/ 32 w 76"/>
                <a:gd name="T5" fmla="*/ 8 h 92"/>
                <a:gd name="T6" fmla="*/ 16 w 76"/>
                <a:gd name="T7" fmla="*/ 0 h 92"/>
                <a:gd name="T8" fmla="*/ 20 w 76"/>
                <a:gd name="T9" fmla="*/ 8 h 92"/>
                <a:gd name="T10" fmla="*/ 0 w 76"/>
                <a:gd name="T11" fmla="*/ 12 h 92"/>
                <a:gd name="T12" fmla="*/ 40 w 76"/>
                <a:gd name="T13" fmla="*/ 32 h 92"/>
                <a:gd name="T14" fmla="*/ 48 w 76"/>
                <a:gd name="T15" fmla="*/ 20 h 92"/>
                <a:gd name="T16" fmla="*/ 40 w 76"/>
                <a:gd name="T17" fmla="*/ 64 h 92"/>
                <a:gd name="T18" fmla="*/ 0 w 76"/>
                <a:gd name="T19" fmla="*/ 52 h 92"/>
                <a:gd name="T20" fmla="*/ 20 w 76"/>
                <a:gd name="T21" fmla="*/ 72 h 92"/>
                <a:gd name="T22" fmla="*/ 16 w 76"/>
                <a:gd name="T23" fmla="*/ 76 h 92"/>
                <a:gd name="T24" fmla="*/ 32 w 76"/>
                <a:gd name="T25" fmla="*/ 84 h 92"/>
                <a:gd name="T26" fmla="*/ 28 w 76"/>
                <a:gd name="T27" fmla="*/ 76 h 92"/>
                <a:gd name="T28" fmla="*/ 48 w 76"/>
                <a:gd name="T29" fmla="*/ 72 h 92"/>
                <a:gd name="T30" fmla="*/ 44 w 76"/>
                <a:gd name="T31" fmla="*/ 84 h 92"/>
                <a:gd name="T32" fmla="*/ 76 w 76"/>
                <a:gd name="T33" fmla="*/ 92 h 92"/>
                <a:gd name="T34" fmla="*/ 72 w 76"/>
                <a:gd name="T35" fmla="*/ 84 h 92"/>
                <a:gd name="T36" fmla="*/ 8 w 76"/>
                <a:gd name="T37" fmla="*/ 24 h 92"/>
                <a:gd name="T38" fmla="*/ 32 w 76"/>
                <a:gd name="T39" fmla="*/ 20 h 92"/>
                <a:gd name="T40" fmla="*/ 32 w 76"/>
                <a:gd name="T41" fmla="*/ 64 h 92"/>
                <a:gd name="T42" fmla="*/ 8 w 76"/>
                <a:gd name="T43" fmla="*/ 60 h 92"/>
                <a:gd name="T44" fmla="*/ 32 w 76"/>
                <a:gd name="T45" fmla="*/ 64 h 92"/>
                <a:gd name="T46" fmla="*/ 56 w 76"/>
                <a:gd name="T47" fmla="*/ 84 h 92"/>
                <a:gd name="T48" fmla="*/ 64 w 76"/>
                <a:gd name="T49" fmla="*/ 68 h 92"/>
                <a:gd name="T50" fmla="*/ 64 w 76"/>
                <a:gd name="T51" fmla="*/ 60 h 92"/>
                <a:gd name="T52" fmla="*/ 56 w 76"/>
                <a:gd name="T53" fmla="*/ 52 h 92"/>
                <a:gd name="T54" fmla="*/ 64 w 76"/>
                <a:gd name="T55" fmla="*/ 60 h 92"/>
                <a:gd name="T56" fmla="*/ 56 w 76"/>
                <a:gd name="T57" fmla="*/ 44 h 92"/>
                <a:gd name="T58" fmla="*/ 64 w 76"/>
                <a:gd name="T59" fmla="*/ 36 h 92"/>
                <a:gd name="T60" fmla="*/ 64 w 76"/>
                <a:gd name="T61" fmla="*/ 28 h 92"/>
                <a:gd name="T62" fmla="*/ 56 w 76"/>
                <a:gd name="T63" fmla="*/ 20 h 92"/>
                <a:gd name="T64" fmla="*/ 64 w 76"/>
                <a:gd name="T65" fmla="*/ 2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6" h="92">
                  <a:moveTo>
                    <a:pt x="72" y="8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7"/>
                    <a:pt x="67" y="12"/>
                    <a:pt x="60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6"/>
                    <a:pt x="20" y="76"/>
                    <a:pt x="20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32" y="84"/>
                    <a:pt x="32" y="84"/>
                    <a:pt x="32" y="84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92"/>
                    <a:pt x="44" y="92"/>
                    <a:pt x="44" y="92"/>
                  </a:cubicBezTo>
                  <a:cubicBezTo>
                    <a:pt x="76" y="92"/>
                    <a:pt x="76" y="92"/>
                    <a:pt x="76" y="92"/>
                  </a:cubicBezTo>
                  <a:cubicBezTo>
                    <a:pt x="76" y="84"/>
                    <a:pt x="76" y="84"/>
                    <a:pt x="76" y="84"/>
                  </a:cubicBezTo>
                  <a:lnTo>
                    <a:pt x="72" y="84"/>
                  </a:lnTo>
                  <a:close/>
                  <a:moveTo>
                    <a:pt x="32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2" y="20"/>
                    <a:pt x="32" y="20"/>
                    <a:pt x="32" y="20"/>
                  </a:cubicBezTo>
                  <a:lnTo>
                    <a:pt x="32" y="24"/>
                  </a:lnTo>
                  <a:close/>
                  <a:moveTo>
                    <a:pt x="32" y="64"/>
                  </a:moveTo>
                  <a:cubicBezTo>
                    <a:pt x="8" y="64"/>
                    <a:pt x="8" y="64"/>
                    <a:pt x="8" y="64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32" y="60"/>
                    <a:pt x="32" y="60"/>
                    <a:pt x="32" y="60"/>
                  </a:cubicBezTo>
                  <a:lnTo>
                    <a:pt x="32" y="64"/>
                  </a:lnTo>
                  <a:close/>
                  <a:moveTo>
                    <a:pt x="64" y="84"/>
                  </a:moveTo>
                  <a:cubicBezTo>
                    <a:pt x="56" y="84"/>
                    <a:pt x="56" y="84"/>
                    <a:pt x="56" y="84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64" y="68"/>
                    <a:pt x="64" y="68"/>
                    <a:pt x="64" y="68"/>
                  </a:cubicBezTo>
                  <a:lnTo>
                    <a:pt x="64" y="84"/>
                  </a:lnTo>
                  <a:close/>
                  <a:moveTo>
                    <a:pt x="64" y="60"/>
                  </a:moveTo>
                  <a:cubicBezTo>
                    <a:pt x="56" y="60"/>
                    <a:pt x="56" y="60"/>
                    <a:pt x="56" y="60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4" y="52"/>
                    <a:pt x="64" y="52"/>
                    <a:pt x="64" y="52"/>
                  </a:cubicBezTo>
                  <a:lnTo>
                    <a:pt x="64" y="60"/>
                  </a:lnTo>
                  <a:close/>
                  <a:moveTo>
                    <a:pt x="64" y="44"/>
                  </a:moveTo>
                  <a:cubicBezTo>
                    <a:pt x="56" y="44"/>
                    <a:pt x="56" y="44"/>
                    <a:pt x="56" y="44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64" y="36"/>
                    <a:pt x="64" y="36"/>
                    <a:pt x="64" y="36"/>
                  </a:cubicBezTo>
                  <a:lnTo>
                    <a:pt x="64" y="44"/>
                  </a:lnTo>
                  <a:close/>
                  <a:moveTo>
                    <a:pt x="64" y="28"/>
                  </a:moveTo>
                  <a:cubicBezTo>
                    <a:pt x="56" y="28"/>
                    <a:pt x="56" y="28"/>
                    <a:pt x="56" y="28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2" y="20"/>
                    <a:pt x="64" y="22"/>
                    <a:pt x="64" y="24"/>
                  </a:cubicBezTo>
                  <a:lnTo>
                    <a:pt x="64" y="2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3821113" y="3935413"/>
              <a:ext cx="303213" cy="228600"/>
            </a:xfrm>
            <a:custGeom>
              <a:avLst/>
              <a:gdLst>
                <a:gd name="T0" fmla="*/ 82 w 96"/>
                <a:gd name="T1" fmla="*/ 0 h 72"/>
                <a:gd name="T2" fmla="*/ 14 w 96"/>
                <a:gd name="T3" fmla="*/ 0 h 72"/>
                <a:gd name="T4" fmla="*/ 0 w 96"/>
                <a:gd name="T5" fmla="*/ 14 h 72"/>
                <a:gd name="T6" fmla="*/ 0 w 96"/>
                <a:gd name="T7" fmla="*/ 64 h 72"/>
                <a:gd name="T8" fmla="*/ 8 w 96"/>
                <a:gd name="T9" fmla="*/ 72 h 72"/>
                <a:gd name="T10" fmla="*/ 88 w 96"/>
                <a:gd name="T11" fmla="*/ 72 h 72"/>
                <a:gd name="T12" fmla="*/ 96 w 96"/>
                <a:gd name="T13" fmla="*/ 64 h 72"/>
                <a:gd name="T14" fmla="*/ 96 w 96"/>
                <a:gd name="T15" fmla="*/ 14 h 72"/>
                <a:gd name="T16" fmla="*/ 82 w 96"/>
                <a:gd name="T17" fmla="*/ 0 h 72"/>
                <a:gd name="T18" fmla="*/ 44 w 96"/>
                <a:gd name="T19" fmla="*/ 64 h 72"/>
                <a:gd name="T20" fmla="*/ 8 w 96"/>
                <a:gd name="T21" fmla="*/ 64 h 72"/>
                <a:gd name="T22" fmla="*/ 8 w 96"/>
                <a:gd name="T23" fmla="*/ 20 h 72"/>
                <a:gd name="T24" fmla="*/ 20 w 96"/>
                <a:gd name="T25" fmla="*/ 20 h 72"/>
                <a:gd name="T26" fmla="*/ 20 w 96"/>
                <a:gd name="T27" fmla="*/ 8 h 72"/>
                <a:gd name="T28" fmla="*/ 44 w 96"/>
                <a:gd name="T29" fmla="*/ 8 h 72"/>
                <a:gd name="T30" fmla="*/ 44 w 96"/>
                <a:gd name="T31" fmla="*/ 64 h 72"/>
                <a:gd name="T32" fmla="*/ 88 w 96"/>
                <a:gd name="T33" fmla="*/ 64 h 72"/>
                <a:gd name="T34" fmla="*/ 52 w 96"/>
                <a:gd name="T35" fmla="*/ 64 h 72"/>
                <a:gd name="T36" fmla="*/ 52 w 96"/>
                <a:gd name="T37" fmla="*/ 8 h 72"/>
                <a:gd name="T38" fmla="*/ 76 w 96"/>
                <a:gd name="T39" fmla="*/ 8 h 72"/>
                <a:gd name="T40" fmla="*/ 76 w 96"/>
                <a:gd name="T41" fmla="*/ 20 h 72"/>
                <a:gd name="T42" fmla="*/ 88 w 96"/>
                <a:gd name="T43" fmla="*/ 20 h 72"/>
                <a:gd name="T44" fmla="*/ 88 w 96"/>
                <a:gd name="T45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6" h="72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88" y="72"/>
                    <a:pt x="88" y="72"/>
                    <a:pt x="88" y="72"/>
                  </a:cubicBezTo>
                  <a:cubicBezTo>
                    <a:pt x="92" y="72"/>
                    <a:pt x="96" y="68"/>
                    <a:pt x="96" y="64"/>
                  </a:cubicBezTo>
                  <a:cubicBezTo>
                    <a:pt x="96" y="14"/>
                    <a:pt x="96" y="14"/>
                    <a:pt x="96" y="14"/>
                  </a:cubicBezTo>
                  <a:lnTo>
                    <a:pt x="82" y="0"/>
                  </a:lnTo>
                  <a:close/>
                  <a:moveTo>
                    <a:pt x="44" y="64"/>
                  </a:moveTo>
                  <a:cubicBezTo>
                    <a:pt x="8" y="64"/>
                    <a:pt x="8" y="64"/>
                    <a:pt x="8" y="6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44" y="8"/>
                    <a:pt x="44" y="8"/>
                    <a:pt x="44" y="8"/>
                  </a:cubicBezTo>
                  <a:lnTo>
                    <a:pt x="44" y="64"/>
                  </a:lnTo>
                  <a:close/>
                  <a:moveTo>
                    <a:pt x="88" y="64"/>
                  </a:moveTo>
                  <a:cubicBezTo>
                    <a:pt x="52" y="64"/>
                    <a:pt x="52" y="64"/>
                    <a:pt x="52" y="64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88" y="20"/>
                    <a:pt x="88" y="20"/>
                    <a:pt x="88" y="20"/>
                  </a:cubicBezTo>
                  <a:lnTo>
                    <a:pt x="88" y="6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4452938" y="3948113"/>
              <a:ext cx="252413" cy="203200"/>
            </a:xfrm>
            <a:custGeom>
              <a:avLst/>
              <a:gdLst>
                <a:gd name="T0" fmla="*/ 62 w 80"/>
                <a:gd name="T1" fmla="*/ 0 h 64"/>
                <a:gd name="T2" fmla="*/ 8 w 80"/>
                <a:gd name="T3" fmla="*/ 0 h 64"/>
                <a:gd name="T4" fmla="*/ 0 w 80"/>
                <a:gd name="T5" fmla="*/ 8 h 64"/>
                <a:gd name="T6" fmla="*/ 0 w 80"/>
                <a:gd name="T7" fmla="*/ 56 h 64"/>
                <a:gd name="T8" fmla="*/ 8 w 80"/>
                <a:gd name="T9" fmla="*/ 64 h 64"/>
                <a:gd name="T10" fmla="*/ 72 w 80"/>
                <a:gd name="T11" fmla="*/ 64 h 64"/>
                <a:gd name="T12" fmla="*/ 80 w 80"/>
                <a:gd name="T13" fmla="*/ 56 h 64"/>
                <a:gd name="T14" fmla="*/ 80 w 80"/>
                <a:gd name="T15" fmla="*/ 18 h 64"/>
                <a:gd name="T16" fmla="*/ 62 w 80"/>
                <a:gd name="T17" fmla="*/ 0 h 64"/>
                <a:gd name="T18" fmla="*/ 72 w 80"/>
                <a:gd name="T19" fmla="*/ 56 h 64"/>
                <a:gd name="T20" fmla="*/ 8 w 80"/>
                <a:gd name="T21" fmla="*/ 56 h 64"/>
                <a:gd name="T22" fmla="*/ 8 w 80"/>
                <a:gd name="T23" fmla="*/ 8 h 64"/>
                <a:gd name="T24" fmla="*/ 56 w 80"/>
                <a:gd name="T25" fmla="*/ 8 h 64"/>
                <a:gd name="T26" fmla="*/ 56 w 80"/>
                <a:gd name="T27" fmla="*/ 24 h 64"/>
                <a:gd name="T28" fmla="*/ 72 w 80"/>
                <a:gd name="T29" fmla="*/ 24 h 64"/>
                <a:gd name="T30" fmla="*/ 72 w 80"/>
                <a:gd name="T31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0" h="64">
                  <a:moveTo>
                    <a:pt x="62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4" y="64"/>
                    <a:pt x="8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6" y="64"/>
                    <a:pt x="80" y="60"/>
                    <a:pt x="80" y="56"/>
                  </a:cubicBezTo>
                  <a:cubicBezTo>
                    <a:pt x="80" y="18"/>
                    <a:pt x="80" y="18"/>
                    <a:pt x="80" y="18"/>
                  </a:cubicBezTo>
                  <a:lnTo>
                    <a:pt x="62" y="0"/>
                  </a:lnTo>
                  <a:close/>
                  <a:moveTo>
                    <a:pt x="72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72" y="24"/>
                    <a:pt x="72" y="24"/>
                    <a:pt x="72" y="24"/>
                  </a:cubicBezTo>
                  <a:lnTo>
                    <a:pt x="72" y="5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7512051" y="3302000"/>
              <a:ext cx="201613" cy="254000"/>
              <a:chOff x="7512051" y="3302000"/>
              <a:chExt cx="201613" cy="254000"/>
            </a:xfrm>
          </p:grpSpPr>
          <p:sp>
            <p:nvSpPr>
              <p:cNvPr id="10" name="Freeform 9"/>
              <p:cNvSpPr>
                <a:spLocks noEditPoints="1"/>
              </p:cNvSpPr>
              <p:nvPr/>
            </p:nvSpPr>
            <p:spPr bwMode="auto">
              <a:xfrm>
                <a:off x="7512051" y="3302000"/>
                <a:ext cx="201613" cy="254000"/>
              </a:xfrm>
              <a:custGeom>
                <a:avLst/>
                <a:gdLst>
                  <a:gd name="T0" fmla="*/ 46 w 64"/>
                  <a:gd name="T1" fmla="*/ 0 h 80"/>
                  <a:gd name="T2" fmla="*/ 8 w 64"/>
                  <a:gd name="T3" fmla="*/ 0 h 80"/>
                  <a:gd name="T4" fmla="*/ 0 w 64"/>
                  <a:gd name="T5" fmla="*/ 8 h 80"/>
                  <a:gd name="T6" fmla="*/ 0 w 64"/>
                  <a:gd name="T7" fmla="*/ 72 h 80"/>
                  <a:gd name="T8" fmla="*/ 8 w 64"/>
                  <a:gd name="T9" fmla="*/ 80 h 80"/>
                  <a:gd name="T10" fmla="*/ 56 w 64"/>
                  <a:gd name="T11" fmla="*/ 80 h 80"/>
                  <a:gd name="T12" fmla="*/ 64 w 64"/>
                  <a:gd name="T13" fmla="*/ 72 h 80"/>
                  <a:gd name="T14" fmla="*/ 64 w 64"/>
                  <a:gd name="T15" fmla="*/ 18 h 80"/>
                  <a:gd name="T16" fmla="*/ 46 w 64"/>
                  <a:gd name="T17" fmla="*/ 0 h 80"/>
                  <a:gd name="T18" fmla="*/ 56 w 64"/>
                  <a:gd name="T19" fmla="*/ 72 h 80"/>
                  <a:gd name="T20" fmla="*/ 8 w 64"/>
                  <a:gd name="T21" fmla="*/ 72 h 80"/>
                  <a:gd name="T22" fmla="*/ 8 w 64"/>
                  <a:gd name="T23" fmla="*/ 8 h 80"/>
                  <a:gd name="T24" fmla="*/ 40 w 64"/>
                  <a:gd name="T25" fmla="*/ 8 h 80"/>
                  <a:gd name="T26" fmla="*/ 40 w 64"/>
                  <a:gd name="T27" fmla="*/ 24 h 80"/>
                  <a:gd name="T28" fmla="*/ 56 w 64"/>
                  <a:gd name="T29" fmla="*/ 24 h 80"/>
                  <a:gd name="T30" fmla="*/ 56 w 64"/>
                  <a:gd name="T3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4" h="80">
                    <a:moveTo>
                      <a:pt x="4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60" y="80"/>
                      <a:pt x="64" y="76"/>
                      <a:pt x="64" y="72"/>
                    </a:cubicBezTo>
                    <a:cubicBezTo>
                      <a:pt x="64" y="18"/>
                      <a:pt x="64" y="18"/>
                      <a:pt x="64" y="18"/>
                    </a:cubicBezTo>
                    <a:lnTo>
                      <a:pt x="46" y="0"/>
                    </a:lnTo>
                    <a:close/>
                    <a:moveTo>
                      <a:pt x="56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56" y="24"/>
                      <a:pt x="56" y="24"/>
                      <a:pt x="56" y="24"/>
                    </a:cubicBezTo>
                    <a:lnTo>
                      <a:pt x="56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7561263" y="3416300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7561263" y="3467100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8118476" y="3302000"/>
              <a:ext cx="201613" cy="254000"/>
            </a:xfrm>
            <a:custGeom>
              <a:avLst/>
              <a:gdLst>
                <a:gd name="T0" fmla="*/ 4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18 h 80"/>
                <a:gd name="T16" fmla="*/ 46 w 64"/>
                <a:gd name="T17" fmla="*/ 0 h 80"/>
                <a:gd name="T18" fmla="*/ 56 w 64"/>
                <a:gd name="T19" fmla="*/ 72 h 80"/>
                <a:gd name="T20" fmla="*/ 8 w 64"/>
                <a:gd name="T21" fmla="*/ 72 h 80"/>
                <a:gd name="T22" fmla="*/ 8 w 64"/>
                <a:gd name="T23" fmla="*/ 8 h 80"/>
                <a:gd name="T24" fmla="*/ 16 w 64"/>
                <a:gd name="T25" fmla="*/ 8 h 80"/>
                <a:gd name="T26" fmla="*/ 16 w 64"/>
                <a:gd name="T27" fmla="*/ 44 h 80"/>
                <a:gd name="T28" fmla="*/ 24 w 64"/>
                <a:gd name="T29" fmla="*/ 36 h 80"/>
                <a:gd name="T30" fmla="*/ 32 w 64"/>
                <a:gd name="T31" fmla="*/ 44 h 80"/>
                <a:gd name="T32" fmla="*/ 32 w 64"/>
                <a:gd name="T33" fmla="*/ 8 h 80"/>
                <a:gd name="T34" fmla="*/ 40 w 64"/>
                <a:gd name="T35" fmla="*/ 8 h 80"/>
                <a:gd name="T36" fmla="*/ 40 w 64"/>
                <a:gd name="T37" fmla="*/ 24 h 80"/>
                <a:gd name="T38" fmla="*/ 56 w 64"/>
                <a:gd name="T39" fmla="*/ 24 h 80"/>
                <a:gd name="T40" fmla="*/ 56 w 64"/>
                <a:gd name="T4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80">
                  <a:moveTo>
                    <a:pt x="4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18"/>
                    <a:pt x="64" y="18"/>
                    <a:pt x="64" y="18"/>
                  </a:cubicBezTo>
                  <a:lnTo>
                    <a:pt x="46" y="0"/>
                  </a:lnTo>
                  <a:close/>
                  <a:moveTo>
                    <a:pt x="56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56" y="24"/>
                    <a:pt x="56" y="24"/>
                    <a:pt x="56" y="24"/>
                  </a:cubicBezTo>
                  <a:lnTo>
                    <a:pt x="56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8712201" y="3289300"/>
              <a:ext cx="227013" cy="279400"/>
              <a:chOff x="8712201" y="3289300"/>
              <a:chExt cx="227013" cy="279400"/>
            </a:xfrm>
          </p:grpSpPr>
          <p:sp>
            <p:nvSpPr>
              <p:cNvPr id="14" name="Freeform 13"/>
              <p:cNvSpPr>
                <a:spLocks noEditPoints="1"/>
              </p:cNvSpPr>
              <p:nvPr/>
            </p:nvSpPr>
            <p:spPr bwMode="auto">
              <a:xfrm>
                <a:off x="8763001" y="3289300"/>
                <a:ext cx="176213" cy="228600"/>
              </a:xfrm>
              <a:custGeom>
                <a:avLst/>
                <a:gdLst>
                  <a:gd name="T0" fmla="*/ 38 w 56"/>
                  <a:gd name="T1" fmla="*/ 0 h 72"/>
                  <a:gd name="T2" fmla="*/ 8 w 56"/>
                  <a:gd name="T3" fmla="*/ 0 h 72"/>
                  <a:gd name="T4" fmla="*/ 0 w 56"/>
                  <a:gd name="T5" fmla="*/ 8 h 72"/>
                  <a:gd name="T6" fmla="*/ 0 w 56"/>
                  <a:gd name="T7" fmla="*/ 64 h 72"/>
                  <a:gd name="T8" fmla="*/ 8 w 56"/>
                  <a:gd name="T9" fmla="*/ 72 h 72"/>
                  <a:gd name="T10" fmla="*/ 48 w 56"/>
                  <a:gd name="T11" fmla="*/ 72 h 72"/>
                  <a:gd name="T12" fmla="*/ 56 w 56"/>
                  <a:gd name="T13" fmla="*/ 64 h 72"/>
                  <a:gd name="T14" fmla="*/ 56 w 56"/>
                  <a:gd name="T15" fmla="*/ 18 h 72"/>
                  <a:gd name="T16" fmla="*/ 38 w 56"/>
                  <a:gd name="T17" fmla="*/ 0 h 72"/>
                  <a:gd name="T18" fmla="*/ 48 w 56"/>
                  <a:gd name="T19" fmla="*/ 64 h 72"/>
                  <a:gd name="T20" fmla="*/ 8 w 56"/>
                  <a:gd name="T21" fmla="*/ 64 h 72"/>
                  <a:gd name="T22" fmla="*/ 8 w 56"/>
                  <a:gd name="T23" fmla="*/ 8 h 72"/>
                  <a:gd name="T24" fmla="*/ 32 w 56"/>
                  <a:gd name="T25" fmla="*/ 8 h 72"/>
                  <a:gd name="T26" fmla="*/ 32 w 56"/>
                  <a:gd name="T27" fmla="*/ 24 h 72"/>
                  <a:gd name="T28" fmla="*/ 48 w 56"/>
                  <a:gd name="T29" fmla="*/ 24 h 72"/>
                  <a:gd name="T30" fmla="*/ 48 w 56"/>
                  <a:gd name="T31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6" h="72">
                    <a:moveTo>
                      <a:pt x="3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2"/>
                      <a:pt x="56" y="68"/>
                      <a:pt x="56" y="64"/>
                    </a:cubicBezTo>
                    <a:cubicBezTo>
                      <a:pt x="56" y="18"/>
                      <a:pt x="56" y="18"/>
                      <a:pt x="56" y="18"/>
                    </a:cubicBezTo>
                    <a:lnTo>
                      <a:pt x="38" y="0"/>
                    </a:lnTo>
                    <a:close/>
                    <a:moveTo>
                      <a:pt x="48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48" y="24"/>
                      <a:pt x="48" y="24"/>
                      <a:pt x="48" y="24"/>
                    </a:cubicBezTo>
                    <a:lnTo>
                      <a:pt x="4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8712201" y="3340100"/>
                <a:ext cx="176213" cy="228600"/>
              </a:xfrm>
              <a:custGeom>
                <a:avLst/>
                <a:gdLst>
                  <a:gd name="T0" fmla="*/ 8 w 56"/>
                  <a:gd name="T1" fmla="*/ 0 h 72"/>
                  <a:gd name="T2" fmla="*/ 0 w 56"/>
                  <a:gd name="T3" fmla="*/ 0 h 72"/>
                  <a:gd name="T4" fmla="*/ 0 w 56"/>
                  <a:gd name="T5" fmla="*/ 64 h 72"/>
                  <a:gd name="T6" fmla="*/ 8 w 56"/>
                  <a:gd name="T7" fmla="*/ 72 h 72"/>
                  <a:gd name="T8" fmla="*/ 56 w 56"/>
                  <a:gd name="T9" fmla="*/ 72 h 72"/>
                  <a:gd name="T10" fmla="*/ 56 w 56"/>
                  <a:gd name="T11" fmla="*/ 64 h 72"/>
                  <a:gd name="T12" fmla="*/ 8 w 56"/>
                  <a:gd name="T13" fmla="*/ 64 h 72"/>
                  <a:gd name="T14" fmla="*/ 8 w 56"/>
                  <a:gd name="T1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3240088" y="3884613"/>
              <a:ext cx="252413" cy="304800"/>
              <a:chOff x="3240088" y="3884613"/>
              <a:chExt cx="252413" cy="304800"/>
            </a:xfrm>
          </p:grpSpPr>
          <p:sp>
            <p:nvSpPr>
              <p:cNvPr id="16" name="Freeform 15"/>
              <p:cNvSpPr>
                <a:spLocks noEditPoints="1"/>
              </p:cNvSpPr>
              <p:nvPr/>
            </p:nvSpPr>
            <p:spPr bwMode="auto">
              <a:xfrm>
                <a:off x="3316288" y="3884613"/>
                <a:ext cx="176213" cy="228600"/>
              </a:xfrm>
              <a:custGeom>
                <a:avLst/>
                <a:gdLst>
                  <a:gd name="T0" fmla="*/ 38 w 56"/>
                  <a:gd name="T1" fmla="*/ 0 h 72"/>
                  <a:gd name="T2" fmla="*/ 8 w 56"/>
                  <a:gd name="T3" fmla="*/ 0 h 72"/>
                  <a:gd name="T4" fmla="*/ 0 w 56"/>
                  <a:gd name="T5" fmla="*/ 8 h 72"/>
                  <a:gd name="T6" fmla="*/ 0 w 56"/>
                  <a:gd name="T7" fmla="*/ 64 h 72"/>
                  <a:gd name="T8" fmla="*/ 8 w 56"/>
                  <a:gd name="T9" fmla="*/ 72 h 72"/>
                  <a:gd name="T10" fmla="*/ 48 w 56"/>
                  <a:gd name="T11" fmla="*/ 72 h 72"/>
                  <a:gd name="T12" fmla="*/ 56 w 56"/>
                  <a:gd name="T13" fmla="*/ 64 h 72"/>
                  <a:gd name="T14" fmla="*/ 56 w 56"/>
                  <a:gd name="T15" fmla="*/ 18 h 72"/>
                  <a:gd name="T16" fmla="*/ 38 w 56"/>
                  <a:gd name="T17" fmla="*/ 0 h 72"/>
                  <a:gd name="T18" fmla="*/ 48 w 56"/>
                  <a:gd name="T19" fmla="*/ 64 h 72"/>
                  <a:gd name="T20" fmla="*/ 8 w 56"/>
                  <a:gd name="T21" fmla="*/ 64 h 72"/>
                  <a:gd name="T22" fmla="*/ 8 w 56"/>
                  <a:gd name="T23" fmla="*/ 8 h 72"/>
                  <a:gd name="T24" fmla="*/ 32 w 56"/>
                  <a:gd name="T25" fmla="*/ 8 h 72"/>
                  <a:gd name="T26" fmla="*/ 32 w 56"/>
                  <a:gd name="T27" fmla="*/ 24 h 72"/>
                  <a:gd name="T28" fmla="*/ 48 w 56"/>
                  <a:gd name="T29" fmla="*/ 24 h 72"/>
                  <a:gd name="T30" fmla="*/ 48 w 56"/>
                  <a:gd name="T31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6" h="72">
                    <a:moveTo>
                      <a:pt x="3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2"/>
                      <a:pt x="56" y="68"/>
                      <a:pt x="56" y="64"/>
                    </a:cubicBezTo>
                    <a:cubicBezTo>
                      <a:pt x="56" y="18"/>
                      <a:pt x="56" y="18"/>
                      <a:pt x="56" y="18"/>
                    </a:cubicBezTo>
                    <a:lnTo>
                      <a:pt x="38" y="0"/>
                    </a:lnTo>
                    <a:close/>
                    <a:moveTo>
                      <a:pt x="48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48" y="24"/>
                      <a:pt x="48" y="24"/>
                      <a:pt x="48" y="24"/>
                    </a:cubicBezTo>
                    <a:lnTo>
                      <a:pt x="48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3278188" y="3922713"/>
                <a:ext cx="176213" cy="228600"/>
              </a:xfrm>
              <a:custGeom>
                <a:avLst/>
                <a:gdLst>
                  <a:gd name="T0" fmla="*/ 8 w 56"/>
                  <a:gd name="T1" fmla="*/ 0 h 72"/>
                  <a:gd name="T2" fmla="*/ 0 w 56"/>
                  <a:gd name="T3" fmla="*/ 0 h 72"/>
                  <a:gd name="T4" fmla="*/ 0 w 56"/>
                  <a:gd name="T5" fmla="*/ 64 h 72"/>
                  <a:gd name="T6" fmla="*/ 8 w 56"/>
                  <a:gd name="T7" fmla="*/ 72 h 72"/>
                  <a:gd name="T8" fmla="*/ 56 w 56"/>
                  <a:gd name="T9" fmla="*/ 72 h 72"/>
                  <a:gd name="T10" fmla="*/ 56 w 56"/>
                  <a:gd name="T11" fmla="*/ 64 h 72"/>
                  <a:gd name="T12" fmla="*/ 8 w 56"/>
                  <a:gd name="T13" fmla="*/ 64 h 72"/>
                  <a:gd name="T14" fmla="*/ 8 w 56"/>
                  <a:gd name="T1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7"/>
              <p:cNvSpPr>
                <a:spLocks/>
              </p:cNvSpPr>
              <p:nvPr/>
            </p:nvSpPr>
            <p:spPr bwMode="auto">
              <a:xfrm>
                <a:off x="3240088" y="3960813"/>
                <a:ext cx="177800" cy="228600"/>
              </a:xfrm>
              <a:custGeom>
                <a:avLst/>
                <a:gdLst>
                  <a:gd name="T0" fmla="*/ 8 w 56"/>
                  <a:gd name="T1" fmla="*/ 0 h 72"/>
                  <a:gd name="T2" fmla="*/ 0 w 56"/>
                  <a:gd name="T3" fmla="*/ 0 h 72"/>
                  <a:gd name="T4" fmla="*/ 0 w 56"/>
                  <a:gd name="T5" fmla="*/ 64 h 72"/>
                  <a:gd name="T6" fmla="*/ 8 w 56"/>
                  <a:gd name="T7" fmla="*/ 72 h 72"/>
                  <a:gd name="T8" fmla="*/ 56 w 56"/>
                  <a:gd name="T9" fmla="*/ 72 h 72"/>
                  <a:gd name="T10" fmla="*/ 56 w 56"/>
                  <a:gd name="T11" fmla="*/ 64 h 72"/>
                  <a:gd name="T12" fmla="*/ 8 w 56"/>
                  <a:gd name="T13" fmla="*/ 64 h 72"/>
                  <a:gd name="T14" fmla="*/ 8 w 56"/>
                  <a:gd name="T1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6" name="组合 145"/>
            <p:cNvGrpSpPr/>
            <p:nvPr/>
          </p:nvGrpSpPr>
          <p:grpSpPr>
            <a:xfrm>
              <a:off x="5046663" y="3884613"/>
              <a:ext cx="279400" cy="304800"/>
              <a:chOff x="5046663" y="3884613"/>
              <a:chExt cx="279400" cy="304800"/>
            </a:xfrm>
          </p:grpSpPr>
          <p:sp>
            <p:nvSpPr>
              <p:cNvPr id="19" name="Freeform 18"/>
              <p:cNvSpPr>
                <a:spLocks noEditPoints="1"/>
              </p:cNvSpPr>
              <p:nvPr/>
            </p:nvSpPr>
            <p:spPr bwMode="auto">
              <a:xfrm>
                <a:off x="5046663" y="3884613"/>
                <a:ext cx="127000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36 h 44"/>
                  <a:gd name="T20" fmla="*/ 8 w 40"/>
                  <a:gd name="T21" fmla="*/ 8 h 44"/>
                  <a:gd name="T22" fmla="*/ 24 w 40"/>
                  <a:gd name="T23" fmla="*/ 8 h 44"/>
                  <a:gd name="T24" fmla="*/ 24 w 40"/>
                  <a:gd name="T25" fmla="*/ 16 h 44"/>
                  <a:gd name="T26" fmla="*/ 32 w 40"/>
                  <a:gd name="T27" fmla="*/ 16 h 44"/>
                  <a:gd name="T28" fmla="*/ 32 w 40"/>
                  <a:gd name="T29" fmla="*/ 36 h 44"/>
                  <a:gd name="T30" fmla="*/ 8 w 40"/>
                  <a:gd name="T31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3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36"/>
                      <a:pt x="32" y="36"/>
                      <a:pt x="32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9"/>
              <p:cNvSpPr>
                <a:spLocks noEditPoints="1"/>
              </p:cNvSpPr>
              <p:nvPr/>
            </p:nvSpPr>
            <p:spPr bwMode="auto">
              <a:xfrm>
                <a:off x="5199063" y="3884613"/>
                <a:ext cx="127000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36 h 44"/>
                  <a:gd name="T20" fmla="*/ 8 w 40"/>
                  <a:gd name="T21" fmla="*/ 8 h 44"/>
                  <a:gd name="T22" fmla="*/ 24 w 40"/>
                  <a:gd name="T23" fmla="*/ 8 h 44"/>
                  <a:gd name="T24" fmla="*/ 24 w 40"/>
                  <a:gd name="T25" fmla="*/ 16 h 44"/>
                  <a:gd name="T26" fmla="*/ 32 w 40"/>
                  <a:gd name="T27" fmla="*/ 16 h 44"/>
                  <a:gd name="T28" fmla="*/ 32 w 40"/>
                  <a:gd name="T29" fmla="*/ 36 h 44"/>
                  <a:gd name="T30" fmla="*/ 8 w 40"/>
                  <a:gd name="T31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3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36"/>
                      <a:pt x="32" y="36"/>
                      <a:pt x="32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5046663" y="4049713"/>
                <a:ext cx="127000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36 h 44"/>
                  <a:gd name="T20" fmla="*/ 8 w 40"/>
                  <a:gd name="T21" fmla="*/ 8 h 44"/>
                  <a:gd name="T22" fmla="*/ 24 w 40"/>
                  <a:gd name="T23" fmla="*/ 8 h 44"/>
                  <a:gd name="T24" fmla="*/ 24 w 40"/>
                  <a:gd name="T25" fmla="*/ 16 h 44"/>
                  <a:gd name="T26" fmla="*/ 32 w 40"/>
                  <a:gd name="T27" fmla="*/ 16 h 44"/>
                  <a:gd name="T28" fmla="*/ 32 w 40"/>
                  <a:gd name="T29" fmla="*/ 36 h 44"/>
                  <a:gd name="T30" fmla="*/ 8 w 40"/>
                  <a:gd name="T31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3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36"/>
                      <a:pt x="32" y="36"/>
                      <a:pt x="32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5199063" y="4049713"/>
                <a:ext cx="127000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36 h 44"/>
                  <a:gd name="T20" fmla="*/ 8 w 40"/>
                  <a:gd name="T21" fmla="*/ 8 h 44"/>
                  <a:gd name="T22" fmla="*/ 24 w 40"/>
                  <a:gd name="T23" fmla="*/ 8 h 44"/>
                  <a:gd name="T24" fmla="*/ 24 w 40"/>
                  <a:gd name="T25" fmla="*/ 16 h 44"/>
                  <a:gd name="T26" fmla="*/ 32 w 40"/>
                  <a:gd name="T27" fmla="*/ 16 h 44"/>
                  <a:gd name="T28" fmla="*/ 32 w 40"/>
                  <a:gd name="T29" fmla="*/ 36 h 44"/>
                  <a:gd name="T30" fmla="*/ 8 w 40"/>
                  <a:gd name="T31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3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36"/>
                      <a:pt x="32" y="36"/>
                      <a:pt x="32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7" name="组合 146"/>
            <p:cNvGrpSpPr/>
            <p:nvPr/>
          </p:nvGrpSpPr>
          <p:grpSpPr>
            <a:xfrm>
              <a:off x="5641976" y="3884613"/>
              <a:ext cx="277812" cy="304800"/>
              <a:chOff x="5641976" y="3884613"/>
              <a:chExt cx="277812" cy="304800"/>
            </a:xfrm>
          </p:grpSpPr>
          <p:sp>
            <p:nvSpPr>
              <p:cNvPr id="23" name="Freeform 22"/>
              <p:cNvSpPr>
                <a:spLocks noEditPoints="1"/>
              </p:cNvSpPr>
              <p:nvPr/>
            </p:nvSpPr>
            <p:spPr bwMode="auto">
              <a:xfrm>
                <a:off x="5780088" y="3884613"/>
                <a:ext cx="139700" cy="165100"/>
              </a:xfrm>
              <a:custGeom>
                <a:avLst/>
                <a:gdLst>
                  <a:gd name="T0" fmla="*/ 36 w 44"/>
                  <a:gd name="T1" fmla="*/ 0 h 52"/>
                  <a:gd name="T2" fmla="*/ 8 w 44"/>
                  <a:gd name="T3" fmla="*/ 0 h 52"/>
                  <a:gd name="T4" fmla="*/ 0 w 44"/>
                  <a:gd name="T5" fmla="*/ 8 h 52"/>
                  <a:gd name="T6" fmla="*/ 0 w 44"/>
                  <a:gd name="T7" fmla="*/ 44 h 52"/>
                  <a:gd name="T8" fmla="*/ 8 w 44"/>
                  <a:gd name="T9" fmla="*/ 52 h 52"/>
                  <a:gd name="T10" fmla="*/ 36 w 44"/>
                  <a:gd name="T11" fmla="*/ 52 h 52"/>
                  <a:gd name="T12" fmla="*/ 44 w 44"/>
                  <a:gd name="T13" fmla="*/ 44 h 52"/>
                  <a:gd name="T14" fmla="*/ 44 w 44"/>
                  <a:gd name="T15" fmla="*/ 8 h 52"/>
                  <a:gd name="T16" fmla="*/ 36 w 44"/>
                  <a:gd name="T17" fmla="*/ 0 h 52"/>
                  <a:gd name="T18" fmla="*/ 8 w 44"/>
                  <a:gd name="T19" fmla="*/ 44 h 52"/>
                  <a:gd name="T20" fmla="*/ 8 w 44"/>
                  <a:gd name="T21" fmla="*/ 8 h 52"/>
                  <a:gd name="T22" fmla="*/ 24 w 44"/>
                  <a:gd name="T23" fmla="*/ 8 h 52"/>
                  <a:gd name="T24" fmla="*/ 24 w 44"/>
                  <a:gd name="T25" fmla="*/ 20 h 52"/>
                  <a:gd name="T26" fmla="*/ 36 w 44"/>
                  <a:gd name="T27" fmla="*/ 20 h 52"/>
                  <a:gd name="T28" fmla="*/ 36 w 44"/>
                  <a:gd name="T29" fmla="*/ 44 h 52"/>
                  <a:gd name="T30" fmla="*/ 8 w 44"/>
                  <a:gd name="T31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52">
                    <a:moveTo>
                      <a:pt x="3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52"/>
                      <a:pt x="44" y="48"/>
                      <a:pt x="44" y="4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"/>
                      <a:pt x="40" y="0"/>
                      <a:pt x="36" y="0"/>
                    </a:cubicBezTo>
                    <a:close/>
                    <a:moveTo>
                      <a:pt x="8" y="4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44"/>
                      <a:pt x="36" y="44"/>
                      <a:pt x="36" y="44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23"/>
              <p:cNvSpPr>
                <a:spLocks noEditPoints="1"/>
              </p:cNvSpPr>
              <p:nvPr/>
            </p:nvSpPr>
            <p:spPr bwMode="auto">
              <a:xfrm>
                <a:off x="5641976" y="4049713"/>
                <a:ext cx="265113" cy="139700"/>
              </a:xfrm>
              <a:custGeom>
                <a:avLst/>
                <a:gdLst>
                  <a:gd name="T0" fmla="*/ 80 w 84"/>
                  <a:gd name="T1" fmla="*/ 16 h 44"/>
                  <a:gd name="T2" fmla="*/ 50 w 84"/>
                  <a:gd name="T3" fmla="*/ 16 h 44"/>
                  <a:gd name="T4" fmla="*/ 51 w 84"/>
                  <a:gd name="T5" fmla="*/ 15 h 44"/>
                  <a:gd name="T6" fmla="*/ 52 w 84"/>
                  <a:gd name="T7" fmla="*/ 10 h 44"/>
                  <a:gd name="T8" fmla="*/ 48 w 84"/>
                  <a:gd name="T9" fmla="*/ 2 h 44"/>
                  <a:gd name="T10" fmla="*/ 43 w 84"/>
                  <a:gd name="T11" fmla="*/ 0 h 44"/>
                  <a:gd name="T12" fmla="*/ 24 w 84"/>
                  <a:gd name="T13" fmla="*/ 7 h 44"/>
                  <a:gd name="T14" fmla="*/ 20 w 84"/>
                  <a:gd name="T15" fmla="*/ 4 h 44"/>
                  <a:gd name="T16" fmla="*/ 4 w 84"/>
                  <a:gd name="T17" fmla="*/ 4 h 44"/>
                  <a:gd name="T18" fmla="*/ 0 w 84"/>
                  <a:gd name="T19" fmla="*/ 8 h 44"/>
                  <a:gd name="T20" fmla="*/ 0 w 84"/>
                  <a:gd name="T21" fmla="*/ 40 h 44"/>
                  <a:gd name="T22" fmla="*/ 4 w 84"/>
                  <a:gd name="T23" fmla="*/ 44 h 44"/>
                  <a:gd name="T24" fmla="*/ 20 w 84"/>
                  <a:gd name="T25" fmla="*/ 44 h 44"/>
                  <a:gd name="T26" fmla="*/ 24 w 84"/>
                  <a:gd name="T27" fmla="*/ 40 h 44"/>
                  <a:gd name="T28" fmla="*/ 68 w 84"/>
                  <a:gd name="T29" fmla="*/ 40 h 44"/>
                  <a:gd name="T30" fmla="*/ 71 w 84"/>
                  <a:gd name="T31" fmla="*/ 38 h 44"/>
                  <a:gd name="T32" fmla="*/ 83 w 84"/>
                  <a:gd name="T33" fmla="*/ 22 h 44"/>
                  <a:gd name="T34" fmla="*/ 84 w 84"/>
                  <a:gd name="T35" fmla="*/ 18 h 44"/>
                  <a:gd name="T36" fmla="*/ 80 w 84"/>
                  <a:gd name="T37" fmla="*/ 16 h 44"/>
                  <a:gd name="T38" fmla="*/ 8 w 84"/>
                  <a:gd name="T39" fmla="*/ 36 h 44"/>
                  <a:gd name="T40" fmla="*/ 8 w 84"/>
                  <a:gd name="T41" fmla="*/ 12 h 44"/>
                  <a:gd name="T42" fmla="*/ 16 w 84"/>
                  <a:gd name="T43" fmla="*/ 12 h 44"/>
                  <a:gd name="T44" fmla="*/ 16 w 84"/>
                  <a:gd name="T45" fmla="*/ 36 h 44"/>
                  <a:gd name="T46" fmla="*/ 8 w 84"/>
                  <a:gd name="T47" fmla="*/ 36 h 44"/>
                  <a:gd name="T48" fmla="*/ 66 w 84"/>
                  <a:gd name="T49" fmla="*/ 32 h 44"/>
                  <a:gd name="T50" fmla="*/ 24 w 84"/>
                  <a:gd name="T51" fmla="*/ 32 h 44"/>
                  <a:gd name="T52" fmla="*/ 24 w 84"/>
                  <a:gd name="T53" fmla="*/ 15 h 44"/>
                  <a:gd name="T54" fmla="*/ 42 w 84"/>
                  <a:gd name="T55" fmla="*/ 9 h 44"/>
                  <a:gd name="T56" fmla="*/ 43 w 84"/>
                  <a:gd name="T57" fmla="*/ 11 h 44"/>
                  <a:gd name="T58" fmla="*/ 37 w 84"/>
                  <a:gd name="T59" fmla="*/ 17 h 44"/>
                  <a:gd name="T60" fmla="*/ 36 w 84"/>
                  <a:gd name="T61" fmla="*/ 22 h 44"/>
                  <a:gd name="T62" fmla="*/ 40 w 84"/>
                  <a:gd name="T63" fmla="*/ 24 h 44"/>
                  <a:gd name="T64" fmla="*/ 72 w 84"/>
                  <a:gd name="T65" fmla="*/ 24 h 44"/>
                  <a:gd name="T66" fmla="*/ 66 w 84"/>
                  <a:gd name="T67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44">
                    <a:moveTo>
                      <a:pt x="80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2" y="14"/>
                      <a:pt x="52" y="12"/>
                      <a:pt x="52" y="10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47" y="0"/>
                      <a:pt x="45" y="0"/>
                      <a:pt x="43" y="0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3" y="5"/>
                      <a:pt x="22" y="4"/>
                      <a:pt x="20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2" y="44"/>
                      <a:pt x="24" y="42"/>
                      <a:pt x="2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9" y="40"/>
                      <a:pt x="70" y="39"/>
                      <a:pt x="71" y="38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4" y="21"/>
                      <a:pt x="84" y="20"/>
                      <a:pt x="84" y="18"/>
                    </a:cubicBezTo>
                    <a:cubicBezTo>
                      <a:pt x="83" y="17"/>
                      <a:pt x="82" y="16"/>
                      <a:pt x="80" y="16"/>
                    </a:cubicBezTo>
                    <a:close/>
                    <a:moveTo>
                      <a:pt x="8" y="36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36"/>
                      <a:pt x="16" y="36"/>
                      <a:pt x="16" y="36"/>
                    </a:cubicBezTo>
                    <a:lnTo>
                      <a:pt x="8" y="36"/>
                    </a:lnTo>
                    <a:close/>
                    <a:moveTo>
                      <a:pt x="66" y="32"/>
                    </a:move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18"/>
                      <a:pt x="36" y="20"/>
                      <a:pt x="36" y="22"/>
                    </a:cubicBezTo>
                    <a:cubicBezTo>
                      <a:pt x="37" y="23"/>
                      <a:pt x="38" y="24"/>
                      <a:pt x="40" y="24"/>
                    </a:cubicBezTo>
                    <a:cubicBezTo>
                      <a:pt x="72" y="24"/>
                      <a:pt x="72" y="24"/>
                      <a:pt x="72" y="24"/>
                    </a:cubicBezTo>
                    <a:lnTo>
                      <a:pt x="66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6880226" y="3935413"/>
              <a:ext cx="252413" cy="215900"/>
              <a:chOff x="6880226" y="3935413"/>
              <a:chExt cx="252413" cy="215900"/>
            </a:xfrm>
          </p:grpSpPr>
          <p:sp>
            <p:nvSpPr>
              <p:cNvPr id="25" name="Freeform 24"/>
              <p:cNvSpPr>
                <a:spLocks/>
              </p:cNvSpPr>
              <p:nvPr/>
            </p:nvSpPr>
            <p:spPr bwMode="auto">
              <a:xfrm>
                <a:off x="6954838" y="4011613"/>
                <a:ext cx="101600" cy="101600"/>
              </a:xfrm>
              <a:custGeom>
                <a:avLst/>
                <a:gdLst>
                  <a:gd name="T0" fmla="*/ 40 w 64"/>
                  <a:gd name="T1" fmla="*/ 0 h 64"/>
                  <a:gd name="T2" fmla="*/ 24 w 64"/>
                  <a:gd name="T3" fmla="*/ 0 h 64"/>
                  <a:gd name="T4" fmla="*/ 24 w 64"/>
                  <a:gd name="T5" fmla="*/ 24 h 64"/>
                  <a:gd name="T6" fmla="*/ 0 w 64"/>
                  <a:gd name="T7" fmla="*/ 24 h 64"/>
                  <a:gd name="T8" fmla="*/ 0 w 64"/>
                  <a:gd name="T9" fmla="*/ 40 h 64"/>
                  <a:gd name="T10" fmla="*/ 24 w 64"/>
                  <a:gd name="T11" fmla="*/ 40 h 64"/>
                  <a:gd name="T12" fmla="*/ 24 w 64"/>
                  <a:gd name="T13" fmla="*/ 64 h 64"/>
                  <a:gd name="T14" fmla="*/ 40 w 64"/>
                  <a:gd name="T15" fmla="*/ 64 h 64"/>
                  <a:gd name="T16" fmla="*/ 40 w 64"/>
                  <a:gd name="T17" fmla="*/ 40 h 64"/>
                  <a:gd name="T18" fmla="*/ 64 w 64"/>
                  <a:gd name="T19" fmla="*/ 40 h 64"/>
                  <a:gd name="T20" fmla="*/ 64 w 64"/>
                  <a:gd name="T21" fmla="*/ 24 h 64"/>
                  <a:gd name="T22" fmla="*/ 40 w 64"/>
                  <a:gd name="T23" fmla="*/ 24 h 64"/>
                  <a:gd name="T24" fmla="*/ 40 w 64"/>
                  <a:gd name="T2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40" y="0"/>
                    </a:move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lnTo>
                      <a:pt x="40" y="2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6880226" y="3935413"/>
                <a:ext cx="252413" cy="215900"/>
              </a:xfrm>
              <a:custGeom>
                <a:avLst/>
                <a:gdLst>
                  <a:gd name="T0" fmla="*/ 72 w 80"/>
                  <a:gd name="T1" fmla="*/ 12 h 68"/>
                  <a:gd name="T2" fmla="*/ 39 w 80"/>
                  <a:gd name="T3" fmla="*/ 12 h 68"/>
                  <a:gd name="T4" fmla="*/ 32 w 80"/>
                  <a:gd name="T5" fmla="*/ 3 h 68"/>
                  <a:gd name="T6" fmla="*/ 26 w 80"/>
                  <a:gd name="T7" fmla="*/ 0 h 68"/>
                  <a:gd name="T8" fmla="*/ 8 w 80"/>
                  <a:gd name="T9" fmla="*/ 0 h 68"/>
                  <a:gd name="T10" fmla="*/ 0 w 80"/>
                  <a:gd name="T11" fmla="*/ 8 h 68"/>
                  <a:gd name="T12" fmla="*/ 0 w 80"/>
                  <a:gd name="T13" fmla="*/ 60 h 68"/>
                  <a:gd name="T14" fmla="*/ 8 w 80"/>
                  <a:gd name="T15" fmla="*/ 68 h 68"/>
                  <a:gd name="T16" fmla="*/ 72 w 80"/>
                  <a:gd name="T17" fmla="*/ 68 h 68"/>
                  <a:gd name="T18" fmla="*/ 80 w 80"/>
                  <a:gd name="T19" fmla="*/ 60 h 68"/>
                  <a:gd name="T20" fmla="*/ 80 w 80"/>
                  <a:gd name="T21" fmla="*/ 20 h 68"/>
                  <a:gd name="T22" fmla="*/ 72 w 80"/>
                  <a:gd name="T23" fmla="*/ 12 h 68"/>
                  <a:gd name="T24" fmla="*/ 8 w 80"/>
                  <a:gd name="T25" fmla="*/ 60 h 68"/>
                  <a:gd name="T26" fmla="*/ 8 w 80"/>
                  <a:gd name="T27" fmla="*/ 8 h 68"/>
                  <a:gd name="T28" fmla="*/ 26 w 80"/>
                  <a:gd name="T29" fmla="*/ 8 h 68"/>
                  <a:gd name="T30" fmla="*/ 33 w 80"/>
                  <a:gd name="T31" fmla="*/ 17 h 68"/>
                  <a:gd name="T32" fmla="*/ 39 w 80"/>
                  <a:gd name="T33" fmla="*/ 20 h 68"/>
                  <a:gd name="T34" fmla="*/ 72 w 80"/>
                  <a:gd name="T35" fmla="*/ 20 h 68"/>
                  <a:gd name="T36" fmla="*/ 72 w 80"/>
                  <a:gd name="T37" fmla="*/ 60 h 68"/>
                  <a:gd name="T38" fmla="*/ 8 w 80"/>
                  <a:gd name="T39" fmla="*/ 6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68">
                    <a:moveTo>
                      <a:pt x="72" y="12"/>
                    </a:moveTo>
                    <a:cubicBezTo>
                      <a:pt x="39" y="12"/>
                      <a:pt x="39" y="12"/>
                      <a:pt x="39" y="1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1" y="1"/>
                      <a:pt x="29" y="0"/>
                      <a:pt x="2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4"/>
                      <a:pt x="4" y="68"/>
                      <a:pt x="8" y="68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76" y="68"/>
                      <a:pt x="80" y="64"/>
                      <a:pt x="80" y="6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8" y="6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4" y="19"/>
                      <a:pt x="36" y="20"/>
                      <a:pt x="39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60"/>
                      <a:pt x="72" y="60"/>
                      <a:pt x="72" y="60"/>
                    </a:cubicBezTo>
                    <a:lnTo>
                      <a:pt x="8" y="6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0" name="组合 149"/>
            <p:cNvGrpSpPr/>
            <p:nvPr/>
          </p:nvGrpSpPr>
          <p:grpSpPr>
            <a:xfrm>
              <a:off x="7486651" y="3935413"/>
              <a:ext cx="252413" cy="215900"/>
              <a:chOff x="7486651" y="3935413"/>
              <a:chExt cx="252413" cy="215900"/>
            </a:xfrm>
          </p:grpSpPr>
          <p:sp>
            <p:nvSpPr>
              <p:cNvPr id="27" name="Rectangle 26"/>
              <p:cNvSpPr>
                <a:spLocks noChangeArrowheads="1"/>
              </p:cNvSpPr>
              <p:nvPr/>
            </p:nvSpPr>
            <p:spPr bwMode="auto">
              <a:xfrm>
                <a:off x="7561263" y="4049713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7486651" y="3935413"/>
                <a:ext cx="252413" cy="215900"/>
              </a:xfrm>
              <a:custGeom>
                <a:avLst/>
                <a:gdLst>
                  <a:gd name="T0" fmla="*/ 72 w 80"/>
                  <a:gd name="T1" fmla="*/ 12 h 68"/>
                  <a:gd name="T2" fmla="*/ 39 w 80"/>
                  <a:gd name="T3" fmla="*/ 12 h 68"/>
                  <a:gd name="T4" fmla="*/ 32 w 80"/>
                  <a:gd name="T5" fmla="*/ 3 h 68"/>
                  <a:gd name="T6" fmla="*/ 26 w 80"/>
                  <a:gd name="T7" fmla="*/ 0 h 68"/>
                  <a:gd name="T8" fmla="*/ 8 w 80"/>
                  <a:gd name="T9" fmla="*/ 0 h 68"/>
                  <a:gd name="T10" fmla="*/ 0 w 80"/>
                  <a:gd name="T11" fmla="*/ 8 h 68"/>
                  <a:gd name="T12" fmla="*/ 0 w 80"/>
                  <a:gd name="T13" fmla="*/ 60 h 68"/>
                  <a:gd name="T14" fmla="*/ 8 w 80"/>
                  <a:gd name="T15" fmla="*/ 68 h 68"/>
                  <a:gd name="T16" fmla="*/ 72 w 80"/>
                  <a:gd name="T17" fmla="*/ 68 h 68"/>
                  <a:gd name="T18" fmla="*/ 80 w 80"/>
                  <a:gd name="T19" fmla="*/ 60 h 68"/>
                  <a:gd name="T20" fmla="*/ 80 w 80"/>
                  <a:gd name="T21" fmla="*/ 20 h 68"/>
                  <a:gd name="T22" fmla="*/ 72 w 80"/>
                  <a:gd name="T23" fmla="*/ 12 h 68"/>
                  <a:gd name="T24" fmla="*/ 8 w 80"/>
                  <a:gd name="T25" fmla="*/ 60 h 68"/>
                  <a:gd name="T26" fmla="*/ 8 w 80"/>
                  <a:gd name="T27" fmla="*/ 8 h 68"/>
                  <a:gd name="T28" fmla="*/ 26 w 80"/>
                  <a:gd name="T29" fmla="*/ 8 h 68"/>
                  <a:gd name="T30" fmla="*/ 33 w 80"/>
                  <a:gd name="T31" fmla="*/ 17 h 68"/>
                  <a:gd name="T32" fmla="*/ 39 w 80"/>
                  <a:gd name="T33" fmla="*/ 20 h 68"/>
                  <a:gd name="T34" fmla="*/ 72 w 80"/>
                  <a:gd name="T35" fmla="*/ 20 h 68"/>
                  <a:gd name="T36" fmla="*/ 72 w 80"/>
                  <a:gd name="T37" fmla="*/ 60 h 68"/>
                  <a:gd name="T38" fmla="*/ 8 w 80"/>
                  <a:gd name="T39" fmla="*/ 6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68">
                    <a:moveTo>
                      <a:pt x="72" y="12"/>
                    </a:moveTo>
                    <a:cubicBezTo>
                      <a:pt x="39" y="12"/>
                      <a:pt x="39" y="12"/>
                      <a:pt x="39" y="1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1" y="1"/>
                      <a:pt x="29" y="0"/>
                      <a:pt x="2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4"/>
                      <a:pt x="4" y="68"/>
                      <a:pt x="8" y="68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76" y="68"/>
                      <a:pt x="80" y="64"/>
                      <a:pt x="80" y="6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8" y="6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4" y="19"/>
                      <a:pt x="36" y="20"/>
                      <a:pt x="39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60"/>
                      <a:pt x="72" y="60"/>
                      <a:pt x="72" y="60"/>
                    </a:cubicBezTo>
                    <a:lnTo>
                      <a:pt x="8" y="6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8093076" y="3935413"/>
              <a:ext cx="252413" cy="215900"/>
              <a:chOff x="8093076" y="3935413"/>
              <a:chExt cx="252413" cy="215900"/>
            </a:xfrm>
          </p:grpSpPr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8175626" y="4017963"/>
                <a:ext cx="87313" cy="88900"/>
              </a:xfrm>
              <a:custGeom>
                <a:avLst/>
                <a:gdLst>
                  <a:gd name="T0" fmla="*/ 43 w 55"/>
                  <a:gd name="T1" fmla="*/ 0 h 56"/>
                  <a:gd name="T2" fmla="*/ 27 w 55"/>
                  <a:gd name="T3" fmla="*/ 16 h 56"/>
                  <a:gd name="T4" fmla="*/ 12 w 55"/>
                  <a:gd name="T5" fmla="*/ 0 h 56"/>
                  <a:gd name="T6" fmla="*/ 0 w 55"/>
                  <a:gd name="T7" fmla="*/ 12 h 56"/>
                  <a:gd name="T8" fmla="*/ 15 w 55"/>
                  <a:gd name="T9" fmla="*/ 28 h 56"/>
                  <a:gd name="T10" fmla="*/ 0 w 55"/>
                  <a:gd name="T11" fmla="*/ 44 h 56"/>
                  <a:gd name="T12" fmla="*/ 12 w 55"/>
                  <a:gd name="T13" fmla="*/ 56 h 56"/>
                  <a:gd name="T14" fmla="*/ 27 w 55"/>
                  <a:gd name="T15" fmla="*/ 40 h 56"/>
                  <a:gd name="T16" fmla="*/ 43 w 55"/>
                  <a:gd name="T17" fmla="*/ 56 h 56"/>
                  <a:gd name="T18" fmla="*/ 55 w 55"/>
                  <a:gd name="T19" fmla="*/ 44 h 56"/>
                  <a:gd name="T20" fmla="*/ 39 w 55"/>
                  <a:gd name="T21" fmla="*/ 28 h 56"/>
                  <a:gd name="T22" fmla="*/ 55 w 55"/>
                  <a:gd name="T23" fmla="*/ 12 h 56"/>
                  <a:gd name="T24" fmla="*/ 43 w 55"/>
                  <a:gd name="T2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5" h="56">
                    <a:moveTo>
                      <a:pt x="43" y="0"/>
                    </a:moveTo>
                    <a:lnTo>
                      <a:pt x="27" y="16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5" y="28"/>
                    </a:lnTo>
                    <a:lnTo>
                      <a:pt x="0" y="44"/>
                    </a:lnTo>
                    <a:lnTo>
                      <a:pt x="12" y="56"/>
                    </a:lnTo>
                    <a:lnTo>
                      <a:pt x="27" y="40"/>
                    </a:lnTo>
                    <a:lnTo>
                      <a:pt x="43" y="56"/>
                    </a:lnTo>
                    <a:lnTo>
                      <a:pt x="55" y="44"/>
                    </a:lnTo>
                    <a:lnTo>
                      <a:pt x="39" y="28"/>
                    </a:lnTo>
                    <a:lnTo>
                      <a:pt x="55" y="12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9"/>
              <p:cNvSpPr>
                <a:spLocks noEditPoints="1"/>
              </p:cNvSpPr>
              <p:nvPr/>
            </p:nvSpPr>
            <p:spPr bwMode="auto">
              <a:xfrm>
                <a:off x="8093076" y="3935413"/>
                <a:ext cx="252413" cy="215900"/>
              </a:xfrm>
              <a:custGeom>
                <a:avLst/>
                <a:gdLst>
                  <a:gd name="T0" fmla="*/ 72 w 80"/>
                  <a:gd name="T1" fmla="*/ 12 h 68"/>
                  <a:gd name="T2" fmla="*/ 39 w 80"/>
                  <a:gd name="T3" fmla="*/ 12 h 68"/>
                  <a:gd name="T4" fmla="*/ 32 w 80"/>
                  <a:gd name="T5" fmla="*/ 3 h 68"/>
                  <a:gd name="T6" fmla="*/ 26 w 80"/>
                  <a:gd name="T7" fmla="*/ 0 h 68"/>
                  <a:gd name="T8" fmla="*/ 8 w 80"/>
                  <a:gd name="T9" fmla="*/ 0 h 68"/>
                  <a:gd name="T10" fmla="*/ 0 w 80"/>
                  <a:gd name="T11" fmla="*/ 8 h 68"/>
                  <a:gd name="T12" fmla="*/ 0 w 80"/>
                  <a:gd name="T13" fmla="*/ 60 h 68"/>
                  <a:gd name="T14" fmla="*/ 8 w 80"/>
                  <a:gd name="T15" fmla="*/ 68 h 68"/>
                  <a:gd name="T16" fmla="*/ 72 w 80"/>
                  <a:gd name="T17" fmla="*/ 68 h 68"/>
                  <a:gd name="T18" fmla="*/ 80 w 80"/>
                  <a:gd name="T19" fmla="*/ 60 h 68"/>
                  <a:gd name="T20" fmla="*/ 80 w 80"/>
                  <a:gd name="T21" fmla="*/ 20 h 68"/>
                  <a:gd name="T22" fmla="*/ 72 w 80"/>
                  <a:gd name="T23" fmla="*/ 12 h 68"/>
                  <a:gd name="T24" fmla="*/ 8 w 80"/>
                  <a:gd name="T25" fmla="*/ 60 h 68"/>
                  <a:gd name="T26" fmla="*/ 8 w 80"/>
                  <a:gd name="T27" fmla="*/ 8 h 68"/>
                  <a:gd name="T28" fmla="*/ 26 w 80"/>
                  <a:gd name="T29" fmla="*/ 8 h 68"/>
                  <a:gd name="T30" fmla="*/ 33 w 80"/>
                  <a:gd name="T31" fmla="*/ 17 h 68"/>
                  <a:gd name="T32" fmla="*/ 39 w 80"/>
                  <a:gd name="T33" fmla="*/ 20 h 68"/>
                  <a:gd name="T34" fmla="*/ 72 w 80"/>
                  <a:gd name="T35" fmla="*/ 20 h 68"/>
                  <a:gd name="T36" fmla="*/ 72 w 80"/>
                  <a:gd name="T37" fmla="*/ 60 h 68"/>
                  <a:gd name="T38" fmla="*/ 8 w 80"/>
                  <a:gd name="T39" fmla="*/ 6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68">
                    <a:moveTo>
                      <a:pt x="72" y="12"/>
                    </a:moveTo>
                    <a:cubicBezTo>
                      <a:pt x="39" y="12"/>
                      <a:pt x="39" y="12"/>
                      <a:pt x="39" y="1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1" y="1"/>
                      <a:pt x="29" y="0"/>
                      <a:pt x="2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4"/>
                      <a:pt x="4" y="68"/>
                      <a:pt x="8" y="68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76" y="68"/>
                      <a:pt x="80" y="64"/>
                      <a:pt x="80" y="6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8" y="6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4" y="19"/>
                      <a:pt x="36" y="20"/>
                      <a:pt x="39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60"/>
                      <a:pt x="72" y="60"/>
                      <a:pt x="72" y="60"/>
                    </a:cubicBezTo>
                    <a:lnTo>
                      <a:pt x="8" y="6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2" name="组合 151"/>
            <p:cNvGrpSpPr/>
            <p:nvPr/>
          </p:nvGrpSpPr>
          <p:grpSpPr>
            <a:xfrm>
              <a:off x="8699501" y="3935413"/>
              <a:ext cx="252413" cy="215900"/>
              <a:chOff x="8699501" y="3935413"/>
              <a:chExt cx="252413" cy="215900"/>
            </a:xfrm>
          </p:grpSpPr>
          <p:sp>
            <p:nvSpPr>
              <p:cNvPr id="31" name="Freeform 30"/>
              <p:cNvSpPr>
                <a:spLocks/>
              </p:cNvSpPr>
              <p:nvPr/>
            </p:nvSpPr>
            <p:spPr bwMode="auto">
              <a:xfrm>
                <a:off x="8766176" y="4014788"/>
                <a:ext cx="119063" cy="92075"/>
              </a:xfrm>
              <a:custGeom>
                <a:avLst/>
                <a:gdLst>
                  <a:gd name="T0" fmla="*/ 30 w 75"/>
                  <a:gd name="T1" fmla="*/ 34 h 58"/>
                  <a:gd name="T2" fmla="*/ 12 w 75"/>
                  <a:gd name="T3" fmla="*/ 16 h 58"/>
                  <a:gd name="T4" fmla="*/ 0 w 75"/>
                  <a:gd name="T5" fmla="*/ 28 h 58"/>
                  <a:gd name="T6" fmla="*/ 30 w 75"/>
                  <a:gd name="T7" fmla="*/ 58 h 58"/>
                  <a:gd name="T8" fmla="*/ 75 w 75"/>
                  <a:gd name="T9" fmla="*/ 12 h 58"/>
                  <a:gd name="T10" fmla="*/ 63 w 75"/>
                  <a:gd name="T11" fmla="*/ 0 h 58"/>
                  <a:gd name="T12" fmla="*/ 30 w 75"/>
                  <a:gd name="T13" fmla="*/ 34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8">
                    <a:moveTo>
                      <a:pt x="30" y="34"/>
                    </a:moveTo>
                    <a:lnTo>
                      <a:pt x="12" y="16"/>
                    </a:lnTo>
                    <a:lnTo>
                      <a:pt x="0" y="28"/>
                    </a:lnTo>
                    <a:lnTo>
                      <a:pt x="30" y="58"/>
                    </a:lnTo>
                    <a:lnTo>
                      <a:pt x="75" y="12"/>
                    </a:lnTo>
                    <a:lnTo>
                      <a:pt x="63" y="0"/>
                    </a:lnTo>
                    <a:lnTo>
                      <a:pt x="30" y="3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1"/>
              <p:cNvSpPr>
                <a:spLocks noEditPoints="1"/>
              </p:cNvSpPr>
              <p:nvPr/>
            </p:nvSpPr>
            <p:spPr bwMode="auto">
              <a:xfrm>
                <a:off x="8699501" y="3935413"/>
                <a:ext cx="252413" cy="215900"/>
              </a:xfrm>
              <a:custGeom>
                <a:avLst/>
                <a:gdLst>
                  <a:gd name="T0" fmla="*/ 72 w 80"/>
                  <a:gd name="T1" fmla="*/ 12 h 68"/>
                  <a:gd name="T2" fmla="*/ 39 w 80"/>
                  <a:gd name="T3" fmla="*/ 12 h 68"/>
                  <a:gd name="T4" fmla="*/ 32 w 80"/>
                  <a:gd name="T5" fmla="*/ 3 h 68"/>
                  <a:gd name="T6" fmla="*/ 26 w 80"/>
                  <a:gd name="T7" fmla="*/ 0 h 68"/>
                  <a:gd name="T8" fmla="*/ 8 w 80"/>
                  <a:gd name="T9" fmla="*/ 0 h 68"/>
                  <a:gd name="T10" fmla="*/ 0 w 80"/>
                  <a:gd name="T11" fmla="*/ 8 h 68"/>
                  <a:gd name="T12" fmla="*/ 0 w 80"/>
                  <a:gd name="T13" fmla="*/ 60 h 68"/>
                  <a:gd name="T14" fmla="*/ 8 w 80"/>
                  <a:gd name="T15" fmla="*/ 68 h 68"/>
                  <a:gd name="T16" fmla="*/ 72 w 80"/>
                  <a:gd name="T17" fmla="*/ 68 h 68"/>
                  <a:gd name="T18" fmla="*/ 80 w 80"/>
                  <a:gd name="T19" fmla="*/ 60 h 68"/>
                  <a:gd name="T20" fmla="*/ 80 w 80"/>
                  <a:gd name="T21" fmla="*/ 20 h 68"/>
                  <a:gd name="T22" fmla="*/ 72 w 80"/>
                  <a:gd name="T23" fmla="*/ 12 h 68"/>
                  <a:gd name="T24" fmla="*/ 8 w 80"/>
                  <a:gd name="T25" fmla="*/ 60 h 68"/>
                  <a:gd name="T26" fmla="*/ 8 w 80"/>
                  <a:gd name="T27" fmla="*/ 8 h 68"/>
                  <a:gd name="T28" fmla="*/ 26 w 80"/>
                  <a:gd name="T29" fmla="*/ 8 h 68"/>
                  <a:gd name="T30" fmla="*/ 33 w 80"/>
                  <a:gd name="T31" fmla="*/ 17 h 68"/>
                  <a:gd name="T32" fmla="*/ 39 w 80"/>
                  <a:gd name="T33" fmla="*/ 20 h 68"/>
                  <a:gd name="T34" fmla="*/ 72 w 80"/>
                  <a:gd name="T35" fmla="*/ 20 h 68"/>
                  <a:gd name="T36" fmla="*/ 72 w 80"/>
                  <a:gd name="T37" fmla="*/ 60 h 68"/>
                  <a:gd name="T38" fmla="*/ 8 w 80"/>
                  <a:gd name="T39" fmla="*/ 6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68">
                    <a:moveTo>
                      <a:pt x="72" y="12"/>
                    </a:moveTo>
                    <a:cubicBezTo>
                      <a:pt x="39" y="12"/>
                      <a:pt x="39" y="12"/>
                      <a:pt x="39" y="1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1" y="1"/>
                      <a:pt x="29" y="0"/>
                      <a:pt x="2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4"/>
                      <a:pt x="4" y="68"/>
                      <a:pt x="8" y="68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76" y="68"/>
                      <a:pt x="80" y="64"/>
                      <a:pt x="80" y="6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8" y="6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4" y="19"/>
                      <a:pt x="36" y="20"/>
                      <a:pt x="39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60"/>
                      <a:pt x="72" y="60"/>
                      <a:pt x="72" y="60"/>
                    </a:cubicBezTo>
                    <a:lnTo>
                      <a:pt x="8" y="6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6273801" y="3900488"/>
              <a:ext cx="252412" cy="273050"/>
              <a:chOff x="6273801" y="3900488"/>
              <a:chExt cx="252412" cy="273050"/>
            </a:xfrm>
          </p:grpSpPr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6440488" y="3900488"/>
                <a:ext cx="85725" cy="85725"/>
              </a:xfrm>
              <a:custGeom>
                <a:avLst/>
                <a:gdLst>
                  <a:gd name="T0" fmla="*/ 38 w 54"/>
                  <a:gd name="T1" fmla="*/ 6 h 54"/>
                  <a:gd name="T2" fmla="*/ 38 w 54"/>
                  <a:gd name="T3" fmla="*/ 26 h 54"/>
                  <a:gd name="T4" fmla="*/ 12 w 54"/>
                  <a:gd name="T5" fmla="*/ 0 h 54"/>
                  <a:gd name="T6" fmla="*/ 0 w 54"/>
                  <a:gd name="T7" fmla="*/ 12 h 54"/>
                  <a:gd name="T8" fmla="*/ 26 w 54"/>
                  <a:gd name="T9" fmla="*/ 38 h 54"/>
                  <a:gd name="T10" fmla="*/ 6 w 54"/>
                  <a:gd name="T11" fmla="*/ 38 h 54"/>
                  <a:gd name="T12" fmla="*/ 6 w 54"/>
                  <a:gd name="T13" fmla="*/ 54 h 54"/>
                  <a:gd name="T14" fmla="*/ 54 w 54"/>
                  <a:gd name="T15" fmla="*/ 54 h 54"/>
                  <a:gd name="T16" fmla="*/ 54 w 54"/>
                  <a:gd name="T17" fmla="*/ 6 h 54"/>
                  <a:gd name="T18" fmla="*/ 38 w 54"/>
                  <a:gd name="T19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38" y="6"/>
                    </a:moveTo>
                    <a:lnTo>
                      <a:pt x="38" y="26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26" y="38"/>
                    </a:lnTo>
                    <a:lnTo>
                      <a:pt x="6" y="38"/>
                    </a:lnTo>
                    <a:lnTo>
                      <a:pt x="6" y="54"/>
                    </a:lnTo>
                    <a:lnTo>
                      <a:pt x="54" y="54"/>
                    </a:lnTo>
                    <a:lnTo>
                      <a:pt x="54" y="6"/>
                    </a:lnTo>
                    <a:lnTo>
                      <a:pt x="38" y="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6273801" y="4087813"/>
                <a:ext cx="84138" cy="85725"/>
              </a:xfrm>
              <a:custGeom>
                <a:avLst/>
                <a:gdLst>
                  <a:gd name="T0" fmla="*/ 47 w 53"/>
                  <a:gd name="T1" fmla="*/ 16 h 54"/>
                  <a:gd name="T2" fmla="*/ 47 w 53"/>
                  <a:gd name="T3" fmla="*/ 0 h 54"/>
                  <a:gd name="T4" fmla="*/ 0 w 53"/>
                  <a:gd name="T5" fmla="*/ 0 h 54"/>
                  <a:gd name="T6" fmla="*/ 0 w 53"/>
                  <a:gd name="T7" fmla="*/ 48 h 54"/>
                  <a:gd name="T8" fmla="*/ 15 w 53"/>
                  <a:gd name="T9" fmla="*/ 48 h 54"/>
                  <a:gd name="T10" fmla="*/ 15 w 53"/>
                  <a:gd name="T11" fmla="*/ 28 h 54"/>
                  <a:gd name="T12" fmla="*/ 41 w 53"/>
                  <a:gd name="T13" fmla="*/ 54 h 54"/>
                  <a:gd name="T14" fmla="*/ 53 w 53"/>
                  <a:gd name="T15" fmla="*/ 42 h 54"/>
                  <a:gd name="T16" fmla="*/ 27 w 53"/>
                  <a:gd name="T17" fmla="*/ 16 h 54"/>
                  <a:gd name="T18" fmla="*/ 47 w 53"/>
                  <a:gd name="T19" fmla="*/ 1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4">
                    <a:moveTo>
                      <a:pt x="47" y="16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15" y="48"/>
                    </a:lnTo>
                    <a:lnTo>
                      <a:pt x="15" y="28"/>
                    </a:lnTo>
                    <a:lnTo>
                      <a:pt x="41" y="54"/>
                    </a:lnTo>
                    <a:lnTo>
                      <a:pt x="53" y="42"/>
                    </a:lnTo>
                    <a:lnTo>
                      <a:pt x="27" y="16"/>
                    </a:lnTo>
                    <a:lnTo>
                      <a:pt x="47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34"/>
              <p:cNvSpPr>
                <a:spLocks noEditPoints="1"/>
              </p:cNvSpPr>
              <p:nvPr/>
            </p:nvSpPr>
            <p:spPr bwMode="auto">
              <a:xfrm>
                <a:off x="6373813" y="3998913"/>
                <a:ext cx="139700" cy="165100"/>
              </a:xfrm>
              <a:custGeom>
                <a:avLst/>
                <a:gdLst>
                  <a:gd name="T0" fmla="*/ 36 w 44"/>
                  <a:gd name="T1" fmla="*/ 0 h 52"/>
                  <a:gd name="T2" fmla="*/ 8 w 44"/>
                  <a:gd name="T3" fmla="*/ 0 h 52"/>
                  <a:gd name="T4" fmla="*/ 0 w 44"/>
                  <a:gd name="T5" fmla="*/ 8 h 52"/>
                  <a:gd name="T6" fmla="*/ 0 w 44"/>
                  <a:gd name="T7" fmla="*/ 44 h 52"/>
                  <a:gd name="T8" fmla="*/ 8 w 44"/>
                  <a:gd name="T9" fmla="*/ 52 h 52"/>
                  <a:gd name="T10" fmla="*/ 36 w 44"/>
                  <a:gd name="T11" fmla="*/ 52 h 52"/>
                  <a:gd name="T12" fmla="*/ 44 w 44"/>
                  <a:gd name="T13" fmla="*/ 44 h 52"/>
                  <a:gd name="T14" fmla="*/ 44 w 44"/>
                  <a:gd name="T15" fmla="*/ 8 h 52"/>
                  <a:gd name="T16" fmla="*/ 36 w 44"/>
                  <a:gd name="T17" fmla="*/ 0 h 52"/>
                  <a:gd name="T18" fmla="*/ 8 w 44"/>
                  <a:gd name="T19" fmla="*/ 44 h 52"/>
                  <a:gd name="T20" fmla="*/ 8 w 44"/>
                  <a:gd name="T21" fmla="*/ 8 h 52"/>
                  <a:gd name="T22" fmla="*/ 36 w 44"/>
                  <a:gd name="T23" fmla="*/ 8 h 52"/>
                  <a:gd name="T24" fmla="*/ 36 w 44"/>
                  <a:gd name="T25" fmla="*/ 44 h 52"/>
                  <a:gd name="T26" fmla="*/ 8 w 44"/>
                  <a:gd name="T27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52">
                    <a:moveTo>
                      <a:pt x="3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52"/>
                      <a:pt x="44" y="48"/>
                      <a:pt x="44" y="4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"/>
                      <a:pt x="40" y="0"/>
                      <a:pt x="36" y="0"/>
                    </a:cubicBezTo>
                    <a:close/>
                    <a:moveTo>
                      <a:pt x="8" y="4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44"/>
                      <a:pt x="36" y="44"/>
                      <a:pt x="36" y="44"/>
                    </a:cubicBez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35"/>
              <p:cNvSpPr>
                <a:spLocks/>
              </p:cNvSpPr>
              <p:nvPr/>
            </p:nvSpPr>
            <p:spPr bwMode="auto">
              <a:xfrm>
                <a:off x="6284913" y="3910013"/>
                <a:ext cx="139700" cy="165100"/>
              </a:xfrm>
              <a:custGeom>
                <a:avLst/>
                <a:gdLst>
                  <a:gd name="T0" fmla="*/ 8 w 44"/>
                  <a:gd name="T1" fmla="*/ 8 h 52"/>
                  <a:gd name="T2" fmla="*/ 36 w 44"/>
                  <a:gd name="T3" fmla="*/ 8 h 52"/>
                  <a:gd name="T4" fmla="*/ 36 w 44"/>
                  <a:gd name="T5" fmla="*/ 24 h 52"/>
                  <a:gd name="T6" fmla="*/ 44 w 44"/>
                  <a:gd name="T7" fmla="*/ 24 h 52"/>
                  <a:gd name="T8" fmla="*/ 44 w 44"/>
                  <a:gd name="T9" fmla="*/ 8 h 52"/>
                  <a:gd name="T10" fmla="*/ 36 w 44"/>
                  <a:gd name="T11" fmla="*/ 0 h 52"/>
                  <a:gd name="T12" fmla="*/ 8 w 44"/>
                  <a:gd name="T13" fmla="*/ 0 h 52"/>
                  <a:gd name="T14" fmla="*/ 0 w 44"/>
                  <a:gd name="T15" fmla="*/ 8 h 52"/>
                  <a:gd name="T16" fmla="*/ 0 w 44"/>
                  <a:gd name="T17" fmla="*/ 44 h 52"/>
                  <a:gd name="T18" fmla="*/ 8 w 44"/>
                  <a:gd name="T19" fmla="*/ 52 h 52"/>
                  <a:gd name="T20" fmla="*/ 24 w 44"/>
                  <a:gd name="T21" fmla="*/ 52 h 52"/>
                  <a:gd name="T22" fmla="*/ 24 w 44"/>
                  <a:gd name="T23" fmla="*/ 44 h 52"/>
                  <a:gd name="T24" fmla="*/ 8 w 44"/>
                  <a:gd name="T25" fmla="*/ 44 h 52"/>
                  <a:gd name="T26" fmla="*/ 8 w 44"/>
                  <a:gd name="T27" fmla="*/ 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52">
                    <a:moveTo>
                      <a:pt x="8" y="8"/>
                    </a:moveTo>
                    <a:cubicBezTo>
                      <a:pt x="36" y="8"/>
                      <a:pt x="36" y="8"/>
                      <a:pt x="36" y="8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"/>
                      <a:pt x="40" y="0"/>
                      <a:pt x="3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6905626" y="3302000"/>
              <a:ext cx="201613" cy="254000"/>
            </a:xfrm>
            <a:custGeom>
              <a:avLst/>
              <a:gdLst>
                <a:gd name="T0" fmla="*/ 4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18 h 80"/>
                <a:gd name="T16" fmla="*/ 46 w 64"/>
                <a:gd name="T17" fmla="*/ 0 h 80"/>
                <a:gd name="T18" fmla="*/ 56 w 64"/>
                <a:gd name="T19" fmla="*/ 72 h 80"/>
                <a:gd name="T20" fmla="*/ 8 w 64"/>
                <a:gd name="T21" fmla="*/ 72 h 80"/>
                <a:gd name="T22" fmla="*/ 8 w 64"/>
                <a:gd name="T23" fmla="*/ 8 h 80"/>
                <a:gd name="T24" fmla="*/ 40 w 64"/>
                <a:gd name="T25" fmla="*/ 8 h 80"/>
                <a:gd name="T26" fmla="*/ 40 w 64"/>
                <a:gd name="T27" fmla="*/ 24 h 80"/>
                <a:gd name="T28" fmla="*/ 56 w 64"/>
                <a:gd name="T29" fmla="*/ 24 h 80"/>
                <a:gd name="T30" fmla="*/ 56 w 64"/>
                <a:gd name="T31" fmla="*/ 7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80">
                  <a:moveTo>
                    <a:pt x="4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18"/>
                    <a:pt x="64" y="18"/>
                    <a:pt x="64" y="18"/>
                  </a:cubicBezTo>
                  <a:lnTo>
                    <a:pt x="46" y="0"/>
                  </a:lnTo>
                  <a:close/>
                  <a:moveTo>
                    <a:pt x="56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56" y="24"/>
                    <a:pt x="56" y="24"/>
                    <a:pt x="56" y="24"/>
                  </a:cubicBezTo>
                  <a:lnTo>
                    <a:pt x="56" y="7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4478338" y="2693988"/>
              <a:ext cx="203200" cy="254000"/>
            </a:xfrm>
            <a:custGeom>
              <a:avLst/>
              <a:gdLst>
                <a:gd name="T0" fmla="*/ 56 w 64"/>
                <a:gd name="T1" fmla="*/ 56 h 80"/>
                <a:gd name="T2" fmla="*/ 59 w 64"/>
                <a:gd name="T3" fmla="*/ 49 h 80"/>
                <a:gd name="T4" fmla="*/ 64 w 64"/>
                <a:gd name="T5" fmla="*/ 36 h 80"/>
                <a:gd name="T6" fmla="*/ 52 w 64"/>
                <a:gd name="T7" fmla="*/ 21 h 80"/>
                <a:gd name="T8" fmla="*/ 52 w 64"/>
                <a:gd name="T9" fmla="*/ 0 h 80"/>
                <a:gd name="T10" fmla="*/ 44 w 64"/>
                <a:gd name="T11" fmla="*/ 0 h 80"/>
                <a:gd name="T12" fmla="*/ 44 w 64"/>
                <a:gd name="T13" fmla="*/ 23 h 80"/>
                <a:gd name="T14" fmla="*/ 32 w 64"/>
                <a:gd name="T15" fmla="*/ 28 h 80"/>
                <a:gd name="T16" fmla="*/ 20 w 64"/>
                <a:gd name="T17" fmla="*/ 23 h 80"/>
                <a:gd name="T18" fmla="*/ 20 w 64"/>
                <a:gd name="T19" fmla="*/ 0 h 80"/>
                <a:gd name="T20" fmla="*/ 12 w 64"/>
                <a:gd name="T21" fmla="*/ 0 h 80"/>
                <a:gd name="T22" fmla="*/ 12 w 64"/>
                <a:gd name="T23" fmla="*/ 21 h 80"/>
                <a:gd name="T24" fmla="*/ 0 w 64"/>
                <a:gd name="T25" fmla="*/ 36 h 80"/>
                <a:gd name="T26" fmla="*/ 5 w 64"/>
                <a:gd name="T27" fmla="*/ 49 h 80"/>
                <a:gd name="T28" fmla="*/ 8 w 64"/>
                <a:gd name="T29" fmla="*/ 56 h 80"/>
                <a:gd name="T30" fmla="*/ 7 w 64"/>
                <a:gd name="T31" fmla="*/ 59 h 80"/>
                <a:gd name="T32" fmla="*/ 4 w 64"/>
                <a:gd name="T33" fmla="*/ 76 h 80"/>
                <a:gd name="T34" fmla="*/ 8 w 64"/>
                <a:gd name="T35" fmla="*/ 80 h 80"/>
                <a:gd name="T36" fmla="*/ 56 w 64"/>
                <a:gd name="T37" fmla="*/ 80 h 80"/>
                <a:gd name="T38" fmla="*/ 60 w 64"/>
                <a:gd name="T39" fmla="*/ 76 h 80"/>
                <a:gd name="T40" fmla="*/ 57 w 64"/>
                <a:gd name="T41" fmla="*/ 59 h 80"/>
                <a:gd name="T42" fmla="*/ 56 w 64"/>
                <a:gd name="T43" fmla="*/ 56 h 80"/>
                <a:gd name="T44" fmla="*/ 53 w 64"/>
                <a:gd name="T45" fmla="*/ 44 h 80"/>
                <a:gd name="T46" fmla="*/ 48 w 64"/>
                <a:gd name="T47" fmla="*/ 56 h 80"/>
                <a:gd name="T48" fmla="*/ 49 w 64"/>
                <a:gd name="T49" fmla="*/ 62 h 80"/>
                <a:gd name="T50" fmla="*/ 52 w 64"/>
                <a:gd name="T51" fmla="*/ 72 h 80"/>
                <a:gd name="T52" fmla="*/ 12 w 64"/>
                <a:gd name="T53" fmla="*/ 72 h 80"/>
                <a:gd name="T54" fmla="*/ 15 w 64"/>
                <a:gd name="T55" fmla="*/ 62 h 80"/>
                <a:gd name="T56" fmla="*/ 16 w 64"/>
                <a:gd name="T57" fmla="*/ 56 h 80"/>
                <a:gd name="T58" fmla="*/ 11 w 64"/>
                <a:gd name="T59" fmla="*/ 44 h 80"/>
                <a:gd name="T60" fmla="*/ 8 w 64"/>
                <a:gd name="T61" fmla="*/ 36 h 80"/>
                <a:gd name="T62" fmla="*/ 14 w 64"/>
                <a:gd name="T63" fmla="*/ 28 h 80"/>
                <a:gd name="T64" fmla="*/ 32 w 64"/>
                <a:gd name="T65" fmla="*/ 36 h 80"/>
                <a:gd name="T66" fmla="*/ 50 w 64"/>
                <a:gd name="T67" fmla="*/ 28 h 80"/>
                <a:gd name="T68" fmla="*/ 56 w 64"/>
                <a:gd name="T69" fmla="*/ 36 h 80"/>
                <a:gd name="T70" fmla="*/ 53 w 64"/>
                <a:gd name="T71" fmla="*/ 4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4" h="80">
                  <a:moveTo>
                    <a:pt x="56" y="56"/>
                  </a:moveTo>
                  <a:cubicBezTo>
                    <a:pt x="56" y="53"/>
                    <a:pt x="57" y="51"/>
                    <a:pt x="59" y="49"/>
                  </a:cubicBezTo>
                  <a:cubicBezTo>
                    <a:pt x="61" y="46"/>
                    <a:pt x="64" y="42"/>
                    <a:pt x="64" y="36"/>
                  </a:cubicBezTo>
                  <a:cubicBezTo>
                    <a:pt x="64" y="31"/>
                    <a:pt x="60" y="23"/>
                    <a:pt x="52" y="21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3" y="24"/>
                    <a:pt x="39" y="28"/>
                    <a:pt x="32" y="28"/>
                  </a:cubicBezTo>
                  <a:cubicBezTo>
                    <a:pt x="24" y="28"/>
                    <a:pt x="21" y="24"/>
                    <a:pt x="20" y="2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4" y="23"/>
                    <a:pt x="0" y="31"/>
                    <a:pt x="0" y="36"/>
                  </a:cubicBezTo>
                  <a:cubicBezTo>
                    <a:pt x="0" y="42"/>
                    <a:pt x="3" y="46"/>
                    <a:pt x="5" y="49"/>
                  </a:cubicBezTo>
                  <a:cubicBezTo>
                    <a:pt x="7" y="51"/>
                    <a:pt x="8" y="53"/>
                    <a:pt x="8" y="56"/>
                  </a:cubicBezTo>
                  <a:cubicBezTo>
                    <a:pt x="8" y="57"/>
                    <a:pt x="8" y="58"/>
                    <a:pt x="7" y="59"/>
                  </a:cubicBezTo>
                  <a:cubicBezTo>
                    <a:pt x="6" y="63"/>
                    <a:pt x="4" y="68"/>
                    <a:pt x="4" y="76"/>
                  </a:cubicBezTo>
                  <a:cubicBezTo>
                    <a:pt x="4" y="78"/>
                    <a:pt x="6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8" y="80"/>
                    <a:pt x="60" y="78"/>
                    <a:pt x="60" y="76"/>
                  </a:cubicBezTo>
                  <a:cubicBezTo>
                    <a:pt x="60" y="68"/>
                    <a:pt x="58" y="63"/>
                    <a:pt x="57" y="59"/>
                  </a:cubicBezTo>
                  <a:cubicBezTo>
                    <a:pt x="56" y="58"/>
                    <a:pt x="56" y="57"/>
                    <a:pt x="56" y="56"/>
                  </a:cubicBezTo>
                  <a:close/>
                  <a:moveTo>
                    <a:pt x="53" y="44"/>
                  </a:moveTo>
                  <a:cubicBezTo>
                    <a:pt x="50" y="47"/>
                    <a:pt x="48" y="51"/>
                    <a:pt x="48" y="56"/>
                  </a:cubicBezTo>
                  <a:cubicBezTo>
                    <a:pt x="48" y="58"/>
                    <a:pt x="49" y="60"/>
                    <a:pt x="49" y="62"/>
                  </a:cubicBezTo>
                  <a:cubicBezTo>
                    <a:pt x="50" y="65"/>
                    <a:pt x="51" y="68"/>
                    <a:pt x="52" y="72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3" y="68"/>
                    <a:pt x="14" y="65"/>
                    <a:pt x="15" y="62"/>
                  </a:cubicBezTo>
                  <a:cubicBezTo>
                    <a:pt x="15" y="60"/>
                    <a:pt x="16" y="58"/>
                    <a:pt x="16" y="56"/>
                  </a:cubicBezTo>
                  <a:cubicBezTo>
                    <a:pt x="16" y="51"/>
                    <a:pt x="14" y="47"/>
                    <a:pt x="11" y="44"/>
                  </a:cubicBezTo>
                  <a:cubicBezTo>
                    <a:pt x="10" y="41"/>
                    <a:pt x="8" y="39"/>
                    <a:pt x="8" y="36"/>
                  </a:cubicBezTo>
                  <a:cubicBezTo>
                    <a:pt x="8" y="34"/>
                    <a:pt x="10" y="29"/>
                    <a:pt x="14" y="28"/>
                  </a:cubicBezTo>
                  <a:cubicBezTo>
                    <a:pt x="17" y="31"/>
                    <a:pt x="22" y="36"/>
                    <a:pt x="32" y="36"/>
                  </a:cubicBezTo>
                  <a:cubicBezTo>
                    <a:pt x="42" y="36"/>
                    <a:pt x="47" y="31"/>
                    <a:pt x="50" y="28"/>
                  </a:cubicBezTo>
                  <a:cubicBezTo>
                    <a:pt x="54" y="29"/>
                    <a:pt x="56" y="34"/>
                    <a:pt x="56" y="36"/>
                  </a:cubicBezTo>
                  <a:cubicBezTo>
                    <a:pt x="56" y="39"/>
                    <a:pt x="54" y="41"/>
                    <a:pt x="53" y="44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846513" y="2732088"/>
              <a:ext cx="252413" cy="190500"/>
              <a:chOff x="3846513" y="2732088"/>
              <a:chExt cx="252413" cy="190500"/>
            </a:xfrm>
          </p:grpSpPr>
          <p:sp>
            <p:nvSpPr>
              <p:cNvPr id="39" name="Freeform 38"/>
              <p:cNvSpPr>
                <a:spLocks noEditPoints="1"/>
              </p:cNvSpPr>
              <p:nvPr/>
            </p:nvSpPr>
            <p:spPr bwMode="auto">
              <a:xfrm>
                <a:off x="3846513" y="2770188"/>
                <a:ext cx="252413" cy="152400"/>
              </a:xfrm>
              <a:custGeom>
                <a:avLst/>
                <a:gdLst>
                  <a:gd name="T0" fmla="*/ 76 w 80"/>
                  <a:gd name="T1" fmla="*/ 0 h 48"/>
                  <a:gd name="T2" fmla="*/ 4 w 80"/>
                  <a:gd name="T3" fmla="*/ 0 h 48"/>
                  <a:gd name="T4" fmla="*/ 0 w 80"/>
                  <a:gd name="T5" fmla="*/ 4 h 48"/>
                  <a:gd name="T6" fmla="*/ 0 w 80"/>
                  <a:gd name="T7" fmla="*/ 28 h 48"/>
                  <a:gd name="T8" fmla="*/ 4 w 80"/>
                  <a:gd name="T9" fmla="*/ 32 h 48"/>
                  <a:gd name="T10" fmla="*/ 28 w 80"/>
                  <a:gd name="T11" fmla="*/ 46 h 48"/>
                  <a:gd name="T12" fmla="*/ 32 w 80"/>
                  <a:gd name="T13" fmla="*/ 48 h 48"/>
                  <a:gd name="T14" fmla="*/ 48 w 80"/>
                  <a:gd name="T15" fmla="*/ 48 h 48"/>
                  <a:gd name="T16" fmla="*/ 52 w 80"/>
                  <a:gd name="T17" fmla="*/ 46 h 48"/>
                  <a:gd name="T18" fmla="*/ 76 w 80"/>
                  <a:gd name="T19" fmla="*/ 32 h 48"/>
                  <a:gd name="T20" fmla="*/ 80 w 80"/>
                  <a:gd name="T21" fmla="*/ 28 h 48"/>
                  <a:gd name="T22" fmla="*/ 80 w 80"/>
                  <a:gd name="T23" fmla="*/ 4 h 48"/>
                  <a:gd name="T24" fmla="*/ 76 w 80"/>
                  <a:gd name="T25" fmla="*/ 0 h 48"/>
                  <a:gd name="T26" fmla="*/ 52 w 80"/>
                  <a:gd name="T27" fmla="*/ 20 h 48"/>
                  <a:gd name="T28" fmla="*/ 45 w 80"/>
                  <a:gd name="T29" fmla="*/ 40 h 48"/>
                  <a:gd name="T30" fmla="*/ 35 w 80"/>
                  <a:gd name="T31" fmla="*/ 40 h 48"/>
                  <a:gd name="T32" fmla="*/ 28 w 80"/>
                  <a:gd name="T33" fmla="*/ 20 h 48"/>
                  <a:gd name="T34" fmla="*/ 33 w 80"/>
                  <a:gd name="T35" fmla="*/ 8 h 48"/>
                  <a:gd name="T36" fmla="*/ 47 w 80"/>
                  <a:gd name="T37" fmla="*/ 8 h 48"/>
                  <a:gd name="T38" fmla="*/ 52 w 80"/>
                  <a:gd name="T39" fmla="*/ 20 h 48"/>
                  <a:gd name="T40" fmla="*/ 8 w 80"/>
                  <a:gd name="T41" fmla="*/ 24 h 48"/>
                  <a:gd name="T42" fmla="*/ 8 w 80"/>
                  <a:gd name="T43" fmla="*/ 8 h 48"/>
                  <a:gd name="T44" fmla="*/ 23 w 80"/>
                  <a:gd name="T45" fmla="*/ 8 h 48"/>
                  <a:gd name="T46" fmla="*/ 20 w 80"/>
                  <a:gd name="T47" fmla="*/ 20 h 48"/>
                  <a:gd name="T48" fmla="*/ 21 w 80"/>
                  <a:gd name="T49" fmla="*/ 28 h 48"/>
                  <a:gd name="T50" fmla="*/ 8 w 80"/>
                  <a:gd name="T51" fmla="*/ 24 h 48"/>
                  <a:gd name="T52" fmla="*/ 72 w 80"/>
                  <a:gd name="T53" fmla="*/ 24 h 48"/>
                  <a:gd name="T54" fmla="*/ 59 w 80"/>
                  <a:gd name="T55" fmla="*/ 28 h 48"/>
                  <a:gd name="T56" fmla="*/ 60 w 80"/>
                  <a:gd name="T57" fmla="*/ 20 h 48"/>
                  <a:gd name="T58" fmla="*/ 57 w 80"/>
                  <a:gd name="T59" fmla="*/ 8 h 48"/>
                  <a:gd name="T60" fmla="*/ 72 w 80"/>
                  <a:gd name="T61" fmla="*/ 8 h 48"/>
                  <a:gd name="T62" fmla="*/ 72 w 80"/>
                  <a:gd name="T63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0" h="48">
                    <a:moveTo>
                      <a:pt x="7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21" y="32"/>
                      <a:pt x="28" y="45"/>
                      <a:pt x="28" y="46"/>
                    </a:cubicBezTo>
                    <a:cubicBezTo>
                      <a:pt x="29" y="47"/>
                      <a:pt x="30" y="48"/>
                      <a:pt x="32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50" y="48"/>
                      <a:pt x="51" y="47"/>
                      <a:pt x="52" y="46"/>
                    </a:cubicBezTo>
                    <a:cubicBezTo>
                      <a:pt x="52" y="46"/>
                      <a:pt x="59" y="32"/>
                      <a:pt x="76" y="32"/>
                    </a:cubicBezTo>
                    <a:cubicBezTo>
                      <a:pt x="78" y="32"/>
                      <a:pt x="80" y="30"/>
                      <a:pt x="80" y="28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  <a:moveTo>
                      <a:pt x="52" y="20"/>
                    </a:moveTo>
                    <a:cubicBezTo>
                      <a:pt x="52" y="25"/>
                      <a:pt x="48" y="35"/>
                      <a:pt x="4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2" y="34"/>
                      <a:pt x="28" y="25"/>
                      <a:pt x="28" y="20"/>
                    </a:cubicBezTo>
                    <a:cubicBezTo>
                      <a:pt x="28" y="12"/>
                      <a:pt x="32" y="9"/>
                      <a:pt x="33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8" y="9"/>
                      <a:pt x="52" y="13"/>
                      <a:pt x="52" y="20"/>
                    </a:cubicBezTo>
                    <a:close/>
                    <a:moveTo>
                      <a:pt x="8" y="24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11"/>
                      <a:pt x="20" y="15"/>
                      <a:pt x="20" y="20"/>
                    </a:cubicBezTo>
                    <a:cubicBezTo>
                      <a:pt x="20" y="22"/>
                      <a:pt x="21" y="25"/>
                      <a:pt x="21" y="28"/>
                    </a:cubicBezTo>
                    <a:cubicBezTo>
                      <a:pt x="18" y="26"/>
                      <a:pt x="13" y="25"/>
                      <a:pt x="8" y="24"/>
                    </a:cubicBezTo>
                    <a:close/>
                    <a:moveTo>
                      <a:pt x="72" y="24"/>
                    </a:moveTo>
                    <a:cubicBezTo>
                      <a:pt x="67" y="25"/>
                      <a:pt x="62" y="26"/>
                      <a:pt x="59" y="28"/>
                    </a:cubicBezTo>
                    <a:cubicBezTo>
                      <a:pt x="59" y="25"/>
                      <a:pt x="60" y="22"/>
                      <a:pt x="60" y="20"/>
                    </a:cubicBezTo>
                    <a:cubicBezTo>
                      <a:pt x="60" y="15"/>
                      <a:pt x="59" y="11"/>
                      <a:pt x="57" y="8"/>
                    </a:cubicBezTo>
                    <a:cubicBezTo>
                      <a:pt x="72" y="8"/>
                      <a:pt x="72" y="8"/>
                      <a:pt x="72" y="8"/>
                    </a:cubicBezTo>
                    <a:lnTo>
                      <a:pt x="72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3846513" y="2732088"/>
                <a:ext cx="2524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3240088" y="2706688"/>
              <a:ext cx="252413" cy="215900"/>
            </a:xfrm>
            <a:custGeom>
              <a:avLst/>
              <a:gdLst>
                <a:gd name="T0" fmla="*/ 78 w 80"/>
                <a:gd name="T1" fmla="*/ 17 h 68"/>
                <a:gd name="T2" fmla="*/ 62 w 80"/>
                <a:gd name="T3" fmla="*/ 5 h 68"/>
                <a:gd name="T4" fmla="*/ 60 w 80"/>
                <a:gd name="T5" fmla="*/ 4 h 68"/>
                <a:gd name="T6" fmla="*/ 54 w 80"/>
                <a:gd name="T7" fmla="*/ 4 h 68"/>
                <a:gd name="T8" fmla="*/ 51 w 80"/>
                <a:gd name="T9" fmla="*/ 1 h 68"/>
                <a:gd name="T10" fmla="*/ 48 w 80"/>
                <a:gd name="T11" fmla="*/ 0 h 68"/>
                <a:gd name="T12" fmla="*/ 32 w 80"/>
                <a:gd name="T13" fmla="*/ 0 h 68"/>
                <a:gd name="T14" fmla="*/ 29 w 80"/>
                <a:gd name="T15" fmla="*/ 1 h 68"/>
                <a:gd name="T16" fmla="*/ 26 w 80"/>
                <a:gd name="T17" fmla="*/ 4 h 68"/>
                <a:gd name="T18" fmla="*/ 20 w 80"/>
                <a:gd name="T19" fmla="*/ 4 h 68"/>
                <a:gd name="T20" fmla="*/ 18 w 80"/>
                <a:gd name="T21" fmla="*/ 5 h 68"/>
                <a:gd name="T22" fmla="*/ 2 w 80"/>
                <a:gd name="T23" fmla="*/ 17 h 68"/>
                <a:gd name="T24" fmla="*/ 0 w 80"/>
                <a:gd name="T25" fmla="*/ 22 h 68"/>
                <a:gd name="T26" fmla="*/ 8 w 80"/>
                <a:gd name="T27" fmla="*/ 38 h 68"/>
                <a:gd name="T28" fmla="*/ 14 w 80"/>
                <a:gd name="T29" fmla="*/ 40 h 68"/>
                <a:gd name="T30" fmla="*/ 16 w 80"/>
                <a:gd name="T31" fmla="*/ 38 h 68"/>
                <a:gd name="T32" fmla="*/ 16 w 80"/>
                <a:gd name="T33" fmla="*/ 64 h 68"/>
                <a:gd name="T34" fmla="*/ 20 w 80"/>
                <a:gd name="T35" fmla="*/ 68 h 68"/>
                <a:gd name="T36" fmla="*/ 60 w 80"/>
                <a:gd name="T37" fmla="*/ 68 h 68"/>
                <a:gd name="T38" fmla="*/ 64 w 80"/>
                <a:gd name="T39" fmla="*/ 64 h 68"/>
                <a:gd name="T40" fmla="*/ 64 w 80"/>
                <a:gd name="T41" fmla="*/ 38 h 68"/>
                <a:gd name="T42" fmla="*/ 66 w 80"/>
                <a:gd name="T43" fmla="*/ 40 h 68"/>
                <a:gd name="T44" fmla="*/ 72 w 80"/>
                <a:gd name="T45" fmla="*/ 38 h 68"/>
                <a:gd name="T46" fmla="*/ 80 w 80"/>
                <a:gd name="T47" fmla="*/ 22 h 68"/>
                <a:gd name="T48" fmla="*/ 78 w 80"/>
                <a:gd name="T49" fmla="*/ 17 h 68"/>
                <a:gd name="T50" fmla="*/ 46 w 80"/>
                <a:gd name="T51" fmla="*/ 8 h 68"/>
                <a:gd name="T52" fmla="*/ 40 w 80"/>
                <a:gd name="T53" fmla="*/ 14 h 68"/>
                <a:gd name="T54" fmla="*/ 34 w 80"/>
                <a:gd name="T55" fmla="*/ 8 h 68"/>
                <a:gd name="T56" fmla="*/ 46 w 80"/>
                <a:gd name="T57" fmla="*/ 8 h 68"/>
                <a:gd name="T58" fmla="*/ 66 w 80"/>
                <a:gd name="T59" fmla="*/ 31 h 68"/>
                <a:gd name="T60" fmla="*/ 62 w 80"/>
                <a:gd name="T61" fmla="*/ 28 h 68"/>
                <a:gd name="T62" fmla="*/ 58 w 80"/>
                <a:gd name="T63" fmla="*/ 29 h 68"/>
                <a:gd name="T64" fmla="*/ 56 w 80"/>
                <a:gd name="T65" fmla="*/ 32 h 68"/>
                <a:gd name="T66" fmla="*/ 56 w 80"/>
                <a:gd name="T67" fmla="*/ 60 h 68"/>
                <a:gd name="T68" fmla="*/ 24 w 80"/>
                <a:gd name="T69" fmla="*/ 60 h 68"/>
                <a:gd name="T70" fmla="*/ 24 w 80"/>
                <a:gd name="T71" fmla="*/ 32 h 68"/>
                <a:gd name="T72" fmla="*/ 22 w 80"/>
                <a:gd name="T73" fmla="*/ 29 h 68"/>
                <a:gd name="T74" fmla="*/ 18 w 80"/>
                <a:gd name="T75" fmla="*/ 28 h 68"/>
                <a:gd name="T76" fmla="*/ 14 w 80"/>
                <a:gd name="T77" fmla="*/ 31 h 68"/>
                <a:gd name="T78" fmla="*/ 9 w 80"/>
                <a:gd name="T79" fmla="*/ 21 h 68"/>
                <a:gd name="T80" fmla="*/ 21 w 80"/>
                <a:gd name="T81" fmla="*/ 12 h 68"/>
                <a:gd name="T82" fmla="*/ 26 w 80"/>
                <a:gd name="T83" fmla="*/ 12 h 68"/>
                <a:gd name="T84" fmla="*/ 36 w 80"/>
                <a:gd name="T85" fmla="*/ 22 h 68"/>
                <a:gd name="T86" fmla="*/ 36 w 80"/>
                <a:gd name="T87" fmla="*/ 36 h 68"/>
                <a:gd name="T88" fmla="*/ 44 w 80"/>
                <a:gd name="T89" fmla="*/ 36 h 68"/>
                <a:gd name="T90" fmla="*/ 44 w 80"/>
                <a:gd name="T91" fmla="*/ 22 h 68"/>
                <a:gd name="T92" fmla="*/ 54 w 80"/>
                <a:gd name="T93" fmla="*/ 12 h 68"/>
                <a:gd name="T94" fmla="*/ 59 w 80"/>
                <a:gd name="T95" fmla="*/ 12 h 68"/>
                <a:gd name="T96" fmla="*/ 71 w 80"/>
                <a:gd name="T97" fmla="*/ 21 h 68"/>
                <a:gd name="T98" fmla="*/ 66 w 80"/>
                <a:gd name="T99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0" h="68">
                  <a:moveTo>
                    <a:pt x="78" y="17"/>
                  </a:moveTo>
                  <a:cubicBezTo>
                    <a:pt x="62" y="5"/>
                    <a:pt x="62" y="5"/>
                    <a:pt x="62" y="5"/>
                  </a:cubicBezTo>
                  <a:cubicBezTo>
                    <a:pt x="62" y="4"/>
                    <a:pt x="61" y="4"/>
                    <a:pt x="60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0" y="0"/>
                    <a:pt x="29" y="1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4"/>
                    <a:pt x="18" y="4"/>
                    <a:pt x="18" y="5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0" y="18"/>
                    <a:pt x="0" y="20"/>
                    <a:pt x="0" y="22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40"/>
                    <a:pt x="12" y="41"/>
                    <a:pt x="14" y="40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6" y="66"/>
                    <a:pt x="18" y="68"/>
                    <a:pt x="20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62" y="68"/>
                    <a:pt x="64" y="66"/>
                    <a:pt x="64" y="64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8" y="41"/>
                    <a:pt x="71" y="40"/>
                    <a:pt x="72" y="38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0"/>
                    <a:pt x="80" y="18"/>
                    <a:pt x="78" y="17"/>
                  </a:cubicBezTo>
                  <a:close/>
                  <a:moveTo>
                    <a:pt x="46" y="8"/>
                  </a:moveTo>
                  <a:cubicBezTo>
                    <a:pt x="40" y="14"/>
                    <a:pt x="40" y="14"/>
                    <a:pt x="40" y="14"/>
                  </a:cubicBezTo>
                  <a:cubicBezTo>
                    <a:pt x="34" y="8"/>
                    <a:pt x="34" y="8"/>
                    <a:pt x="34" y="8"/>
                  </a:cubicBezTo>
                  <a:lnTo>
                    <a:pt x="46" y="8"/>
                  </a:lnTo>
                  <a:close/>
                  <a:moveTo>
                    <a:pt x="66" y="31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61" y="28"/>
                    <a:pt x="59" y="28"/>
                    <a:pt x="58" y="29"/>
                  </a:cubicBezTo>
                  <a:cubicBezTo>
                    <a:pt x="57" y="29"/>
                    <a:pt x="56" y="31"/>
                    <a:pt x="56" y="32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1"/>
                    <a:pt x="23" y="29"/>
                    <a:pt x="22" y="29"/>
                  </a:cubicBezTo>
                  <a:cubicBezTo>
                    <a:pt x="21" y="28"/>
                    <a:pt x="19" y="28"/>
                    <a:pt x="18" y="28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22"/>
                    <a:pt x="44" y="22"/>
                    <a:pt x="44" y="2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71" y="21"/>
                    <a:pt x="71" y="21"/>
                    <a:pt x="71" y="21"/>
                  </a:cubicBezTo>
                  <a:lnTo>
                    <a:pt x="66" y="31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0" name="组合 129"/>
            <p:cNvGrpSpPr/>
            <p:nvPr/>
          </p:nvGrpSpPr>
          <p:grpSpPr>
            <a:xfrm>
              <a:off x="8093076" y="2085975"/>
              <a:ext cx="252413" cy="254000"/>
              <a:chOff x="8093076" y="2085975"/>
              <a:chExt cx="252413" cy="254000"/>
            </a:xfrm>
          </p:grpSpPr>
          <p:sp>
            <p:nvSpPr>
              <p:cNvPr id="42" name="Freeform 41"/>
              <p:cNvSpPr>
                <a:spLocks noEditPoints="1"/>
              </p:cNvSpPr>
              <p:nvPr/>
            </p:nvSpPr>
            <p:spPr bwMode="auto">
              <a:xfrm>
                <a:off x="8093076" y="2085975"/>
                <a:ext cx="252413" cy="254000"/>
              </a:xfrm>
              <a:custGeom>
                <a:avLst/>
                <a:gdLst>
                  <a:gd name="T0" fmla="*/ 80 w 80"/>
                  <a:gd name="T1" fmla="*/ 16 h 80"/>
                  <a:gd name="T2" fmla="*/ 40 w 80"/>
                  <a:gd name="T3" fmla="*/ 0 h 80"/>
                  <a:gd name="T4" fmla="*/ 0 w 80"/>
                  <a:gd name="T5" fmla="*/ 16 h 80"/>
                  <a:gd name="T6" fmla="*/ 12 w 80"/>
                  <a:gd name="T7" fmla="*/ 28 h 80"/>
                  <a:gd name="T8" fmla="*/ 12 w 80"/>
                  <a:gd name="T9" fmla="*/ 68 h 80"/>
                  <a:gd name="T10" fmla="*/ 13 w 80"/>
                  <a:gd name="T11" fmla="*/ 71 h 80"/>
                  <a:gd name="T12" fmla="*/ 40 w 80"/>
                  <a:gd name="T13" fmla="*/ 80 h 80"/>
                  <a:gd name="T14" fmla="*/ 67 w 80"/>
                  <a:gd name="T15" fmla="*/ 71 h 80"/>
                  <a:gd name="T16" fmla="*/ 68 w 80"/>
                  <a:gd name="T17" fmla="*/ 68 h 80"/>
                  <a:gd name="T18" fmla="*/ 68 w 80"/>
                  <a:gd name="T19" fmla="*/ 28 h 80"/>
                  <a:gd name="T20" fmla="*/ 80 w 80"/>
                  <a:gd name="T21" fmla="*/ 16 h 80"/>
                  <a:gd name="T22" fmla="*/ 20 w 80"/>
                  <a:gd name="T23" fmla="*/ 66 h 80"/>
                  <a:gd name="T24" fmla="*/ 20 w 80"/>
                  <a:gd name="T25" fmla="*/ 48 h 80"/>
                  <a:gd name="T26" fmla="*/ 40 w 80"/>
                  <a:gd name="T27" fmla="*/ 52 h 80"/>
                  <a:gd name="T28" fmla="*/ 60 w 80"/>
                  <a:gd name="T29" fmla="*/ 48 h 80"/>
                  <a:gd name="T30" fmla="*/ 60 w 80"/>
                  <a:gd name="T31" fmla="*/ 66 h 80"/>
                  <a:gd name="T32" fmla="*/ 20 w 80"/>
                  <a:gd name="T33" fmla="*/ 66 h 80"/>
                  <a:gd name="T34" fmla="*/ 60 w 80"/>
                  <a:gd name="T35" fmla="*/ 38 h 80"/>
                  <a:gd name="T36" fmla="*/ 20 w 80"/>
                  <a:gd name="T37" fmla="*/ 38 h 80"/>
                  <a:gd name="T38" fmla="*/ 20 w 80"/>
                  <a:gd name="T39" fmla="*/ 30 h 80"/>
                  <a:gd name="T40" fmla="*/ 40 w 80"/>
                  <a:gd name="T41" fmla="*/ 32 h 80"/>
                  <a:gd name="T42" fmla="*/ 60 w 80"/>
                  <a:gd name="T43" fmla="*/ 30 h 80"/>
                  <a:gd name="T44" fmla="*/ 60 w 80"/>
                  <a:gd name="T45" fmla="*/ 38 h 80"/>
                  <a:gd name="T46" fmla="*/ 40 w 80"/>
                  <a:gd name="T47" fmla="*/ 24 h 80"/>
                  <a:gd name="T48" fmla="*/ 8 w 80"/>
                  <a:gd name="T49" fmla="*/ 16 h 80"/>
                  <a:gd name="T50" fmla="*/ 40 w 80"/>
                  <a:gd name="T51" fmla="*/ 8 h 80"/>
                  <a:gd name="T52" fmla="*/ 72 w 80"/>
                  <a:gd name="T53" fmla="*/ 16 h 80"/>
                  <a:gd name="T54" fmla="*/ 40 w 80"/>
                  <a:gd name="T55" fmla="*/ 2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0" h="80">
                    <a:moveTo>
                      <a:pt x="80" y="16"/>
                    </a:moveTo>
                    <a:cubicBezTo>
                      <a:pt x="80" y="5"/>
                      <a:pt x="59" y="0"/>
                      <a:pt x="40" y="0"/>
                    </a:cubicBezTo>
                    <a:cubicBezTo>
                      <a:pt x="21" y="0"/>
                      <a:pt x="0" y="5"/>
                      <a:pt x="0" y="16"/>
                    </a:cubicBezTo>
                    <a:cubicBezTo>
                      <a:pt x="0" y="21"/>
                      <a:pt x="5" y="25"/>
                      <a:pt x="12" y="28"/>
                    </a:cubicBezTo>
                    <a:cubicBezTo>
                      <a:pt x="12" y="68"/>
                      <a:pt x="12" y="68"/>
                      <a:pt x="12" y="68"/>
                    </a:cubicBezTo>
                    <a:cubicBezTo>
                      <a:pt x="12" y="69"/>
                      <a:pt x="12" y="70"/>
                      <a:pt x="13" y="71"/>
                    </a:cubicBezTo>
                    <a:cubicBezTo>
                      <a:pt x="19" y="77"/>
                      <a:pt x="30" y="80"/>
                      <a:pt x="40" y="80"/>
                    </a:cubicBezTo>
                    <a:cubicBezTo>
                      <a:pt x="50" y="80"/>
                      <a:pt x="61" y="77"/>
                      <a:pt x="67" y="71"/>
                    </a:cubicBezTo>
                    <a:cubicBezTo>
                      <a:pt x="68" y="70"/>
                      <a:pt x="68" y="69"/>
                      <a:pt x="68" y="68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75" y="25"/>
                      <a:pt x="80" y="21"/>
                      <a:pt x="80" y="16"/>
                    </a:cubicBezTo>
                    <a:close/>
                    <a:moveTo>
                      <a:pt x="20" y="66"/>
                    </a:moveTo>
                    <a:cubicBezTo>
                      <a:pt x="20" y="48"/>
                      <a:pt x="20" y="48"/>
                      <a:pt x="20" y="48"/>
                    </a:cubicBezTo>
                    <a:cubicBezTo>
                      <a:pt x="26" y="51"/>
                      <a:pt x="33" y="52"/>
                      <a:pt x="40" y="52"/>
                    </a:cubicBezTo>
                    <a:cubicBezTo>
                      <a:pt x="47" y="52"/>
                      <a:pt x="54" y="51"/>
                      <a:pt x="60" y="48"/>
                    </a:cubicBezTo>
                    <a:cubicBezTo>
                      <a:pt x="60" y="66"/>
                      <a:pt x="60" y="66"/>
                      <a:pt x="60" y="66"/>
                    </a:cubicBezTo>
                    <a:cubicBezTo>
                      <a:pt x="51" y="74"/>
                      <a:pt x="29" y="74"/>
                      <a:pt x="20" y="66"/>
                    </a:cubicBezTo>
                    <a:close/>
                    <a:moveTo>
                      <a:pt x="60" y="38"/>
                    </a:moveTo>
                    <a:cubicBezTo>
                      <a:pt x="51" y="46"/>
                      <a:pt x="29" y="46"/>
                      <a:pt x="20" y="38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26" y="31"/>
                      <a:pt x="33" y="32"/>
                      <a:pt x="40" y="32"/>
                    </a:cubicBezTo>
                    <a:cubicBezTo>
                      <a:pt x="47" y="32"/>
                      <a:pt x="54" y="31"/>
                      <a:pt x="60" y="30"/>
                    </a:cubicBezTo>
                    <a:lnTo>
                      <a:pt x="60" y="38"/>
                    </a:lnTo>
                    <a:close/>
                    <a:moveTo>
                      <a:pt x="40" y="24"/>
                    </a:moveTo>
                    <a:cubicBezTo>
                      <a:pt x="19" y="24"/>
                      <a:pt x="8" y="18"/>
                      <a:pt x="8" y="16"/>
                    </a:cubicBezTo>
                    <a:cubicBezTo>
                      <a:pt x="8" y="14"/>
                      <a:pt x="19" y="8"/>
                      <a:pt x="40" y="8"/>
                    </a:cubicBezTo>
                    <a:cubicBezTo>
                      <a:pt x="61" y="8"/>
                      <a:pt x="72" y="14"/>
                      <a:pt x="72" y="16"/>
                    </a:cubicBezTo>
                    <a:cubicBezTo>
                      <a:pt x="72" y="18"/>
                      <a:pt x="61" y="24"/>
                      <a:pt x="40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2"/>
              <p:cNvSpPr>
                <a:spLocks/>
              </p:cNvSpPr>
              <p:nvPr/>
            </p:nvSpPr>
            <p:spPr bwMode="auto">
              <a:xfrm>
                <a:off x="8169276" y="2124075"/>
                <a:ext cx="100013" cy="25400"/>
              </a:xfrm>
              <a:custGeom>
                <a:avLst/>
                <a:gdLst>
                  <a:gd name="T0" fmla="*/ 28 w 32"/>
                  <a:gd name="T1" fmla="*/ 0 h 8"/>
                  <a:gd name="T2" fmla="*/ 4 w 32"/>
                  <a:gd name="T3" fmla="*/ 0 h 8"/>
                  <a:gd name="T4" fmla="*/ 0 w 32"/>
                  <a:gd name="T5" fmla="*/ 4 h 8"/>
                  <a:gd name="T6" fmla="*/ 4 w 32"/>
                  <a:gd name="T7" fmla="*/ 8 h 8"/>
                  <a:gd name="T8" fmla="*/ 28 w 32"/>
                  <a:gd name="T9" fmla="*/ 8 h 8"/>
                  <a:gd name="T10" fmla="*/ 32 w 32"/>
                  <a:gd name="T11" fmla="*/ 4 h 8"/>
                  <a:gd name="T12" fmla="*/ 28 w 3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8">
                    <a:moveTo>
                      <a:pt x="2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0" y="8"/>
                      <a:pt x="32" y="6"/>
                      <a:pt x="32" y="4"/>
                    </a:cubicBezTo>
                    <a:cubicBezTo>
                      <a:pt x="32" y="2"/>
                      <a:pt x="30" y="0"/>
                      <a:pt x="2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" name="Freeform 43"/>
            <p:cNvSpPr>
              <a:spLocks noEditPoints="1"/>
            </p:cNvSpPr>
            <p:nvPr/>
          </p:nvSpPr>
          <p:spPr bwMode="auto">
            <a:xfrm>
              <a:off x="3240088" y="2092325"/>
              <a:ext cx="252413" cy="247650"/>
            </a:xfrm>
            <a:custGeom>
              <a:avLst/>
              <a:gdLst>
                <a:gd name="T0" fmla="*/ 71 w 80"/>
                <a:gd name="T1" fmla="*/ 7 h 78"/>
                <a:gd name="T2" fmla="*/ 54 w 80"/>
                <a:gd name="T3" fmla="*/ 0 h 78"/>
                <a:gd name="T4" fmla="*/ 37 w 80"/>
                <a:gd name="T5" fmla="*/ 7 h 78"/>
                <a:gd name="T6" fmla="*/ 24 w 80"/>
                <a:gd name="T7" fmla="*/ 40 h 78"/>
                <a:gd name="T8" fmla="*/ 18 w 80"/>
                <a:gd name="T9" fmla="*/ 46 h 78"/>
                <a:gd name="T10" fmla="*/ 12 w 80"/>
                <a:gd name="T11" fmla="*/ 46 h 78"/>
                <a:gd name="T12" fmla="*/ 0 w 80"/>
                <a:gd name="T13" fmla="*/ 58 h 78"/>
                <a:gd name="T14" fmla="*/ 9 w 80"/>
                <a:gd name="T15" fmla="*/ 69 h 78"/>
                <a:gd name="T16" fmla="*/ 20 w 80"/>
                <a:gd name="T17" fmla="*/ 78 h 78"/>
                <a:gd name="T18" fmla="*/ 32 w 80"/>
                <a:gd name="T19" fmla="*/ 66 h 78"/>
                <a:gd name="T20" fmla="*/ 32 w 80"/>
                <a:gd name="T21" fmla="*/ 60 h 78"/>
                <a:gd name="T22" fmla="*/ 38 w 80"/>
                <a:gd name="T23" fmla="*/ 54 h 78"/>
                <a:gd name="T24" fmla="*/ 43 w 80"/>
                <a:gd name="T25" fmla="*/ 54 h 78"/>
                <a:gd name="T26" fmla="*/ 71 w 80"/>
                <a:gd name="T27" fmla="*/ 41 h 78"/>
                <a:gd name="T28" fmla="*/ 71 w 80"/>
                <a:gd name="T29" fmla="*/ 7 h 78"/>
                <a:gd name="T30" fmla="*/ 30 w 80"/>
                <a:gd name="T31" fmla="*/ 50 h 78"/>
                <a:gd name="T32" fmla="*/ 25 w 80"/>
                <a:gd name="T33" fmla="*/ 55 h 78"/>
                <a:gd name="T34" fmla="*/ 24 w 80"/>
                <a:gd name="T35" fmla="*/ 58 h 78"/>
                <a:gd name="T36" fmla="*/ 24 w 80"/>
                <a:gd name="T37" fmla="*/ 66 h 78"/>
                <a:gd name="T38" fmla="*/ 20 w 80"/>
                <a:gd name="T39" fmla="*/ 70 h 78"/>
                <a:gd name="T40" fmla="*/ 16 w 80"/>
                <a:gd name="T41" fmla="*/ 67 h 78"/>
                <a:gd name="T42" fmla="*/ 19 w 80"/>
                <a:gd name="T43" fmla="*/ 65 h 78"/>
                <a:gd name="T44" fmla="*/ 13 w 80"/>
                <a:gd name="T45" fmla="*/ 59 h 78"/>
                <a:gd name="T46" fmla="*/ 11 w 80"/>
                <a:gd name="T47" fmla="*/ 62 h 78"/>
                <a:gd name="T48" fmla="*/ 8 w 80"/>
                <a:gd name="T49" fmla="*/ 58 h 78"/>
                <a:gd name="T50" fmla="*/ 12 w 80"/>
                <a:gd name="T51" fmla="*/ 54 h 78"/>
                <a:gd name="T52" fmla="*/ 20 w 80"/>
                <a:gd name="T53" fmla="*/ 54 h 78"/>
                <a:gd name="T54" fmla="*/ 23 w 80"/>
                <a:gd name="T55" fmla="*/ 53 h 78"/>
                <a:gd name="T56" fmla="*/ 28 w 80"/>
                <a:gd name="T57" fmla="*/ 48 h 78"/>
                <a:gd name="T58" fmla="*/ 30 w 80"/>
                <a:gd name="T59" fmla="*/ 50 h 78"/>
                <a:gd name="T60" fmla="*/ 65 w 80"/>
                <a:gd name="T61" fmla="*/ 35 h 78"/>
                <a:gd name="T62" fmla="*/ 35 w 80"/>
                <a:gd name="T63" fmla="*/ 43 h 78"/>
                <a:gd name="T64" fmla="*/ 43 w 80"/>
                <a:gd name="T65" fmla="*/ 13 h 78"/>
                <a:gd name="T66" fmla="*/ 54 w 80"/>
                <a:gd name="T67" fmla="*/ 8 h 78"/>
                <a:gd name="T68" fmla="*/ 65 w 80"/>
                <a:gd name="T69" fmla="*/ 13 h 78"/>
                <a:gd name="T70" fmla="*/ 65 w 80"/>
                <a:gd name="T71" fmla="*/ 3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" h="78">
                  <a:moveTo>
                    <a:pt x="71" y="7"/>
                  </a:moveTo>
                  <a:cubicBezTo>
                    <a:pt x="66" y="3"/>
                    <a:pt x="60" y="0"/>
                    <a:pt x="54" y="0"/>
                  </a:cubicBezTo>
                  <a:cubicBezTo>
                    <a:pt x="48" y="0"/>
                    <a:pt x="42" y="3"/>
                    <a:pt x="37" y="7"/>
                  </a:cubicBezTo>
                  <a:cubicBezTo>
                    <a:pt x="27" y="17"/>
                    <a:pt x="22" y="30"/>
                    <a:pt x="24" y="40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5" y="46"/>
                    <a:pt x="0" y="51"/>
                    <a:pt x="0" y="58"/>
                  </a:cubicBezTo>
                  <a:cubicBezTo>
                    <a:pt x="0" y="63"/>
                    <a:pt x="4" y="68"/>
                    <a:pt x="9" y="69"/>
                  </a:cubicBezTo>
                  <a:cubicBezTo>
                    <a:pt x="10" y="74"/>
                    <a:pt x="15" y="78"/>
                    <a:pt x="20" y="78"/>
                  </a:cubicBezTo>
                  <a:cubicBezTo>
                    <a:pt x="27" y="78"/>
                    <a:pt x="32" y="73"/>
                    <a:pt x="32" y="66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40" y="54"/>
                    <a:pt x="41" y="54"/>
                    <a:pt x="43" y="54"/>
                  </a:cubicBezTo>
                  <a:cubicBezTo>
                    <a:pt x="52" y="54"/>
                    <a:pt x="62" y="49"/>
                    <a:pt x="71" y="41"/>
                  </a:cubicBezTo>
                  <a:cubicBezTo>
                    <a:pt x="80" y="31"/>
                    <a:pt x="80" y="17"/>
                    <a:pt x="71" y="7"/>
                  </a:cubicBezTo>
                  <a:close/>
                  <a:moveTo>
                    <a:pt x="30" y="50"/>
                  </a:moveTo>
                  <a:cubicBezTo>
                    <a:pt x="25" y="55"/>
                    <a:pt x="25" y="55"/>
                    <a:pt x="25" y="55"/>
                  </a:cubicBezTo>
                  <a:cubicBezTo>
                    <a:pt x="24" y="56"/>
                    <a:pt x="24" y="57"/>
                    <a:pt x="24" y="58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8"/>
                    <a:pt x="22" y="70"/>
                    <a:pt x="20" y="70"/>
                  </a:cubicBezTo>
                  <a:cubicBezTo>
                    <a:pt x="18" y="70"/>
                    <a:pt x="17" y="69"/>
                    <a:pt x="16" y="67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9" y="61"/>
                    <a:pt x="8" y="60"/>
                    <a:pt x="8" y="58"/>
                  </a:cubicBezTo>
                  <a:cubicBezTo>
                    <a:pt x="8" y="56"/>
                    <a:pt x="10" y="54"/>
                    <a:pt x="12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1" y="54"/>
                    <a:pt x="22" y="54"/>
                    <a:pt x="23" y="53"/>
                  </a:cubicBezTo>
                  <a:cubicBezTo>
                    <a:pt x="28" y="48"/>
                    <a:pt x="28" y="48"/>
                    <a:pt x="28" y="48"/>
                  </a:cubicBezTo>
                  <a:lnTo>
                    <a:pt x="30" y="50"/>
                  </a:lnTo>
                  <a:close/>
                  <a:moveTo>
                    <a:pt x="65" y="35"/>
                  </a:moveTo>
                  <a:cubicBezTo>
                    <a:pt x="55" y="45"/>
                    <a:pt x="41" y="49"/>
                    <a:pt x="35" y="43"/>
                  </a:cubicBezTo>
                  <a:cubicBezTo>
                    <a:pt x="29" y="37"/>
                    <a:pt x="32" y="23"/>
                    <a:pt x="43" y="13"/>
                  </a:cubicBezTo>
                  <a:cubicBezTo>
                    <a:pt x="46" y="10"/>
                    <a:pt x="50" y="8"/>
                    <a:pt x="54" y="8"/>
                  </a:cubicBezTo>
                  <a:cubicBezTo>
                    <a:pt x="58" y="8"/>
                    <a:pt x="62" y="10"/>
                    <a:pt x="65" y="13"/>
                  </a:cubicBezTo>
                  <a:cubicBezTo>
                    <a:pt x="72" y="19"/>
                    <a:pt x="72" y="29"/>
                    <a:pt x="65" y="35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24" name="组合 123"/>
            <p:cNvGrpSpPr/>
            <p:nvPr/>
          </p:nvGrpSpPr>
          <p:grpSpPr>
            <a:xfrm>
              <a:off x="3846513" y="2085975"/>
              <a:ext cx="252413" cy="254000"/>
              <a:chOff x="3846513" y="2085975"/>
              <a:chExt cx="252413" cy="254000"/>
            </a:xfrm>
          </p:grpSpPr>
          <p:sp>
            <p:nvSpPr>
              <p:cNvPr id="45" name="Freeform 44"/>
              <p:cNvSpPr>
                <a:spLocks noEditPoints="1"/>
              </p:cNvSpPr>
              <p:nvPr/>
            </p:nvSpPr>
            <p:spPr bwMode="auto">
              <a:xfrm>
                <a:off x="3846513" y="2085975"/>
                <a:ext cx="252413" cy="254000"/>
              </a:xfrm>
              <a:custGeom>
                <a:avLst/>
                <a:gdLst>
                  <a:gd name="T0" fmla="*/ 56 w 80"/>
                  <a:gd name="T1" fmla="*/ 0 h 80"/>
                  <a:gd name="T2" fmla="*/ 32 w 80"/>
                  <a:gd name="T3" fmla="*/ 0 h 80"/>
                  <a:gd name="T4" fmla="*/ 0 w 80"/>
                  <a:gd name="T5" fmla="*/ 32 h 80"/>
                  <a:gd name="T6" fmla="*/ 0 w 80"/>
                  <a:gd name="T7" fmla="*/ 56 h 80"/>
                  <a:gd name="T8" fmla="*/ 20 w 80"/>
                  <a:gd name="T9" fmla="*/ 80 h 80"/>
                  <a:gd name="T10" fmla="*/ 43 w 80"/>
                  <a:gd name="T11" fmla="*/ 56 h 80"/>
                  <a:gd name="T12" fmla="*/ 56 w 80"/>
                  <a:gd name="T13" fmla="*/ 56 h 80"/>
                  <a:gd name="T14" fmla="*/ 80 w 80"/>
                  <a:gd name="T15" fmla="*/ 24 h 80"/>
                  <a:gd name="T16" fmla="*/ 56 w 80"/>
                  <a:gd name="T17" fmla="*/ 0 h 80"/>
                  <a:gd name="T18" fmla="*/ 56 w 80"/>
                  <a:gd name="T19" fmla="*/ 48 h 80"/>
                  <a:gd name="T20" fmla="*/ 40 w 80"/>
                  <a:gd name="T21" fmla="*/ 48 h 80"/>
                  <a:gd name="T22" fmla="*/ 36 w 80"/>
                  <a:gd name="T23" fmla="*/ 51 h 80"/>
                  <a:gd name="T24" fmla="*/ 20 w 80"/>
                  <a:gd name="T25" fmla="*/ 72 h 80"/>
                  <a:gd name="T26" fmla="*/ 8 w 80"/>
                  <a:gd name="T27" fmla="*/ 56 h 80"/>
                  <a:gd name="T28" fmla="*/ 8 w 80"/>
                  <a:gd name="T29" fmla="*/ 32 h 80"/>
                  <a:gd name="T30" fmla="*/ 32 w 80"/>
                  <a:gd name="T31" fmla="*/ 8 h 80"/>
                  <a:gd name="T32" fmla="*/ 56 w 80"/>
                  <a:gd name="T33" fmla="*/ 8 h 80"/>
                  <a:gd name="T34" fmla="*/ 72 w 80"/>
                  <a:gd name="T35" fmla="*/ 24 h 80"/>
                  <a:gd name="T36" fmla="*/ 56 w 80"/>
                  <a:gd name="T37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" h="80">
                    <a:moveTo>
                      <a:pt x="5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2" y="0"/>
                      <a:pt x="0" y="12"/>
                      <a:pt x="0" y="32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77"/>
                      <a:pt x="13" y="80"/>
                      <a:pt x="20" y="80"/>
                    </a:cubicBezTo>
                    <a:cubicBezTo>
                      <a:pt x="35" y="80"/>
                      <a:pt x="41" y="63"/>
                      <a:pt x="43" y="56"/>
                    </a:cubicBezTo>
                    <a:cubicBezTo>
                      <a:pt x="56" y="56"/>
                      <a:pt x="56" y="56"/>
                      <a:pt x="56" y="56"/>
                    </a:cubicBezTo>
                    <a:cubicBezTo>
                      <a:pt x="80" y="56"/>
                      <a:pt x="80" y="32"/>
                      <a:pt x="80" y="24"/>
                    </a:cubicBezTo>
                    <a:cubicBezTo>
                      <a:pt x="80" y="11"/>
                      <a:pt x="69" y="0"/>
                      <a:pt x="56" y="0"/>
                    </a:cubicBezTo>
                    <a:close/>
                    <a:moveTo>
                      <a:pt x="56" y="48"/>
                    </a:moveTo>
                    <a:cubicBezTo>
                      <a:pt x="40" y="48"/>
                      <a:pt x="40" y="48"/>
                      <a:pt x="40" y="48"/>
                    </a:cubicBezTo>
                    <a:cubicBezTo>
                      <a:pt x="38" y="48"/>
                      <a:pt x="36" y="49"/>
                      <a:pt x="36" y="51"/>
                    </a:cubicBezTo>
                    <a:cubicBezTo>
                      <a:pt x="36" y="52"/>
                      <a:pt x="32" y="72"/>
                      <a:pt x="20" y="72"/>
                    </a:cubicBezTo>
                    <a:cubicBezTo>
                      <a:pt x="15" y="72"/>
                      <a:pt x="8" y="70"/>
                      <a:pt x="8" y="56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16"/>
                      <a:pt x="16" y="8"/>
                      <a:pt x="32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65" y="8"/>
                      <a:pt x="72" y="15"/>
                      <a:pt x="72" y="24"/>
                    </a:cubicBezTo>
                    <a:cubicBezTo>
                      <a:pt x="72" y="45"/>
                      <a:pt x="64" y="48"/>
                      <a:pt x="56" y="4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Oval 45"/>
              <p:cNvSpPr>
                <a:spLocks noChangeArrowheads="1"/>
              </p:cNvSpPr>
              <p:nvPr/>
            </p:nvSpPr>
            <p:spPr bwMode="auto">
              <a:xfrm>
                <a:off x="3884613" y="2251075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46"/>
              <p:cNvSpPr>
                <a:spLocks noEditPoints="1"/>
              </p:cNvSpPr>
              <p:nvPr/>
            </p:nvSpPr>
            <p:spPr bwMode="auto">
              <a:xfrm>
                <a:off x="3884613" y="2124075"/>
                <a:ext cx="176213" cy="114300"/>
              </a:xfrm>
              <a:custGeom>
                <a:avLst/>
                <a:gdLst>
                  <a:gd name="T0" fmla="*/ 44 w 56"/>
                  <a:gd name="T1" fmla="*/ 0 h 36"/>
                  <a:gd name="T2" fmla="*/ 20 w 56"/>
                  <a:gd name="T3" fmla="*/ 0 h 36"/>
                  <a:gd name="T4" fmla="*/ 0 w 56"/>
                  <a:gd name="T5" fmla="*/ 16 h 36"/>
                  <a:gd name="T6" fmla="*/ 12 w 56"/>
                  <a:gd name="T7" fmla="*/ 36 h 36"/>
                  <a:gd name="T8" fmla="*/ 30 w 56"/>
                  <a:gd name="T9" fmla="*/ 28 h 36"/>
                  <a:gd name="T10" fmla="*/ 44 w 56"/>
                  <a:gd name="T11" fmla="*/ 28 h 36"/>
                  <a:gd name="T12" fmla="*/ 56 w 56"/>
                  <a:gd name="T13" fmla="*/ 12 h 36"/>
                  <a:gd name="T14" fmla="*/ 44 w 56"/>
                  <a:gd name="T15" fmla="*/ 0 h 36"/>
                  <a:gd name="T16" fmla="*/ 44 w 56"/>
                  <a:gd name="T17" fmla="*/ 20 h 36"/>
                  <a:gd name="T18" fmla="*/ 28 w 56"/>
                  <a:gd name="T19" fmla="*/ 20 h 36"/>
                  <a:gd name="T20" fmla="*/ 25 w 56"/>
                  <a:gd name="T21" fmla="*/ 21 h 36"/>
                  <a:gd name="T22" fmla="*/ 12 w 56"/>
                  <a:gd name="T23" fmla="*/ 28 h 36"/>
                  <a:gd name="T24" fmla="*/ 8 w 56"/>
                  <a:gd name="T25" fmla="*/ 16 h 36"/>
                  <a:gd name="T26" fmla="*/ 20 w 56"/>
                  <a:gd name="T27" fmla="*/ 8 h 36"/>
                  <a:gd name="T28" fmla="*/ 44 w 56"/>
                  <a:gd name="T29" fmla="*/ 8 h 36"/>
                  <a:gd name="T30" fmla="*/ 48 w 56"/>
                  <a:gd name="T31" fmla="*/ 12 h 36"/>
                  <a:gd name="T32" fmla="*/ 44 w 56"/>
                  <a:gd name="T33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6" h="36">
                    <a:moveTo>
                      <a:pt x="44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0" y="0"/>
                      <a:pt x="0" y="5"/>
                      <a:pt x="0" y="16"/>
                    </a:cubicBezTo>
                    <a:cubicBezTo>
                      <a:pt x="0" y="29"/>
                      <a:pt x="4" y="36"/>
                      <a:pt x="12" y="36"/>
                    </a:cubicBezTo>
                    <a:cubicBezTo>
                      <a:pt x="20" y="36"/>
                      <a:pt x="27" y="31"/>
                      <a:pt x="30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56" y="28"/>
                      <a:pt x="56" y="16"/>
                      <a:pt x="56" y="12"/>
                    </a:cubicBezTo>
                    <a:cubicBezTo>
                      <a:pt x="56" y="5"/>
                      <a:pt x="51" y="0"/>
                      <a:pt x="44" y="0"/>
                    </a:cubicBezTo>
                    <a:close/>
                    <a:moveTo>
                      <a:pt x="44" y="20"/>
                    </a:moveTo>
                    <a:cubicBezTo>
                      <a:pt x="28" y="20"/>
                      <a:pt x="28" y="20"/>
                      <a:pt x="28" y="20"/>
                    </a:cubicBezTo>
                    <a:cubicBezTo>
                      <a:pt x="27" y="20"/>
                      <a:pt x="26" y="20"/>
                      <a:pt x="25" y="21"/>
                    </a:cubicBezTo>
                    <a:cubicBezTo>
                      <a:pt x="23" y="23"/>
                      <a:pt x="17" y="28"/>
                      <a:pt x="12" y="28"/>
                    </a:cubicBezTo>
                    <a:cubicBezTo>
                      <a:pt x="9" y="28"/>
                      <a:pt x="8" y="24"/>
                      <a:pt x="8" y="16"/>
                    </a:cubicBezTo>
                    <a:cubicBezTo>
                      <a:pt x="8" y="10"/>
                      <a:pt x="16" y="8"/>
                      <a:pt x="20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6" y="8"/>
                      <a:pt x="48" y="10"/>
                      <a:pt x="48" y="12"/>
                    </a:cubicBezTo>
                    <a:cubicBezTo>
                      <a:pt x="48" y="19"/>
                      <a:pt x="47" y="20"/>
                      <a:pt x="44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5" name="组合 124"/>
            <p:cNvGrpSpPr/>
            <p:nvPr/>
          </p:nvGrpSpPr>
          <p:grpSpPr>
            <a:xfrm>
              <a:off x="4430713" y="2060575"/>
              <a:ext cx="300038" cy="304800"/>
              <a:chOff x="4430713" y="2060575"/>
              <a:chExt cx="300038" cy="304800"/>
            </a:xfrm>
          </p:grpSpPr>
          <p:sp>
            <p:nvSpPr>
              <p:cNvPr id="48" name="Freeform 47"/>
              <p:cNvSpPr>
                <a:spLocks/>
              </p:cNvSpPr>
              <p:nvPr/>
            </p:nvSpPr>
            <p:spPr bwMode="auto">
              <a:xfrm>
                <a:off x="4605338" y="2060575"/>
                <a:ext cx="125413" cy="38100"/>
              </a:xfrm>
              <a:custGeom>
                <a:avLst/>
                <a:gdLst>
                  <a:gd name="T0" fmla="*/ 79 w 79"/>
                  <a:gd name="T1" fmla="*/ 0 h 24"/>
                  <a:gd name="T2" fmla="*/ 0 w 79"/>
                  <a:gd name="T3" fmla="*/ 8 h 24"/>
                  <a:gd name="T4" fmla="*/ 0 w 79"/>
                  <a:gd name="T5" fmla="*/ 24 h 24"/>
                  <a:gd name="T6" fmla="*/ 79 w 79"/>
                  <a:gd name="T7" fmla="*/ 16 h 24"/>
                  <a:gd name="T8" fmla="*/ 79 w 79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24">
                    <a:moveTo>
                      <a:pt x="79" y="0"/>
                    </a:moveTo>
                    <a:lnTo>
                      <a:pt x="0" y="8"/>
                    </a:lnTo>
                    <a:lnTo>
                      <a:pt x="0" y="24"/>
                    </a:lnTo>
                    <a:lnTo>
                      <a:pt x="79" y="16"/>
                    </a:ln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48"/>
              <p:cNvSpPr>
                <a:spLocks/>
              </p:cNvSpPr>
              <p:nvPr/>
            </p:nvSpPr>
            <p:spPr bwMode="auto">
              <a:xfrm>
                <a:off x="4491038" y="2082800"/>
                <a:ext cx="25400" cy="28575"/>
              </a:xfrm>
              <a:custGeom>
                <a:avLst/>
                <a:gdLst>
                  <a:gd name="T0" fmla="*/ 16 w 16"/>
                  <a:gd name="T1" fmla="*/ 16 h 18"/>
                  <a:gd name="T2" fmla="*/ 16 w 16"/>
                  <a:gd name="T3" fmla="*/ 0 h 18"/>
                  <a:gd name="T4" fmla="*/ 0 w 16"/>
                  <a:gd name="T5" fmla="*/ 2 h 18"/>
                  <a:gd name="T6" fmla="*/ 0 w 16"/>
                  <a:gd name="T7" fmla="*/ 18 h 18"/>
                  <a:gd name="T8" fmla="*/ 16 w 16"/>
                  <a:gd name="T9" fmla="*/ 1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16" y="16"/>
                    </a:moveTo>
                    <a:lnTo>
                      <a:pt x="16" y="0"/>
                    </a:lnTo>
                    <a:lnTo>
                      <a:pt x="0" y="2"/>
                    </a:lnTo>
                    <a:lnTo>
                      <a:pt x="0" y="18"/>
                    </a:ln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Rectangle 49"/>
              <p:cNvSpPr>
                <a:spLocks noChangeArrowheads="1"/>
              </p:cNvSpPr>
              <p:nvPr/>
            </p:nvSpPr>
            <p:spPr bwMode="auto">
              <a:xfrm>
                <a:off x="4491038" y="2124075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Rectangle 50"/>
              <p:cNvSpPr>
                <a:spLocks noChangeArrowheads="1"/>
              </p:cNvSpPr>
              <p:nvPr/>
            </p:nvSpPr>
            <p:spPr bwMode="auto">
              <a:xfrm>
                <a:off x="4605338" y="2124075"/>
                <a:ext cx="1254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Rectangle 51"/>
              <p:cNvSpPr>
                <a:spLocks noChangeArrowheads="1"/>
              </p:cNvSpPr>
              <p:nvPr/>
            </p:nvSpPr>
            <p:spPr bwMode="auto">
              <a:xfrm>
                <a:off x="4567238" y="2060575"/>
                <a:ext cx="25400" cy="1016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52"/>
              <p:cNvSpPr>
                <a:spLocks noEditPoints="1"/>
              </p:cNvSpPr>
              <p:nvPr/>
            </p:nvSpPr>
            <p:spPr bwMode="auto">
              <a:xfrm>
                <a:off x="4430713" y="2073275"/>
                <a:ext cx="247650" cy="292100"/>
              </a:xfrm>
              <a:custGeom>
                <a:avLst/>
                <a:gdLst>
                  <a:gd name="T0" fmla="*/ 66 w 78"/>
                  <a:gd name="T1" fmla="*/ 38 h 92"/>
                  <a:gd name="T2" fmla="*/ 63 w 78"/>
                  <a:gd name="T3" fmla="*/ 36 h 92"/>
                  <a:gd name="T4" fmla="*/ 39 w 78"/>
                  <a:gd name="T5" fmla="*/ 36 h 92"/>
                  <a:gd name="T6" fmla="*/ 39 w 78"/>
                  <a:gd name="T7" fmla="*/ 0 h 92"/>
                  <a:gd name="T8" fmla="*/ 31 w 78"/>
                  <a:gd name="T9" fmla="*/ 0 h 92"/>
                  <a:gd name="T10" fmla="*/ 31 w 78"/>
                  <a:gd name="T11" fmla="*/ 36 h 92"/>
                  <a:gd name="T12" fmla="*/ 15 w 78"/>
                  <a:gd name="T13" fmla="*/ 36 h 92"/>
                  <a:gd name="T14" fmla="*/ 12 w 78"/>
                  <a:gd name="T15" fmla="*/ 38 h 92"/>
                  <a:gd name="T16" fmla="*/ 12 w 78"/>
                  <a:gd name="T17" fmla="*/ 38 h 92"/>
                  <a:gd name="T18" fmla="*/ 0 w 78"/>
                  <a:gd name="T19" fmla="*/ 54 h 92"/>
                  <a:gd name="T20" fmla="*/ 6 w 78"/>
                  <a:gd name="T21" fmla="*/ 58 h 92"/>
                  <a:gd name="T22" fmla="*/ 13 w 78"/>
                  <a:gd name="T23" fmla="*/ 50 h 92"/>
                  <a:gd name="T24" fmla="*/ 19 w 78"/>
                  <a:gd name="T25" fmla="*/ 89 h 92"/>
                  <a:gd name="T26" fmla="*/ 23 w 78"/>
                  <a:gd name="T27" fmla="*/ 92 h 92"/>
                  <a:gd name="T28" fmla="*/ 55 w 78"/>
                  <a:gd name="T29" fmla="*/ 92 h 92"/>
                  <a:gd name="T30" fmla="*/ 59 w 78"/>
                  <a:gd name="T31" fmla="*/ 89 h 92"/>
                  <a:gd name="T32" fmla="*/ 65 w 78"/>
                  <a:gd name="T33" fmla="*/ 50 h 92"/>
                  <a:gd name="T34" fmla="*/ 72 w 78"/>
                  <a:gd name="T35" fmla="*/ 58 h 92"/>
                  <a:gd name="T36" fmla="*/ 78 w 78"/>
                  <a:gd name="T37" fmla="*/ 54 h 92"/>
                  <a:gd name="T38" fmla="*/ 66 w 78"/>
                  <a:gd name="T39" fmla="*/ 38 h 92"/>
                  <a:gd name="T40" fmla="*/ 52 w 78"/>
                  <a:gd name="T41" fmla="*/ 84 h 92"/>
                  <a:gd name="T42" fmla="*/ 26 w 78"/>
                  <a:gd name="T43" fmla="*/ 84 h 92"/>
                  <a:gd name="T44" fmla="*/ 20 w 78"/>
                  <a:gd name="T45" fmla="*/ 44 h 92"/>
                  <a:gd name="T46" fmla="*/ 58 w 78"/>
                  <a:gd name="T47" fmla="*/ 44 h 92"/>
                  <a:gd name="T48" fmla="*/ 52 w 78"/>
                  <a:gd name="T49" fmla="*/ 8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8" h="92">
                    <a:moveTo>
                      <a:pt x="66" y="38"/>
                    </a:moveTo>
                    <a:cubicBezTo>
                      <a:pt x="65" y="36"/>
                      <a:pt x="64" y="36"/>
                      <a:pt x="63" y="36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4" y="36"/>
                      <a:pt x="13" y="36"/>
                      <a:pt x="12" y="38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6" y="58"/>
                      <a:pt x="6" y="58"/>
                      <a:pt x="6" y="58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9" y="89"/>
                      <a:pt x="19" y="89"/>
                      <a:pt x="19" y="89"/>
                    </a:cubicBezTo>
                    <a:cubicBezTo>
                      <a:pt x="19" y="91"/>
                      <a:pt x="21" y="92"/>
                      <a:pt x="23" y="92"/>
                    </a:cubicBezTo>
                    <a:cubicBezTo>
                      <a:pt x="55" y="92"/>
                      <a:pt x="55" y="92"/>
                      <a:pt x="55" y="92"/>
                    </a:cubicBezTo>
                    <a:cubicBezTo>
                      <a:pt x="57" y="92"/>
                      <a:pt x="59" y="91"/>
                      <a:pt x="59" y="89"/>
                    </a:cubicBezTo>
                    <a:cubicBezTo>
                      <a:pt x="65" y="50"/>
                      <a:pt x="65" y="50"/>
                      <a:pt x="65" y="50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66" y="38"/>
                      <a:pt x="66" y="38"/>
                      <a:pt x="66" y="38"/>
                    </a:cubicBezTo>
                    <a:close/>
                    <a:moveTo>
                      <a:pt x="52" y="84"/>
                    </a:moveTo>
                    <a:cubicBezTo>
                      <a:pt x="26" y="84"/>
                      <a:pt x="26" y="84"/>
                      <a:pt x="26" y="8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58" y="44"/>
                      <a:pt x="58" y="44"/>
                      <a:pt x="58" y="44"/>
                    </a:cubicBezTo>
                    <a:lnTo>
                      <a:pt x="52" y="8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5097463" y="2085975"/>
              <a:ext cx="177800" cy="254000"/>
            </a:xfrm>
            <a:custGeom>
              <a:avLst/>
              <a:gdLst>
                <a:gd name="T0" fmla="*/ 28 w 56"/>
                <a:gd name="T1" fmla="*/ 0 h 80"/>
                <a:gd name="T2" fmla="*/ 0 w 56"/>
                <a:gd name="T3" fmla="*/ 28 h 80"/>
                <a:gd name="T4" fmla="*/ 0 w 56"/>
                <a:gd name="T5" fmla="*/ 32 h 80"/>
                <a:gd name="T6" fmla="*/ 9 w 56"/>
                <a:gd name="T7" fmla="*/ 44 h 80"/>
                <a:gd name="T8" fmla="*/ 24 w 56"/>
                <a:gd name="T9" fmla="*/ 78 h 80"/>
                <a:gd name="T10" fmla="*/ 28 w 56"/>
                <a:gd name="T11" fmla="*/ 80 h 80"/>
                <a:gd name="T12" fmla="*/ 32 w 56"/>
                <a:gd name="T13" fmla="*/ 78 h 80"/>
                <a:gd name="T14" fmla="*/ 47 w 56"/>
                <a:gd name="T15" fmla="*/ 44 h 80"/>
                <a:gd name="T16" fmla="*/ 56 w 56"/>
                <a:gd name="T17" fmla="*/ 32 h 80"/>
                <a:gd name="T18" fmla="*/ 56 w 56"/>
                <a:gd name="T19" fmla="*/ 28 h 80"/>
                <a:gd name="T20" fmla="*/ 28 w 56"/>
                <a:gd name="T21" fmla="*/ 0 h 80"/>
                <a:gd name="T22" fmla="*/ 28 w 56"/>
                <a:gd name="T23" fmla="*/ 66 h 80"/>
                <a:gd name="T24" fmla="*/ 18 w 56"/>
                <a:gd name="T25" fmla="*/ 43 h 80"/>
                <a:gd name="T26" fmla="*/ 20 w 56"/>
                <a:gd name="T27" fmla="*/ 41 h 80"/>
                <a:gd name="T28" fmla="*/ 28 w 56"/>
                <a:gd name="T29" fmla="*/ 44 h 80"/>
                <a:gd name="T30" fmla="*/ 36 w 56"/>
                <a:gd name="T31" fmla="*/ 41 h 80"/>
                <a:gd name="T32" fmla="*/ 38 w 56"/>
                <a:gd name="T33" fmla="*/ 43 h 80"/>
                <a:gd name="T34" fmla="*/ 28 w 56"/>
                <a:gd name="T35" fmla="*/ 66 h 80"/>
                <a:gd name="T36" fmla="*/ 48 w 56"/>
                <a:gd name="T37" fmla="*/ 32 h 80"/>
                <a:gd name="T38" fmla="*/ 44 w 56"/>
                <a:gd name="T39" fmla="*/ 36 h 80"/>
                <a:gd name="T40" fmla="*/ 40 w 56"/>
                <a:gd name="T41" fmla="*/ 32 h 80"/>
                <a:gd name="T42" fmla="*/ 36 w 56"/>
                <a:gd name="T43" fmla="*/ 28 h 80"/>
                <a:gd name="T44" fmla="*/ 32 w 56"/>
                <a:gd name="T45" fmla="*/ 32 h 80"/>
                <a:gd name="T46" fmla="*/ 28 w 56"/>
                <a:gd name="T47" fmla="*/ 36 h 80"/>
                <a:gd name="T48" fmla="*/ 24 w 56"/>
                <a:gd name="T49" fmla="*/ 32 h 80"/>
                <a:gd name="T50" fmla="*/ 20 w 56"/>
                <a:gd name="T51" fmla="*/ 28 h 80"/>
                <a:gd name="T52" fmla="*/ 16 w 56"/>
                <a:gd name="T53" fmla="*/ 32 h 80"/>
                <a:gd name="T54" fmla="*/ 12 w 56"/>
                <a:gd name="T55" fmla="*/ 36 h 80"/>
                <a:gd name="T56" fmla="*/ 8 w 56"/>
                <a:gd name="T57" fmla="*/ 32 h 80"/>
                <a:gd name="T58" fmla="*/ 8 w 56"/>
                <a:gd name="T59" fmla="*/ 28 h 80"/>
                <a:gd name="T60" fmla="*/ 28 w 56"/>
                <a:gd name="T61" fmla="*/ 8 h 80"/>
                <a:gd name="T62" fmla="*/ 48 w 56"/>
                <a:gd name="T63" fmla="*/ 28 h 80"/>
                <a:gd name="T64" fmla="*/ 48 w 56"/>
                <a:gd name="T65" fmla="*/ 3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6" h="80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8"/>
                    <a:pt x="4" y="42"/>
                    <a:pt x="9" y="44"/>
                  </a:cubicBezTo>
                  <a:cubicBezTo>
                    <a:pt x="24" y="78"/>
                    <a:pt x="24" y="78"/>
                    <a:pt x="24" y="78"/>
                  </a:cubicBezTo>
                  <a:cubicBezTo>
                    <a:pt x="25" y="79"/>
                    <a:pt x="26" y="80"/>
                    <a:pt x="28" y="80"/>
                  </a:cubicBezTo>
                  <a:cubicBezTo>
                    <a:pt x="30" y="80"/>
                    <a:pt x="31" y="79"/>
                    <a:pt x="32" y="78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52" y="42"/>
                    <a:pt x="56" y="38"/>
                    <a:pt x="56" y="32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  <a:moveTo>
                    <a:pt x="28" y="66"/>
                  </a:moveTo>
                  <a:cubicBezTo>
                    <a:pt x="18" y="43"/>
                    <a:pt x="18" y="43"/>
                    <a:pt x="18" y="43"/>
                  </a:cubicBezTo>
                  <a:cubicBezTo>
                    <a:pt x="18" y="42"/>
                    <a:pt x="19" y="42"/>
                    <a:pt x="20" y="41"/>
                  </a:cubicBezTo>
                  <a:cubicBezTo>
                    <a:pt x="22" y="43"/>
                    <a:pt x="25" y="44"/>
                    <a:pt x="28" y="44"/>
                  </a:cubicBezTo>
                  <a:cubicBezTo>
                    <a:pt x="31" y="44"/>
                    <a:pt x="34" y="43"/>
                    <a:pt x="36" y="41"/>
                  </a:cubicBezTo>
                  <a:cubicBezTo>
                    <a:pt x="37" y="42"/>
                    <a:pt x="38" y="42"/>
                    <a:pt x="38" y="43"/>
                  </a:cubicBezTo>
                  <a:lnTo>
                    <a:pt x="28" y="66"/>
                  </a:lnTo>
                  <a:close/>
                  <a:moveTo>
                    <a:pt x="48" y="32"/>
                  </a:moveTo>
                  <a:cubicBezTo>
                    <a:pt x="48" y="34"/>
                    <a:pt x="46" y="36"/>
                    <a:pt x="44" y="36"/>
                  </a:cubicBezTo>
                  <a:cubicBezTo>
                    <a:pt x="42" y="36"/>
                    <a:pt x="40" y="34"/>
                    <a:pt x="40" y="32"/>
                  </a:cubicBezTo>
                  <a:cubicBezTo>
                    <a:pt x="40" y="30"/>
                    <a:pt x="38" y="28"/>
                    <a:pt x="36" y="28"/>
                  </a:cubicBezTo>
                  <a:cubicBezTo>
                    <a:pt x="34" y="28"/>
                    <a:pt x="32" y="30"/>
                    <a:pt x="32" y="32"/>
                  </a:cubicBezTo>
                  <a:cubicBezTo>
                    <a:pt x="32" y="34"/>
                    <a:pt x="30" y="36"/>
                    <a:pt x="28" y="36"/>
                  </a:cubicBezTo>
                  <a:cubicBezTo>
                    <a:pt x="26" y="36"/>
                    <a:pt x="24" y="34"/>
                    <a:pt x="24" y="32"/>
                  </a:cubicBezTo>
                  <a:cubicBezTo>
                    <a:pt x="24" y="30"/>
                    <a:pt x="22" y="28"/>
                    <a:pt x="20" y="28"/>
                  </a:cubicBezTo>
                  <a:cubicBezTo>
                    <a:pt x="18" y="28"/>
                    <a:pt x="16" y="30"/>
                    <a:pt x="16" y="32"/>
                  </a:cubicBezTo>
                  <a:cubicBezTo>
                    <a:pt x="16" y="34"/>
                    <a:pt x="14" y="36"/>
                    <a:pt x="12" y="36"/>
                  </a:cubicBezTo>
                  <a:cubicBezTo>
                    <a:pt x="10" y="36"/>
                    <a:pt x="8" y="34"/>
                    <a:pt x="8" y="32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lnTo>
                    <a:pt x="48" y="3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5665788" y="2085975"/>
              <a:ext cx="254000" cy="254000"/>
            </a:xfrm>
            <a:custGeom>
              <a:avLst/>
              <a:gdLst>
                <a:gd name="T0" fmla="*/ 64 w 80"/>
                <a:gd name="T1" fmla="*/ 8 h 80"/>
                <a:gd name="T2" fmla="*/ 57 w 80"/>
                <a:gd name="T3" fmla="*/ 10 h 80"/>
                <a:gd name="T4" fmla="*/ 40 w 80"/>
                <a:gd name="T5" fmla="*/ 0 h 80"/>
                <a:gd name="T6" fmla="*/ 23 w 80"/>
                <a:gd name="T7" fmla="*/ 10 h 80"/>
                <a:gd name="T8" fmla="*/ 16 w 80"/>
                <a:gd name="T9" fmla="*/ 8 h 80"/>
                <a:gd name="T10" fmla="*/ 0 w 80"/>
                <a:gd name="T11" fmla="*/ 24 h 80"/>
                <a:gd name="T12" fmla="*/ 12 w 80"/>
                <a:gd name="T13" fmla="*/ 39 h 80"/>
                <a:gd name="T14" fmla="*/ 12 w 80"/>
                <a:gd name="T15" fmla="*/ 76 h 80"/>
                <a:gd name="T16" fmla="*/ 16 w 80"/>
                <a:gd name="T17" fmla="*/ 80 h 80"/>
                <a:gd name="T18" fmla="*/ 64 w 80"/>
                <a:gd name="T19" fmla="*/ 80 h 80"/>
                <a:gd name="T20" fmla="*/ 68 w 80"/>
                <a:gd name="T21" fmla="*/ 76 h 80"/>
                <a:gd name="T22" fmla="*/ 68 w 80"/>
                <a:gd name="T23" fmla="*/ 39 h 80"/>
                <a:gd name="T24" fmla="*/ 80 w 80"/>
                <a:gd name="T25" fmla="*/ 24 h 80"/>
                <a:gd name="T26" fmla="*/ 64 w 80"/>
                <a:gd name="T27" fmla="*/ 8 h 80"/>
                <a:gd name="T28" fmla="*/ 20 w 80"/>
                <a:gd name="T29" fmla="*/ 72 h 80"/>
                <a:gd name="T30" fmla="*/ 20 w 80"/>
                <a:gd name="T31" fmla="*/ 68 h 80"/>
                <a:gd name="T32" fmla="*/ 60 w 80"/>
                <a:gd name="T33" fmla="*/ 68 h 80"/>
                <a:gd name="T34" fmla="*/ 60 w 80"/>
                <a:gd name="T35" fmla="*/ 72 h 80"/>
                <a:gd name="T36" fmla="*/ 20 w 80"/>
                <a:gd name="T37" fmla="*/ 72 h 80"/>
                <a:gd name="T38" fmla="*/ 64 w 80"/>
                <a:gd name="T39" fmla="*/ 32 h 80"/>
                <a:gd name="T40" fmla="*/ 60 w 80"/>
                <a:gd name="T41" fmla="*/ 36 h 80"/>
                <a:gd name="T42" fmla="*/ 60 w 80"/>
                <a:gd name="T43" fmla="*/ 60 h 80"/>
                <a:gd name="T44" fmla="*/ 56 w 80"/>
                <a:gd name="T45" fmla="*/ 60 h 80"/>
                <a:gd name="T46" fmla="*/ 56 w 80"/>
                <a:gd name="T47" fmla="*/ 48 h 80"/>
                <a:gd name="T48" fmla="*/ 48 w 80"/>
                <a:gd name="T49" fmla="*/ 48 h 80"/>
                <a:gd name="T50" fmla="*/ 48 w 80"/>
                <a:gd name="T51" fmla="*/ 60 h 80"/>
                <a:gd name="T52" fmla="*/ 44 w 80"/>
                <a:gd name="T53" fmla="*/ 60 h 80"/>
                <a:gd name="T54" fmla="*/ 44 w 80"/>
                <a:gd name="T55" fmla="*/ 44 h 80"/>
                <a:gd name="T56" fmla="*/ 36 w 80"/>
                <a:gd name="T57" fmla="*/ 44 h 80"/>
                <a:gd name="T58" fmla="*/ 36 w 80"/>
                <a:gd name="T59" fmla="*/ 60 h 80"/>
                <a:gd name="T60" fmla="*/ 32 w 80"/>
                <a:gd name="T61" fmla="*/ 60 h 80"/>
                <a:gd name="T62" fmla="*/ 32 w 80"/>
                <a:gd name="T63" fmla="*/ 48 h 80"/>
                <a:gd name="T64" fmla="*/ 24 w 80"/>
                <a:gd name="T65" fmla="*/ 48 h 80"/>
                <a:gd name="T66" fmla="*/ 24 w 80"/>
                <a:gd name="T67" fmla="*/ 60 h 80"/>
                <a:gd name="T68" fmla="*/ 20 w 80"/>
                <a:gd name="T69" fmla="*/ 60 h 80"/>
                <a:gd name="T70" fmla="*/ 20 w 80"/>
                <a:gd name="T71" fmla="*/ 36 h 80"/>
                <a:gd name="T72" fmla="*/ 16 w 80"/>
                <a:gd name="T73" fmla="*/ 32 h 80"/>
                <a:gd name="T74" fmla="*/ 8 w 80"/>
                <a:gd name="T75" fmla="*/ 24 h 80"/>
                <a:gd name="T76" fmla="*/ 16 w 80"/>
                <a:gd name="T77" fmla="*/ 16 h 80"/>
                <a:gd name="T78" fmla="*/ 22 w 80"/>
                <a:gd name="T79" fmla="*/ 18 h 80"/>
                <a:gd name="T80" fmla="*/ 26 w 80"/>
                <a:gd name="T81" fmla="*/ 20 h 80"/>
                <a:gd name="T82" fmla="*/ 29 w 80"/>
                <a:gd name="T83" fmla="*/ 17 h 80"/>
                <a:gd name="T84" fmla="*/ 40 w 80"/>
                <a:gd name="T85" fmla="*/ 8 h 80"/>
                <a:gd name="T86" fmla="*/ 51 w 80"/>
                <a:gd name="T87" fmla="*/ 17 h 80"/>
                <a:gd name="T88" fmla="*/ 54 w 80"/>
                <a:gd name="T89" fmla="*/ 20 h 80"/>
                <a:gd name="T90" fmla="*/ 58 w 80"/>
                <a:gd name="T91" fmla="*/ 18 h 80"/>
                <a:gd name="T92" fmla="*/ 64 w 80"/>
                <a:gd name="T93" fmla="*/ 16 h 80"/>
                <a:gd name="T94" fmla="*/ 72 w 80"/>
                <a:gd name="T95" fmla="*/ 24 h 80"/>
                <a:gd name="T96" fmla="*/ 64 w 80"/>
                <a:gd name="T97" fmla="*/ 3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" h="80">
                  <a:moveTo>
                    <a:pt x="64" y="8"/>
                  </a:moveTo>
                  <a:cubicBezTo>
                    <a:pt x="62" y="8"/>
                    <a:pt x="59" y="9"/>
                    <a:pt x="57" y="10"/>
                  </a:cubicBezTo>
                  <a:cubicBezTo>
                    <a:pt x="53" y="4"/>
                    <a:pt x="47" y="0"/>
                    <a:pt x="40" y="0"/>
                  </a:cubicBezTo>
                  <a:cubicBezTo>
                    <a:pt x="33" y="0"/>
                    <a:pt x="27" y="4"/>
                    <a:pt x="23" y="10"/>
                  </a:cubicBezTo>
                  <a:cubicBezTo>
                    <a:pt x="21" y="9"/>
                    <a:pt x="18" y="8"/>
                    <a:pt x="16" y="8"/>
                  </a:cubicBezTo>
                  <a:cubicBezTo>
                    <a:pt x="7" y="8"/>
                    <a:pt x="0" y="15"/>
                    <a:pt x="0" y="24"/>
                  </a:cubicBezTo>
                  <a:cubicBezTo>
                    <a:pt x="0" y="31"/>
                    <a:pt x="5" y="38"/>
                    <a:pt x="12" y="39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8"/>
                    <a:pt x="14" y="80"/>
                    <a:pt x="16" y="80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66" y="80"/>
                    <a:pt x="68" y="78"/>
                    <a:pt x="68" y="76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75" y="38"/>
                    <a:pt x="80" y="31"/>
                    <a:pt x="80" y="24"/>
                  </a:cubicBezTo>
                  <a:cubicBezTo>
                    <a:pt x="80" y="15"/>
                    <a:pt x="73" y="8"/>
                    <a:pt x="64" y="8"/>
                  </a:cubicBezTo>
                  <a:close/>
                  <a:moveTo>
                    <a:pt x="20" y="72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60" y="72"/>
                    <a:pt x="60" y="72"/>
                    <a:pt x="60" y="72"/>
                  </a:cubicBezTo>
                  <a:lnTo>
                    <a:pt x="20" y="72"/>
                  </a:lnTo>
                  <a:close/>
                  <a:moveTo>
                    <a:pt x="64" y="32"/>
                  </a:moveTo>
                  <a:cubicBezTo>
                    <a:pt x="62" y="32"/>
                    <a:pt x="60" y="34"/>
                    <a:pt x="60" y="36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4"/>
                    <a:pt x="18" y="32"/>
                    <a:pt x="16" y="32"/>
                  </a:cubicBezTo>
                  <a:cubicBezTo>
                    <a:pt x="12" y="32"/>
                    <a:pt x="8" y="28"/>
                    <a:pt x="8" y="24"/>
                  </a:cubicBezTo>
                  <a:cubicBezTo>
                    <a:pt x="8" y="20"/>
                    <a:pt x="12" y="16"/>
                    <a:pt x="16" y="16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20"/>
                    <a:pt x="24" y="20"/>
                    <a:pt x="26" y="20"/>
                  </a:cubicBezTo>
                  <a:cubicBezTo>
                    <a:pt x="27" y="19"/>
                    <a:pt x="28" y="18"/>
                    <a:pt x="29" y="17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5" y="8"/>
                    <a:pt x="50" y="12"/>
                    <a:pt x="51" y="17"/>
                  </a:cubicBezTo>
                  <a:cubicBezTo>
                    <a:pt x="52" y="18"/>
                    <a:pt x="53" y="19"/>
                    <a:pt x="54" y="20"/>
                  </a:cubicBezTo>
                  <a:cubicBezTo>
                    <a:pt x="56" y="20"/>
                    <a:pt x="57" y="20"/>
                    <a:pt x="58" y="18"/>
                  </a:cubicBezTo>
                  <a:cubicBezTo>
                    <a:pt x="60" y="17"/>
                    <a:pt x="62" y="16"/>
                    <a:pt x="64" y="16"/>
                  </a:cubicBezTo>
                  <a:cubicBezTo>
                    <a:pt x="68" y="16"/>
                    <a:pt x="72" y="20"/>
                    <a:pt x="72" y="24"/>
                  </a:cubicBezTo>
                  <a:cubicBezTo>
                    <a:pt x="72" y="28"/>
                    <a:pt x="68" y="32"/>
                    <a:pt x="64" y="32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7486651" y="2085975"/>
              <a:ext cx="252413" cy="254000"/>
              <a:chOff x="7486651" y="2085975"/>
              <a:chExt cx="252413" cy="254000"/>
            </a:xfrm>
          </p:grpSpPr>
          <p:sp>
            <p:nvSpPr>
              <p:cNvPr id="56" name="Freeform 55"/>
              <p:cNvSpPr>
                <a:spLocks noEditPoints="1"/>
              </p:cNvSpPr>
              <p:nvPr/>
            </p:nvSpPr>
            <p:spPr bwMode="auto">
              <a:xfrm>
                <a:off x="7486651" y="2085975"/>
                <a:ext cx="252413" cy="76200"/>
              </a:xfrm>
              <a:custGeom>
                <a:avLst/>
                <a:gdLst>
                  <a:gd name="T0" fmla="*/ 76 w 80"/>
                  <a:gd name="T1" fmla="*/ 0 h 24"/>
                  <a:gd name="T2" fmla="*/ 0 w 80"/>
                  <a:gd name="T3" fmla="*/ 0 h 24"/>
                  <a:gd name="T4" fmla="*/ 0 w 80"/>
                  <a:gd name="T5" fmla="*/ 8 h 24"/>
                  <a:gd name="T6" fmla="*/ 24 w 80"/>
                  <a:gd name="T7" fmla="*/ 8 h 24"/>
                  <a:gd name="T8" fmla="*/ 24 w 80"/>
                  <a:gd name="T9" fmla="*/ 16 h 24"/>
                  <a:gd name="T10" fmla="*/ 32 w 80"/>
                  <a:gd name="T11" fmla="*/ 24 h 24"/>
                  <a:gd name="T12" fmla="*/ 72 w 80"/>
                  <a:gd name="T13" fmla="*/ 24 h 24"/>
                  <a:gd name="T14" fmla="*/ 80 w 80"/>
                  <a:gd name="T15" fmla="*/ 16 h 24"/>
                  <a:gd name="T16" fmla="*/ 80 w 80"/>
                  <a:gd name="T17" fmla="*/ 4 h 24"/>
                  <a:gd name="T18" fmla="*/ 76 w 80"/>
                  <a:gd name="T19" fmla="*/ 0 h 24"/>
                  <a:gd name="T20" fmla="*/ 32 w 80"/>
                  <a:gd name="T21" fmla="*/ 16 h 24"/>
                  <a:gd name="T22" fmla="*/ 32 w 80"/>
                  <a:gd name="T23" fmla="*/ 8 h 24"/>
                  <a:gd name="T24" fmla="*/ 72 w 80"/>
                  <a:gd name="T25" fmla="*/ 8 h 24"/>
                  <a:gd name="T26" fmla="*/ 72 w 80"/>
                  <a:gd name="T27" fmla="*/ 16 h 24"/>
                  <a:gd name="T28" fmla="*/ 32 w 80"/>
                  <a:gd name="T2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24">
                    <a:moveTo>
                      <a:pt x="7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0"/>
                      <a:pt x="28" y="24"/>
                      <a:pt x="32" y="24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6" y="24"/>
                      <a:pt x="80" y="20"/>
                      <a:pt x="80" y="1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  <a:moveTo>
                      <a:pt x="32" y="16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16"/>
                      <a:pt x="72" y="16"/>
                      <a:pt x="72" y="16"/>
                    </a:cubicBezTo>
                    <a:lnTo>
                      <a:pt x="32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56"/>
              <p:cNvSpPr>
                <a:spLocks noEditPoints="1"/>
              </p:cNvSpPr>
              <p:nvPr/>
            </p:nvSpPr>
            <p:spPr bwMode="auto">
              <a:xfrm>
                <a:off x="7586663" y="2187575"/>
                <a:ext cx="127000" cy="152400"/>
              </a:xfrm>
              <a:custGeom>
                <a:avLst/>
                <a:gdLst>
                  <a:gd name="T0" fmla="*/ 35 w 40"/>
                  <a:gd name="T1" fmla="*/ 17 h 48"/>
                  <a:gd name="T2" fmla="*/ 30 w 40"/>
                  <a:gd name="T3" fmla="*/ 17 h 48"/>
                  <a:gd name="T4" fmla="*/ 24 w 40"/>
                  <a:gd name="T5" fmla="*/ 21 h 48"/>
                  <a:gd name="T6" fmla="*/ 24 w 40"/>
                  <a:gd name="T7" fmla="*/ 4 h 48"/>
                  <a:gd name="T8" fmla="*/ 22 w 40"/>
                  <a:gd name="T9" fmla="*/ 0 h 48"/>
                  <a:gd name="T10" fmla="*/ 17 w 40"/>
                  <a:gd name="T11" fmla="*/ 1 h 48"/>
                  <a:gd name="T12" fmla="*/ 0 w 40"/>
                  <a:gd name="T13" fmla="*/ 28 h 48"/>
                  <a:gd name="T14" fmla="*/ 20 w 40"/>
                  <a:gd name="T15" fmla="*/ 48 h 48"/>
                  <a:gd name="T16" fmla="*/ 40 w 40"/>
                  <a:gd name="T17" fmla="*/ 28 h 48"/>
                  <a:gd name="T18" fmla="*/ 35 w 40"/>
                  <a:gd name="T19" fmla="*/ 17 h 48"/>
                  <a:gd name="T20" fmla="*/ 20 w 40"/>
                  <a:gd name="T21" fmla="*/ 40 h 48"/>
                  <a:gd name="T22" fmla="*/ 8 w 40"/>
                  <a:gd name="T23" fmla="*/ 28 h 48"/>
                  <a:gd name="T24" fmla="*/ 16 w 40"/>
                  <a:gd name="T25" fmla="*/ 14 h 48"/>
                  <a:gd name="T26" fmla="*/ 16 w 40"/>
                  <a:gd name="T27" fmla="*/ 28 h 48"/>
                  <a:gd name="T28" fmla="*/ 18 w 40"/>
                  <a:gd name="T29" fmla="*/ 32 h 48"/>
                  <a:gd name="T30" fmla="*/ 22 w 40"/>
                  <a:gd name="T31" fmla="*/ 31 h 48"/>
                  <a:gd name="T32" fmla="*/ 31 w 40"/>
                  <a:gd name="T33" fmla="*/ 25 h 48"/>
                  <a:gd name="T34" fmla="*/ 32 w 40"/>
                  <a:gd name="T35" fmla="*/ 28 h 48"/>
                  <a:gd name="T36" fmla="*/ 20 w 40"/>
                  <a:gd name="T3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48">
                    <a:moveTo>
                      <a:pt x="35" y="17"/>
                    </a:moveTo>
                    <a:cubicBezTo>
                      <a:pt x="33" y="16"/>
                      <a:pt x="31" y="16"/>
                      <a:pt x="30" y="17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3" y="1"/>
                      <a:pt x="22" y="0"/>
                    </a:cubicBezTo>
                    <a:cubicBezTo>
                      <a:pt x="20" y="0"/>
                      <a:pt x="18" y="0"/>
                      <a:pt x="17" y="1"/>
                    </a:cubicBezTo>
                    <a:cubicBezTo>
                      <a:pt x="14" y="4"/>
                      <a:pt x="0" y="18"/>
                      <a:pt x="0" y="28"/>
                    </a:cubicBezTo>
                    <a:cubicBezTo>
                      <a:pt x="0" y="39"/>
                      <a:pt x="9" y="48"/>
                      <a:pt x="20" y="48"/>
                    </a:cubicBezTo>
                    <a:cubicBezTo>
                      <a:pt x="31" y="48"/>
                      <a:pt x="40" y="39"/>
                      <a:pt x="40" y="28"/>
                    </a:cubicBezTo>
                    <a:cubicBezTo>
                      <a:pt x="40" y="22"/>
                      <a:pt x="35" y="17"/>
                      <a:pt x="35" y="17"/>
                    </a:cubicBezTo>
                    <a:close/>
                    <a:moveTo>
                      <a:pt x="20" y="40"/>
                    </a:moveTo>
                    <a:cubicBezTo>
                      <a:pt x="13" y="40"/>
                      <a:pt x="8" y="35"/>
                      <a:pt x="8" y="28"/>
                    </a:cubicBezTo>
                    <a:cubicBezTo>
                      <a:pt x="8" y="25"/>
                      <a:pt x="12" y="19"/>
                      <a:pt x="16" y="14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7" y="31"/>
                      <a:pt x="18" y="32"/>
                    </a:cubicBezTo>
                    <a:cubicBezTo>
                      <a:pt x="19" y="32"/>
                      <a:pt x="21" y="32"/>
                      <a:pt x="22" y="31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2" y="26"/>
                      <a:pt x="32" y="27"/>
                      <a:pt x="32" y="28"/>
                    </a:cubicBezTo>
                    <a:cubicBezTo>
                      <a:pt x="32" y="35"/>
                      <a:pt x="27" y="40"/>
                      <a:pt x="20" y="4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7" name="组合 126"/>
            <p:cNvGrpSpPr/>
            <p:nvPr/>
          </p:nvGrpSpPr>
          <p:grpSpPr>
            <a:xfrm>
              <a:off x="6892926" y="2060575"/>
              <a:ext cx="227013" cy="304800"/>
              <a:chOff x="6892926" y="2060575"/>
              <a:chExt cx="227013" cy="304800"/>
            </a:xfrm>
          </p:grpSpPr>
          <p:sp>
            <p:nvSpPr>
              <p:cNvPr id="58" name="Freeform 57"/>
              <p:cNvSpPr>
                <a:spLocks noEditPoints="1"/>
              </p:cNvSpPr>
              <p:nvPr/>
            </p:nvSpPr>
            <p:spPr bwMode="auto">
              <a:xfrm>
                <a:off x="6892926" y="2060575"/>
                <a:ext cx="214313" cy="152400"/>
              </a:xfrm>
              <a:custGeom>
                <a:avLst/>
                <a:gdLst>
                  <a:gd name="T0" fmla="*/ 12 w 68"/>
                  <a:gd name="T1" fmla="*/ 20 h 48"/>
                  <a:gd name="T2" fmla="*/ 12 w 68"/>
                  <a:gd name="T3" fmla="*/ 36 h 48"/>
                  <a:gd name="T4" fmla="*/ 24 w 68"/>
                  <a:gd name="T5" fmla="*/ 48 h 48"/>
                  <a:gd name="T6" fmla="*/ 56 w 68"/>
                  <a:gd name="T7" fmla="*/ 48 h 48"/>
                  <a:gd name="T8" fmla="*/ 68 w 68"/>
                  <a:gd name="T9" fmla="*/ 36 h 48"/>
                  <a:gd name="T10" fmla="*/ 68 w 68"/>
                  <a:gd name="T11" fmla="*/ 20 h 48"/>
                  <a:gd name="T12" fmla="*/ 64 w 68"/>
                  <a:gd name="T13" fmla="*/ 16 h 48"/>
                  <a:gd name="T14" fmla="*/ 20 w 68"/>
                  <a:gd name="T15" fmla="*/ 16 h 48"/>
                  <a:gd name="T16" fmla="*/ 20 w 68"/>
                  <a:gd name="T17" fmla="*/ 4 h 48"/>
                  <a:gd name="T18" fmla="*/ 16 w 68"/>
                  <a:gd name="T19" fmla="*/ 0 h 48"/>
                  <a:gd name="T20" fmla="*/ 0 w 68"/>
                  <a:gd name="T21" fmla="*/ 0 h 48"/>
                  <a:gd name="T22" fmla="*/ 0 w 68"/>
                  <a:gd name="T23" fmla="*/ 8 h 48"/>
                  <a:gd name="T24" fmla="*/ 12 w 68"/>
                  <a:gd name="T25" fmla="*/ 8 h 48"/>
                  <a:gd name="T26" fmla="*/ 12 w 68"/>
                  <a:gd name="T27" fmla="*/ 20 h 48"/>
                  <a:gd name="T28" fmla="*/ 36 w 68"/>
                  <a:gd name="T29" fmla="*/ 40 h 48"/>
                  <a:gd name="T30" fmla="*/ 36 w 68"/>
                  <a:gd name="T31" fmla="*/ 24 h 48"/>
                  <a:gd name="T32" fmla="*/ 44 w 68"/>
                  <a:gd name="T33" fmla="*/ 24 h 48"/>
                  <a:gd name="T34" fmla="*/ 44 w 68"/>
                  <a:gd name="T35" fmla="*/ 40 h 48"/>
                  <a:gd name="T36" fmla="*/ 36 w 68"/>
                  <a:gd name="T37" fmla="*/ 40 h 48"/>
                  <a:gd name="T38" fmla="*/ 56 w 68"/>
                  <a:gd name="T39" fmla="*/ 40 h 48"/>
                  <a:gd name="T40" fmla="*/ 52 w 68"/>
                  <a:gd name="T41" fmla="*/ 40 h 48"/>
                  <a:gd name="T42" fmla="*/ 52 w 68"/>
                  <a:gd name="T43" fmla="*/ 24 h 48"/>
                  <a:gd name="T44" fmla="*/ 60 w 68"/>
                  <a:gd name="T45" fmla="*/ 24 h 48"/>
                  <a:gd name="T46" fmla="*/ 60 w 68"/>
                  <a:gd name="T47" fmla="*/ 36 h 48"/>
                  <a:gd name="T48" fmla="*/ 56 w 68"/>
                  <a:gd name="T49" fmla="*/ 40 h 48"/>
                  <a:gd name="T50" fmla="*/ 28 w 68"/>
                  <a:gd name="T51" fmla="*/ 24 h 48"/>
                  <a:gd name="T52" fmla="*/ 28 w 68"/>
                  <a:gd name="T53" fmla="*/ 40 h 48"/>
                  <a:gd name="T54" fmla="*/ 24 w 68"/>
                  <a:gd name="T55" fmla="*/ 40 h 48"/>
                  <a:gd name="T56" fmla="*/ 20 w 68"/>
                  <a:gd name="T57" fmla="*/ 36 h 48"/>
                  <a:gd name="T58" fmla="*/ 20 w 68"/>
                  <a:gd name="T59" fmla="*/ 24 h 48"/>
                  <a:gd name="T60" fmla="*/ 28 w 68"/>
                  <a:gd name="T61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8" h="48">
                    <a:moveTo>
                      <a:pt x="12" y="20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43"/>
                      <a:pt x="17" y="48"/>
                      <a:pt x="24" y="4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3" y="48"/>
                      <a:pt x="68" y="43"/>
                      <a:pt x="68" y="36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8" y="18"/>
                      <a:pt x="66" y="16"/>
                      <a:pt x="64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2" y="8"/>
                      <a:pt x="12" y="8"/>
                      <a:pt x="12" y="8"/>
                    </a:cubicBezTo>
                    <a:lnTo>
                      <a:pt x="12" y="20"/>
                    </a:lnTo>
                    <a:close/>
                    <a:moveTo>
                      <a:pt x="36" y="40"/>
                    </a:moveTo>
                    <a:cubicBezTo>
                      <a:pt x="36" y="24"/>
                      <a:pt x="36" y="24"/>
                      <a:pt x="36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40"/>
                      <a:pt x="44" y="40"/>
                      <a:pt x="44" y="40"/>
                    </a:cubicBezTo>
                    <a:lnTo>
                      <a:pt x="36" y="40"/>
                    </a:lnTo>
                    <a:close/>
                    <a:moveTo>
                      <a:pt x="56" y="40"/>
                    </a:move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8"/>
                      <a:pt x="58" y="40"/>
                      <a:pt x="56" y="40"/>
                    </a:cubicBezTo>
                    <a:close/>
                    <a:moveTo>
                      <a:pt x="28" y="24"/>
                    </a:moveTo>
                    <a:cubicBezTo>
                      <a:pt x="28" y="40"/>
                      <a:pt x="28" y="40"/>
                      <a:pt x="28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2" y="40"/>
                      <a:pt x="20" y="38"/>
                      <a:pt x="20" y="36"/>
                    </a:cubicBezTo>
                    <a:cubicBezTo>
                      <a:pt x="20" y="24"/>
                      <a:pt x="20" y="24"/>
                      <a:pt x="20" y="24"/>
                    </a:cubicBezTo>
                    <a:lnTo>
                      <a:pt x="28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8"/>
              <p:cNvSpPr>
                <a:spLocks noEditPoints="1"/>
              </p:cNvSpPr>
              <p:nvPr/>
            </p:nvSpPr>
            <p:spPr bwMode="auto">
              <a:xfrm>
                <a:off x="6918326" y="2225675"/>
                <a:ext cx="201613" cy="139700"/>
              </a:xfrm>
              <a:custGeom>
                <a:avLst/>
                <a:gdLst>
                  <a:gd name="T0" fmla="*/ 60 w 64"/>
                  <a:gd name="T1" fmla="*/ 0 h 44"/>
                  <a:gd name="T2" fmla="*/ 4 w 64"/>
                  <a:gd name="T3" fmla="*/ 0 h 44"/>
                  <a:gd name="T4" fmla="*/ 0 w 64"/>
                  <a:gd name="T5" fmla="*/ 4 h 44"/>
                  <a:gd name="T6" fmla="*/ 0 w 64"/>
                  <a:gd name="T7" fmla="*/ 32 h 44"/>
                  <a:gd name="T8" fmla="*/ 12 w 64"/>
                  <a:gd name="T9" fmla="*/ 44 h 44"/>
                  <a:gd name="T10" fmla="*/ 52 w 64"/>
                  <a:gd name="T11" fmla="*/ 44 h 44"/>
                  <a:gd name="T12" fmla="*/ 64 w 64"/>
                  <a:gd name="T13" fmla="*/ 32 h 44"/>
                  <a:gd name="T14" fmla="*/ 64 w 64"/>
                  <a:gd name="T15" fmla="*/ 4 h 44"/>
                  <a:gd name="T16" fmla="*/ 60 w 64"/>
                  <a:gd name="T17" fmla="*/ 0 h 44"/>
                  <a:gd name="T18" fmla="*/ 52 w 64"/>
                  <a:gd name="T19" fmla="*/ 36 h 44"/>
                  <a:gd name="T20" fmla="*/ 12 w 64"/>
                  <a:gd name="T21" fmla="*/ 36 h 44"/>
                  <a:gd name="T22" fmla="*/ 8 w 64"/>
                  <a:gd name="T23" fmla="*/ 32 h 44"/>
                  <a:gd name="T24" fmla="*/ 8 w 64"/>
                  <a:gd name="T25" fmla="*/ 8 h 44"/>
                  <a:gd name="T26" fmla="*/ 56 w 64"/>
                  <a:gd name="T27" fmla="*/ 8 h 44"/>
                  <a:gd name="T28" fmla="*/ 56 w 64"/>
                  <a:gd name="T29" fmla="*/ 32 h 44"/>
                  <a:gd name="T30" fmla="*/ 52 w 64"/>
                  <a:gd name="T31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4" h="44">
                    <a:moveTo>
                      <a:pt x="6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9"/>
                      <a:pt x="5" y="44"/>
                      <a:pt x="12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9" y="44"/>
                      <a:pt x="64" y="39"/>
                      <a:pt x="64" y="32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2"/>
                      <a:pt x="62" y="0"/>
                      <a:pt x="60" y="0"/>
                    </a:cubicBezTo>
                    <a:close/>
                    <a:moveTo>
                      <a:pt x="52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0" y="36"/>
                      <a:pt x="8" y="34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6" y="34"/>
                      <a:pt x="54" y="36"/>
                      <a:pt x="52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Rectangle 59"/>
              <p:cNvSpPr>
                <a:spLocks noChangeArrowheads="1"/>
              </p:cNvSpPr>
              <p:nvPr/>
            </p:nvSpPr>
            <p:spPr bwMode="auto">
              <a:xfrm>
                <a:off x="6992938" y="2263775"/>
                <a:ext cx="508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6297613" y="2085975"/>
              <a:ext cx="203200" cy="254000"/>
              <a:chOff x="6297613" y="2085975"/>
              <a:chExt cx="203200" cy="254000"/>
            </a:xfrm>
          </p:grpSpPr>
          <p:sp>
            <p:nvSpPr>
              <p:cNvPr id="61" name="Freeform 60"/>
              <p:cNvSpPr>
                <a:spLocks noEditPoints="1"/>
              </p:cNvSpPr>
              <p:nvPr/>
            </p:nvSpPr>
            <p:spPr bwMode="auto">
              <a:xfrm>
                <a:off x="6297613" y="2085975"/>
                <a:ext cx="203200" cy="254000"/>
              </a:xfrm>
              <a:custGeom>
                <a:avLst/>
                <a:gdLst>
                  <a:gd name="T0" fmla="*/ 52 w 64"/>
                  <a:gd name="T1" fmla="*/ 12 h 80"/>
                  <a:gd name="T2" fmla="*/ 47 w 64"/>
                  <a:gd name="T3" fmla="*/ 12 h 80"/>
                  <a:gd name="T4" fmla="*/ 44 w 64"/>
                  <a:gd name="T5" fmla="*/ 3 h 80"/>
                  <a:gd name="T6" fmla="*/ 40 w 64"/>
                  <a:gd name="T7" fmla="*/ 0 h 80"/>
                  <a:gd name="T8" fmla="*/ 8 w 64"/>
                  <a:gd name="T9" fmla="*/ 0 h 80"/>
                  <a:gd name="T10" fmla="*/ 4 w 64"/>
                  <a:gd name="T11" fmla="*/ 3 h 80"/>
                  <a:gd name="T12" fmla="*/ 0 w 64"/>
                  <a:gd name="T13" fmla="*/ 15 h 80"/>
                  <a:gd name="T14" fmla="*/ 0 w 64"/>
                  <a:gd name="T15" fmla="*/ 17 h 80"/>
                  <a:gd name="T16" fmla="*/ 8 w 64"/>
                  <a:gd name="T17" fmla="*/ 51 h 80"/>
                  <a:gd name="T18" fmla="*/ 1 w 64"/>
                  <a:gd name="T19" fmla="*/ 62 h 80"/>
                  <a:gd name="T20" fmla="*/ 0 w 64"/>
                  <a:gd name="T21" fmla="*/ 64 h 80"/>
                  <a:gd name="T22" fmla="*/ 0 w 64"/>
                  <a:gd name="T23" fmla="*/ 76 h 80"/>
                  <a:gd name="T24" fmla="*/ 4 w 64"/>
                  <a:gd name="T25" fmla="*/ 80 h 80"/>
                  <a:gd name="T26" fmla="*/ 44 w 64"/>
                  <a:gd name="T27" fmla="*/ 80 h 80"/>
                  <a:gd name="T28" fmla="*/ 48 w 64"/>
                  <a:gd name="T29" fmla="*/ 76 h 80"/>
                  <a:gd name="T30" fmla="*/ 48 w 64"/>
                  <a:gd name="T31" fmla="*/ 64 h 80"/>
                  <a:gd name="T32" fmla="*/ 47 w 64"/>
                  <a:gd name="T33" fmla="*/ 62 h 80"/>
                  <a:gd name="T34" fmla="*/ 40 w 64"/>
                  <a:gd name="T35" fmla="*/ 51 h 80"/>
                  <a:gd name="T36" fmla="*/ 47 w 64"/>
                  <a:gd name="T37" fmla="*/ 20 h 80"/>
                  <a:gd name="T38" fmla="*/ 52 w 64"/>
                  <a:gd name="T39" fmla="*/ 20 h 80"/>
                  <a:gd name="T40" fmla="*/ 56 w 64"/>
                  <a:gd name="T41" fmla="*/ 24 h 80"/>
                  <a:gd name="T42" fmla="*/ 56 w 64"/>
                  <a:gd name="T43" fmla="*/ 52 h 80"/>
                  <a:gd name="T44" fmla="*/ 64 w 64"/>
                  <a:gd name="T45" fmla="*/ 52 h 80"/>
                  <a:gd name="T46" fmla="*/ 64 w 64"/>
                  <a:gd name="T47" fmla="*/ 24 h 80"/>
                  <a:gd name="T48" fmla="*/ 52 w 64"/>
                  <a:gd name="T49" fmla="*/ 12 h 80"/>
                  <a:gd name="T50" fmla="*/ 37 w 64"/>
                  <a:gd name="T51" fmla="*/ 8 h 80"/>
                  <a:gd name="T52" fmla="*/ 38 w 64"/>
                  <a:gd name="T53" fmla="*/ 12 h 80"/>
                  <a:gd name="T54" fmla="*/ 10 w 64"/>
                  <a:gd name="T55" fmla="*/ 12 h 80"/>
                  <a:gd name="T56" fmla="*/ 11 w 64"/>
                  <a:gd name="T57" fmla="*/ 8 h 80"/>
                  <a:gd name="T58" fmla="*/ 37 w 64"/>
                  <a:gd name="T59" fmla="*/ 8 h 80"/>
                  <a:gd name="T60" fmla="*/ 40 w 64"/>
                  <a:gd name="T61" fmla="*/ 72 h 80"/>
                  <a:gd name="T62" fmla="*/ 8 w 64"/>
                  <a:gd name="T63" fmla="*/ 72 h 80"/>
                  <a:gd name="T64" fmla="*/ 8 w 64"/>
                  <a:gd name="T65" fmla="*/ 65 h 80"/>
                  <a:gd name="T66" fmla="*/ 14 w 64"/>
                  <a:gd name="T67" fmla="*/ 56 h 80"/>
                  <a:gd name="T68" fmla="*/ 34 w 64"/>
                  <a:gd name="T69" fmla="*/ 56 h 80"/>
                  <a:gd name="T70" fmla="*/ 40 w 64"/>
                  <a:gd name="T71" fmla="*/ 65 h 80"/>
                  <a:gd name="T72" fmla="*/ 40 w 64"/>
                  <a:gd name="T73" fmla="*/ 72 h 80"/>
                  <a:gd name="T74" fmla="*/ 33 w 64"/>
                  <a:gd name="T75" fmla="*/ 48 h 80"/>
                  <a:gd name="T76" fmla="*/ 28 w 64"/>
                  <a:gd name="T77" fmla="*/ 48 h 80"/>
                  <a:gd name="T78" fmla="*/ 28 w 64"/>
                  <a:gd name="T79" fmla="*/ 36 h 80"/>
                  <a:gd name="T80" fmla="*/ 20 w 64"/>
                  <a:gd name="T81" fmla="*/ 36 h 80"/>
                  <a:gd name="T82" fmla="*/ 20 w 64"/>
                  <a:gd name="T83" fmla="*/ 48 h 80"/>
                  <a:gd name="T84" fmla="*/ 15 w 64"/>
                  <a:gd name="T85" fmla="*/ 48 h 80"/>
                  <a:gd name="T86" fmla="*/ 9 w 64"/>
                  <a:gd name="T87" fmla="*/ 20 h 80"/>
                  <a:gd name="T88" fmla="*/ 39 w 64"/>
                  <a:gd name="T89" fmla="*/ 20 h 80"/>
                  <a:gd name="T90" fmla="*/ 33 w 64"/>
                  <a:gd name="T91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4" h="80">
                    <a:moveTo>
                      <a:pt x="52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3" y="1"/>
                      <a:pt x="42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5" y="1"/>
                      <a:pt x="4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6"/>
                      <a:pt x="0" y="1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1" y="62"/>
                      <a:pt x="1" y="62"/>
                      <a:pt x="1" y="62"/>
                    </a:cubicBezTo>
                    <a:cubicBezTo>
                      <a:pt x="0" y="62"/>
                      <a:pt x="0" y="63"/>
                      <a:pt x="0" y="6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48" y="63"/>
                      <a:pt x="48" y="62"/>
                      <a:pt x="47" y="62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4" y="20"/>
                      <a:pt x="56" y="22"/>
                      <a:pt x="56" y="24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17"/>
                      <a:pt x="59" y="12"/>
                      <a:pt x="52" y="12"/>
                    </a:cubicBezTo>
                    <a:close/>
                    <a:moveTo>
                      <a:pt x="37" y="8"/>
                    </a:moveTo>
                    <a:cubicBezTo>
                      <a:pt x="38" y="12"/>
                      <a:pt x="38" y="12"/>
                      <a:pt x="38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8"/>
                      <a:pt x="11" y="8"/>
                      <a:pt x="11" y="8"/>
                    </a:cubicBezTo>
                    <a:lnTo>
                      <a:pt x="37" y="8"/>
                    </a:lnTo>
                    <a:close/>
                    <a:moveTo>
                      <a:pt x="40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40" y="65"/>
                      <a:pt x="40" y="65"/>
                      <a:pt x="40" y="65"/>
                    </a:cubicBezTo>
                    <a:lnTo>
                      <a:pt x="40" y="72"/>
                    </a:lnTo>
                    <a:close/>
                    <a:moveTo>
                      <a:pt x="33" y="48"/>
                    </a:move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39" y="20"/>
                      <a:pt x="39" y="20"/>
                      <a:pt x="39" y="20"/>
                    </a:cubicBezTo>
                    <a:lnTo>
                      <a:pt x="33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Oval 61"/>
              <p:cNvSpPr>
                <a:spLocks noChangeArrowheads="1"/>
              </p:cNvSpPr>
              <p:nvPr/>
            </p:nvSpPr>
            <p:spPr bwMode="auto">
              <a:xfrm>
                <a:off x="6361113" y="2276475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5097463" y="2690813"/>
              <a:ext cx="177800" cy="257175"/>
              <a:chOff x="5097463" y="2690813"/>
              <a:chExt cx="177800" cy="257175"/>
            </a:xfrm>
          </p:grpSpPr>
          <p:sp>
            <p:nvSpPr>
              <p:cNvPr id="63" name="Freeform 62"/>
              <p:cNvSpPr>
                <a:spLocks/>
              </p:cNvSpPr>
              <p:nvPr/>
            </p:nvSpPr>
            <p:spPr bwMode="auto">
              <a:xfrm>
                <a:off x="5100638" y="2690813"/>
                <a:ext cx="171450" cy="104775"/>
              </a:xfrm>
              <a:custGeom>
                <a:avLst/>
                <a:gdLst>
                  <a:gd name="T0" fmla="*/ 13 w 54"/>
                  <a:gd name="T1" fmla="*/ 33 h 33"/>
                  <a:gd name="T2" fmla="*/ 11 w 54"/>
                  <a:gd name="T3" fmla="*/ 10 h 33"/>
                  <a:gd name="T4" fmla="*/ 13 w 54"/>
                  <a:gd name="T5" fmla="*/ 9 h 33"/>
                  <a:gd name="T6" fmla="*/ 22 w 54"/>
                  <a:gd name="T7" fmla="*/ 33 h 33"/>
                  <a:gd name="T8" fmla="*/ 32 w 54"/>
                  <a:gd name="T9" fmla="*/ 33 h 33"/>
                  <a:gd name="T10" fmla="*/ 41 w 54"/>
                  <a:gd name="T11" fmla="*/ 9 h 33"/>
                  <a:gd name="T12" fmla="*/ 43 w 54"/>
                  <a:gd name="T13" fmla="*/ 10 h 33"/>
                  <a:gd name="T14" fmla="*/ 41 w 54"/>
                  <a:gd name="T15" fmla="*/ 33 h 33"/>
                  <a:gd name="T16" fmla="*/ 50 w 54"/>
                  <a:gd name="T17" fmla="*/ 33 h 33"/>
                  <a:gd name="T18" fmla="*/ 51 w 54"/>
                  <a:gd name="T19" fmla="*/ 7 h 33"/>
                  <a:gd name="T20" fmla="*/ 44 w 54"/>
                  <a:gd name="T21" fmla="*/ 1 h 33"/>
                  <a:gd name="T22" fmla="*/ 36 w 54"/>
                  <a:gd name="T23" fmla="*/ 2 h 33"/>
                  <a:gd name="T24" fmla="*/ 27 w 54"/>
                  <a:gd name="T25" fmla="*/ 19 h 33"/>
                  <a:gd name="T26" fmla="*/ 18 w 54"/>
                  <a:gd name="T27" fmla="*/ 2 h 33"/>
                  <a:gd name="T28" fmla="*/ 10 w 54"/>
                  <a:gd name="T29" fmla="*/ 1 h 33"/>
                  <a:gd name="T30" fmla="*/ 3 w 54"/>
                  <a:gd name="T31" fmla="*/ 7 h 33"/>
                  <a:gd name="T32" fmla="*/ 4 w 54"/>
                  <a:gd name="T33" fmla="*/ 33 h 33"/>
                  <a:gd name="T34" fmla="*/ 13 w 54"/>
                  <a:gd name="T3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4" h="33">
                    <a:moveTo>
                      <a:pt x="13" y="33"/>
                    </a:moveTo>
                    <a:cubicBezTo>
                      <a:pt x="10" y="25"/>
                      <a:pt x="8" y="15"/>
                      <a:pt x="11" y="10"/>
                    </a:cubicBezTo>
                    <a:cubicBezTo>
                      <a:pt x="11" y="9"/>
                      <a:pt x="12" y="8"/>
                      <a:pt x="13" y="9"/>
                    </a:cubicBezTo>
                    <a:cubicBezTo>
                      <a:pt x="17" y="11"/>
                      <a:pt x="20" y="23"/>
                      <a:pt x="22" y="33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4" y="23"/>
                      <a:pt x="37" y="11"/>
                      <a:pt x="41" y="9"/>
                    </a:cubicBezTo>
                    <a:cubicBezTo>
                      <a:pt x="42" y="8"/>
                      <a:pt x="43" y="9"/>
                      <a:pt x="43" y="10"/>
                    </a:cubicBezTo>
                    <a:cubicBezTo>
                      <a:pt x="46" y="15"/>
                      <a:pt x="44" y="25"/>
                      <a:pt x="41" y="33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52" y="25"/>
                      <a:pt x="54" y="14"/>
                      <a:pt x="51" y="7"/>
                    </a:cubicBezTo>
                    <a:cubicBezTo>
                      <a:pt x="49" y="4"/>
                      <a:pt x="47" y="2"/>
                      <a:pt x="44" y="1"/>
                    </a:cubicBezTo>
                    <a:cubicBezTo>
                      <a:pt x="42" y="0"/>
                      <a:pt x="39" y="1"/>
                      <a:pt x="36" y="2"/>
                    </a:cubicBezTo>
                    <a:cubicBezTo>
                      <a:pt x="32" y="5"/>
                      <a:pt x="29" y="12"/>
                      <a:pt x="27" y="19"/>
                    </a:cubicBezTo>
                    <a:cubicBezTo>
                      <a:pt x="25" y="12"/>
                      <a:pt x="22" y="5"/>
                      <a:pt x="18" y="2"/>
                    </a:cubicBezTo>
                    <a:cubicBezTo>
                      <a:pt x="15" y="1"/>
                      <a:pt x="12" y="0"/>
                      <a:pt x="10" y="1"/>
                    </a:cubicBezTo>
                    <a:cubicBezTo>
                      <a:pt x="7" y="2"/>
                      <a:pt x="5" y="4"/>
                      <a:pt x="3" y="7"/>
                    </a:cubicBezTo>
                    <a:cubicBezTo>
                      <a:pt x="0" y="14"/>
                      <a:pt x="2" y="25"/>
                      <a:pt x="4" y="33"/>
                    </a:cubicBezTo>
                    <a:lnTo>
                      <a:pt x="13" y="33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63"/>
              <p:cNvSpPr>
                <a:spLocks noEditPoints="1"/>
              </p:cNvSpPr>
              <p:nvPr/>
            </p:nvSpPr>
            <p:spPr bwMode="auto">
              <a:xfrm>
                <a:off x="5097463" y="2808288"/>
                <a:ext cx="177800" cy="139700"/>
              </a:xfrm>
              <a:custGeom>
                <a:avLst/>
                <a:gdLst>
                  <a:gd name="T0" fmla="*/ 56 w 56"/>
                  <a:gd name="T1" fmla="*/ 0 h 44"/>
                  <a:gd name="T2" fmla="*/ 0 w 56"/>
                  <a:gd name="T3" fmla="*/ 0 h 44"/>
                  <a:gd name="T4" fmla="*/ 0 w 56"/>
                  <a:gd name="T5" fmla="*/ 8 h 44"/>
                  <a:gd name="T6" fmla="*/ 8 w 56"/>
                  <a:gd name="T7" fmla="*/ 8 h 44"/>
                  <a:gd name="T8" fmla="*/ 8 w 56"/>
                  <a:gd name="T9" fmla="*/ 40 h 44"/>
                  <a:gd name="T10" fmla="*/ 12 w 56"/>
                  <a:gd name="T11" fmla="*/ 44 h 44"/>
                  <a:gd name="T12" fmla="*/ 44 w 56"/>
                  <a:gd name="T13" fmla="*/ 44 h 44"/>
                  <a:gd name="T14" fmla="*/ 48 w 56"/>
                  <a:gd name="T15" fmla="*/ 40 h 44"/>
                  <a:gd name="T16" fmla="*/ 48 w 56"/>
                  <a:gd name="T17" fmla="*/ 8 h 44"/>
                  <a:gd name="T18" fmla="*/ 56 w 56"/>
                  <a:gd name="T19" fmla="*/ 8 h 44"/>
                  <a:gd name="T20" fmla="*/ 56 w 56"/>
                  <a:gd name="T21" fmla="*/ 0 h 44"/>
                  <a:gd name="T22" fmla="*/ 16 w 56"/>
                  <a:gd name="T23" fmla="*/ 36 h 44"/>
                  <a:gd name="T24" fmla="*/ 16 w 56"/>
                  <a:gd name="T25" fmla="*/ 20 h 44"/>
                  <a:gd name="T26" fmla="*/ 40 w 56"/>
                  <a:gd name="T27" fmla="*/ 20 h 44"/>
                  <a:gd name="T28" fmla="*/ 40 w 56"/>
                  <a:gd name="T29" fmla="*/ 36 h 44"/>
                  <a:gd name="T30" fmla="*/ 16 w 56"/>
                  <a:gd name="T31" fmla="*/ 36 h 44"/>
                  <a:gd name="T32" fmla="*/ 40 w 56"/>
                  <a:gd name="T33" fmla="*/ 12 h 44"/>
                  <a:gd name="T34" fmla="*/ 16 w 56"/>
                  <a:gd name="T35" fmla="*/ 12 h 44"/>
                  <a:gd name="T36" fmla="*/ 16 w 56"/>
                  <a:gd name="T37" fmla="*/ 8 h 44"/>
                  <a:gd name="T38" fmla="*/ 40 w 56"/>
                  <a:gd name="T39" fmla="*/ 8 h 44"/>
                  <a:gd name="T40" fmla="*/ 40 w 56"/>
                  <a:gd name="T41" fmla="*/ 1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6" h="44">
                    <a:moveTo>
                      <a:pt x="5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2"/>
                      <a:pt x="10" y="44"/>
                      <a:pt x="12" y="44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46" y="44"/>
                      <a:pt x="48" y="42"/>
                      <a:pt x="48" y="40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56" y="8"/>
                      <a:pt x="56" y="8"/>
                      <a:pt x="56" y="8"/>
                    </a:cubicBezTo>
                    <a:lnTo>
                      <a:pt x="56" y="0"/>
                    </a:lnTo>
                    <a:close/>
                    <a:moveTo>
                      <a:pt x="16" y="36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36"/>
                      <a:pt x="40" y="36"/>
                      <a:pt x="40" y="36"/>
                    </a:cubicBezTo>
                    <a:lnTo>
                      <a:pt x="16" y="36"/>
                    </a:lnTo>
                    <a:close/>
                    <a:moveTo>
                      <a:pt x="40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4" name="组合 133"/>
            <p:cNvGrpSpPr/>
            <p:nvPr/>
          </p:nvGrpSpPr>
          <p:grpSpPr>
            <a:xfrm>
              <a:off x="6273801" y="2693988"/>
              <a:ext cx="252412" cy="254000"/>
              <a:chOff x="6273801" y="2693988"/>
              <a:chExt cx="252412" cy="254000"/>
            </a:xfrm>
          </p:grpSpPr>
          <p:sp>
            <p:nvSpPr>
              <p:cNvPr id="65" name="Freeform 64"/>
              <p:cNvSpPr>
                <a:spLocks noEditPoints="1"/>
              </p:cNvSpPr>
              <p:nvPr/>
            </p:nvSpPr>
            <p:spPr bwMode="auto">
              <a:xfrm>
                <a:off x="6284913" y="2693988"/>
                <a:ext cx="228600" cy="254000"/>
              </a:xfrm>
              <a:custGeom>
                <a:avLst/>
                <a:gdLst>
                  <a:gd name="T0" fmla="*/ 68 w 72"/>
                  <a:gd name="T1" fmla="*/ 40 h 80"/>
                  <a:gd name="T2" fmla="*/ 72 w 72"/>
                  <a:gd name="T3" fmla="*/ 36 h 80"/>
                  <a:gd name="T4" fmla="*/ 72 w 72"/>
                  <a:gd name="T5" fmla="*/ 28 h 80"/>
                  <a:gd name="T6" fmla="*/ 70 w 72"/>
                  <a:gd name="T7" fmla="*/ 25 h 80"/>
                  <a:gd name="T8" fmla="*/ 39 w 72"/>
                  <a:gd name="T9" fmla="*/ 1 h 80"/>
                  <a:gd name="T10" fmla="*/ 34 w 72"/>
                  <a:gd name="T11" fmla="*/ 1 h 80"/>
                  <a:gd name="T12" fmla="*/ 2 w 72"/>
                  <a:gd name="T13" fmla="*/ 25 h 80"/>
                  <a:gd name="T14" fmla="*/ 0 w 72"/>
                  <a:gd name="T15" fmla="*/ 28 h 80"/>
                  <a:gd name="T16" fmla="*/ 0 w 72"/>
                  <a:gd name="T17" fmla="*/ 36 h 80"/>
                  <a:gd name="T18" fmla="*/ 4 w 72"/>
                  <a:gd name="T19" fmla="*/ 40 h 80"/>
                  <a:gd name="T20" fmla="*/ 32 w 72"/>
                  <a:gd name="T21" fmla="*/ 40 h 80"/>
                  <a:gd name="T22" fmla="*/ 32 w 72"/>
                  <a:gd name="T23" fmla="*/ 80 h 80"/>
                  <a:gd name="T24" fmla="*/ 40 w 72"/>
                  <a:gd name="T25" fmla="*/ 80 h 80"/>
                  <a:gd name="T26" fmla="*/ 40 w 72"/>
                  <a:gd name="T27" fmla="*/ 40 h 80"/>
                  <a:gd name="T28" fmla="*/ 68 w 72"/>
                  <a:gd name="T29" fmla="*/ 40 h 80"/>
                  <a:gd name="T30" fmla="*/ 36 w 72"/>
                  <a:gd name="T31" fmla="*/ 13 h 80"/>
                  <a:gd name="T32" fmla="*/ 44 w 72"/>
                  <a:gd name="T33" fmla="*/ 29 h 80"/>
                  <a:gd name="T34" fmla="*/ 44 w 72"/>
                  <a:gd name="T35" fmla="*/ 32 h 80"/>
                  <a:gd name="T36" fmla="*/ 28 w 72"/>
                  <a:gd name="T37" fmla="*/ 32 h 80"/>
                  <a:gd name="T38" fmla="*/ 28 w 72"/>
                  <a:gd name="T39" fmla="*/ 29 h 80"/>
                  <a:gd name="T40" fmla="*/ 36 w 72"/>
                  <a:gd name="T41" fmla="*/ 13 h 80"/>
                  <a:gd name="T42" fmla="*/ 64 w 72"/>
                  <a:gd name="T43" fmla="*/ 32 h 80"/>
                  <a:gd name="T44" fmla="*/ 52 w 72"/>
                  <a:gd name="T45" fmla="*/ 32 h 80"/>
                  <a:gd name="T46" fmla="*/ 52 w 72"/>
                  <a:gd name="T47" fmla="*/ 28 h 80"/>
                  <a:gd name="T48" fmla="*/ 52 w 72"/>
                  <a:gd name="T49" fmla="*/ 26 h 80"/>
                  <a:gd name="T50" fmla="*/ 47 w 72"/>
                  <a:gd name="T51" fmla="*/ 17 h 80"/>
                  <a:gd name="T52" fmla="*/ 64 w 72"/>
                  <a:gd name="T53" fmla="*/ 30 h 80"/>
                  <a:gd name="T54" fmla="*/ 64 w 72"/>
                  <a:gd name="T55" fmla="*/ 32 h 80"/>
                  <a:gd name="T56" fmla="*/ 8 w 72"/>
                  <a:gd name="T57" fmla="*/ 30 h 80"/>
                  <a:gd name="T58" fmla="*/ 25 w 72"/>
                  <a:gd name="T59" fmla="*/ 17 h 80"/>
                  <a:gd name="T60" fmla="*/ 21 w 72"/>
                  <a:gd name="T61" fmla="*/ 26 h 80"/>
                  <a:gd name="T62" fmla="*/ 20 w 72"/>
                  <a:gd name="T63" fmla="*/ 28 h 80"/>
                  <a:gd name="T64" fmla="*/ 20 w 72"/>
                  <a:gd name="T65" fmla="*/ 32 h 80"/>
                  <a:gd name="T66" fmla="*/ 8 w 72"/>
                  <a:gd name="T67" fmla="*/ 32 h 80"/>
                  <a:gd name="T68" fmla="*/ 8 w 72"/>
                  <a:gd name="T69" fmla="*/ 3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2" h="80">
                    <a:moveTo>
                      <a:pt x="68" y="40"/>
                    </a:moveTo>
                    <a:cubicBezTo>
                      <a:pt x="70" y="40"/>
                      <a:pt x="72" y="38"/>
                      <a:pt x="72" y="36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70" y="25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0"/>
                      <a:pt x="35" y="0"/>
                      <a:pt x="34" y="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40" y="80"/>
                      <a:pt x="40" y="80"/>
                      <a:pt x="40" y="80"/>
                    </a:cubicBezTo>
                    <a:cubicBezTo>
                      <a:pt x="40" y="40"/>
                      <a:pt x="40" y="40"/>
                      <a:pt x="40" y="40"/>
                    </a:cubicBezTo>
                    <a:lnTo>
                      <a:pt x="68" y="40"/>
                    </a:lnTo>
                    <a:close/>
                    <a:moveTo>
                      <a:pt x="36" y="13"/>
                    </a:move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28" y="29"/>
                      <a:pt x="28" y="29"/>
                      <a:pt x="28" y="29"/>
                    </a:cubicBezTo>
                    <a:lnTo>
                      <a:pt x="36" y="13"/>
                    </a:lnTo>
                    <a:close/>
                    <a:moveTo>
                      <a:pt x="64" y="32"/>
                    </a:moveTo>
                    <a:cubicBezTo>
                      <a:pt x="52" y="32"/>
                      <a:pt x="52" y="32"/>
                      <a:pt x="52" y="32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2" y="27"/>
                      <a:pt x="52" y="27"/>
                      <a:pt x="52" y="26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64" y="30"/>
                      <a:pt x="64" y="30"/>
                      <a:pt x="64" y="30"/>
                    </a:cubicBezTo>
                    <a:lnTo>
                      <a:pt x="64" y="32"/>
                    </a:lnTo>
                    <a:close/>
                    <a:moveTo>
                      <a:pt x="8" y="30"/>
                    </a:moveTo>
                    <a:cubicBezTo>
                      <a:pt x="25" y="17"/>
                      <a:pt x="25" y="17"/>
                      <a:pt x="25" y="17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0" y="27"/>
                      <a:pt x="20" y="27"/>
                      <a:pt x="20" y="28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8" y="32"/>
                      <a:pt x="8" y="32"/>
                      <a:pt x="8" y="32"/>
                    </a:cubicBezTo>
                    <a:lnTo>
                      <a:pt x="8" y="3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65"/>
              <p:cNvSpPr>
                <a:spLocks/>
              </p:cNvSpPr>
              <p:nvPr/>
            </p:nvSpPr>
            <p:spPr bwMode="auto">
              <a:xfrm>
                <a:off x="6437313" y="2855913"/>
                <a:ext cx="88900" cy="92075"/>
              </a:xfrm>
              <a:custGeom>
                <a:avLst/>
                <a:gdLst>
                  <a:gd name="T0" fmla="*/ 20 w 28"/>
                  <a:gd name="T1" fmla="*/ 0 h 29"/>
                  <a:gd name="T2" fmla="*/ 17 w 28"/>
                  <a:gd name="T3" fmla="*/ 13 h 29"/>
                  <a:gd name="T4" fmla="*/ 4 w 28"/>
                  <a:gd name="T5" fmla="*/ 13 h 29"/>
                  <a:gd name="T6" fmla="*/ 0 w 28"/>
                  <a:gd name="T7" fmla="*/ 17 h 29"/>
                  <a:gd name="T8" fmla="*/ 0 w 28"/>
                  <a:gd name="T9" fmla="*/ 29 h 29"/>
                  <a:gd name="T10" fmla="*/ 8 w 28"/>
                  <a:gd name="T11" fmla="*/ 29 h 29"/>
                  <a:gd name="T12" fmla="*/ 8 w 28"/>
                  <a:gd name="T13" fmla="*/ 21 h 29"/>
                  <a:gd name="T14" fmla="*/ 16 w 28"/>
                  <a:gd name="T15" fmla="*/ 21 h 29"/>
                  <a:gd name="T16" fmla="*/ 16 w 28"/>
                  <a:gd name="T17" fmla="*/ 29 h 29"/>
                  <a:gd name="T18" fmla="*/ 24 w 28"/>
                  <a:gd name="T19" fmla="*/ 29 h 29"/>
                  <a:gd name="T20" fmla="*/ 24 w 28"/>
                  <a:gd name="T21" fmla="*/ 17 h 29"/>
                  <a:gd name="T22" fmla="*/ 28 w 28"/>
                  <a:gd name="T23" fmla="*/ 2 h 29"/>
                  <a:gd name="T24" fmla="*/ 20 w 28"/>
                  <a:gd name="T25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29">
                    <a:moveTo>
                      <a:pt x="20" y="0"/>
                    </a:moveTo>
                    <a:cubicBezTo>
                      <a:pt x="17" y="13"/>
                      <a:pt x="17" y="13"/>
                      <a:pt x="17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2" y="13"/>
                      <a:pt x="0" y="15"/>
                      <a:pt x="0" y="17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8" y="2"/>
                      <a:pt x="28" y="2"/>
                      <a:pt x="28" y="2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66"/>
              <p:cNvSpPr>
                <a:spLocks/>
              </p:cNvSpPr>
              <p:nvPr/>
            </p:nvSpPr>
            <p:spPr bwMode="auto">
              <a:xfrm>
                <a:off x="6273801" y="2855913"/>
                <a:ext cx="87313" cy="92075"/>
              </a:xfrm>
              <a:custGeom>
                <a:avLst/>
                <a:gdLst>
                  <a:gd name="T0" fmla="*/ 24 w 28"/>
                  <a:gd name="T1" fmla="*/ 13 h 29"/>
                  <a:gd name="T2" fmla="*/ 11 w 28"/>
                  <a:gd name="T3" fmla="*/ 13 h 29"/>
                  <a:gd name="T4" fmla="*/ 8 w 28"/>
                  <a:gd name="T5" fmla="*/ 0 h 29"/>
                  <a:gd name="T6" fmla="*/ 0 w 28"/>
                  <a:gd name="T7" fmla="*/ 2 h 29"/>
                  <a:gd name="T8" fmla="*/ 4 w 28"/>
                  <a:gd name="T9" fmla="*/ 17 h 29"/>
                  <a:gd name="T10" fmla="*/ 4 w 28"/>
                  <a:gd name="T11" fmla="*/ 29 h 29"/>
                  <a:gd name="T12" fmla="*/ 12 w 28"/>
                  <a:gd name="T13" fmla="*/ 29 h 29"/>
                  <a:gd name="T14" fmla="*/ 12 w 28"/>
                  <a:gd name="T15" fmla="*/ 21 h 29"/>
                  <a:gd name="T16" fmla="*/ 20 w 28"/>
                  <a:gd name="T17" fmla="*/ 21 h 29"/>
                  <a:gd name="T18" fmla="*/ 20 w 28"/>
                  <a:gd name="T19" fmla="*/ 29 h 29"/>
                  <a:gd name="T20" fmla="*/ 28 w 28"/>
                  <a:gd name="T21" fmla="*/ 29 h 29"/>
                  <a:gd name="T22" fmla="*/ 28 w 28"/>
                  <a:gd name="T23" fmla="*/ 17 h 29"/>
                  <a:gd name="T24" fmla="*/ 24 w 28"/>
                  <a:gd name="T25" fmla="*/ 1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29">
                    <a:moveTo>
                      <a:pt x="24" y="13"/>
                    </a:moveTo>
                    <a:cubicBezTo>
                      <a:pt x="11" y="13"/>
                      <a:pt x="11" y="13"/>
                      <a:pt x="11" y="13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5"/>
                      <a:pt x="26" y="13"/>
                      <a:pt x="24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6854826" y="2681288"/>
              <a:ext cx="303213" cy="292100"/>
              <a:chOff x="6854826" y="2681288"/>
              <a:chExt cx="303213" cy="292100"/>
            </a:xfrm>
          </p:grpSpPr>
          <p:sp>
            <p:nvSpPr>
              <p:cNvPr id="68" name="Freeform 67"/>
              <p:cNvSpPr>
                <a:spLocks noEditPoints="1"/>
              </p:cNvSpPr>
              <p:nvPr/>
            </p:nvSpPr>
            <p:spPr bwMode="auto">
              <a:xfrm>
                <a:off x="6954838" y="2732088"/>
                <a:ext cx="101600" cy="101600"/>
              </a:xfrm>
              <a:custGeom>
                <a:avLst/>
                <a:gdLst>
                  <a:gd name="T0" fmla="*/ 32 w 32"/>
                  <a:gd name="T1" fmla="*/ 16 h 32"/>
                  <a:gd name="T2" fmla="*/ 16 w 32"/>
                  <a:gd name="T3" fmla="*/ 0 h 32"/>
                  <a:gd name="T4" fmla="*/ 0 w 32"/>
                  <a:gd name="T5" fmla="*/ 16 h 32"/>
                  <a:gd name="T6" fmla="*/ 16 w 32"/>
                  <a:gd name="T7" fmla="*/ 32 h 32"/>
                  <a:gd name="T8" fmla="*/ 32 w 32"/>
                  <a:gd name="T9" fmla="*/ 16 h 32"/>
                  <a:gd name="T10" fmla="*/ 8 w 32"/>
                  <a:gd name="T11" fmla="*/ 16 h 32"/>
                  <a:gd name="T12" fmla="*/ 16 w 32"/>
                  <a:gd name="T13" fmla="*/ 8 h 32"/>
                  <a:gd name="T14" fmla="*/ 24 w 32"/>
                  <a:gd name="T15" fmla="*/ 16 h 32"/>
                  <a:gd name="T16" fmla="*/ 16 w 32"/>
                  <a:gd name="T17" fmla="*/ 24 h 32"/>
                  <a:gd name="T18" fmla="*/ 8 w 32"/>
                  <a:gd name="T19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32" y="16"/>
                    </a:move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lose/>
                    <a:moveTo>
                      <a:pt x="8" y="16"/>
                    </a:move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ubicBezTo>
                      <a:pt x="24" y="20"/>
                      <a:pt x="20" y="24"/>
                      <a:pt x="16" y="24"/>
                    </a:cubicBezTo>
                    <a:cubicBezTo>
                      <a:pt x="12" y="24"/>
                      <a:pt x="8" y="20"/>
                      <a:pt x="8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68"/>
              <p:cNvSpPr>
                <a:spLocks noEditPoints="1"/>
              </p:cNvSpPr>
              <p:nvPr/>
            </p:nvSpPr>
            <p:spPr bwMode="auto">
              <a:xfrm>
                <a:off x="6880226" y="2681288"/>
                <a:ext cx="252413" cy="152400"/>
              </a:xfrm>
              <a:custGeom>
                <a:avLst/>
                <a:gdLst>
                  <a:gd name="T0" fmla="*/ 8 w 80"/>
                  <a:gd name="T1" fmla="*/ 48 h 48"/>
                  <a:gd name="T2" fmla="*/ 20 w 80"/>
                  <a:gd name="T3" fmla="*/ 48 h 48"/>
                  <a:gd name="T4" fmla="*/ 20 w 80"/>
                  <a:gd name="T5" fmla="*/ 28 h 48"/>
                  <a:gd name="T6" fmla="*/ 40 w 80"/>
                  <a:gd name="T7" fmla="*/ 8 h 48"/>
                  <a:gd name="T8" fmla="*/ 60 w 80"/>
                  <a:gd name="T9" fmla="*/ 28 h 48"/>
                  <a:gd name="T10" fmla="*/ 60 w 80"/>
                  <a:gd name="T11" fmla="*/ 48 h 48"/>
                  <a:gd name="T12" fmla="*/ 72 w 80"/>
                  <a:gd name="T13" fmla="*/ 48 h 48"/>
                  <a:gd name="T14" fmla="*/ 80 w 80"/>
                  <a:gd name="T15" fmla="*/ 40 h 48"/>
                  <a:gd name="T16" fmla="*/ 80 w 80"/>
                  <a:gd name="T17" fmla="*/ 32 h 48"/>
                  <a:gd name="T18" fmla="*/ 72 w 80"/>
                  <a:gd name="T19" fmla="*/ 24 h 48"/>
                  <a:gd name="T20" fmla="*/ 68 w 80"/>
                  <a:gd name="T21" fmla="*/ 24 h 48"/>
                  <a:gd name="T22" fmla="*/ 40 w 80"/>
                  <a:gd name="T23" fmla="*/ 0 h 48"/>
                  <a:gd name="T24" fmla="*/ 12 w 80"/>
                  <a:gd name="T25" fmla="*/ 24 h 48"/>
                  <a:gd name="T26" fmla="*/ 8 w 80"/>
                  <a:gd name="T27" fmla="*/ 24 h 48"/>
                  <a:gd name="T28" fmla="*/ 0 w 80"/>
                  <a:gd name="T29" fmla="*/ 32 h 48"/>
                  <a:gd name="T30" fmla="*/ 0 w 80"/>
                  <a:gd name="T31" fmla="*/ 40 h 48"/>
                  <a:gd name="T32" fmla="*/ 8 w 80"/>
                  <a:gd name="T33" fmla="*/ 48 h 48"/>
                  <a:gd name="T34" fmla="*/ 72 w 80"/>
                  <a:gd name="T35" fmla="*/ 40 h 48"/>
                  <a:gd name="T36" fmla="*/ 68 w 80"/>
                  <a:gd name="T37" fmla="*/ 40 h 48"/>
                  <a:gd name="T38" fmla="*/ 68 w 80"/>
                  <a:gd name="T39" fmla="*/ 32 h 48"/>
                  <a:gd name="T40" fmla="*/ 72 w 80"/>
                  <a:gd name="T41" fmla="*/ 32 h 48"/>
                  <a:gd name="T42" fmla="*/ 72 w 80"/>
                  <a:gd name="T43" fmla="*/ 40 h 48"/>
                  <a:gd name="T44" fmla="*/ 8 w 80"/>
                  <a:gd name="T45" fmla="*/ 32 h 48"/>
                  <a:gd name="T46" fmla="*/ 12 w 80"/>
                  <a:gd name="T47" fmla="*/ 32 h 48"/>
                  <a:gd name="T48" fmla="*/ 12 w 80"/>
                  <a:gd name="T49" fmla="*/ 40 h 48"/>
                  <a:gd name="T50" fmla="*/ 8 w 80"/>
                  <a:gd name="T51" fmla="*/ 40 h 48"/>
                  <a:gd name="T52" fmla="*/ 8 w 80"/>
                  <a:gd name="T53" fmla="*/ 3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" h="48">
                    <a:moveTo>
                      <a:pt x="8" y="48"/>
                    </a:moveTo>
                    <a:cubicBezTo>
                      <a:pt x="20" y="48"/>
                      <a:pt x="20" y="48"/>
                      <a:pt x="20" y="4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17"/>
                      <a:pt x="29" y="8"/>
                      <a:pt x="40" y="8"/>
                    </a:cubicBezTo>
                    <a:cubicBezTo>
                      <a:pt x="51" y="8"/>
                      <a:pt x="60" y="17"/>
                      <a:pt x="60" y="2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72" y="48"/>
                      <a:pt x="72" y="48"/>
                      <a:pt x="72" y="48"/>
                    </a:cubicBezTo>
                    <a:cubicBezTo>
                      <a:pt x="76" y="48"/>
                      <a:pt x="80" y="44"/>
                      <a:pt x="80" y="40"/>
                    </a:cubicBezTo>
                    <a:cubicBezTo>
                      <a:pt x="80" y="32"/>
                      <a:pt x="80" y="32"/>
                      <a:pt x="80" y="32"/>
                    </a:cubicBezTo>
                    <a:cubicBezTo>
                      <a:pt x="80" y="28"/>
                      <a:pt x="76" y="24"/>
                      <a:pt x="72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6" y="10"/>
                      <a:pt x="54" y="0"/>
                      <a:pt x="40" y="0"/>
                    </a:cubicBezTo>
                    <a:cubicBezTo>
                      <a:pt x="26" y="0"/>
                      <a:pt x="14" y="10"/>
                      <a:pt x="12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4" y="24"/>
                      <a:pt x="0" y="28"/>
                      <a:pt x="0" y="3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lose/>
                    <a:moveTo>
                      <a:pt x="72" y="40"/>
                    </a:move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72" y="32"/>
                      <a:pt x="72" y="32"/>
                      <a:pt x="72" y="32"/>
                    </a:cubicBezTo>
                    <a:lnTo>
                      <a:pt x="72" y="40"/>
                    </a:lnTo>
                    <a:close/>
                    <a:moveTo>
                      <a:pt x="8" y="32"/>
                    </a:move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69"/>
              <p:cNvSpPr>
                <a:spLocks/>
              </p:cNvSpPr>
              <p:nvPr/>
            </p:nvSpPr>
            <p:spPr bwMode="auto">
              <a:xfrm>
                <a:off x="6932613" y="2846388"/>
                <a:ext cx="146050" cy="50800"/>
              </a:xfrm>
              <a:custGeom>
                <a:avLst/>
                <a:gdLst>
                  <a:gd name="T0" fmla="*/ 0 w 46"/>
                  <a:gd name="T1" fmla="*/ 16 h 16"/>
                  <a:gd name="T2" fmla="*/ 9 w 46"/>
                  <a:gd name="T3" fmla="*/ 16 h 16"/>
                  <a:gd name="T4" fmla="*/ 23 w 46"/>
                  <a:gd name="T5" fmla="*/ 8 h 16"/>
                  <a:gd name="T6" fmla="*/ 37 w 46"/>
                  <a:gd name="T7" fmla="*/ 16 h 16"/>
                  <a:gd name="T8" fmla="*/ 46 w 46"/>
                  <a:gd name="T9" fmla="*/ 16 h 16"/>
                  <a:gd name="T10" fmla="*/ 23 w 46"/>
                  <a:gd name="T11" fmla="*/ 0 h 16"/>
                  <a:gd name="T12" fmla="*/ 0 w 46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16">
                    <a:moveTo>
                      <a:pt x="0" y="16"/>
                    </a:moveTo>
                    <a:cubicBezTo>
                      <a:pt x="9" y="16"/>
                      <a:pt x="9" y="16"/>
                      <a:pt x="9" y="16"/>
                    </a:cubicBezTo>
                    <a:cubicBezTo>
                      <a:pt x="12" y="11"/>
                      <a:pt x="17" y="8"/>
                      <a:pt x="23" y="8"/>
                    </a:cubicBezTo>
                    <a:cubicBezTo>
                      <a:pt x="29" y="8"/>
                      <a:pt x="34" y="11"/>
                      <a:pt x="37" y="16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2" y="7"/>
                      <a:pt x="33" y="0"/>
                      <a:pt x="23" y="0"/>
                    </a:cubicBezTo>
                    <a:cubicBezTo>
                      <a:pt x="13" y="0"/>
                      <a:pt x="4" y="7"/>
                      <a:pt x="0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70"/>
              <p:cNvSpPr>
                <a:spLocks noEditPoints="1"/>
              </p:cNvSpPr>
              <p:nvPr/>
            </p:nvSpPr>
            <p:spPr bwMode="auto">
              <a:xfrm>
                <a:off x="6854826" y="2909888"/>
                <a:ext cx="303213" cy="63500"/>
              </a:xfrm>
              <a:custGeom>
                <a:avLst/>
                <a:gdLst>
                  <a:gd name="T0" fmla="*/ 92 w 96"/>
                  <a:gd name="T1" fmla="*/ 12 h 20"/>
                  <a:gd name="T2" fmla="*/ 92 w 96"/>
                  <a:gd name="T3" fmla="*/ 4 h 20"/>
                  <a:gd name="T4" fmla="*/ 88 w 96"/>
                  <a:gd name="T5" fmla="*/ 0 h 20"/>
                  <a:gd name="T6" fmla="*/ 56 w 96"/>
                  <a:gd name="T7" fmla="*/ 0 h 20"/>
                  <a:gd name="T8" fmla="*/ 52 w 96"/>
                  <a:gd name="T9" fmla="*/ 4 h 20"/>
                  <a:gd name="T10" fmla="*/ 52 w 96"/>
                  <a:gd name="T11" fmla="*/ 12 h 20"/>
                  <a:gd name="T12" fmla="*/ 44 w 96"/>
                  <a:gd name="T13" fmla="*/ 12 h 20"/>
                  <a:gd name="T14" fmla="*/ 44 w 96"/>
                  <a:gd name="T15" fmla="*/ 4 h 20"/>
                  <a:gd name="T16" fmla="*/ 40 w 96"/>
                  <a:gd name="T17" fmla="*/ 0 h 20"/>
                  <a:gd name="T18" fmla="*/ 8 w 96"/>
                  <a:gd name="T19" fmla="*/ 0 h 20"/>
                  <a:gd name="T20" fmla="*/ 4 w 96"/>
                  <a:gd name="T21" fmla="*/ 4 h 20"/>
                  <a:gd name="T22" fmla="*/ 4 w 96"/>
                  <a:gd name="T23" fmla="*/ 12 h 20"/>
                  <a:gd name="T24" fmla="*/ 0 w 96"/>
                  <a:gd name="T25" fmla="*/ 12 h 20"/>
                  <a:gd name="T26" fmla="*/ 0 w 96"/>
                  <a:gd name="T27" fmla="*/ 20 h 20"/>
                  <a:gd name="T28" fmla="*/ 96 w 96"/>
                  <a:gd name="T29" fmla="*/ 20 h 20"/>
                  <a:gd name="T30" fmla="*/ 96 w 96"/>
                  <a:gd name="T31" fmla="*/ 12 h 20"/>
                  <a:gd name="T32" fmla="*/ 92 w 96"/>
                  <a:gd name="T33" fmla="*/ 12 h 20"/>
                  <a:gd name="T34" fmla="*/ 12 w 96"/>
                  <a:gd name="T35" fmla="*/ 12 h 20"/>
                  <a:gd name="T36" fmla="*/ 12 w 96"/>
                  <a:gd name="T37" fmla="*/ 8 h 20"/>
                  <a:gd name="T38" fmla="*/ 36 w 96"/>
                  <a:gd name="T39" fmla="*/ 8 h 20"/>
                  <a:gd name="T40" fmla="*/ 36 w 96"/>
                  <a:gd name="T41" fmla="*/ 12 h 20"/>
                  <a:gd name="T42" fmla="*/ 12 w 96"/>
                  <a:gd name="T43" fmla="*/ 12 h 20"/>
                  <a:gd name="T44" fmla="*/ 60 w 96"/>
                  <a:gd name="T45" fmla="*/ 12 h 20"/>
                  <a:gd name="T46" fmla="*/ 60 w 96"/>
                  <a:gd name="T47" fmla="*/ 8 h 20"/>
                  <a:gd name="T48" fmla="*/ 84 w 96"/>
                  <a:gd name="T49" fmla="*/ 8 h 20"/>
                  <a:gd name="T50" fmla="*/ 84 w 96"/>
                  <a:gd name="T51" fmla="*/ 12 h 20"/>
                  <a:gd name="T52" fmla="*/ 60 w 96"/>
                  <a:gd name="T5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6" h="20">
                    <a:moveTo>
                      <a:pt x="92" y="12"/>
                    </a:moveTo>
                    <a:cubicBezTo>
                      <a:pt x="92" y="4"/>
                      <a:pt x="92" y="4"/>
                      <a:pt x="92" y="4"/>
                    </a:cubicBezTo>
                    <a:cubicBezTo>
                      <a:pt x="92" y="2"/>
                      <a:pt x="90" y="0"/>
                      <a:pt x="8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4" y="0"/>
                      <a:pt x="52" y="2"/>
                      <a:pt x="52" y="4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4" y="2"/>
                      <a:pt x="4" y="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12"/>
                      <a:pt x="96" y="12"/>
                      <a:pt x="96" y="12"/>
                    </a:cubicBezTo>
                    <a:lnTo>
                      <a:pt x="92" y="12"/>
                    </a:lnTo>
                    <a:close/>
                    <a:moveTo>
                      <a:pt x="12" y="12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12" y="12"/>
                    </a:lnTo>
                    <a:close/>
                    <a:moveTo>
                      <a:pt x="60" y="12"/>
                    </a:moveTo>
                    <a:cubicBezTo>
                      <a:pt x="60" y="8"/>
                      <a:pt x="60" y="8"/>
                      <a:pt x="60" y="8"/>
                    </a:cubicBezTo>
                    <a:cubicBezTo>
                      <a:pt x="84" y="8"/>
                      <a:pt x="84" y="8"/>
                      <a:pt x="84" y="8"/>
                    </a:cubicBezTo>
                    <a:cubicBezTo>
                      <a:pt x="84" y="12"/>
                      <a:pt x="84" y="12"/>
                      <a:pt x="84" y="12"/>
                    </a:cubicBez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5665788" y="2693988"/>
              <a:ext cx="254000" cy="254000"/>
              <a:chOff x="5665788" y="2693988"/>
              <a:chExt cx="254000" cy="254000"/>
            </a:xfrm>
          </p:grpSpPr>
          <p:sp>
            <p:nvSpPr>
              <p:cNvPr id="72" name="Freeform 71"/>
              <p:cNvSpPr>
                <a:spLocks noEditPoints="1"/>
              </p:cNvSpPr>
              <p:nvPr/>
            </p:nvSpPr>
            <p:spPr bwMode="auto">
              <a:xfrm>
                <a:off x="5665788" y="2693988"/>
                <a:ext cx="254000" cy="254000"/>
              </a:xfrm>
              <a:custGeom>
                <a:avLst/>
                <a:gdLst>
                  <a:gd name="T0" fmla="*/ 80 w 80"/>
                  <a:gd name="T1" fmla="*/ 28 h 80"/>
                  <a:gd name="T2" fmla="*/ 80 w 80"/>
                  <a:gd name="T3" fmla="*/ 20 h 80"/>
                  <a:gd name="T4" fmla="*/ 78 w 80"/>
                  <a:gd name="T5" fmla="*/ 16 h 80"/>
                  <a:gd name="T6" fmla="*/ 42 w 80"/>
                  <a:gd name="T7" fmla="*/ 0 h 80"/>
                  <a:gd name="T8" fmla="*/ 38 w 80"/>
                  <a:gd name="T9" fmla="*/ 0 h 80"/>
                  <a:gd name="T10" fmla="*/ 2 w 80"/>
                  <a:gd name="T11" fmla="*/ 16 h 80"/>
                  <a:gd name="T12" fmla="*/ 0 w 80"/>
                  <a:gd name="T13" fmla="*/ 20 h 80"/>
                  <a:gd name="T14" fmla="*/ 0 w 80"/>
                  <a:gd name="T15" fmla="*/ 28 h 80"/>
                  <a:gd name="T16" fmla="*/ 4 w 80"/>
                  <a:gd name="T17" fmla="*/ 32 h 80"/>
                  <a:gd name="T18" fmla="*/ 36 w 80"/>
                  <a:gd name="T19" fmla="*/ 32 h 80"/>
                  <a:gd name="T20" fmla="*/ 36 w 80"/>
                  <a:gd name="T21" fmla="*/ 72 h 80"/>
                  <a:gd name="T22" fmla="*/ 0 w 80"/>
                  <a:gd name="T23" fmla="*/ 72 h 80"/>
                  <a:gd name="T24" fmla="*/ 0 w 80"/>
                  <a:gd name="T25" fmla="*/ 80 h 80"/>
                  <a:gd name="T26" fmla="*/ 80 w 80"/>
                  <a:gd name="T27" fmla="*/ 80 h 80"/>
                  <a:gd name="T28" fmla="*/ 80 w 80"/>
                  <a:gd name="T29" fmla="*/ 72 h 80"/>
                  <a:gd name="T30" fmla="*/ 44 w 80"/>
                  <a:gd name="T31" fmla="*/ 72 h 80"/>
                  <a:gd name="T32" fmla="*/ 44 w 80"/>
                  <a:gd name="T33" fmla="*/ 32 h 80"/>
                  <a:gd name="T34" fmla="*/ 76 w 80"/>
                  <a:gd name="T35" fmla="*/ 32 h 80"/>
                  <a:gd name="T36" fmla="*/ 80 w 80"/>
                  <a:gd name="T37" fmla="*/ 28 h 80"/>
                  <a:gd name="T38" fmla="*/ 8 w 80"/>
                  <a:gd name="T39" fmla="*/ 23 h 80"/>
                  <a:gd name="T40" fmla="*/ 29 w 80"/>
                  <a:gd name="T41" fmla="*/ 13 h 80"/>
                  <a:gd name="T42" fmla="*/ 22 w 80"/>
                  <a:gd name="T43" fmla="*/ 24 h 80"/>
                  <a:gd name="T44" fmla="*/ 8 w 80"/>
                  <a:gd name="T45" fmla="*/ 24 h 80"/>
                  <a:gd name="T46" fmla="*/ 8 w 80"/>
                  <a:gd name="T47" fmla="*/ 23 h 80"/>
                  <a:gd name="T48" fmla="*/ 31 w 80"/>
                  <a:gd name="T49" fmla="*/ 24 h 80"/>
                  <a:gd name="T50" fmla="*/ 40 w 80"/>
                  <a:gd name="T51" fmla="*/ 11 h 80"/>
                  <a:gd name="T52" fmla="*/ 49 w 80"/>
                  <a:gd name="T53" fmla="*/ 24 h 80"/>
                  <a:gd name="T54" fmla="*/ 31 w 80"/>
                  <a:gd name="T55" fmla="*/ 24 h 80"/>
                  <a:gd name="T56" fmla="*/ 72 w 80"/>
                  <a:gd name="T57" fmla="*/ 24 h 80"/>
                  <a:gd name="T58" fmla="*/ 58 w 80"/>
                  <a:gd name="T59" fmla="*/ 24 h 80"/>
                  <a:gd name="T60" fmla="*/ 51 w 80"/>
                  <a:gd name="T61" fmla="*/ 13 h 80"/>
                  <a:gd name="T62" fmla="*/ 72 w 80"/>
                  <a:gd name="T63" fmla="*/ 23 h 80"/>
                  <a:gd name="T64" fmla="*/ 72 w 80"/>
                  <a:gd name="T65" fmla="*/ 2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80">
                    <a:moveTo>
                      <a:pt x="80" y="28"/>
                    </a:move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8"/>
                      <a:pt x="79" y="17"/>
                      <a:pt x="78" y="1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1" y="0"/>
                      <a:pt x="39" y="0"/>
                      <a:pt x="38" y="0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1" y="17"/>
                      <a:pt x="0" y="18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80" y="80"/>
                      <a:pt x="80" y="80"/>
                      <a:pt x="80" y="80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76" y="32"/>
                      <a:pt x="76" y="32"/>
                      <a:pt x="76" y="32"/>
                    </a:cubicBezTo>
                    <a:cubicBezTo>
                      <a:pt x="78" y="32"/>
                      <a:pt x="80" y="30"/>
                      <a:pt x="80" y="28"/>
                    </a:cubicBezTo>
                    <a:close/>
                    <a:moveTo>
                      <a:pt x="8" y="23"/>
                    </a:moveTo>
                    <a:cubicBezTo>
                      <a:pt x="29" y="13"/>
                      <a:pt x="29" y="13"/>
                      <a:pt x="29" y="1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8" y="24"/>
                      <a:pt x="8" y="24"/>
                      <a:pt x="8" y="24"/>
                    </a:cubicBezTo>
                    <a:lnTo>
                      <a:pt x="8" y="23"/>
                    </a:lnTo>
                    <a:close/>
                    <a:moveTo>
                      <a:pt x="31" y="24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49" y="24"/>
                      <a:pt x="49" y="24"/>
                      <a:pt x="49" y="24"/>
                    </a:cubicBezTo>
                    <a:lnTo>
                      <a:pt x="31" y="24"/>
                    </a:lnTo>
                    <a:close/>
                    <a:moveTo>
                      <a:pt x="72" y="24"/>
                    </a:moveTo>
                    <a:cubicBezTo>
                      <a:pt x="58" y="24"/>
                      <a:pt x="58" y="24"/>
                      <a:pt x="58" y="24"/>
                    </a:cubicBezTo>
                    <a:cubicBezTo>
                      <a:pt x="51" y="13"/>
                      <a:pt x="51" y="13"/>
                      <a:pt x="51" y="13"/>
                    </a:cubicBezTo>
                    <a:cubicBezTo>
                      <a:pt x="72" y="23"/>
                      <a:pt x="72" y="23"/>
                      <a:pt x="72" y="23"/>
                    </a:cubicBezTo>
                    <a:lnTo>
                      <a:pt x="72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72"/>
              <p:cNvSpPr>
                <a:spLocks noEditPoints="1"/>
              </p:cNvSpPr>
              <p:nvPr/>
            </p:nvSpPr>
            <p:spPr bwMode="auto">
              <a:xfrm>
                <a:off x="5830888" y="2846388"/>
                <a:ext cx="76200" cy="63500"/>
              </a:xfrm>
              <a:custGeom>
                <a:avLst/>
                <a:gdLst>
                  <a:gd name="T0" fmla="*/ 4 w 24"/>
                  <a:gd name="T1" fmla="*/ 0 h 20"/>
                  <a:gd name="T2" fmla="*/ 0 w 24"/>
                  <a:gd name="T3" fmla="*/ 4 h 20"/>
                  <a:gd name="T4" fmla="*/ 0 w 24"/>
                  <a:gd name="T5" fmla="*/ 8 h 20"/>
                  <a:gd name="T6" fmla="*/ 12 w 24"/>
                  <a:gd name="T7" fmla="*/ 20 h 20"/>
                  <a:gd name="T8" fmla="*/ 12 w 24"/>
                  <a:gd name="T9" fmla="*/ 20 h 20"/>
                  <a:gd name="T10" fmla="*/ 24 w 24"/>
                  <a:gd name="T11" fmla="*/ 8 h 20"/>
                  <a:gd name="T12" fmla="*/ 24 w 24"/>
                  <a:gd name="T13" fmla="*/ 4 h 20"/>
                  <a:gd name="T14" fmla="*/ 20 w 24"/>
                  <a:gd name="T15" fmla="*/ 0 h 20"/>
                  <a:gd name="T16" fmla="*/ 4 w 24"/>
                  <a:gd name="T17" fmla="*/ 0 h 20"/>
                  <a:gd name="T18" fmla="*/ 12 w 24"/>
                  <a:gd name="T19" fmla="*/ 12 h 20"/>
                  <a:gd name="T20" fmla="*/ 8 w 24"/>
                  <a:gd name="T21" fmla="*/ 8 h 20"/>
                  <a:gd name="T22" fmla="*/ 16 w 24"/>
                  <a:gd name="T23" fmla="*/ 8 h 20"/>
                  <a:gd name="T24" fmla="*/ 12 w 24"/>
                  <a:gd name="T25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20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5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9" y="20"/>
                      <a:pt x="24" y="15"/>
                      <a:pt x="24" y="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lnTo>
                      <a:pt x="4" y="0"/>
                    </a:lnTo>
                    <a:close/>
                    <a:moveTo>
                      <a:pt x="12" y="12"/>
                    </a:moveTo>
                    <a:cubicBezTo>
                      <a:pt x="11" y="12"/>
                      <a:pt x="8" y="12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12"/>
                      <a:pt x="14" y="12"/>
                      <a:pt x="12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73"/>
              <p:cNvSpPr>
                <a:spLocks noEditPoints="1"/>
              </p:cNvSpPr>
              <p:nvPr/>
            </p:nvSpPr>
            <p:spPr bwMode="auto">
              <a:xfrm>
                <a:off x="5678488" y="2846388"/>
                <a:ext cx="76200" cy="63500"/>
              </a:xfrm>
              <a:custGeom>
                <a:avLst/>
                <a:gdLst>
                  <a:gd name="T0" fmla="*/ 12 w 24"/>
                  <a:gd name="T1" fmla="*/ 20 h 20"/>
                  <a:gd name="T2" fmla="*/ 24 w 24"/>
                  <a:gd name="T3" fmla="*/ 8 h 20"/>
                  <a:gd name="T4" fmla="*/ 24 w 24"/>
                  <a:gd name="T5" fmla="*/ 4 h 20"/>
                  <a:gd name="T6" fmla="*/ 20 w 24"/>
                  <a:gd name="T7" fmla="*/ 0 h 20"/>
                  <a:gd name="T8" fmla="*/ 4 w 24"/>
                  <a:gd name="T9" fmla="*/ 0 h 20"/>
                  <a:gd name="T10" fmla="*/ 0 w 24"/>
                  <a:gd name="T11" fmla="*/ 4 h 20"/>
                  <a:gd name="T12" fmla="*/ 0 w 24"/>
                  <a:gd name="T13" fmla="*/ 8 h 20"/>
                  <a:gd name="T14" fmla="*/ 12 w 24"/>
                  <a:gd name="T15" fmla="*/ 20 h 20"/>
                  <a:gd name="T16" fmla="*/ 8 w 24"/>
                  <a:gd name="T17" fmla="*/ 8 h 20"/>
                  <a:gd name="T18" fmla="*/ 16 w 24"/>
                  <a:gd name="T19" fmla="*/ 8 h 20"/>
                  <a:gd name="T20" fmla="*/ 12 w 24"/>
                  <a:gd name="T21" fmla="*/ 12 h 20"/>
                  <a:gd name="T22" fmla="*/ 8 w 24"/>
                  <a:gd name="T23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0">
                    <a:moveTo>
                      <a:pt x="12" y="20"/>
                    </a:moveTo>
                    <a:cubicBezTo>
                      <a:pt x="20" y="20"/>
                      <a:pt x="24" y="16"/>
                      <a:pt x="24" y="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6"/>
                      <a:pt x="4" y="20"/>
                      <a:pt x="12" y="20"/>
                    </a:cubicBezTo>
                    <a:close/>
                    <a:moveTo>
                      <a:pt x="8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11"/>
                      <a:pt x="15" y="12"/>
                      <a:pt x="12" y="12"/>
                    </a:cubicBezTo>
                    <a:cubicBezTo>
                      <a:pt x="9" y="12"/>
                      <a:pt x="8" y="11"/>
                      <a:pt x="8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7499351" y="2693988"/>
              <a:ext cx="220663" cy="254000"/>
              <a:chOff x="7499351" y="2693988"/>
              <a:chExt cx="220663" cy="254000"/>
            </a:xfrm>
          </p:grpSpPr>
          <p:sp>
            <p:nvSpPr>
              <p:cNvPr id="75" name="Oval 74"/>
              <p:cNvSpPr>
                <a:spLocks noChangeArrowheads="1"/>
              </p:cNvSpPr>
              <p:nvPr/>
            </p:nvSpPr>
            <p:spPr bwMode="auto">
              <a:xfrm>
                <a:off x="7586663" y="2744788"/>
                <a:ext cx="38100" cy="381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75"/>
              <p:cNvSpPr>
                <a:spLocks noEditPoints="1"/>
              </p:cNvSpPr>
              <p:nvPr/>
            </p:nvSpPr>
            <p:spPr bwMode="auto">
              <a:xfrm>
                <a:off x="7499351" y="2693988"/>
                <a:ext cx="220663" cy="254000"/>
              </a:xfrm>
              <a:custGeom>
                <a:avLst/>
                <a:gdLst>
                  <a:gd name="T0" fmla="*/ 46 w 70"/>
                  <a:gd name="T1" fmla="*/ 40 h 80"/>
                  <a:gd name="T2" fmla="*/ 68 w 70"/>
                  <a:gd name="T3" fmla="*/ 17 h 80"/>
                  <a:gd name="T4" fmla="*/ 68 w 70"/>
                  <a:gd name="T5" fmla="*/ 12 h 80"/>
                  <a:gd name="T6" fmla="*/ 40 w 70"/>
                  <a:gd name="T7" fmla="*/ 0 h 80"/>
                  <a:gd name="T8" fmla="*/ 0 w 70"/>
                  <a:gd name="T9" fmla="*/ 40 h 80"/>
                  <a:gd name="T10" fmla="*/ 40 w 70"/>
                  <a:gd name="T11" fmla="*/ 80 h 80"/>
                  <a:gd name="T12" fmla="*/ 68 w 70"/>
                  <a:gd name="T13" fmla="*/ 68 h 80"/>
                  <a:gd name="T14" fmla="*/ 68 w 70"/>
                  <a:gd name="T15" fmla="*/ 63 h 80"/>
                  <a:gd name="T16" fmla="*/ 46 w 70"/>
                  <a:gd name="T17" fmla="*/ 40 h 80"/>
                  <a:gd name="T18" fmla="*/ 40 w 70"/>
                  <a:gd name="T19" fmla="*/ 72 h 80"/>
                  <a:gd name="T20" fmla="*/ 8 w 70"/>
                  <a:gd name="T21" fmla="*/ 40 h 80"/>
                  <a:gd name="T22" fmla="*/ 40 w 70"/>
                  <a:gd name="T23" fmla="*/ 8 h 80"/>
                  <a:gd name="T24" fmla="*/ 60 w 70"/>
                  <a:gd name="T25" fmla="*/ 15 h 80"/>
                  <a:gd name="T26" fmla="*/ 37 w 70"/>
                  <a:gd name="T27" fmla="*/ 37 h 80"/>
                  <a:gd name="T28" fmla="*/ 36 w 70"/>
                  <a:gd name="T29" fmla="*/ 40 h 80"/>
                  <a:gd name="T30" fmla="*/ 37 w 70"/>
                  <a:gd name="T31" fmla="*/ 43 h 80"/>
                  <a:gd name="T32" fmla="*/ 60 w 70"/>
                  <a:gd name="T33" fmla="*/ 65 h 80"/>
                  <a:gd name="T34" fmla="*/ 40 w 70"/>
                  <a:gd name="T3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" h="80">
                    <a:moveTo>
                      <a:pt x="46" y="40"/>
                    </a:moveTo>
                    <a:cubicBezTo>
                      <a:pt x="68" y="17"/>
                      <a:pt x="68" y="17"/>
                      <a:pt x="68" y="17"/>
                    </a:cubicBezTo>
                    <a:cubicBezTo>
                      <a:pt x="70" y="16"/>
                      <a:pt x="70" y="13"/>
                      <a:pt x="68" y="12"/>
                    </a:cubicBezTo>
                    <a:cubicBezTo>
                      <a:pt x="61" y="4"/>
                      <a:pt x="51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2"/>
                      <a:pt x="18" y="80"/>
                      <a:pt x="40" y="80"/>
                    </a:cubicBezTo>
                    <a:cubicBezTo>
                      <a:pt x="51" y="80"/>
                      <a:pt x="61" y="76"/>
                      <a:pt x="68" y="68"/>
                    </a:cubicBezTo>
                    <a:cubicBezTo>
                      <a:pt x="70" y="67"/>
                      <a:pt x="70" y="64"/>
                      <a:pt x="68" y="63"/>
                    </a:cubicBezTo>
                    <a:lnTo>
                      <a:pt x="46" y="40"/>
                    </a:lnTo>
                    <a:close/>
                    <a:moveTo>
                      <a:pt x="40" y="72"/>
                    </a:moveTo>
                    <a:cubicBezTo>
                      <a:pt x="22" y="72"/>
                      <a:pt x="8" y="58"/>
                      <a:pt x="8" y="40"/>
                    </a:cubicBezTo>
                    <a:cubicBezTo>
                      <a:pt x="8" y="22"/>
                      <a:pt x="22" y="8"/>
                      <a:pt x="40" y="8"/>
                    </a:cubicBezTo>
                    <a:cubicBezTo>
                      <a:pt x="47" y="8"/>
                      <a:pt x="54" y="10"/>
                      <a:pt x="60" y="15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6" y="38"/>
                      <a:pt x="36" y="39"/>
                      <a:pt x="36" y="40"/>
                    </a:cubicBezTo>
                    <a:cubicBezTo>
                      <a:pt x="36" y="41"/>
                      <a:pt x="36" y="42"/>
                      <a:pt x="37" y="43"/>
                    </a:cubicBezTo>
                    <a:cubicBezTo>
                      <a:pt x="60" y="65"/>
                      <a:pt x="60" y="65"/>
                      <a:pt x="60" y="65"/>
                    </a:cubicBezTo>
                    <a:cubicBezTo>
                      <a:pt x="54" y="70"/>
                      <a:pt x="47" y="72"/>
                      <a:pt x="40" y="7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>
              <a:off x="8712201" y="2681288"/>
              <a:ext cx="227013" cy="279400"/>
              <a:chOff x="8712201" y="2681288"/>
              <a:chExt cx="227013" cy="279400"/>
            </a:xfrm>
          </p:grpSpPr>
          <p:sp>
            <p:nvSpPr>
              <p:cNvPr id="77" name="Freeform 76"/>
              <p:cNvSpPr>
                <a:spLocks noEditPoints="1"/>
              </p:cNvSpPr>
              <p:nvPr/>
            </p:nvSpPr>
            <p:spPr bwMode="auto">
              <a:xfrm>
                <a:off x="8712201" y="2681288"/>
                <a:ext cx="227013" cy="279400"/>
              </a:xfrm>
              <a:custGeom>
                <a:avLst/>
                <a:gdLst>
                  <a:gd name="T0" fmla="*/ 64 w 72"/>
                  <a:gd name="T1" fmla="*/ 0 h 88"/>
                  <a:gd name="T2" fmla="*/ 8 w 72"/>
                  <a:gd name="T3" fmla="*/ 0 h 88"/>
                  <a:gd name="T4" fmla="*/ 0 w 72"/>
                  <a:gd name="T5" fmla="*/ 8 h 88"/>
                  <a:gd name="T6" fmla="*/ 0 w 72"/>
                  <a:gd name="T7" fmla="*/ 80 h 88"/>
                  <a:gd name="T8" fmla="*/ 8 w 72"/>
                  <a:gd name="T9" fmla="*/ 88 h 88"/>
                  <a:gd name="T10" fmla="*/ 52 w 72"/>
                  <a:gd name="T11" fmla="*/ 88 h 88"/>
                  <a:gd name="T12" fmla="*/ 72 w 72"/>
                  <a:gd name="T13" fmla="*/ 68 h 88"/>
                  <a:gd name="T14" fmla="*/ 72 w 72"/>
                  <a:gd name="T15" fmla="*/ 8 h 88"/>
                  <a:gd name="T16" fmla="*/ 64 w 72"/>
                  <a:gd name="T17" fmla="*/ 0 h 88"/>
                  <a:gd name="T18" fmla="*/ 52 w 72"/>
                  <a:gd name="T19" fmla="*/ 80 h 88"/>
                  <a:gd name="T20" fmla="*/ 8 w 72"/>
                  <a:gd name="T21" fmla="*/ 80 h 88"/>
                  <a:gd name="T22" fmla="*/ 8 w 72"/>
                  <a:gd name="T23" fmla="*/ 8 h 88"/>
                  <a:gd name="T24" fmla="*/ 64 w 72"/>
                  <a:gd name="T25" fmla="*/ 8 h 88"/>
                  <a:gd name="T26" fmla="*/ 64 w 72"/>
                  <a:gd name="T27" fmla="*/ 68 h 88"/>
                  <a:gd name="T28" fmla="*/ 52 w 72"/>
                  <a:gd name="T29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88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4"/>
                      <a:pt x="4" y="88"/>
                      <a:pt x="8" y="88"/>
                    </a:cubicBezTo>
                    <a:cubicBezTo>
                      <a:pt x="52" y="88"/>
                      <a:pt x="52" y="88"/>
                      <a:pt x="52" y="88"/>
                    </a:cubicBezTo>
                    <a:cubicBezTo>
                      <a:pt x="63" y="88"/>
                      <a:pt x="72" y="79"/>
                      <a:pt x="72" y="6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52" y="80"/>
                    </a:moveTo>
                    <a:cubicBezTo>
                      <a:pt x="8" y="80"/>
                      <a:pt x="8" y="80"/>
                      <a:pt x="8" y="80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68"/>
                      <a:pt x="64" y="68"/>
                      <a:pt x="64" y="68"/>
                    </a:cubicBezTo>
                    <a:cubicBezTo>
                      <a:pt x="64" y="75"/>
                      <a:pt x="59" y="80"/>
                      <a:pt x="52" y="8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77"/>
              <p:cNvSpPr>
                <a:spLocks/>
              </p:cNvSpPr>
              <p:nvPr/>
            </p:nvSpPr>
            <p:spPr bwMode="auto">
              <a:xfrm>
                <a:off x="8750301" y="2846388"/>
                <a:ext cx="76200" cy="76200"/>
              </a:xfrm>
              <a:custGeom>
                <a:avLst/>
                <a:gdLst>
                  <a:gd name="T0" fmla="*/ 32 w 48"/>
                  <a:gd name="T1" fmla="*/ 0 h 48"/>
                  <a:gd name="T2" fmla="*/ 16 w 48"/>
                  <a:gd name="T3" fmla="*/ 0 h 48"/>
                  <a:gd name="T4" fmla="*/ 16 w 48"/>
                  <a:gd name="T5" fmla="*/ 16 h 48"/>
                  <a:gd name="T6" fmla="*/ 0 w 48"/>
                  <a:gd name="T7" fmla="*/ 16 h 48"/>
                  <a:gd name="T8" fmla="*/ 0 w 48"/>
                  <a:gd name="T9" fmla="*/ 32 h 48"/>
                  <a:gd name="T10" fmla="*/ 16 w 48"/>
                  <a:gd name="T11" fmla="*/ 32 h 48"/>
                  <a:gd name="T12" fmla="*/ 16 w 48"/>
                  <a:gd name="T13" fmla="*/ 48 h 48"/>
                  <a:gd name="T14" fmla="*/ 32 w 48"/>
                  <a:gd name="T15" fmla="*/ 48 h 48"/>
                  <a:gd name="T16" fmla="*/ 32 w 48"/>
                  <a:gd name="T17" fmla="*/ 32 h 48"/>
                  <a:gd name="T18" fmla="*/ 48 w 48"/>
                  <a:gd name="T19" fmla="*/ 32 h 48"/>
                  <a:gd name="T20" fmla="*/ 48 w 48"/>
                  <a:gd name="T21" fmla="*/ 16 h 48"/>
                  <a:gd name="T22" fmla="*/ 32 w 48"/>
                  <a:gd name="T23" fmla="*/ 16 h 48"/>
                  <a:gd name="T24" fmla="*/ 32 w 48"/>
                  <a:gd name="T2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" h="48">
                    <a:moveTo>
                      <a:pt x="32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6" y="32"/>
                    </a:lnTo>
                    <a:lnTo>
                      <a:pt x="16" y="48"/>
                    </a:lnTo>
                    <a:lnTo>
                      <a:pt x="32" y="48"/>
                    </a:lnTo>
                    <a:lnTo>
                      <a:pt x="32" y="32"/>
                    </a:lnTo>
                    <a:lnTo>
                      <a:pt x="48" y="32"/>
                    </a:lnTo>
                    <a:lnTo>
                      <a:pt x="48" y="16"/>
                    </a:lnTo>
                    <a:lnTo>
                      <a:pt x="32" y="16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Oval 78"/>
              <p:cNvSpPr>
                <a:spLocks noChangeArrowheads="1"/>
              </p:cNvSpPr>
              <p:nvPr/>
            </p:nvSpPr>
            <p:spPr bwMode="auto">
              <a:xfrm>
                <a:off x="8875713" y="28590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Oval 79"/>
              <p:cNvSpPr>
                <a:spLocks noChangeArrowheads="1"/>
              </p:cNvSpPr>
              <p:nvPr/>
            </p:nvSpPr>
            <p:spPr bwMode="auto">
              <a:xfrm>
                <a:off x="8850313" y="28844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80"/>
              <p:cNvSpPr>
                <a:spLocks noEditPoints="1"/>
              </p:cNvSpPr>
              <p:nvPr/>
            </p:nvSpPr>
            <p:spPr bwMode="auto">
              <a:xfrm>
                <a:off x="8750301" y="2719388"/>
                <a:ext cx="150813" cy="114300"/>
              </a:xfrm>
              <a:custGeom>
                <a:avLst/>
                <a:gdLst>
                  <a:gd name="T0" fmla="*/ 44 w 48"/>
                  <a:gd name="T1" fmla="*/ 0 h 36"/>
                  <a:gd name="T2" fmla="*/ 4 w 48"/>
                  <a:gd name="T3" fmla="*/ 0 h 36"/>
                  <a:gd name="T4" fmla="*/ 0 w 48"/>
                  <a:gd name="T5" fmla="*/ 4 h 36"/>
                  <a:gd name="T6" fmla="*/ 0 w 48"/>
                  <a:gd name="T7" fmla="*/ 32 h 36"/>
                  <a:gd name="T8" fmla="*/ 4 w 48"/>
                  <a:gd name="T9" fmla="*/ 36 h 36"/>
                  <a:gd name="T10" fmla="*/ 44 w 48"/>
                  <a:gd name="T11" fmla="*/ 36 h 36"/>
                  <a:gd name="T12" fmla="*/ 48 w 48"/>
                  <a:gd name="T13" fmla="*/ 32 h 36"/>
                  <a:gd name="T14" fmla="*/ 48 w 48"/>
                  <a:gd name="T15" fmla="*/ 4 h 36"/>
                  <a:gd name="T16" fmla="*/ 44 w 48"/>
                  <a:gd name="T17" fmla="*/ 0 h 36"/>
                  <a:gd name="T18" fmla="*/ 40 w 48"/>
                  <a:gd name="T19" fmla="*/ 28 h 36"/>
                  <a:gd name="T20" fmla="*/ 8 w 48"/>
                  <a:gd name="T21" fmla="*/ 28 h 36"/>
                  <a:gd name="T22" fmla="*/ 8 w 48"/>
                  <a:gd name="T23" fmla="*/ 8 h 36"/>
                  <a:gd name="T24" fmla="*/ 40 w 48"/>
                  <a:gd name="T25" fmla="*/ 8 h 36"/>
                  <a:gd name="T26" fmla="*/ 40 w 48"/>
                  <a:gd name="T27" fmla="*/ 2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36">
                    <a:moveTo>
                      <a:pt x="4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6" y="36"/>
                      <a:pt x="48" y="34"/>
                      <a:pt x="48" y="32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lose/>
                    <a:moveTo>
                      <a:pt x="40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>
              <a:off x="8105776" y="2668588"/>
              <a:ext cx="227013" cy="304800"/>
              <a:chOff x="8105776" y="2668588"/>
              <a:chExt cx="227013" cy="304800"/>
            </a:xfrm>
          </p:grpSpPr>
          <p:sp>
            <p:nvSpPr>
              <p:cNvPr id="82" name="Freeform 81"/>
              <p:cNvSpPr>
                <a:spLocks/>
              </p:cNvSpPr>
              <p:nvPr/>
            </p:nvSpPr>
            <p:spPr bwMode="auto">
              <a:xfrm>
                <a:off x="8156576" y="2782888"/>
                <a:ext cx="38100" cy="50800"/>
              </a:xfrm>
              <a:custGeom>
                <a:avLst/>
                <a:gdLst>
                  <a:gd name="T0" fmla="*/ 16 w 24"/>
                  <a:gd name="T1" fmla="*/ 0 h 32"/>
                  <a:gd name="T2" fmla="*/ 0 w 24"/>
                  <a:gd name="T3" fmla="*/ 0 h 32"/>
                  <a:gd name="T4" fmla="*/ 0 w 24"/>
                  <a:gd name="T5" fmla="*/ 32 h 32"/>
                  <a:gd name="T6" fmla="*/ 24 w 24"/>
                  <a:gd name="T7" fmla="*/ 32 h 32"/>
                  <a:gd name="T8" fmla="*/ 24 w 24"/>
                  <a:gd name="T9" fmla="*/ 16 h 32"/>
                  <a:gd name="T10" fmla="*/ 16 w 24"/>
                  <a:gd name="T11" fmla="*/ 16 h 32"/>
                  <a:gd name="T12" fmla="*/ 16 w 24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32">
                    <a:moveTo>
                      <a:pt x="16" y="0"/>
                    </a:moveTo>
                    <a:lnTo>
                      <a:pt x="0" y="0"/>
                    </a:lnTo>
                    <a:lnTo>
                      <a:pt x="0" y="32"/>
                    </a:lnTo>
                    <a:lnTo>
                      <a:pt x="24" y="32"/>
                    </a:lnTo>
                    <a:lnTo>
                      <a:pt x="24" y="16"/>
                    </a:lnTo>
                    <a:lnTo>
                      <a:pt x="16" y="1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82"/>
              <p:cNvSpPr>
                <a:spLocks/>
              </p:cNvSpPr>
              <p:nvPr/>
            </p:nvSpPr>
            <p:spPr bwMode="auto">
              <a:xfrm>
                <a:off x="8218488" y="2782888"/>
                <a:ext cx="38100" cy="50800"/>
              </a:xfrm>
              <a:custGeom>
                <a:avLst/>
                <a:gdLst>
                  <a:gd name="T0" fmla="*/ 16 w 24"/>
                  <a:gd name="T1" fmla="*/ 0 h 32"/>
                  <a:gd name="T2" fmla="*/ 0 w 24"/>
                  <a:gd name="T3" fmla="*/ 0 h 32"/>
                  <a:gd name="T4" fmla="*/ 0 w 24"/>
                  <a:gd name="T5" fmla="*/ 32 h 32"/>
                  <a:gd name="T6" fmla="*/ 24 w 24"/>
                  <a:gd name="T7" fmla="*/ 32 h 32"/>
                  <a:gd name="T8" fmla="*/ 24 w 24"/>
                  <a:gd name="T9" fmla="*/ 16 h 32"/>
                  <a:gd name="T10" fmla="*/ 16 w 24"/>
                  <a:gd name="T11" fmla="*/ 16 h 32"/>
                  <a:gd name="T12" fmla="*/ 16 w 24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32">
                    <a:moveTo>
                      <a:pt x="16" y="0"/>
                    </a:moveTo>
                    <a:lnTo>
                      <a:pt x="0" y="0"/>
                    </a:lnTo>
                    <a:lnTo>
                      <a:pt x="0" y="32"/>
                    </a:lnTo>
                    <a:lnTo>
                      <a:pt x="24" y="32"/>
                    </a:lnTo>
                    <a:lnTo>
                      <a:pt x="24" y="16"/>
                    </a:lnTo>
                    <a:lnTo>
                      <a:pt x="16" y="1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83"/>
              <p:cNvSpPr>
                <a:spLocks noEditPoints="1"/>
              </p:cNvSpPr>
              <p:nvPr/>
            </p:nvSpPr>
            <p:spPr bwMode="auto">
              <a:xfrm>
                <a:off x="8105776" y="2668588"/>
                <a:ext cx="227013" cy="304800"/>
              </a:xfrm>
              <a:custGeom>
                <a:avLst/>
                <a:gdLst>
                  <a:gd name="T0" fmla="*/ 36 w 72"/>
                  <a:gd name="T1" fmla="*/ 0 h 96"/>
                  <a:gd name="T2" fmla="*/ 0 w 72"/>
                  <a:gd name="T3" fmla="*/ 36 h 96"/>
                  <a:gd name="T4" fmla="*/ 0 w 72"/>
                  <a:gd name="T5" fmla="*/ 92 h 96"/>
                  <a:gd name="T6" fmla="*/ 2 w 72"/>
                  <a:gd name="T7" fmla="*/ 96 h 96"/>
                  <a:gd name="T8" fmla="*/ 7 w 72"/>
                  <a:gd name="T9" fmla="*/ 95 h 96"/>
                  <a:gd name="T10" fmla="*/ 20 w 72"/>
                  <a:gd name="T11" fmla="*/ 82 h 96"/>
                  <a:gd name="T12" fmla="*/ 33 w 72"/>
                  <a:gd name="T13" fmla="*/ 95 h 96"/>
                  <a:gd name="T14" fmla="*/ 39 w 72"/>
                  <a:gd name="T15" fmla="*/ 95 h 96"/>
                  <a:gd name="T16" fmla="*/ 52 w 72"/>
                  <a:gd name="T17" fmla="*/ 82 h 96"/>
                  <a:gd name="T18" fmla="*/ 65 w 72"/>
                  <a:gd name="T19" fmla="*/ 95 h 96"/>
                  <a:gd name="T20" fmla="*/ 68 w 72"/>
                  <a:gd name="T21" fmla="*/ 96 h 96"/>
                  <a:gd name="T22" fmla="*/ 70 w 72"/>
                  <a:gd name="T23" fmla="*/ 96 h 96"/>
                  <a:gd name="T24" fmla="*/ 72 w 72"/>
                  <a:gd name="T25" fmla="*/ 92 h 96"/>
                  <a:gd name="T26" fmla="*/ 72 w 72"/>
                  <a:gd name="T27" fmla="*/ 36 h 96"/>
                  <a:gd name="T28" fmla="*/ 36 w 72"/>
                  <a:gd name="T29" fmla="*/ 0 h 96"/>
                  <a:gd name="T30" fmla="*/ 64 w 72"/>
                  <a:gd name="T31" fmla="*/ 82 h 96"/>
                  <a:gd name="T32" fmla="*/ 55 w 72"/>
                  <a:gd name="T33" fmla="*/ 73 h 96"/>
                  <a:gd name="T34" fmla="*/ 49 w 72"/>
                  <a:gd name="T35" fmla="*/ 73 h 96"/>
                  <a:gd name="T36" fmla="*/ 36 w 72"/>
                  <a:gd name="T37" fmla="*/ 86 h 96"/>
                  <a:gd name="T38" fmla="*/ 23 w 72"/>
                  <a:gd name="T39" fmla="*/ 73 h 96"/>
                  <a:gd name="T40" fmla="*/ 20 w 72"/>
                  <a:gd name="T41" fmla="*/ 72 h 96"/>
                  <a:gd name="T42" fmla="*/ 17 w 72"/>
                  <a:gd name="T43" fmla="*/ 73 h 96"/>
                  <a:gd name="T44" fmla="*/ 8 w 72"/>
                  <a:gd name="T45" fmla="*/ 82 h 96"/>
                  <a:gd name="T46" fmla="*/ 8 w 72"/>
                  <a:gd name="T47" fmla="*/ 36 h 96"/>
                  <a:gd name="T48" fmla="*/ 36 w 72"/>
                  <a:gd name="T49" fmla="*/ 8 h 96"/>
                  <a:gd name="T50" fmla="*/ 64 w 72"/>
                  <a:gd name="T51" fmla="*/ 36 h 96"/>
                  <a:gd name="T52" fmla="*/ 64 w 72"/>
                  <a:gd name="T53" fmla="*/ 8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2" h="96"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94"/>
                      <a:pt x="1" y="95"/>
                      <a:pt x="2" y="96"/>
                    </a:cubicBezTo>
                    <a:cubicBezTo>
                      <a:pt x="4" y="96"/>
                      <a:pt x="6" y="96"/>
                      <a:pt x="7" y="95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5" y="96"/>
                      <a:pt x="37" y="96"/>
                      <a:pt x="39" y="95"/>
                    </a:cubicBezTo>
                    <a:cubicBezTo>
                      <a:pt x="52" y="82"/>
                      <a:pt x="52" y="82"/>
                      <a:pt x="52" y="82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6" y="96"/>
                      <a:pt x="67" y="96"/>
                      <a:pt x="68" y="96"/>
                    </a:cubicBezTo>
                    <a:cubicBezTo>
                      <a:pt x="69" y="96"/>
                      <a:pt x="69" y="96"/>
                      <a:pt x="70" y="96"/>
                    </a:cubicBezTo>
                    <a:cubicBezTo>
                      <a:pt x="71" y="95"/>
                      <a:pt x="72" y="94"/>
                      <a:pt x="72" y="92"/>
                    </a:cubicBezTo>
                    <a:cubicBezTo>
                      <a:pt x="72" y="36"/>
                      <a:pt x="72" y="36"/>
                      <a:pt x="72" y="36"/>
                    </a:cubicBezTo>
                    <a:cubicBezTo>
                      <a:pt x="72" y="16"/>
                      <a:pt x="56" y="0"/>
                      <a:pt x="36" y="0"/>
                    </a:cubicBezTo>
                    <a:close/>
                    <a:moveTo>
                      <a:pt x="64" y="82"/>
                    </a:moveTo>
                    <a:cubicBezTo>
                      <a:pt x="55" y="73"/>
                      <a:pt x="55" y="73"/>
                      <a:pt x="55" y="73"/>
                    </a:cubicBezTo>
                    <a:cubicBezTo>
                      <a:pt x="53" y="72"/>
                      <a:pt x="51" y="72"/>
                      <a:pt x="49" y="73"/>
                    </a:cubicBezTo>
                    <a:cubicBezTo>
                      <a:pt x="36" y="86"/>
                      <a:pt x="36" y="86"/>
                      <a:pt x="36" y="86"/>
                    </a:cubicBezTo>
                    <a:cubicBezTo>
                      <a:pt x="23" y="73"/>
                      <a:pt x="23" y="73"/>
                      <a:pt x="23" y="73"/>
                    </a:cubicBezTo>
                    <a:cubicBezTo>
                      <a:pt x="22" y="72"/>
                      <a:pt x="21" y="72"/>
                      <a:pt x="20" y="72"/>
                    </a:cubicBezTo>
                    <a:cubicBezTo>
                      <a:pt x="19" y="72"/>
                      <a:pt x="18" y="72"/>
                      <a:pt x="17" y="73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21"/>
                      <a:pt x="21" y="8"/>
                      <a:pt x="36" y="8"/>
                    </a:cubicBezTo>
                    <a:cubicBezTo>
                      <a:pt x="51" y="8"/>
                      <a:pt x="64" y="21"/>
                      <a:pt x="64" y="36"/>
                    </a:cubicBezTo>
                    <a:lnTo>
                      <a:pt x="64" y="8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5" name="Freeform 84"/>
            <p:cNvSpPr>
              <a:spLocks/>
            </p:cNvSpPr>
            <p:nvPr/>
          </p:nvSpPr>
          <p:spPr bwMode="auto">
            <a:xfrm>
              <a:off x="3240088" y="3302000"/>
              <a:ext cx="252413" cy="254000"/>
            </a:xfrm>
            <a:custGeom>
              <a:avLst/>
              <a:gdLst>
                <a:gd name="T0" fmla="*/ 79 w 80"/>
                <a:gd name="T1" fmla="*/ 37 h 80"/>
                <a:gd name="T2" fmla="*/ 67 w 80"/>
                <a:gd name="T3" fmla="*/ 25 h 80"/>
                <a:gd name="T4" fmla="*/ 61 w 80"/>
                <a:gd name="T5" fmla="*/ 31 h 80"/>
                <a:gd name="T6" fmla="*/ 66 w 80"/>
                <a:gd name="T7" fmla="*/ 36 h 80"/>
                <a:gd name="T8" fmla="*/ 14 w 80"/>
                <a:gd name="T9" fmla="*/ 36 h 80"/>
                <a:gd name="T10" fmla="*/ 34 w 80"/>
                <a:gd name="T11" fmla="*/ 16 h 80"/>
                <a:gd name="T12" fmla="*/ 51 w 80"/>
                <a:gd name="T13" fmla="*/ 32 h 80"/>
                <a:gd name="T14" fmla="*/ 59 w 80"/>
                <a:gd name="T15" fmla="*/ 32 h 80"/>
                <a:gd name="T16" fmla="*/ 32 w 80"/>
                <a:gd name="T17" fmla="*/ 8 h 80"/>
                <a:gd name="T18" fmla="*/ 24 w 80"/>
                <a:gd name="T19" fmla="*/ 0 h 80"/>
                <a:gd name="T20" fmla="*/ 16 w 80"/>
                <a:gd name="T21" fmla="*/ 0 h 80"/>
                <a:gd name="T22" fmla="*/ 24 w 80"/>
                <a:gd name="T23" fmla="*/ 14 h 80"/>
                <a:gd name="T24" fmla="*/ 1 w 80"/>
                <a:gd name="T25" fmla="*/ 37 h 80"/>
                <a:gd name="T26" fmla="*/ 1 w 80"/>
                <a:gd name="T27" fmla="*/ 43 h 80"/>
                <a:gd name="T28" fmla="*/ 24 w 80"/>
                <a:gd name="T29" fmla="*/ 66 h 80"/>
                <a:gd name="T30" fmla="*/ 16 w 80"/>
                <a:gd name="T31" fmla="*/ 80 h 80"/>
                <a:gd name="T32" fmla="*/ 24 w 80"/>
                <a:gd name="T33" fmla="*/ 80 h 80"/>
                <a:gd name="T34" fmla="*/ 32 w 80"/>
                <a:gd name="T35" fmla="*/ 72 h 80"/>
                <a:gd name="T36" fmla="*/ 59 w 80"/>
                <a:gd name="T37" fmla="*/ 48 h 80"/>
                <a:gd name="T38" fmla="*/ 51 w 80"/>
                <a:gd name="T39" fmla="*/ 48 h 80"/>
                <a:gd name="T40" fmla="*/ 34 w 80"/>
                <a:gd name="T41" fmla="*/ 64 h 80"/>
                <a:gd name="T42" fmla="*/ 14 w 80"/>
                <a:gd name="T43" fmla="*/ 44 h 80"/>
                <a:gd name="T44" fmla="*/ 66 w 80"/>
                <a:gd name="T45" fmla="*/ 44 h 80"/>
                <a:gd name="T46" fmla="*/ 61 w 80"/>
                <a:gd name="T47" fmla="*/ 49 h 80"/>
                <a:gd name="T48" fmla="*/ 67 w 80"/>
                <a:gd name="T49" fmla="*/ 55 h 80"/>
                <a:gd name="T50" fmla="*/ 79 w 80"/>
                <a:gd name="T51" fmla="*/ 43 h 80"/>
                <a:gd name="T52" fmla="*/ 79 w 80"/>
                <a:gd name="T53" fmla="*/ 3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0" h="80">
                  <a:moveTo>
                    <a:pt x="79" y="37"/>
                  </a:moveTo>
                  <a:cubicBezTo>
                    <a:pt x="67" y="25"/>
                    <a:pt x="67" y="25"/>
                    <a:pt x="67" y="25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42" y="17"/>
                    <a:pt x="48" y="23"/>
                    <a:pt x="51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6" y="18"/>
                    <a:pt x="45" y="8"/>
                    <a:pt x="32" y="8"/>
                  </a:cubicBezTo>
                  <a:cubicBezTo>
                    <a:pt x="28" y="8"/>
                    <a:pt x="24" y="4"/>
                    <a:pt x="2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9" y="11"/>
                    <a:pt x="24" y="1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9"/>
                    <a:pt x="0" y="41"/>
                    <a:pt x="1" y="43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19" y="69"/>
                    <a:pt x="16" y="74"/>
                    <a:pt x="16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76"/>
                    <a:pt x="28" y="72"/>
                    <a:pt x="32" y="72"/>
                  </a:cubicBezTo>
                  <a:cubicBezTo>
                    <a:pt x="45" y="72"/>
                    <a:pt x="56" y="62"/>
                    <a:pt x="5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48" y="57"/>
                    <a:pt x="42" y="63"/>
                    <a:pt x="34" y="6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80" y="41"/>
                    <a:pt x="80" y="39"/>
                    <a:pt x="79" y="37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3821113" y="3276600"/>
              <a:ext cx="303213" cy="304800"/>
              <a:chOff x="3821113" y="3276600"/>
              <a:chExt cx="303213" cy="304800"/>
            </a:xfrm>
          </p:grpSpPr>
          <p:sp>
            <p:nvSpPr>
              <p:cNvPr id="86" name="Freeform 85"/>
              <p:cNvSpPr>
                <a:spLocks noEditPoints="1"/>
              </p:cNvSpPr>
              <p:nvPr/>
            </p:nvSpPr>
            <p:spPr bwMode="auto">
              <a:xfrm>
                <a:off x="3897313" y="3365500"/>
                <a:ext cx="152400" cy="139700"/>
              </a:xfrm>
              <a:custGeom>
                <a:avLst/>
                <a:gdLst>
                  <a:gd name="T0" fmla="*/ 32 w 48"/>
                  <a:gd name="T1" fmla="*/ 0 h 44"/>
                  <a:gd name="T2" fmla="*/ 24 w 48"/>
                  <a:gd name="T3" fmla="*/ 3 h 44"/>
                  <a:gd name="T4" fmla="*/ 16 w 48"/>
                  <a:gd name="T5" fmla="*/ 0 h 44"/>
                  <a:gd name="T6" fmla="*/ 0 w 48"/>
                  <a:gd name="T7" fmla="*/ 16 h 44"/>
                  <a:gd name="T8" fmla="*/ 22 w 48"/>
                  <a:gd name="T9" fmla="*/ 43 h 44"/>
                  <a:gd name="T10" fmla="*/ 24 w 48"/>
                  <a:gd name="T11" fmla="*/ 44 h 44"/>
                  <a:gd name="T12" fmla="*/ 26 w 48"/>
                  <a:gd name="T13" fmla="*/ 43 h 44"/>
                  <a:gd name="T14" fmla="*/ 48 w 48"/>
                  <a:gd name="T15" fmla="*/ 16 h 44"/>
                  <a:gd name="T16" fmla="*/ 32 w 48"/>
                  <a:gd name="T17" fmla="*/ 0 h 44"/>
                  <a:gd name="T18" fmla="*/ 24 w 48"/>
                  <a:gd name="T19" fmla="*/ 35 h 44"/>
                  <a:gd name="T20" fmla="*/ 8 w 48"/>
                  <a:gd name="T21" fmla="*/ 16 h 44"/>
                  <a:gd name="T22" fmla="*/ 16 w 48"/>
                  <a:gd name="T23" fmla="*/ 8 h 44"/>
                  <a:gd name="T24" fmla="*/ 20 w 48"/>
                  <a:gd name="T25" fmla="*/ 12 h 44"/>
                  <a:gd name="T26" fmla="*/ 24 w 48"/>
                  <a:gd name="T27" fmla="*/ 16 h 44"/>
                  <a:gd name="T28" fmla="*/ 28 w 48"/>
                  <a:gd name="T29" fmla="*/ 12 h 44"/>
                  <a:gd name="T30" fmla="*/ 32 w 48"/>
                  <a:gd name="T31" fmla="*/ 8 h 44"/>
                  <a:gd name="T32" fmla="*/ 40 w 48"/>
                  <a:gd name="T33" fmla="*/ 16 h 44"/>
                  <a:gd name="T34" fmla="*/ 24 w 48"/>
                  <a:gd name="T35" fmla="*/ 3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44">
                    <a:moveTo>
                      <a:pt x="32" y="0"/>
                    </a:moveTo>
                    <a:cubicBezTo>
                      <a:pt x="29" y="0"/>
                      <a:pt x="26" y="1"/>
                      <a:pt x="24" y="3"/>
                    </a:cubicBezTo>
                    <a:cubicBezTo>
                      <a:pt x="22" y="1"/>
                      <a:pt x="19" y="0"/>
                      <a:pt x="16" y="0"/>
                    </a:cubicBezTo>
                    <a:cubicBezTo>
                      <a:pt x="6" y="0"/>
                      <a:pt x="0" y="6"/>
                      <a:pt x="0" y="16"/>
                    </a:cubicBezTo>
                    <a:cubicBezTo>
                      <a:pt x="0" y="30"/>
                      <a:pt x="20" y="42"/>
                      <a:pt x="22" y="43"/>
                    </a:cubicBezTo>
                    <a:cubicBezTo>
                      <a:pt x="23" y="44"/>
                      <a:pt x="23" y="44"/>
                      <a:pt x="24" y="44"/>
                    </a:cubicBezTo>
                    <a:cubicBezTo>
                      <a:pt x="25" y="44"/>
                      <a:pt x="25" y="44"/>
                      <a:pt x="26" y="43"/>
                    </a:cubicBezTo>
                    <a:cubicBezTo>
                      <a:pt x="28" y="42"/>
                      <a:pt x="48" y="30"/>
                      <a:pt x="48" y="16"/>
                    </a:cubicBezTo>
                    <a:cubicBezTo>
                      <a:pt x="48" y="6"/>
                      <a:pt x="42" y="0"/>
                      <a:pt x="32" y="0"/>
                    </a:cubicBezTo>
                    <a:close/>
                    <a:moveTo>
                      <a:pt x="24" y="35"/>
                    </a:moveTo>
                    <a:cubicBezTo>
                      <a:pt x="18" y="31"/>
                      <a:pt x="8" y="23"/>
                      <a:pt x="8" y="16"/>
                    </a:cubicBezTo>
                    <a:cubicBezTo>
                      <a:pt x="8" y="14"/>
                      <a:pt x="9" y="8"/>
                      <a:pt x="16" y="8"/>
                    </a:cubicBezTo>
                    <a:cubicBezTo>
                      <a:pt x="18" y="8"/>
                      <a:pt x="20" y="10"/>
                      <a:pt x="20" y="12"/>
                    </a:cubicBezTo>
                    <a:cubicBezTo>
                      <a:pt x="20" y="14"/>
                      <a:pt x="22" y="16"/>
                      <a:pt x="24" y="16"/>
                    </a:cubicBezTo>
                    <a:cubicBezTo>
                      <a:pt x="26" y="16"/>
                      <a:pt x="28" y="14"/>
                      <a:pt x="28" y="12"/>
                    </a:cubicBezTo>
                    <a:cubicBezTo>
                      <a:pt x="28" y="10"/>
                      <a:pt x="30" y="8"/>
                      <a:pt x="32" y="8"/>
                    </a:cubicBezTo>
                    <a:cubicBezTo>
                      <a:pt x="39" y="8"/>
                      <a:pt x="40" y="14"/>
                      <a:pt x="40" y="16"/>
                    </a:cubicBezTo>
                    <a:cubicBezTo>
                      <a:pt x="40" y="23"/>
                      <a:pt x="30" y="31"/>
                      <a:pt x="24" y="3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86"/>
              <p:cNvSpPr>
                <a:spLocks noEditPoints="1"/>
              </p:cNvSpPr>
              <p:nvPr/>
            </p:nvSpPr>
            <p:spPr bwMode="auto">
              <a:xfrm>
                <a:off x="3821113" y="3276600"/>
                <a:ext cx="303213" cy="304800"/>
              </a:xfrm>
              <a:custGeom>
                <a:avLst/>
                <a:gdLst>
                  <a:gd name="T0" fmla="*/ 96 w 96"/>
                  <a:gd name="T1" fmla="*/ 44 h 96"/>
                  <a:gd name="T2" fmla="*/ 88 w 96"/>
                  <a:gd name="T3" fmla="*/ 44 h 96"/>
                  <a:gd name="T4" fmla="*/ 52 w 96"/>
                  <a:gd name="T5" fmla="*/ 8 h 96"/>
                  <a:gd name="T6" fmla="*/ 52 w 96"/>
                  <a:gd name="T7" fmla="*/ 0 h 96"/>
                  <a:gd name="T8" fmla="*/ 44 w 96"/>
                  <a:gd name="T9" fmla="*/ 0 h 96"/>
                  <a:gd name="T10" fmla="*/ 44 w 96"/>
                  <a:gd name="T11" fmla="*/ 8 h 96"/>
                  <a:gd name="T12" fmla="*/ 8 w 96"/>
                  <a:gd name="T13" fmla="*/ 44 h 96"/>
                  <a:gd name="T14" fmla="*/ 0 w 96"/>
                  <a:gd name="T15" fmla="*/ 44 h 96"/>
                  <a:gd name="T16" fmla="*/ 0 w 96"/>
                  <a:gd name="T17" fmla="*/ 52 h 96"/>
                  <a:gd name="T18" fmla="*/ 8 w 96"/>
                  <a:gd name="T19" fmla="*/ 52 h 96"/>
                  <a:gd name="T20" fmla="*/ 44 w 96"/>
                  <a:gd name="T21" fmla="*/ 88 h 96"/>
                  <a:gd name="T22" fmla="*/ 44 w 96"/>
                  <a:gd name="T23" fmla="*/ 96 h 96"/>
                  <a:gd name="T24" fmla="*/ 52 w 96"/>
                  <a:gd name="T25" fmla="*/ 96 h 96"/>
                  <a:gd name="T26" fmla="*/ 52 w 96"/>
                  <a:gd name="T27" fmla="*/ 88 h 96"/>
                  <a:gd name="T28" fmla="*/ 88 w 96"/>
                  <a:gd name="T29" fmla="*/ 52 h 96"/>
                  <a:gd name="T30" fmla="*/ 96 w 96"/>
                  <a:gd name="T31" fmla="*/ 52 h 96"/>
                  <a:gd name="T32" fmla="*/ 96 w 96"/>
                  <a:gd name="T33" fmla="*/ 44 h 96"/>
                  <a:gd name="T34" fmla="*/ 52 w 96"/>
                  <a:gd name="T35" fmla="*/ 80 h 96"/>
                  <a:gd name="T36" fmla="*/ 52 w 96"/>
                  <a:gd name="T37" fmla="*/ 76 h 96"/>
                  <a:gd name="T38" fmla="*/ 44 w 96"/>
                  <a:gd name="T39" fmla="*/ 76 h 96"/>
                  <a:gd name="T40" fmla="*/ 44 w 96"/>
                  <a:gd name="T41" fmla="*/ 80 h 96"/>
                  <a:gd name="T42" fmla="*/ 16 w 96"/>
                  <a:gd name="T43" fmla="*/ 52 h 96"/>
                  <a:gd name="T44" fmla="*/ 20 w 96"/>
                  <a:gd name="T45" fmla="*/ 52 h 96"/>
                  <a:gd name="T46" fmla="*/ 20 w 96"/>
                  <a:gd name="T47" fmla="*/ 44 h 96"/>
                  <a:gd name="T48" fmla="*/ 16 w 96"/>
                  <a:gd name="T49" fmla="*/ 44 h 96"/>
                  <a:gd name="T50" fmla="*/ 44 w 96"/>
                  <a:gd name="T51" fmla="*/ 16 h 96"/>
                  <a:gd name="T52" fmla="*/ 44 w 96"/>
                  <a:gd name="T53" fmla="*/ 20 h 96"/>
                  <a:gd name="T54" fmla="*/ 52 w 96"/>
                  <a:gd name="T55" fmla="*/ 20 h 96"/>
                  <a:gd name="T56" fmla="*/ 52 w 96"/>
                  <a:gd name="T57" fmla="*/ 16 h 96"/>
                  <a:gd name="T58" fmla="*/ 80 w 96"/>
                  <a:gd name="T59" fmla="*/ 44 h 96"/>
                  <a:gd name="T60" fmla="*/ 76 w 96"/>
                  <a:gd name="T61" fmla="*/ 44 h 96"/>
                  <a:gd name="T62" fmla="*/ 76 w 96"/>
                  <a:gd name="T63" fmla="*/ 52 h 96"/>
                  <a:gd name="T64" fmla="*/ 80 w 96"/>
                  <a:gd name="T65" fmla="*/ 52 h 96"/>
                  <a:gd name="T66" fmla="*/ 52 w 96"/>
                  <a:gd name="T67" fmla="*/ 8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6" h="96">
                    <a:moveTo>
                      <a:pt x="96" y="44"/>
                    </a:moveTo>
                    <a:cubicBezTo>
                      <a:pt x="88" y="44"/>
                      <a:pt x="88" y="44"/>
                      <a:pt x="88" y="44"/>
                    </a:cubicBezTo>
                    <a:cubicBezTo>
                      <a:pt x="86" y="25"/>
                      <a:pt x="71" y="10"/>
                      <a:pt x="52" y="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25" y="10"/>
                      <a:pt x="10" y="25"/>
                      <a:pt x="8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10" y="71"/>
                      <a:pt x="25" y="86"/>
                      <a:pt x="44" y="88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2" y="88"/>
                      <a:pt x="52" y="88"/>
                      <a:pt x="52" y="88"/>
                    </a:cubicBezTo>
                    <a:cubicBezTo>
                      <a:pt x="71" y="86"/>
                      <a:pt x="86" y="71"/>
                      <a:pt x="88" y="52"/>
                    </a:cubicBezTo>
                    <a:cubicBezTo>
                      <a:pt x="96" y="52"/>
                      <a:pt x="96" y="52"/>
                      <a:pt x="96" y="52"/>
                    </a:cubicBezTo>
                    <a:lnTo>
                      <a:pt x="96" y="44"/>
                    </a:lnTo>
                    <a:close/>
                    <a:moveTo>
                      <a:pt x="52" y="80"/>
                    </a:moveTo>
                    <a:cubicBezTo>
                      <a:pt x="52" y="76"/>
                      <a:pt x="52" y="76"/>
                      <a:pt x="52" y="76"/>
                    </a:cubicBezTo>
                    <a:cubicBezTo>
                      <a:pt x="44" y="76"/>
                      <a:pt x="44" y="76"/>
                      <a:pt x="44" y="76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0" y="78"/>
                      <a:pt x="18" y="66"/>
                      <a:pt x="16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8" y="30"/>
                      <a:pt x="30" y="18"/>
                      <a:pt x="44" y="16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66" y="18"/>
                      <a:pt x="78" y="30"/>
                      <a:pt x="80" y="44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80" y="52"/>
                      <a:pt x="80" y="52"/>
                      <a:pt x="80" y="52"/>
                    </a:cubicBezTo>
                    <a:cubicBezTo>
                      <a:pt x="78" y="66"/>
                      <a:pt x="66" y="78"/>
                      <a:pt x="52" y="8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4427538" y="3302000"/>
              <a:ext cx="303213" cy="279400"/>
              <a:chOff x="4427538" y="3302000"/>
              <a:chExt cx="303213" cy="279400"/>
            </a:xfrm>
          </p:grpSpPr>
          <p:sp>
            <p:nvSpPr>
              <p:cNvPr id="88" name="Freeform 87"/>
              <p:cNvSpPr>
                <a:spLocks/>
              </p:cNvSpPr>
              <p:nvPr/>
            </p:nvSpPr>
            <p:spPr bwMode="auto">
              <a:xfrm>
                <a:off x="4541838" y="3302000"/>
                <a:ext cx="76200" cy="76200"/>
              </a:xfrm>
              <a:custGeom>
                <a:avLst/>
                <a:gdLst>
                  <a:gd name="T0" fmla="*/ 18 w 24"/>
                  <a:gd name="T1" fmla="*/ 0 h 24"/>
                  <a:gd name="T2" fmla="*/ 12 w 24"/>
                  <a:gd name="T3" fmla="*/ 6 h 24"/>
                  <a:gd name="T4" fmla="*/ 6 w 24"/>
                  <a:gd name="T5" fmla="*/ 0 h 24"/>
                  <a:gd name="T6" fmla="*/ 0 w 24"/>
                  <a:gd name="T7" fmla="*/ 6 h 24"/>
                  <a:gd name="T8" fmla="*/ 12 w 24"/>
                  <a:gd name="T9" fmla="*/ 24 h 24"/>
                  <a:gd name="T10" fmla="*/ 24 w 24"/>
                  <a:gd name="T11" fmla="*/ 6 h 24"/>
                  <a:gd name="T12" fmla="*/ 18 w 24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4">
                    <a:moveTo>
                      <a:pt x="18" y="0"/>
                    </a:moveTo>
                    <a:cubicBezTo>
                      <a:pt x="15" y="0"/>
                      <a:pt x="12" y="3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2"/>
                      <a:pt x="12" y="24"/>
                      <a:pt x="12" y="24"/>
                    </a:cubicBezTo>
                    <a:cubicBezTo>
                      <a:pt x="12" y="24"/>
                      <a:pt x="24" y="12"/>
                      <a:pt x="24" y="6"/>
                    </a:cubicBezTo>
                    <a:cubicBezTo>
                      <a:pt x="24" y="3"/>
                      <a:pt x="21" y="0"/>
                      <a:pt x="1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88"/>
              <p:cNvSpPr>
                <a:spLocks noEditPoints="1"/>
              </p:cNvSpPr>
              <p:nvPr/>
            </p:nvSpPr>
            <p:spPr bwMode="auto">
              <a:xfrm>
                <a:off x="4630738" y="3327400"/>
                <a:ext cx="74613" cy="762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89"/>
              <p:cNvSpPr>
                <a:spLocks noEditPoints="1"/>
              </p:cNvSpPr>
              <p:nvPr/>
            </p:nvSpPr>
            <p:spPr bwMode="auto">
              <a:xfrm>
                <a:off x="4605338" y="3403600"/>
                <a:ext cx="125413" cy="177800"/>
              </a:xfrm>
              <a:custGeom>
                <a:avLst/>
                <a:gdLst>
                  <a:gd name="T0" fmla="*/ 20 w 40"/>
                  <a:gd name="T1" fmla="*/ 0 h 56"/>
                  <a:gd name="T2" fmla="*/ 0 w 40"/>
                  <a:gd name="T3" fmla="*/ 20 h 56"/>
                  <a:gd name="T4" fmla="*/ 0 w 40"/>
                  <a:gd name="T5" fmla="*/ 32 h 56"/>
                  <a:gd name="T6" fmla="*/ 4 w 40"/>
                  <a:gd name="T7" fmla="*/ 36 h 56"/>
                  <a:gd name="T8" fmla="*/ 8 w 40"/>
                  <a:gd name="T9" fmla="*/ 36 h 56"/>
                  <a:gd name="T10" fmla="*/ 8 w 40"/>
                  <a:gd name="T11" fmla="*/ 52 h 56"/>
                  <a:gd name="T12" fmla="*/ 12 w 40"/>
                  <a:gd name="T13" fmla="*/ 56 h 56"/>
                  <a:gd name="T14" fmla="*/ 28 w 40"/>
                  <a:gd name="T15" fmla="*/ 56 h 56"/>
                  <a:gd name="T16" fmla="*/ 32 w 40"/>
                  <a:gd name="T17" fmla="*/ 52 h 56"/>
                  <a:gd name="T18" fmla="*/ 32 w 40"/>
                  <a:gd name="T19" fmla="*/ 36 h 56"/>
                  <a:gd name="T20" fmla="*/ 36 w 40"/>
                  <a:gd name="T21" fmla="*/ 36 h 56"/>
                  <a:gd name="T22" fmla="*/ 40 w 40"/>
                  <a:gd name="T23" fmla="*/ 32 h 56"/>
                  <a:gd name="T24" fmla="*/ 40 w 40"/>
                  <a:gd name="T25" fmla="*/ 20 h 56"/>
                  <a:gd name="T26" fmla="*/ 20 w 40"/>
                  <a:gd name="T27" fmla="*/ 0 h 56"/>
                  <a:gd name="T28" fmla="*/ 32 w 40"/>
                  <a:gd name="T29" fmla="*/ 28 h 56"/>
                  <a:gd name="T30" fmla="*/ 28 w 40"/>
                  <a:gd name="T31" fmla="*/ 28 h 56"/>
                  <a:gd name="T32" fmla="*/ 24 w 40"/>
                  <a:gd name="T33" fmla="*/ 32 h 56"/>
                  <a:gd name="T34" fmla="*/ 24 w 40"/>
                  <a:gd name="T35" fmla="*/ 48 h 56"/>
                  <a:gd name="T36" fmla="*/ 16 w 40"/>
                  <a:gd name="T37" fmla="*/ 48 h 56"/>
                  <a:gd name="T38" fmla="*/ 16 w 40"/>
                  <a:gd name="T39" fmla="*/ 32 h 56"/>
                  <a:gd name="T40" fmla="*/ 12 w 40"/>
                  <a:gd name="T41" fmla="*/ 28 h 56"/>
                  <a:gd name="T42" fmla="*/ 8 w 40"/>
                  <a:gd name="T43" fmla="*/ 28 h 56"/>
                  <a:gd name="T44" fmla="*/ 8 w 40"/>
                  <a:gd name="T45" fmla="*/ 20 h 56"/>
                  <a:gd name="T46" fmla="*/ 20 w 40"/>
                  <a:gd name="T47" fmla="*/ 8 h 56"/>
                  <a:gd name="T48" fmla="*/ 32 w 40"/>
                  <a:gd name="T49" fmla="*/ 20 h 56"/>
                  <a:gd name="T50" fmla="*/ 32 w 40"/>
                  <a:gd name="T51" fmla="*/ 2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6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4"/>
                      <a:pt x="10" y="56"/>
                      <a:pt x="12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30" y="56"/>
                      <a:pt x="32" y="54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8" y="36"/>
                      <a:pt x="40" y="34"/>
                      <a:pt x="40" y="32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32" y="28"/>
                    </a:moveTo>
                    <a:cubicBezTo>
                      <a:pt x="28" y="28"/>
                      <a:pt x="28" y="28"/>
                      <a:pt x="28" y="28"/>
                    </a:cubicBezTo>
                    <a:cubicBezTo>
                      <a:pt x="26" y="28"/>
                      <a:pt x="24" y="30"/>
                      <a:pt x="24" y="32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0"/>
                      <a:pt x="14" y="28"/>
                      <a:pt x="12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ubicBezTo>
                      <a:pt x="27" y="8"/>
                      <a:pt x="32" y="13"/>
                      <a:pt x="32" y="20"/>
                    </a:cubicBezTo>
                    <a:lnTo>
                      <a:pt x="32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90"/>
              <p:cNvSpPr>
                <a:spLocks noEditPoints="1"/>
              </p:cNvSpPr>
              <p:nvPr/>
            </p:nvSpPr>
            <p:spPr bwMode="auto">
              <a:xfrm>
                <a:off x="4452938" y="3340100"/>
                <a:ext cx="76200" cy="762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16 h 24"/>
                  <a:gd name="T12" fmla="*/ 8 w 24"/>
                  <a:gd name="T13" fmla="*/ 12 h 24"/>
                  <a:gd name="T14" fmla="*/ 12 w 24"/>
                  <a:gd name="T15" fmla="*/ 8 h 24"/>
                  <a:gd name="T16" fmla="*/ 16 w 24"/>
                  <a:gd name="T17" fmla="*/ 12 h 24"/>
                  <a:gd name="T18" fmla="*/ 12 w 24"/>
                  <a:gd name="T1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16"/>
                    </a:moveTo>
                    <a:cubicBezTo>
                      <a:pt x="10" y="16"/>
                      <a:pt x="8" y="14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14"/>
                      <a:pt x="14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91"/>
              <p:cNvSpPr>
                <a:spLocks noEditPoints="1"/>
              </p:cNvSpPr>
              <p:nvPr/>
            </p:nvSpPr>
            <p:spPr bwMode="auto">
              <a:xfrm>
                <a:off x="4427538" y="3416300"/>
                <a:ext cx="127000" cy="165100"/>
              </a:xfrm>
              <a:custGeom>
                <a:avLst/>
                <a:gdLst>
                  <a:gd name="T0" fmla="*/ 34 w 40"/>
                  <a:gd name="T1" fmla="*/ 11 h 52"/>
                  <a:gd name="T2" fmla="*/ 20 w 40"/>
                  <a:gd name="T3" fmla="*/ 0 h 52"/>
                  <a:gd name="T4" fmla="*/ 6 w 40"/>
                  <a:gd name="T5" fmla="*/ 11 h 52"/>
                  <a:gd name="T6" fmla="*/ 0 w 40"/>
                  <a:gd name="T7" fmla="*/ 35 h 52"/>
                  <a:gd name="T8" fmla="*/ 1 w 40"/>
                  <a:gd name="T9" fmla="*/ 38 h 52"/>
                  <a:gd name="T10" fmla="*/ 4 w 40"/>
                  <a:gd name="T11" fmla="*/ 40 h 52"/>
                  <a:gd name="T12" fmla="*/ 9 w 40"/>
                  <a:gd name="T13" fmla="*/ 40 h 52"/>
                  <a:gd name="T14" fmla="*/ 12 w 40"/>
                  <a:gd name="T15" fmla="*/ 49 h 52"/>
                  <a:gd name="T16" fmla="*/ 16 w 40"/>
                  <a:gd name="T17" fmla="*/ 52 h 52"/>
                  <a:gd name="T18" fmla="*/ 24 w 40"/>
                  <a:gd name="T19" fmla="*/ 52 h 52"/>
                  <a:gd name="T20" fmla="*/ 28 w 40"/>
                  <a:gd name="T21" fmla="*/ 49 h 52"/>
                  <a:gd name="T22" fmla="*/ 31 w 40"/>
                  <a:gd name="T23" fmla="*/ 40 h 52"/>
                  <a:gd name="T24" fmla="*/ 36 w 40"/>
                  <a:gd name="T25" fmla="*/ 40 h 52"/>
                  <a:gd name="T26" fmla="*/ 39 w 40"/>
                  <a:gd name="T27" fmla="*/ 38 h 52"/>
                  <a:gd name="T28" fmla="*/ 40 w 40"/>
                  <a:gd name="T29" fmla="*/ 35 h 52"/>
                  <a:gd name="T30" fmla="*/ 34 w 40"/>
                  <a:gd name="T31" fmla="*/ 11 h 52"/>
                  <a:gd name="T32" fmla="*/ 28 w 40"/>
                  <a:gd name="T33" fmla="*/ 32 h 52"/>
                  <a:gd name="T34" fmla="*/ 21 w 40"/>
                  <a:gd name="T35" fmla="*/ 44 h 52"/>
                  <a:gd name="T36" fmla="*/ 19 w 40"/>
                  <a:gd name="T37" fmla="*/ 44 h 52"/>
                  <a:gd name="T38" fmla="*/ 12 w 40"/>
                  <a:gd name="T39" fmla="*/ 32 h 52"/>
                  <a:gd name="T40" fmla="*/ 9 w 40"/>
                  <a:gd name="T41" fmla="*/ 32 h 52"/>
                  <a:gd name="T42" fmla="*/ 14 w 40"/>
                  <a:gd name="T43" fmla="*/ 13 h 52"/>
                  <a:gd name="T44" fmla="*/ 20 w 40"/>
                  <a:gd name="T45" fmla="*/ 8 h 52"/>
                  <a:gd name="T46" fmla="*/ 26 w 40"/>
                  <a:gd name="T47" fmla="*/ 13 h 52"/>
                  <a:gd name="T48" fmla="*/ 31 w 40"/>
                  <a:gd name="T49" fmla="*/ 32 h 52"/>
                  <a:gd name="T50" fmla="*/ 28 w 40"/>
                  <a:gd name="T51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52">
                    <a:moveTo>
                      <a:pt x="34" y="11"/>
                    </a:moveTo>
                    <a:cubicBezTo>
                      <a:pt x="33" y="5"/>
                      <a:pt x="27" y="0"/>
                      <a:pt x="20" y="0"/>
                    </a:cubicBezTo>
                    <a:cubicBezTo>
                      <a:pt x="13" y="0"/>
                      <a:pt x="7" y="5"/>
                      <a:pt x="6" y="11"/>
                    </a:cubicBezTo>
                    <a:cubicBezTo>
                      <a:pt x="4" y="21"/>
                      <a:pt x="5" y="16"/>
                      <a:pt x="0" y="35"/>
                    </a:cubicBezTo>
                    <a:cubicBezTo>
                      <a:pt x="0" y="36"/>
                      <a:pt x="0" y="37"/>
                      <a:pt x="1" y="38"/>
                    </a:cubicBezTo>
                    <a:cubicBezTo>
                      <a:pt x="2" y="39"/>
                      <a:pt x="3" y="40"/>
                      <a:pt x="4" y="40"/>
                    </a:cubicBezTo>
                    <a:cubicBezTo>
                      <a:pt x="4" y="40"/>
                      <a:pt x="7" y="40"/>
                      <a:pt x="9" y="40"/>
                    </a:cubicBezTo>
                    <a:cubicBezTo>
                      <a:pt x="10" y="42"/>
                      <a:pt x="11" y="46"/>
                      <a:pt x="12" y="49"/>
                    </a:cubicBezTo>
                    <a:cubicBezTo>
                      <a:pt x="13" y="51"/>
                      <a:pt x="14" y="52"/>
                      <a:pt x="16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6" y="52"/>
                      <a:pt x="27" y="51"/>
                      <a:pt x="28" y="49"/>
                    </a:cubicBezTo>
                    <a:cubicBezTo>
                      <a:pt x="29" y="46"/>
                      <a:pt x="30" y="42"/>
                      <a:pt x="31" y="40"/>
                    </a:cubicBezTo>
                    <a:cubicBezTo>
                      <a:pt x="33" y="40"/>
                      <a:pt x="36" y="40"/>
                      <a:pt x="36" y="40"/>
                    </a:cubicBezTo>
                    <a:cubicBezTo>
                      <a:pt x="37" y="40"/>
                      <a:pt x="38" y="39"/>
                      <a:pt x="39" y="38"/>
                    </a:cubicBezTo>
                    <a:cubicBezTo>
                      <a:pt x="40" y="37"/>
                      <a:pt x="40" y="36"/>
                      <a:pt x="40" y="35"/>
                    </a:cubicBezTo>
                    <a:cubicBezTo>
                      <a:pt x="35" y="17"/>
                      <a:pt x="36" y="20"/>
                      <a:pt x="34" y="11"/>
                    </a:cubicBezTo>
                    <a:close/>
                    <a:moveTo>
                      <a:pt x="28" y="32"/>
                    </a:moveTo>
                    <a:cubicBezTo>
                      <a:pt x="25" y="32"/>
                      <a:pt x="25" y="32"/>
                      <a:pt x="21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5" y="32"/>
                      <a:pt x="15" y="32"/>
                      <a:pt x="12" y="32"/>
                    </a:cubicBezTo>
                    <a:cubicBezTo>
                      <a:pt x="12" y="32"/>
                      <a:pt x="10" y="32"/>
                      <a:pt x="9" y="32"/>
                    </a:cubicBezTo>
                    <a:cubicBezTo>
                      <a:pt x="9" y="32"/>
                      <a:pt x="12" y="22"/>
                      <a:pt x="14" y="13"/>
                    </a:cubicBezTo>
                    <a:cubicBezTo>
                      <a:pt x="15" y="10"/>
                      <a:pt x="17" y="8"/>
                      <a:pt x="20" y="8"/>
                    </a:cubicBezTo>
                    <a:cubicBezTo>
                      <a:pt x="23" y="8"/>
                      <a:pt x="25" y="10"/>
                      <a:pt x="26" y="13"/>
                    </a:cubicBezTo>
                    <a:cubicBezTo>
                      <a:pt x="28" y="21"/>
                      <a:pt x="31" y="32"/>
                      <a:pt x="31" y="32"/>
                    </a:cubicBezTo>
                    <a:cubicBezTo>
                      <a:pt x="30" y="32"/>
                      <a:pt x="28" y="32"/>
                      <a:pt x="28" y="3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1" name="组合 140"/>
            <p:cNvGrpSpPr/>
            <p:nvPr/>
          </p:nvGrpSpPr>
          <p:grpSpPr>
            <a:xfrm>
              <a:off x="5072063" y="3302000"/>
              <a:ext cx="228600" cy="254000"/>
              <a:chOff x="5072063" y="3302000"/>
              <a:chExt cx="228600" cy="254000"/>
            </a:xfrm>
          </p:grpSpPr>
          <p:sp>
            <p:nvSpPr>
              <p:cNvPr id="93" name="Freeform 92"/>
              <p:cNvSpPr>
                <a:spLocks noEditPoints="1"/>
              </p:cNvSpPr>
              <p:nvPr/>
            </p:nvSpPr>
            <p:spPr bwMode="auto">
              <a:xfrm>
                <a:off x="5072063" y="3302000"/>
                <a:ext cx="228600" cy="190500"/>
              </a:xfrm>
              <a:custGeom>
                <a:avLst/>
                <a:gdLst>
                  <a:gd name="T0" fmla="*/ 56 w 72"/>
                  <a:gd name="T1" fmla="*/ 12 h 60"/>
                  <a:gd name="T2" fmla="*/ 52 w 72"/>
                  <a:gd name="T3" fmla="*/ 15 h 60"/>
                  <a:gd name="T4" fmla="*/ 48 w 72"/>
                  <a:gd name="T5" fmla="*/ 28 h 60"/>
                  <a:gd name="T6" fmla="*/ 32 w 72"/>
                  <a:gd name="T7" fmla="*/ 28 h 60"/>
                  <a:gd name="T8" fmla="*/ 32 w 72"/>
                  <a:gd name="T9" fmla="*/ 4 h 60"/>
                  <a:gd name="T10" fmla="*/ 28 w 72"/>
                  <a:gd name="T11" fmla="*/ 0 h 60"/>
                  <a:gd name="T12" fmla="*/ 24 w 72"/>
                  <a:gd name="T13" fmla="*/ 0 h 60"/>
                  <a:gd name="T14" fmla="*/ 0 w 72"/>
                  <a:gd name="T15" fmla="*/ 24 h 60"/>
                  <a:gd name="T16" fmla="*/ 0 w 72"/>
                  <a:gd name="T17" fmla="*/ 32 h 60"/>
                  <a:gd name="T18" fmla="*/ 0 w 72"/>
                  <a:gd name="T19" fmla="*/ 33 h 60"/>
                  <a:gd name="T20" fmla="*/ 8 w 72"/>
                  <a:gd name="T21" fmla="*/ 57 h 60"/>
                  <a:gd name="T22" fmla="*/ 12 w 72"/>
                  <a:gd name="T23" fmla="*/ 60 h 60"/>
                  <a:gd name="T24" fmla="*/ 44 w 72"/>
                  <a:gd name="T25" fmla="*/ 60 h 60"/>
                  <a:gd name="T26" fmla="*/ 48 w 72"/>
                  <a:gd name="T27" fmla="*/ 57 h 60"/>
                  <a:gd name="T28" fmla="*/ 59 w 72"/>
                  <a:gd name="T29" fmla="*/ 20 h 60"/>
                  <a:gd name="T30" fmla="*/ 72 w 72"/>
                  <a:gd name="T31" fmla="*/ 20 h 60"/>
                  <a:gd name="T32" fmla="*/ 72 w 72"/>
                  <a:gd name="T33" fmla="*/ 12 h 60"/>
                  <a:gd name="T34" fmla="*/ 56 w 72"/>
                  <a:gd name="T35" fmla="*/ 12 h 60"/>
                  <a:gd name="T36" fmla="*/ 8 w 72"/>
                  <a:gd name="T37" fmla="*/ 24 h 60"/>
                  <a:gd name="T38" fmla="*/ 9 w 72"/>
                  <a:gd name="T39" fmla="*/ 19 h 60"/>
                  <a:gd name="T40" fmla="*/ 18 w 72"/>
                  <a:gd name="T41" fmla="*/ 28 h 60"/>
                  <a:gd name="T42" fmla="*/ 8 w 72"/>
                  <a:gd name="T43" fmla="*/ 28 h 60"/>
                  <a:gd name="T44" fmla="*/ 8 w 72"/>
                  <a:gd name="T45" fmla="*/ 24 h 60"/>
                  <a:gd name="T46" fmla="*/ 24 w 72"/>
                  <a:gd name="T47" fmla="*/ 22 h 60"/>
                  <a:gd name="T48" fmla="*/ 14 w 72"/>
                  <a:gd name="T49" fmla="*/ 12 h 60"/>
                  <a:gd name="T50" fmla="*/ 24 w 72"/>
                  <a:gd name="T51" fmla="*/ 8 h 60"/>
                  <a:gd name="T52" fmla="*/ 24 w 72"/>
                  <a:gd name="T53" fmla="*/ 22 h 60"/>
                  <a:gd name="T54" fmla="*/ 41 w 72"/>
                  <a:gd name="T55" fmla="*/ 52 h 60"/>
                  <a:gd name="T56" fmla="*/ 15 w 72"/>
                  <a:gd name="T57" fmla="*/ 52 h 60"/>
                  <a:gd name="T58" fmla="*/ 10 w 72"/>
                  <a:gd name="T59" fmla="*/ 36 h 60"/>
                  <a:gd name="T60" fmla="*/ 46 w 72"/>
                  <a:gd name="T61" fmla="*/ 36 h 60"/>
                  <a:gd name="T62" fmla="*/ 41 w 72"/>
                  <a:gd name="T63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2" h="60">
                    <a:moveTo>
                      <a:pt x="56" y="12"/>
                    </a:moveTo>
                    <a:cubicBezTo>
                      <a:pt x="54" y="12"/>
                      <a:pt x="53" y="13"/>
                      <a:pt x="52" y="15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2"/>
                      <a:pt x="30" y="0"/>
                      <a:pt x="2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25"/>
                      <a:pt x="0" y="31"/>
                      <a:pt x="0" y="32"/>
                    </a:cubicBezTo>
                    <a:cubicBezTo>
                      <a:pt x="0" y="32"/>
                      <a:pt x="0" y="33"/>
                      <a:pt x="0" y="33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9" y="59"/>
                      <a:pt x="10" y="60"/>
                      <a:pt x="12" y="60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6" y="60"/>
                      <a:pt x="47" y="59"/>
                      <a:pt x="48" y="57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12"/>
                      <a:pt x="72" y="12"/>
                      <a:pt x="72" y="12"/>
                    </a:cubicBezTo>
                    <a:lnTo>
                      <a:pt x="56" y="12"/>
                    </a:lnTo>
                    <a:close/>
                    <a:moveTo>
                      <a:pt x="8" y="24"/>
                    </a:moveTo>
                    <a:cubicBezTo>
                      <a:pt x="8" y="22"/>
                      <a:pt x="8" y="20"/>
                      <a:pt x="9" y="19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8" y="24"/>
                    </a:lnTo>
                    <a:close/>
                    <a:moveTo>
                      <a:pt x="24" y="22"/>
                    </a:move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10"/>
                      <a:pt x="20" y="8"/>
                      <a:pt x="24" y="8"/>
                    </a:cubicBezTo>
                    <a:lnTo>
                      <a:pt x="24" y="22"/>
                    </a:lnTo>
                    <a:close/>
                    <a:moveTo>
                      <a:pt x="41" y="52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46" y="36"/>
                      <a:pt x="46" y="36"/>
                      <a:pt x="46" y="36"/>
                    </a:cubicBezTo>
                    <a:lnTo>
                      <a:pt x="41" y="5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Oval 93"/>
              <p:cNvSpPr>
                <a:spLocks noChangeArrowheads="1"/>
              </p:cNvSpPr>
              <p:nvPr/>
            </p:nvSpPr>
            <p:spPr bwMode="auto">
              <a:xfrm>
                <a:off x="5097463" y="3505200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Oval 94"/>
              <p:cNvSpPr>
                <a:spLocks noChangeArrowheads="1"/>
              </p:cNvSpPr>
              <p:nvPr/>
            </p:nvSpPr>
            <p:spPr bwMode="auto">
              <a:xfrm>
                <a:off x="5173663" y="3505200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5641976" y="3276600"/>
              <a:ext cx="303213" cy="304800"/>
            </a:xfrm>
            <a:custGeom>
              <a:avLst/>
              <a:gdLst>
                <a:gd name="T0" fmla="*/ 96 w 96"/>
                <a:gd name="T1" fmla="*/ 62 h 96"/>
                <a:gd name="T2" fmla="*/ 84 w 96"/>
                <a:gd name="T3" fmla="*/ 39 h 96"/>
                <a:gd name="T4" fmla="*/ 84 w 96"/>
                <a:gd name="T5" fmla="*/ 24 h 96"/>
                <a:gd name="T6" fmla="*/ 92 w 96"/>
                <a:gd name="T7" fmla="*/ 24 h 96"/>
                <a:gd name="T8" fmla="*/ 92 w 96"/>
                <a:gd name="T9" fmla="*/ 16 h 96"/>
                <a:gd name="T10" fmla="*/ 52 w 96"/>
                <a:gd name="T11" fmla="*/ 16 h 96"/>
                <a:gd name="T12" fmla="*/ 52 w 96"/>
                <a:gd name="T13" fmla="*/ 0 h 96"/>
                <a:gd name="T14" fmla="*/ 44 w 96"/>
                <a:gd name="T15" fmla="*/ 0 h 96"/>
                <a:gd name="T16" fmla="*/ 44 w 96"/>
                <a:gd name="T17" fmla="*/ 16 h 96"/>
                <a:gd name="T18" fmla="*/ 4 w 96"/>
                <a:gd name="T19" fmla="*/ 16 h 96"/>
                <a:gd name="T20" fmla="*/ 4 w 96"/>
                <a:gd name="T21" fmla="*/ 24 h 96"/>
                <a:gd name="T22" fmla="*/ 12 w 96"/>
                <a:gd name="T23" fmla="*/ 24 h 96"/>
                <a:gd name="T24" fmla="*/ 12 w 96"/>
                <a:gd name="T25" fmla="*/ 33 h 96"/>
                <a:gd name="T26" fmla="*/ 0 w 96"/>
                <a:gd name="T27" fmla="*/ 48 h 96"/>
                <a:gd name="T28" fmla="*/ 16 w 96"/>
                <a:gd name="T29" fmla="*/ 64 h 96"/>
                <a:gd name="T30" fmla="*/ 32 w 96"/>
                <a:gd name="T31" fmla="*/ 48 h 96"/>
                <a:gd name="T32" fmla="*/ 20 w 96"/>
                <a:gd name="T33" fmla="*/ 33 h 96"/>
                <a:gd name="T34" fmla="*/ 20 w 96"/>
                <a:gd name="T35" fmla="*/ 24 h 96"/>
                <a:gd name="T36" fmla="*/ 44 w 96"/>
                <a:gd name="T37" fmla="*/ 24 h 96"/>
                <a:gd name="T38" fmla="*/ 44 w 96"/>
                <a:gd name="T39" fmla="*/ 51 h 96"/>
                <a:gd name="T40" fmla="*/ 32 w 96"/>
                <a:gd name="T41" fmla="*/ 72 h 96"/>
                <a:gd name="T42" fmla="*/ 60 w 96"/>
                <a:gd name="T43" fmla="*/ 96 h 96"/>
                <a:gd name="T44" fmla="*/ 64 w 96"/>
                <a:gd name="T45" fmla="*/ 94 h 96"/>
                <a:gd name="T46" fmla="*/ 63 w 96"/>
                <a:gd name="T47" fmla="*/ 89 h 96"/>
                <a:gd name="T48" fmla="*/ 56 w 96"/>
                <a:gd name="T49" fmla="*/ 72 h 96"/>
                <a:gd name="T50" fmla="*/ 63 w 96"/>
                <a:gd name="T51" fmla="*/ 55 h 96"/>
                <a:gd name="T52" fmla="*/ 64 w 96"/>
                <a:gd name="T53" fmla="*/ 50 h 96"/>
                <a:gd name="T54" fmla="*/ 60 w 96"/>
                <a:gd name="T55" fmla="*/ 48 h 96"/>
                <a:gd name="T56" fmla="*/ 52 w 96"/>
                <a:gd name="T57" fmla="*/ 49 h 96"/>
                <a:gd name="T58" fmla="*/ 52 w 96"/>
                <a:gd name="T59" fmla="*/ 24 h 96"/>
                <a:gd name="T60" fmla="*/ 76 w 96"/>
                <a:gd name="T61" fmla="*/ 24 h 96"/>
                <a:gd name="T62" fmla="*/ 76 w 96"/>
                <a:gd name="T63" fmla="*/ 39 h 96"/>
                <a:gd name="T64" fmla="*/ 64 w 96"/>
                <a:gd name="T65" fmla="*/ 62 h 96"/>
                <a:gd name="T66" fmla="*/ 65 w 96"/>
                <a:gd name="T67" fmla="*/ 66 h 96"/>
                <a:gd name="T68" fmla="*/ 68 w 96"/>
                <a:gd name="T69" fmla="*/ 68 h 96"/>
                <a:gd name="T70" fmla="*/ 92 w 96"/>
                <a:gd name="T71" fmla="*/ 68 h 96"/>
                <a:gd name="T72" fmla="*/ 95 w 96"/>
                <a:gd name="T73" fmla="*/ 66 h 96"/>
                <a:gd name="T74" fmla="*/ 96 w 96"/>
                <a:gd name="T75" fmla="*/ 62 h 96"/>
                <a:gd name="T76" fmla="*/ 24 w 96"/>
                <a:gd name="T77" fmla="*/ 48 h 96"/>
                <a:gd name="T78" fmla="*/ 16 w 96"/>
                <a:gd name="T79" fmla="*/ 56 h 96"/>
                <a:gd name="T80" fmla="*/ 8 w 96"/>
                <a:gd name="T81" fmla="*/ 48 h 96"/>
                <a:gd name="T82" fmla="*/ 16 w 96"/>
                <a:gd name="T83" fmla="*/ 40 h 96"/>
                <a:gd name="T84" fmla="*/ 24 w 96"/>
                <a:gd name="T85" fmla="*/ 48 h 96"/>
                <a:gd name="T86" fmla="*/ 52 w 96"/>
                <a:gd name="T87" fmla="*/ 87 h 96"/>
                <a:gd name="T88" fmla="*/ 40 w 96"/>
                <a:gd name="T89" fmla="*/ 72 h 96"/>
                <a:gd name="T90" fmla="*/ 52 w 96"/>
                <a:gd name="T91" fmla="*/ 57 h 96"/>
                <a:gd name="T92" fmla="*/ 48 w 96"/>
                <a:gd name="T93" fmla="*/ 72 h 96"/>
                <a:gd name="T94" fmla="*/ 52 w 96"/>
                <a:gd name="T95" fmla="*/ 87 h 96"/>
                <a:gd name="T96" fmla="*/ 74 w 96"/>
                <a:gd name="T97" fmla="*/ 60 h 96"/>
                <a:gd name="T98" fmla="*/ 80 w 96"/>
                <a:gd name="T99" fmla="*/ 49 h 96"/>
                <a:gd name="T100" fmla="*/ 86 w 96"/>
                <a:gd name="T101" fmla="*/ 60 h 96"/>
                <a:gd name="T102" fmla="*/ 74 w 96"/>
                <a:gd name="T103" fmla="*/ 6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" h="96">
                  <a:moveTo>
                    <a:pt x="96" y="62"/>
                  </a:moveTo>
                  <a:cubicBezTo>
                    <a:pt x="84" y="39"/>
                    <a:pt x="84" y="39"/>
                    <a:pt x="84" y="39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92" y="16"/>
                    <a:pt x="92" y="16"/>
                    <a:pt x="92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5" y="34"/>
                    <a:pt x="0" y="41"/>
                    <a:pt x="0" y="48"/>
                  </a:cubicBezTo>
                  <a:cubicBezTo>
                    <a:pt x="0" y="57"/>
                    <a:pt x="7" y="64"/>
                    <a:pt x="16" y="64"/>
                  </a:cubicBezTo>
                  <a:cubicBezTo>
                    <a:pt x="25" y="64"/>
                    <a:pt x="32" y="57"/>
                    <a:pt x="32" y="48"/>
                  </a:cubicBezTo>
                  <a:cubicBezTo>
                    <a:pt x="32" y="41"/>
                    <a:pt x="27" y="34"/>
                    <a:pt x="20" y="3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6" y="55"/>
                    <a:pt x="32" y="62"/>
                    <a:pt x="32" y="72"/>
                  </a:cubicBezTo>
                  <a:cubicBezTo>
                    <a:pt x="32" y="87"/>
                    <a:pt x="42" y="96"/>
                    <a:pt x="60" y="96"/>
                  </a:cubicBezTo>
                  <a:cubicBezTo>
                    <a:pt x="62" y="96"/>
                    <a:pt x="63" y="95"/>
                    <a:pt x="64" y="94"/>
                  </a:cubicBezTo>
                  <a:cubicBezTo>
                    <a:pt x="64" y="92"/>
                    <a:pt x="64" y="90"/>
                    <a:pt x="63" y="89"/>
                  </a:cubicBezTo>
                  <a:cubicBezTo>
                    <a:pt x="63" y="89"/>
                    <a:pt x="56" y="82"/>
                    <a:pt x="56" y="72"/>
                  </a:cubicBezTo>
                  <a:cubicBezTo>
                    <a:pt x="56" y="62"/>
                    <a:pt x="63" y="55"/>
                    <a:pt x="63" y="55"/>
                  </a:cubicBezTo>
                  <a:cubicBezTo>
                    <a:pt x="64" y="54"/>
                    <a:pt x="64" y="52"/>
                    <a:pt x="64" y="50"/>
                  </a:cubicBezTo>
                  <a:cubicBezTo>
                    <a:pt x="63" y="49"/>
                    <a:pt x="62" y="48"/>
                    <a:pt x="60" y="48"/>
                  </a:cubicBezTo>
                  <a:cubicBezTo>
                    <a:pt x="57" y="48"/>
                    <a:pt x="54" y="48"/>
                    <a:pt x="52" y="49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4" y="63"/>
                    <a:pt x="64" y="65"/>
                    <a:pt x="65" y="66"/>
                  </a:cubicBezTo>
                  <a:cubicBezTo>
                    <a:pt x="65" y="67"/>
                    <a:pt x="67" y="68"/>
                    <a:pt x="68" y="68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3" y="68"/>
                    <a:pt x="95" y="67"/>
                    <a:pt x="95" y="66"/>
                  </a:cubicBezTo>
                  <a:cubicBezTo>
                    <a:pt x="96" y="65"/>
                    <a:pt x="96" y="63"/>
                    <a:pt x="96" y="62"/>
                  </a:cubicBezTo>
                  <a:close/>
                  <a:moveTo>
                    <a:pt x="24" y="48"/>
                  </a:moveTo>
                  <a:cubicBezTo>
                    <a:pt x="24" y="52"/>
                    <a:pt x="20" y="56"/>
                    <a:pt x="16" y="56"/>
                  </a:cubicBezTo>
                  <a:cubicBezTo>
                    <a:pt x="12" y="56"/>
                    <a:pt x="8" y="52"/>
                    <a:pt x="8" y="48"/>
                  </a:cubicBezTo>
                  <a:cubicBezTo>
                    <a:pt x="8" y="44"/>
                    <a:pt x="12" y="40"/>
                    <a:pt x="16" y="40"/>
                  </a:cubicBezTo>
                  <a:cubicBezTo>
                    <a:pt x="20" y="40"/>
                    <a:pt x="24" y="44"/>
                    <a:pt x="24" y="48"/>
                  </a:cubicBezTo>
                  <a:close/>
                  <a:moveTo>
                    <a:pt x="52" y="87"/>
                  </a:moveTo>
                  <a:cubicBezTo>
                    <a:pt x="45" y="85"/>
                    <a:pt x="40" y="81"/>
                    <a:pt x="40" y="72"/>
                  </a:cubicBezTo>
                  <a:cubicBezTo>
                    <a:pt x="40" y="63"/>
                    <a:pt x="45" y="59"/>
                    <a:pt x="52" y="57"/>
                  </a:cubicBezTo>
                  <a:cubicBezTo>
                    <a:pt x="50" y="61"/>
                    <a:pt x="48" y="66"/>
                    <a:pt x="48" y="72"/>
                  </a:cubicBezTo>
                  <a:cubicBezTo>
                    <a:pt x="48" y="78"/>
                    <a:pt x="50" y="83"/>
                    <a:pt x="52" y="87"/>
                  </a:cubicBezTo>
                  <a:close/>
                  <a:moveTo>
                    <a:pt x="74" y="60"/>
                  </a:moveTo>
                  <a:cubicBezTo>
                    <a:pt x="80" y="49"/>
                    <a:pt x="80" y="49"/>
                    <a:pt x="80" y="49"/>
                  </a:cubicBezTo>
                  <a:cubicBezTo>
                    <a:pt x="86" y="60"/>
                    <a:pt x="86" y="60"/>
                    <a:pt x="86" y="60"/>
                  </a:cubicBezTo>
                  <a:lnTo>
                    <a:pt x="74" y="6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2" name="组合 141"/>
            <p:cNvGrpSpPr/>
            <p:nvPr/>
          </p:nvGrpSpPr>
          <p:grpSpPr>
            <a:xfrm>
              <a:off x="6294438" y="3276600"/>
              <a:ext cx="209550" cy="304800"/>
              <a:chOff x="6294438" y="3276600"/>
              <a:chExt cx="209550" cy="304800"/>
            </a:xfrm>
          </p:grpSpPr>
          <p:sp>
            <p:nvSpPr>
              <p:cNvPr id="97" name="Freeform 96"/>
              <p:cNvSpPr>
                <a:spLocks noEditPoints="1"/>
              </p:cNvSpPr>
              <p:nvPr/>
            </p:nvSpPr>
            <p:spPr bwMode="auto">
              <a:xfrm>
                <a:off x="6294438" y="3276600"/>
                <a:ext cx="209550" cy="304800"/>
              </a:xfrm>
              <a:custGeom>
                <a:avLst/>
                <a:gdLst>
                  <a:gd name="T0" fmla="*/ 65 w 66"/>
                  <a:gd name="T1" fmla="*/ 32 h 96"/>
                  <a:gd name="T2" fmla="*/ 33 w 66"/>
                  <a:gd name="T3" fmla="*/ 0 h 96"/>
                  <a:gd name="T4" fmla="*/ 1 w 66"/>
                  <a:gd name="T5" fmla="*/ 32 h 96"/>
                  <a:gd name="T6" fmla="*/ 5 w 66"/>
                  <a:gd name="T7" fmla="*/ 69 h 96"/>
                  <a:gd name="T8" fmla="*/ 33 w 66"/>
                  <a:gd name="T9" fmla="*/ 96 h 96"/>
                  <a:gd name="T10" fmla="*/ 61 w 66"/>
                  <a:gd name="T11" fmla="*/ 69 h 96"/>
                  <a:gd name="T12" fmla="*/ 65 w 66"/>
                  <a:gd name="T13" fmla="*/ 32 h 96"/>
                  <a:gd name="T14" fmla="*/ 52 w 66"/>
                  <a:gd name="T15" fmla="*/ 71 h 96"/>
                  <a:gd name="T16" fmla="*/ 39 w 66"/>
                  <a:gd name="T17" fmla="*/ 65 h 96"/>
                  <a:gd name="T18" fmla="*/ 55 w 66"/>
                  <a:gd name="T19" fmla="*/ 59 h 96"/>
                  <a:gd name="T20" fmla="*/ 52 w 66"/>
                  <a:gd name="T21" fmla="*/ 71 h 96"/>
                  <a:gd name="T22" fmla="*/ 9 w 66"/>
                  <a:gd name="T23" fmla="*/ 32 h 96"/>
                  <a:gd name="T24" fmla="*/ 33 w 66"/>
                  <a:gd name="T25" fmla="*/ 8 h 96"/>
                  <a:gd name="T26" fmla="*/ 57 w 66"/>
                  <a:gd name="T27" fmla="*/ 32 h 96"/>
                  <a:gd name="T28" fmla="*/ 56 w 66"/>
                  <a:gd name="T29" fmla="*/ 50 h 96"/>
                  <a:gd name="T30" fmla="*/ 29 w 66"/>
                  <a:gd name="T31" fmla="*/ 60 h 96"/>
                  <a:gd name="T32" fmla="*/ 10 w 66"/>
                  <a:gd name="T33" fmla="*/ 50 h 96"/>
                  <a:gd name="T34" fmla="*/ 9 w 66"/>
                  <a:gd name="T35" fmla="*/ 32 h 96"/>
                  <a:gd name="T36" fmla="*/ 33 w 66"/>
                  <a:gd name="T37" fmla="*/ 88 h 96"/>
                  <a:gd name="T38" fmla="*/ 13 w 66"/>
                  <a:gd name="T39" fmla="*/ 67 h 96"/>
                  <a:gd name="T40" fmla="*/ 11 w 66"/>
                  <a:gd name="T41" fmla="*/ 60 h 96"/>
                  <a:gd name="T42" fmla="*/ 49 w 66"/>
                  <a:gd name="T43" fmla="*/ 79 h 96"/>
                  <a:gd name="T44" fmla="*/ 33 w 66"/>
                  <a:gd name="T45" fmla="*/ 8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96">
                    <a:moveTo>
                      <a:pt x="65" y="32"/>
                    </a:moveTo>
                    <a:cubicBezTo>
                      <a:pt x="65" y="13"/>
                      <a:pt x="51" y="0"/>
                      <a:pt x="33" y="0"/>
                    </a:cubicBezTo>
                    <a:cubicBezTo>
                      <a:pt x="14" y="0"/>
                      <a:pt x="1" y="13"/>
                      <a:pt x="1" y="32"/>
                    </a:cubicBezTo>
                    <a:cubicBezTo>
                      <a:pt x="1" y="32"/>
                      <a:pt x="0" y="49"/>
                      <a:pt x="5" y="69"/>
                    </a:cubicBezTo>
                    <a:cubicBezTo>
                      <a:pt x="10" y="89"/>
                      <a:pt x="17" y="96"/>
                      <a:pt x="33" y="96"/>
                    </a:cubicBezTo>
                    <a:cubicBezTo>
                      <a:pt x="49" y="96"/>
                      <a:pt x="56" y="89"/>
                      <a:pt x="61" y="69"/>
                    </a:cubicBezTo>
                    <a:cubicBezTo>
                      <a:pt x="66" y="49"/>
                      <a:pt x="65" y="32"/>
                      <a:pt x="65" y="32"/>
                    </a:cubicBezTo>
                    <a:close/>
                    <a:moveTo>
                      <a:pt x="52" y="71"/>
                    </a:moveTo>
                    <a:cubicBezTo>
                      <a:pt x="39" y="65"/>
                      <a:pt x="39" y="65"/>
                      <a:pt x="39" y="65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4" y="63"/>
                      <a:pt x="53" y="67"/>
                      <a:pt x="52" y="71"/>
                    </a:cubicBezTo>
                    <a:close/>
                    <a:moveTo>
                      <a:pt x="9" y="32"/>
                    </a:moveTo>
                    <a:cubicBezTo>
                      <a:pt x="9" y="18"/>
                      <a:pt x="19" y="8"/>
                      <a:pt x="33" y="8"/>
                    </a:cubicBezTo>
                    <a:cubicBezTo>
                      <a:pt x="47" y="8"/>
                      <a:pt x="57" y="18"/>
                      <a:pt x="57" y="32"/>
                    </a:cubicBezTo>
                    <a:cubicBezTo>
                      <a:pt x="57" y="32"/>
                      <a:pt x="57" y="39"/>
                      <a:pt x="56" y="5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10" y="50"/>
                      <a:pt x="10" y="50"/>
                      <a:pt x="10" y="50"/>
                    </a:cubicBezTo>
                    <a:cubicBezTo>
                      <a:pt x="9" y="40"/>
                      <a:pt x="9" y="32"/>
                      <a:pt x="9" y="32"/>
                    </a:cubicBezTo>
                    <a:close/>
                    <a:moveTo>
                      <a:pt x="33" y="88"/>
                    </a:moveTo>
                    <a:cubicBezTo>
                      <a:pt x="22" y="88"/>
                      <a:pt x="18" y="86"/>
                      <a:pt x="13" y="67"/>
                    </a:cubicBezTo>
                    <a:cubicBezTo>
                      <a:pt x="12" y="64"/>
                      <a:pt x="12" y="62"/>
                      <a:pt x="11" y="60"/>
                    </a:cubicBezTo>
                    <a:cubicBezTo>
                      <a:pt x="49" y="79"/>
                      <a:pt x="49" y="79"/>
                      <a:pt x="49" y="79"/>
                    </a:cubicBezTo>
                    <a:cubicBezTo>
                      <a:pt x="45" y="87"/>
                      <a:pt x="41" y="88"/>
                      <a:pt x="33" y="8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7"/>
              <p:cNvSpPr>
                <a:spLocks noEditPoints="1"/>
              </p:cNvSpPr>
              <p:nvPr/>
            </p:nvSpPr>
            <p:spPr bwMode="auto">
              <a:xfrm>
                <a:off x="6335713" y="3314700"/>
                <a:ext cx="127000" cy="127000"/>
              </a:xfrm>
              <a:custGeom>
                <a:avLst/>
                <a:gdLst>
                  <a:gd name="T0" fmla="*/ 20 w 40"/>
                  <a:gd name="T1" fmla="*/ 40 h 40"/>
                  <a:gd name="T2" fmla="*/ 40 w 40"/>
                  <a:gd name="T3" fmla="*/ 20 h 40"/>
                  <a:gd name="T4" fmla="*/ 20 w 40"/>
                  <a:gd name="T5" fmla="*/ 0 h 40"/>
                  <a:gd name="T6" fmla="*/ 0 w 40"/>
                  <a:gd name="T7" fmla="*/ 20 h 40"/>
                  <a:gd name="T8" fmla="*/ 20 w 40"/>
                  <a:gd name="T9" fmla="*/ 40 h 40"/>
                  <a:gd name="T10" fmla="*/ 20 w 40"/>
                  <a:gd name="T11" fmla="*/ 8 h 40"/>
                  <a:gd name="T12" fmla="*/ 32 w 40"/>
                  <a:gd name="T13" fmla="*/ 20 h 40"/>
                  <a:gd name="T14" fmla="*/ 20 w 40"/>
                  <a:gd name="T15" fmla="*/ 32 h 40"/>
                  <a:gd name="T16" fmla="*/ 8 w 40"/>
                  <a:gd name="T17" fmla="*/ 20 h 40"/>
                  <a:gd name="T18" fmla="*/ 20 w 40"/>
                  <a:gd name="T19" fmla="*/ 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lose/>
                    <a:moveTo>
                      <a:pt x="20" y="8"/>
                    </a:moveTo>
                    <a:cubicBezTo>
                      <a:pt x="27" y="8"/>
                      <a:pt x="32" y="13"/>
                      <a:pt x="32" y="20"/>
                    </a:cubicBezTo>
                    <a:cubicBezTo>
                      <a:pt x="32" y="27"/>
                      <a:pt x="27" y="32"/>
                      <a:pt x="20" y="32"/>
                    </a:cubicBezTo>
                    <a:cubicBezTo>
                      <a:pt x="13" y="32"/>
                      <a:pt x="8" y="27"/>
                      <a:pt x="8" y="20"/>
                    </a:cubicBezTo>
                    <a:cubicBezTo>
                      <a:pt x="8" y="13"/>
                      <a:pt x="13" y="8"/>
                      <a:pt x="20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Oval 98"/>
              <p:cNvSpPr>
                <a:spLocks noChangeArrowheads="1"/>
              </p:cNvSpPr>
              <p:nvPr/>
            </p:nvSpPr>
            <p:spPr bwMode="auto">
              <a:xfrm>
                <a:off x="6386513" y="3378200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4478338" y="4518025"/>
              <a:ext cx="203200" cy="254000"/>
              <a:chOff x="4478338" y="4518025"/>
              <a:chExt cx="203200" cy="254000"/>
            </a:xfrm>
          </p:grpSpPr>
          <p:sp>
            <p:nvSpPr>
              <p:cNvPr id="100" name="Freeform 99"/>
              <p:cNvSpPr>
                <a:spLocks/>
              </p:cNvSpPr>
              <p:nvPr/>
            </p:nvSpPr>
            <p:spPr bwMode="auto">
              <a:xfrm>
                <a:off x="4532313" y="4559300"/>
                <a:ext cx="95250" cy="79375"/>
              </a:xfrm>
              <a:custGeom>
                <a:avLst/>
                <a:gdLst>
                  <a:gd name="T0" fmla="*/ 22 w 60"/>
                  <a:gd name="T1" fmla="*/ 26 h 50"/>
                  <a:gd name="T2" fmla="*/ 12 w 60"/>
                  <a:gd name="T3" fmla="*/ 16 h 50"/>
                  <a:gd name="T4" fmla="*/ 0 w 60"/>
                  <a:gd name="T5" fmla="*/ 28 h 50"/>
                  <a:gd name="T6" fmla="*/ 22 w 60"/>
                  <a:gd name="T7" fmla="*/ 50 h 50"/>
                  <a:gd name="T8" fmla="*/ 60 w 60"/>
                  <a:gd name="T9" fmla="*/ 12 h 50"/>
                  <a:gd name="T10" fmla="*/ 48 w 60"/>
                  <a:gd name="T11" fmla="*/ 0 h 50"/>
                  <a:gd name="T12" fmla="*/ 22 w 60"/>
                  <a:gd name="T13" fmla="*/ 2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50">
                    <a:moveTo>
                      <a:pt x="22" y="26"/>
                    </a:moveTo>
                    <a:lnTo>
                      <a:pt x="12" y="16"/>
                    </a:lnTo>
                    <a:lnTo>
                      <a:pt x="0" y="28"/>
                    </a:lnTo>
                    <a:lnTo>
                      <a:pt x="22" y="50"/>
                    </a:lnTo>
                    <a:lnTo>
                      <a:pt x="60" y="12"/>
                    </a:lnTo>
                    <a:lnTo>
                      <a:pt x="48" y="0"/>
                    </a:lnTo>
                    <a:lnTo>
                      <a:pt x="22" y="2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100"/>
              <p:cNvSpPr>
                <a:spLocks/>
              </p:cNvSpPr>
              <p:nvPr/>
            </p:nvSpPr>
            <p:spPr bwMode="auto">
              <a:xfrm>
                <a:off x="4532313" y="4648200"/>
                <a:ext cx="95250" cy="79375"/>
              </a:xfrm>
              <a:custGeom>
                <a:avLst/>
                <a:gdLst>
                  <a:gd name="T0" fmla="*/ 22 w 60"/>
                  <a:gd name="T1" fmla="*/ 26 h 50"/>
                  <a:gd name="T2" fmla="*/ 12 w 60"/>
                  <a:gd name="T3" fmla="*/ 16 h 50"/>
                  <a:gd name="T4" fmla="*/ 0 w 60"/>
                  <a:gd name="T5" fmla="*/ 28 h 50"/>
                  <a:gd name="T6" fmla="*/ 22 w 60"/>
                  <a:gd name="T7" fmla="*/ 50 h 50"/>
                  <a:gd name="T8" fmla="*/ 60 w 60"/>
                  <a:gd name="T9" fmla="*/ 12 h 50"/>
                  <a:gd name="T10" fmla="*/ 48 w 60"/>
                  <a:gd name="T11" fmla="*/ 0 h 50"/>
                  <a:gd name="T12" fmla="*/ 22 w 60"/>
                  <a:gd name="T13" fmla="*/ 2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50">
                    <a:moveTo>
                      <a:pt x="22" y="26"/>
                    </a:moveTo>
                    <a:lnTo>
                      <a:pt x="12" y="16"/>
                    </a:lnTo>
                    <a:lnTo>
                      <a:pt x="0" y="28"/>
                    </a:lnTo>
                    <a:lnTo>
                      <a:pt x="22" y="50"/>
                    </a:lnTo>
                    <a:lnTo>
                      <a:pt x="60" y="12"/>
                    </a:lnTo>
                    <a:lnTo>
                      <a:pt x="48" y="0"/>
                    </a:lnTo>
                    <a:lnTo>
                      <a:pt x="22" y="2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01"/>
              <p:cNvSpPr>
                <a:spLocks noEditPoints="1"/>
              </p:cNvSpPr>
              <p:nvPr/>
            </p:nvSpPr>
            <p:spPr bwMode="auto">
              <a:xfrm>
                <a:off x="4478338" y="4518025"/>
                <a:ext cx="203200" cy="254000"/>
              </a:xfrm>
              <a:custGeom>
                <a:avLst/>
                <a:gdLst>
                  <a:gd name="T0" fmla="*/ 56 w 64"/>
                  <a:gd name="T1" fmla="*/ 0 h 80"/>
                  <a:gd name="T2" fmla="*/ 8 w 64"/>
                  <a:gd name="T3" fmla="*/ 0 h 80"/>
                  <a:gd name="T4" fmla="*/ 0 w 64"/>
                  <a:gd name="T5" fmla="*/ 8 h 80"/>
                  <a:gd name="T6" fmla="*/ 0 w 64"/>
                  <a:gd name="T7" fmla="*/ 72 h 80"/>
                  <a:gd name="T8" fmla="*/ 8 w 64"/>
                  <a:gd name="T9" fmla="*/ 80 h 80"/>
                  <a:gd name="T10" fmla="*/ 56 w 64"/>
                  <a:gd name="T11" fmla="*/ 80 h 80"/>
                  <a:gd name="T12" fmla="*/ 64 w 64"/>
                  <a:gd name="T13" fmla="*/ 72 h 80"/>
                  <a:gd name="T14" fmla="*/ 64 w 64"/>
                  <a:gd name="T15" fmla="*/ 8 h 80"/>
                  <a:gd name="T16" fmla="*/ 56 w 64"/>
                  <a:gd name="T17" fmla="*/ 0 h 80"/>
                  <a:gd name="T18" fmla="*/ 8 w 64"/>
                  <a:gd name="T19" fmla="*/ 72 h 80"/>
                  <a:gd name="T20" fmla="*/ 8 w 64"/>
                  <a:gd name="T21" fmla="*/ 8 h 80"/>
                  <a:gd name="T22" fmla="*/ 56 w 64"/>
                  <a:gd name="T23" fmla="*/ 8 h 80"/>
                  <a:gd name="T24" fmla="*/ 56 w 64"/>
                  <a:gd name="T25" fmla="*/ 72 h 80"/>
                  <a:gd name="T26" fmla="*/ 8 w 64"/>
                  <a:gd name="T2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0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60" y="80"/>
                      <a:pt x="64" y="76"/>
                      <a:pt x="64" y="72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8" y="7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72"/>
                      <a:pt x="56" y="72"/>
                      <a:pt x="56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5072063" y="4494213"/>
              <a:ext cx="228600" cy="290513"/>
              <a:chOff x="5072063" y="4494213"/>
              <a:chExt cx="228600" cy="290513"/>
            </a:xfrm>
          </p:grpSpPr>
          <p:sp>
            <p:nvSpPr>
              <p:cNvPr id="103" name="Freeform 102"/>
              <p:cNvSpPr>
                <a:spLocks/>
              </p:cNvSpPr>
              <p:nvPr/>
            </p:nvSpPr>
            <p:spPr bwMode="auto">
              <a:xfrm>
                <a:off x="5135563" y="4632325"/>
                <a:ext cx="101600" cy="101600"/>
              </a:xfrm>
              <a:custGeom>
                <a:avLst/>
                <a:gdLst>
                  <a:gd name="T0" fmla="*/ 40 w 64"/>
                  <a:gd name="T1" fmla="*/ 0 h 64"/>
                  <a:gd name="T2" fmla="*/ 24 w 64"/>
                  <a:gd name="T3" fmla="*/ 0 h 64"/>
                  <a:gd name="T4" fmla="*/ 24 w 64"/>
                  <a:gd name="T5" fmla="*/ 24 h 64"/>
                  <a:gd name="T6" fmla="*/ 0 w 64"/>
                  <a:gd name="T7" fmla="*/ 24 h 64"/>
                  <a:gd name="T8" fmla="*/ 0 w 64"/>
                  <a:gd name="T9" fmla="*/ 40 h 64"/>
                  <a:gd name="T10" fmla="*/ 24 w 64"/>
                  <a:gd name="T11" fmla="*/ 40 h 64"/>
                  <a:gd name="T12" fmla="*/ 24 w 64"/>
                  <a:gd name="T13" fmla="*/ 64 h 64"/>
                  <a:gd name="T14" fmla="*/ 40 w 64"/>
                  <a:gd name="T15" fmla="*/ 64 h 64"/>
                  <a:gd name="T16" fmla="*/ 40 w 64"/>
                  <a:gd name="T17" fmla="*/ 40 h 64"/>
                  <a:gd name="T18" fmla="*/ 64 w 64"/>
                  <a:gd name="T19" fmla="*/ 40 h 64"/>
                  <a:gd name="T20" fmla="*/ 64 w 64"/>
                  <a:gd name="T21" fmla="*/ 24 h 64"/>
                  <a:gd name="T22" fmla="*/ 40 w 64"/>
                  <a:gd name="T23" fmla="*/ 24 h 64"/>
                  <a:gd name="T24" fmla="*/ 40 w 64"/>
                  <a:gd name="T2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40" y="0"/>
                    </a:move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lnTo>
                      <a:pt x="40" y="2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03"/>
              <p:cNvSpPr>
                <a:spLocks noEditPoints="1"/>
              </p:cNvSpPr>
              <p:nvPr/>
            </p:nvSpPr>
            <p:spPr bwMode="auto">
              <a:xfrm>
                <a:off x="5072063" y="4494213"/>
                <a:ext cx="228600" cy="290513"/>
              </a:xfrm>
              <a:custGeom>
                <a:avLst/>
                <a:gdLst>
                  <a:gd name="T0" fmla="*/ 64 w 72"/>
                  <a:gd name="T1" fmla="*/ 20 h 92"/>
                  <a:gd name="T2" fmla="*/ 56 w 72"/>
                  <a:gd name="T3" fmla="*/ 20 h 92"/>
                  <a:gd name="T4" fmla="*/ 56 w 72"/>
                  <a:gd name="T5" fmla="*/ 12 h 92"/>
                  <a:gd name="T6" fmla="*/ 51 w 72"/>
                  <a:gd name="T7" fmla="*/ 12 h 92"/>
                  <a:gd name="T8" fmla="*/ 36 w 72"/>
                  <a:gd name="T9" fmla="*/ 0 h 92"/>
                  <a:gd name="T10" fmla="*/ 21 w 72"/>
                  <a:gd name="T11" fmla="*/ 12 h 92"/>
                  <a:gd name="T12" fmla="*/ 16 w 72"/>
                  <a:gd name="T13" fmla="*/ 12 h 92"/>
                  <a:gd name="T14" fmla="*/ 16 w 72"/>
                  <a:gd name="T15" fmla="*/ 20 h 92"/>
                  <a:gd name="T16" fmla="*/ 8 w 72"/>
                  <a:gd name="T17" fmla="*/ 20 h 92"/>
                  <a:gd name="T18" fmla="*/ 0 w 72"/>
                  <a:gd name="T19" fmla="*/ 28 h 92"/>
                  <a:gd name="T20" fmla="*/ 0 w 72"/>
                  <a:gd name="T21" fmla="*/ 84 h 92"/>
                  <a:gd name="T22" fmla="*/ 8 w 72"/>
                  <a:gd name="T23" fmla="*/ 92 h 92"/>
                  <a:gd name="T24" fmla="*/ 64 w 72"/>
                  <a:gd name="T25" fmla="*/ 92 h 92"/>
                  <a:gd name="T26" fmla="*/ 72 w 72"/>
                  <a:gd name="T27" fmla="*/ 84 h 92"/>
                  <a:gd name="T28" fmla="*/ 72 w 72"/>
                  <a:gd name="T29" fmla="*/ 28 h 92"/>
                  <a:gd name="T30" fmla="*/ 64 w 72"/>
                  <a:gd name="T31" fmla="*/ 20 h 92"/>
                  <a:gd name="T32" fmla="*/ 36 w 72"/>
                  <a:gd name="T33" fmla="*/ 8 h 92"/>
                  <a:gd name="T34" fmla="*/ 43 w 72"/>
                  <a:gd name="T35" fmla="*/ 12 h 92"/>
                  <a:gd name="T36" fmla="*/ 29 w 72"/>
                  <a:gd name="T37" fmla="*/ 12 h 92"/>
                  <a:gd name="T38" fmla="*/ 36 w 72"/>
                  <a:gd name="T39" fmla="*/ 8 h 92"/>
                  <a:gd name="T40" fmla="*/ 24 w 72"/>
                  <a:gd name="T41" fmla="*/ 20 h 92"/>
                  <a:gd name="T42" fmla="*/ 48 w 72"/>
                  <a:gd name="T43" fmla="*/ 20 h 92"/>
                  <a:gd name="T44" fmla="*/ 48 w 72"/>
                  <a:gd name="T45" fmla="*/ 28 h 92"/>
                  <a:gd name="T46" fmla="*/ 24 w 72"/>
                  <a:gd name="T47" fmla="*/ 28 h 92"/>
                  <a:gd name="T48" fmla="*/ 24 w 72"/>
                  <a:gd name="T49" fmla="*/ 20 h 92"/>
                  <a:gd name="T50" fmla="*/ 64 w 72"/>
                  <a:gd name="T51" fmla="*/ 84 h 92"/>
                  <a:gd name="T52" fmla="*/ 8 w 72"/>
                  <a:gd name="T53" fmla="*/ 84 h 92"/>
                  <a:gd name="T54" fmla="*/ 8 w 72"/>
                  <a:gd name="T55" fmla="*/ 28 h 92"/>
                  <a:gd name="T56" fmla="*/ 16 w 72"/>
                  <a:gd name="T57" fmla="*/ 28 h 92"/>
                  <a:gd name="T58" fmla="*/ 16 w 72"/>
                  <a:gd name="T59" fmla="*/ 36 h 92"/>
                  <a:gd name="T60" fmla="*/ 56 w 72"/>
                  <a:gd name="T61" fmla="*/ 36 h 92"/>
                  <a:gd name="T62" fmla="*/ 56 w 72"/>
                  <a:gd name="T63" fmla="*/ 28 h 92"/>
                  <a:gd name="T64" fmla="*/ 64 w 72"/>
                  <a:gd name="T65" fmla="*/ 28 h 92"/>
                  <a:gd name="T66" fmla="*/ 64 w 72"/>
                  <a:gd name="T67" fmla="*/ 8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2" h="92">
                    <a:moveTo>
                      <a:pt x="64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0" y="5"/>
                      <a:pt x="43" y="0"/>
                      <a:pt x="36" y="0"/>
                    </a:cubicBezTo>
                    <a:cubicBezTo>
                      <a:pt x="29" y="0"/>
                      <a:pt x="22" y="5"/>
                      <a:pt x="21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4" y="20"/>
                      <a:pt x="0" y="24"/>
                      <a:pt x="0" y="28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8"/>
                      <a:pt x="4" y="92"/>
                      <a:pt x="8" y="92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8" y="92"/>
                      <a:pt x="72" y="88"/>
                      <a:pt x="72" y="84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4"/>
                      <a:pt x="68" y="20"/>
                      <a:pt x="64" y="20"/>
                    </a:cubicBezTo>
                    <a:close/>
                    <a:moveTo>
                      <a:pt x="36" y="8"/>
                    </a:moveTo>
                    <a:cubicBezTo>
                      <a:pt x="39" y="8"/>
                      <a:pt x="42" y="10"/>
                      <a:pt x="43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0"/>
                      <a:pt x="33" y="8"/>
                      <a:pt x="36" y="8"/>
                    </a:cubicBezTo>
                    <a:close/>
                    <a:moveTo>
                      <a:pt x="24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24" y="28"/>
                      <a:pt x="24" y="28"/>
                      <a:pt x="24" y="28"/>
                    </a:cubicBezTo>
                    <a:lnTo>
                      <a:pt x="24" y="20"/>
                    </a:lnTo>
                    <a:close/>
                    <a:moveTo>
                      <a:pt x="64" y="84"/>
                    </a:moveTo>
                    <a:cubicBezTo>
                      <a:pt x="8" y="84"/>
                      <a:pt x="8" y="84"/>
                      <a:pt x="8" y="8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64" y="28"/>
                      <a:pt x="64" y="28"/>
                      <a:pt x="64" y="28"/>
                    </a:cubicBezTo>
                    <a:lnTo>
                      <a:pt x="64" y="8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7" name="组合 156"/>
            <p:cNvGrpSpPr/>
            <p:nvPr/>
          </p:nvGrpSpPr>
          <p:grpSpPr>
            <a:xfrm>
              <a:off x="5678488" y="4494213"/>
              <a:ext cx="228600" cy="290513"/>
              <a:chOff x="5678488" y="4494213"/>
              <a:chExt cx="228600" cy="290513"/>
            </a:xfrm>
          </p:grpSpPr>
          <p:sp>
            <p:nvSpPr>
              <p:cNvPr id="105" name="Rectangle 104"/>
              <p:cNvSpPr>
                <a:spLocks noChangeArrowheads="1"/>
              </p:cNvSpPr>
              <p:nvPr/>
            </p:nvSpPr>
            <p:spPr bwMode="auto">
              <a:xfrm>
                <a:off x="5741988" y="4670425"/>
                <a:ext cx="1016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05"/>
              <p:cNvSpPr>
                <a:spLocks noEditPoints="1"/>
              </p:cNvSpPr>
              <p:nvPr/>
            </p:nvSpPr>
            <p:spPr bwMode="auto">
              <a:xfrm>
                <a:off x="5678488" y="4494213"/>
                <a:ext cx="228600" cy="290513"/>
              </a:xfrm>
              <a:custGeom>
                <a:avLst/>
                <a:gdLst>
                  <a:gd name="T0" fmla="*/ 64 w 72"/>
                  <a:gd name="T1" fmla="*/ 20 h 92"/>
                  <a:gd name="T2" fmla="*/ 56 w 72"/>
                  <a:gd name="T3" fmla="*/ 20 h 92"/>
                  <a:gd name="T4" fmla="*/ 56 w 72"/>
                  <a:gd name="T5" fmla="*/ 12 h 92"/>
                  <a:gd name="T6" fmla="*/ 51 w 72"/>
                  <a:gd name="T7" fmla="*/ 12 h 92"/>
                  <a:gd name="T8" fmla="*/ 36 w 72"/>
                  <a:gd name="T9" fmla="*/ 0 h 92"/>
                  <a:gd name="T10" fmla="*/ 21 w 72"/>
                  <a:gd name="T11" fmla="*/ 12 h 92"/>
                  <a:gd name="T12" fmla="*/ 16 w 72"/>
                  <a:gd name="T13" fmla="*/ 12 h 92"/>
                  <a:gd name="T14" fmla="*/ 16 w 72"/>
                  <a:gd name="T15" fmla="*/ 20 h 92"/>
                  <a:gd name="T16" fmla="*/ 8 w 72"/>
                  <a:gd name="T17" fmla="*/ 20 h 92"/>
                  <a:gd name="T18" fmla="*/ 0 w 72"/>
                  <a:gd name="T19" fmla="*/ 28 h 92"/>
                  <a:gd name="T20" fmla="*/ 0 w 72"/>
                  <a:gd name="T21" fmla="*/ 84 h 92"/>
                  <a:gd name="T22" fmla="*/ 8 w 72"/>
                  <a:gd name="T23" fmla="*/ 92 h 92"/>
                  <a:gd name="T24" fmla="*/ 64 w 72"/>
                  <a:gd name="T25" fmla="*/ 92 h 92"/>
                  <a:gd name="T26" fmla="*/ 72 w 72"/>
                  <a:gd name="T27" fmla="*/ 84 h 92"/>
                  <a:gd name="T28" fmla="*/ 72 w 72"/>
                  <a:gd name="T29" fmla="*/ 28 h 92"/>
                  <a:gd name="T30" fmla="*/ 64 w 72"/>
                  <a:gd name="T31" fmla="*/ 20 h 92"/>
                  <a:gd name="T32" fmla="*/ 36 w 72"/>
                  <a:gd name="T33" fmla="*/ 8 h 92"/>
                  <a:gd name="T34" fmla="*/ 43 w 72"/>
                  <a:gd name="T35" fmla="*/ 12 h 92"/>
                  <a:gd name="T36" fmla="*/ 29 w 72"/>
                  <a:gd name="T37" fmla="*/ 12 h 92"/>
                  <a:gd name="T38" fmla="*/ 36 w 72"/>
                  <a:gd name="T39" fmla="*/ 8 h 92"/>
                  <a:gd name="T40" fmla="*/ 24 w 72"/>
                  <a:gd name="T41" fmla="*/ 20 h 92"/>
                  <a:gd name="T42" fmla="*/ 48 w 72"/>
                  <a:gd name="T43" fmla="*/ 20 h 92"/>
                  <a:gd name="T44" fmla="*/ 48 w 72"/>
                  <a:gd name="T45" fmla="*/ 28 h 92"/>
                  <a:gd name="T46" fmla="*/ 24 w 72"/>
                  <a:gd name="T47" fmla="*/ 28 h 92"/>
                  <a:gd name="T48" fmla="*/ 24 w 72"/>
                  <a:gd name="T49" fmla="*/ 20 h 92"/>
                  <a:gd name="T50" fmla="*/ 64 w 72"/>
                  <a:gd name="T51" fmla="*/ 84 h 92"/>
                  <a:gd name="T52" fmla="*/ 8 w 72"/>
                  <a:gd name="T53" fmla="*/ 84 h 92"/>
                  <a:gd name="T54" fmla="*/ 8 w 72"/>
                  <a:gd name="T55" fmla="*/ 28 h 92"/>
                  <a:gd name="T56" fmla="*/ 16 w 72"/>
                  <a:gd name="T57" fmla="*/ 28 h 92"/>
                  <a:gd name="T58" fmla="*/ 16 w 72"/>
                  <a:gd name="T59" fmla="*/ 36 h 92"/>
                  <a:gd name="T60" fmla="*/ 56 w 72"/>
                  <a:gd name="T61" fmla="*/ 36 h 92"/>
                  <a:gd name="T62" fmla="*/ 56 w 72"/>
                  <a:gd name="T63" fmla="*/ 28 h 92"/>
                  <a:gd name="T64" fmla="*/ 64 w 72"/>
                  <a:gd name="T65" fmla="*/ 28 h 92"/>
                  <a:gd name="T66" fmla="*/ 64 w 72"/>
                  <a:gd name="T67" fmla="*/ 8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2" h="92">
                    <a:moveTo>
                      <a:pt x="64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0" y="5"/>
                      <a:pt x="43" y="0"/>
                      <a:pt x="36" y="0"/>
                    </a:cubicBezTo>
                    <a:cubicBezTo>
                      <a:pt x="29" y="0"/>
                      <a:pt x="22" y="5"/>
                      <a:pt x="21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4" y="20"/>
                      <a:pt x="0" y="24"/>
                      <a:pt x="0" y="28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8"/>
                      <a:pt x="4" y="92"/>
                      <a:pt x="8" y="92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8" y="92"/>
                      <a:pt x="72" y="88"/>
                      <a:pt x="72" y="84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4"/>
                      <a:pt x="68" y="20"/>
                      <a:pt x="64" y="20"/>
                    </a:cubicBezTo>
                    <a:close/>
                    <a:moveTo>
                      <a:pt x="36" y="8"/>
                    </a:moveTo>
                    <a:cubicBezTo>
                      <a:pt x="39" y="8"/>
                      <a:pt x="42" y="10"/>
                      <a:pt x="43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0"/>
                      <a:pt x="33" y="8"/>
                      <a:pt x="36" y="8"/>
                    </a:cubicBezTo>
                    <a:close/>
                    <a:moveTo>
                      <a:pt x="24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24" y="28"/>
                      <a:pt x="24" y="28"/>
                      <a:pt x="24" y="28"/>
                    </a:cubicBezTo>
                    <a:lnTo>
                      <a:pt x="24" y="20"/>
                    </a:lnTo>
                    <a:close/>
                    <a:moveTo>
                      <a:pt x="64" y="84"/>
                    </a:moveTo>
                    <a:cubicBezTo>
                      <a:pt x="8" y="84"/>
                      <a:pt x="8" y="84"/>
                      <a:pt x="8" y="8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64" y="28"/>
                      <a:pt x="64" y="28"/>
                      <a:pt x="64" y="28"/>
                    </a:cubicBezTo>
                    <a:lnTo>
                      <a:pt x="64" y="8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>
              <a:off x="3252788" y="4506913"/>
              <a:ext cx="227013" cy="277813"/>
              <a:chOff x="3252788" y="4506913"/>
              <a:chExt cx="227013" cy="277813"/>
            </a:xfrm>
          </p:grpSpPr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>
                <a:off x="3303588" y="4619625"/>
                <a:ext cx="125413" cy="114300"/>
              </a:xfrm>
              <a:custGeom>
                <a:avLst/>
                <a:gdLst>
                  <a:gd name="T0" fmla="*/ 0 w 79"/>
                  <a:gd name="T1" fmla="*/ 0 h 72"/>
                  <a:gd name="T2" fmla="*/ 0 w 79"/>
                  <a:gd name="T3" fmla="*/ 32 h 72"/>
                  <a:gd name="T4" fmla="*/ 16 w 79"/>
                  <a:gd name="T5" fmla="*/ 32 h 72"/>
                  <a:gd name="T6" fmla="*/ 16 w 79"/>
                  <a:gd name="T7" fmla="*/ 16 h 72"/>
                  <a:gd name="T8" fmla="*/ 32 w 79"/>
                  <a:gd name="T9" fmla="*/ 16 h 72"/>
                  <a:gd name="T10" fmla="*/ 32 w 79"/>
                  <a:gd name="T11" fmla="*/ 56 h 72"/>
                  <a:gd name="T12" fmla="*/ 16 w 79"/>
                  <a:gd name="T13" fmla="*/ 56 h 72"/>
                  <a:gd name="T14" fmla="*/ 16 w 79"/>
                  <a:gd name="T15" fmla="*/ 72 h 72"/>
                  <a:gd name="T16" fmla="*/ 64 w 79"/>
                  <a:gd name="T17" fmla="*/ 72 h 72"/>
                  <a:gd name="T18" fmla="*/ 64 w 79"/>
                  <a:gd name="T19" fmla="*/ 56 h 72"/>
                  <a:gd name="T20" fmla="*/ 48 w 79"/>
                  <a:gd name="T21" fmla="*/ 56 h 72"/>
                  <a:gd name="T22" fmla="*/ 48 w 79"/>
                  <a:gd name="T23" fmla="*/ 16 h 72"/>
                  <a:gd name="T24" fmla="*/ 64 w 79"/>
                  <a:gd name="T25" fmla="*/ 16 h 72"/>
                  <a:gd name="T26" fmla="*/ 64 w 79"/>
                  <a:gd name="T27" fmla="*/ 32 h 72"/>
                  <a:gd name="T28" fmla="*/ 79 w 79"/>
                  <a:gd name="T29" fmla="*/ 32 h 72"/>
                  <a:gd name="T30" fmla="*/ 79 w 79"/>
                  <a:gd name="T31" fmla="*/ 0 h 72"/>
                  <a:gd name="T32" fmla="*/ 0 w 79"/>
                  <a:gd name="T33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9" h="72">
                    <a:moveTo>
                      <a:pt x="0" y="0"/>
                    </a:moveTo>
                    <a:lnTo>
                      <a:pt x="0" y="32"/>
                    </a:lnTo>
                    <a:lnTo>
                      <a:pt x="16" y="32"/>
                    </a:lnTo>
                    <a:lnTo>
                      <a:pt x="16" y="16"/>
                    </a:lnTo>
                    <a:lnTo>
                      <a:pt x="32" y="16"/>
                    </a:lnTo>
                    <a:lnTo>
                      <a:pt x="32" y="56"/>
                    </a:lnTo>
                    <a:lnTo>
                      <a:pt x="16" y="56"/>
                    </a:lnTo>
                    <a:lnTo>
                      <a:pt x="16" y="72"/>
                    </a:lnTo>
                    <a:lnTo>
                      <a:pt x="64" y="72"/>
                    </a:lnTo>
                    <a:lnTo>
                      <a:pt x="64" y="56"/>
                    </a:lnTo>
                    <a:lnTo>
                      <a:pt x="48" y="56"/>
                    </a:lnTo>
                    <a:lnTo>
                      <a:pt x="48" y="16"/>
                    </a:lnTo>
                    <a:lnTo>
                      <a:pt x="64" y="16"/>
                    </a:lnTo>
                    <a:lnTo>
                      <a:pt x="64" y="32"/>
                    </a:lnTo>
                    <a:lnTo>
                      <a:pt x="79" y="32"/>
                    </a:lnTo>
                    <a:lnTo>
                      <a:pt x="7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7"/>
              <p:cNvSpPr>
                <a:spLocks noEditPoints="1"/>
              </p:cNvSpPr>
              <p:nvPr/>
            </p:nvSpPr>
            <p:spPr bwMode="auto">
              <a:xfrm>
                <a:off x="3252788" y="4506913"/>
                <a:ext cx="227013" cy="277813"/>
              </a:xfrm>
              <a:custGeom>
                <a:avLst/>
                <a:gdLst>
                  <a:gd name="T0" fmla="*/ 54 w 72"/>
                  <a:gd name="T1" fmla="*/ 0 h 88"/>
                  <a:gd name="T2" fmla="*/ 8 w 72"/>
                  <a:gd name="T3" fmla="*/ 0 h 88"/>
                  <a:gd name="T4" fmla="*/ 0 w 72"/>
                  <a:gd name="T5" fmla="*/ 8 h 88"/>
                  <a:gd name="T6" fmla="*/ 0 w 72"/>
                  <a:gd name="T7" fmla="*/ 80 h 88"/>
                  <a:gd name="T8" fmla="*/ 8 w 72"/>
                  <a:gd name="T9" fmla="*/ 88 h 88"/>
                  <a:gd name="T10" fmla="*/ 64 w 72"/>
                  <a:gd name="T11" fmla="*/ 88 h 88"/>
                  <a:gd name="T12" fmla="*/ 72 w 72"/>
                  <a:gd name="T13" fmla="*/ 80 h 88"/>
                  <a:gd name="T14" fmla="*/ 72 w 72"/>
                  <a:gd name="T15" fmla="*/ 18 h 88"/>
                  <a:gd name="T16" fmla="*/ 54 w 72"/>
                  <a:gd name="T17" fmla="*/ 0 h 88"/>
                  <a:gd name="T18" fmla="*/ 8 w 72"/>
                  <a:gd name="T19" fmla="*/ 80 h 88"/>
                  <a:gd name="T20" fmla="*/ 8 w 72"/>
                  <a:gd name="T21" fmla="*/ 8 h 88"/>
                  <a:gd name="T22" fmla="*/ 48 w 72"/>
                  <a:gd name="T23" fmla="*/ 8 h 88"/>
                  <a:gd name="T24" fmla="*/ 48 w 72"/>
                  <a:gd name="T25" fmla="*/ 24 h 88"/>
                  <a:gd name="T26" fmla="*/ 64 w 72"/>
                  <a:gd name="T27" fmla="*/ 24 h 88"/>
                  <a:gd name="T28" fmla="*/ 64 w 72"/>
                  <a:gd name="T29" fmla="*/ 80 h 88"/>
                  <a:gd name="T30" fmla="*/ 8 w 72"/>
                  <a:gd name="T31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2" h="88">
                    <a:moveTo>
                      <a:pt x="5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4"/>
                      <a:pt x="4" y="88"/>
                      <a:pt x="8" y="88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68" y="88"/>
                      <a:pt x="72" y="84"/>
                      <a:pt x="72" y="80"/>
                    </a:cubicBezTo>
                    <a:cubicBezTo>
                      <a:pt x="72" y="18"/>
                      <a:pt x="72" y="18"/>
                      <a:pt x="72" y="18"/>
                    </a:cubicBezTo>
                    <a:lnTo>
                      <a:pt x="54" y="0"/>
                    </a:lnTo>
                    <a:close/>
                    <a:moveTo>
                      <a:pt x="8" y="8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80"/>
                      <a:pt x="64" y="80"/>
                      <a:pt x="64" y="80"/>
                    </a:cubicBezTo>
                    <a:lnTo>
                      <a:pt x="8" y="8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3859213" y="4506913"/>
              <a:ext cx="227013" cy="277813"/>
              <a:chOff x="3859213" y="4506913"/>
              <a:chExt cx="227013" cy="277813"/>
            </a:xfrm>
          </p:grpSpPr>
          <p:sp>
            <p:nvSpPr>
              <p:cNvPr id="109" name="Freeform 108"/>
              <p:cNvSpPr>
                <a:spLocks/>
              </p:cNvSpPr>
              <p:nvPr/>
            </p:nvSpPr>
            <p:spPr bwMode="auto">
              <a:xfrm>
                <a:off x="3973513" y="4606925"/>
                <a:ext cx="63500" cy="63500"/>
              </a:xfrm>
              <a:custGeom>
                <a:avLst/>
                <a:gdLst>
                  <a:gd name="T0" fmla="*/ 0 w 20"/>
                  <a:gd name="T1" fmla="*/ 0 h 20"/>
                  <a:gd name="T2" fmla="*/ 0 w 20"/>
                  <a:gd name="T3" fmla="*/ 20 h 20"/>
                  <a:gd name="T4" fmla="*/ 20 w 20"/>
                  <a:gd name="T5" fmla="*/ 20 h 20"/>
                  <a:gd name="T6" fmla="*/ 0 w 20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20">
                    <a:moveTo>
                      <a:pt x="0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9"/>
                      <a:pt x="11" y="0"/>
                      <a:pt x="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109"/>
              <p:cNvSpPr>
                <a:spLocks noEditPoints="1"/>
              </p:cNvSpPr>
              <p:nvPr/>
            </p:nvSpPr>
            <p:spPr bwMode="auto">
              <a:xfrm>
                <a:off x="3859213" y="4506913"/>
                <a:ext cx="227013" cy="277813"/>
              </a:xfrm>
              <a:custGeom>
                <a:avLst/>
                <a:gdLst>
                  <a:gd name="T0" fmla="*/ 54 w 72"/>
                  <a:gd name="T1" fmla="*/ 0 h 88"/>
                  <a:gd name="T2" fmla="*/ 8 w 72"/>
                  <a:gd name="T3" fmla="*/ 0 h 88"/>
                  <a:gd name="T4" fmla="*/ 0 w 72"/>
                  <a:gd name="T5" fmla="*/ 8 h 88"/>
                  <a:gd name="T6" fmla="*/ 0 w 72"/>
                  <a:gd name="T7" fmla="*/ 80 h 88"/>
                  <a:gd name="T8" fmla="*/ 8 w 72"/>
                  <a:gd name="T9" fmla="*/ 88 h 88"/>
                  <a:gd name="T10" fmla="*/ 64 w 72"/>
                  <a:gd name="T11" fmla="*/ 88 h 88"/>
                  <a:gd name="T12" fmla="*/ 72 w 72"/>
                  <a:gd name="T13" fmla="*/ 80 h 88"/>
                  <a:gd name="T14" fmla="*/ 72 w 72"/>
                  <a:gd name="T15" fmla="*/ 18 h 88"/>
                  <a:gd name="T16" fmla="*/ 54 w 72"/>
                  <a:gd name="T17" fmla="*/ 0 h 88"/>
                  <a:gd name="T18" fmla="*/ 8 w 72"/>
                  <a:gd name="T19" fmla="*/ 80 h 88"/>
                  <a:gd name="T20" fmla="*/ 8 w 72"/>
                  <a:gd name="T21" fmla="*/ 8 h 88"/>
                  <a:gd name="T22" fmla="*/ 48 w 72"/>
                  <a:gd name="T23" fmla="*/ 8 h 88"/>
                  <a:gd name="T24" fmla="*/ 48 w 72"/>
                  <a:gd name="T25" fmla="*/ 24 h 88"/>
                  <a:gd name="T26" fmla="*/ 64 w 72"/>
                  <a:gd name="T27" fmla="*/ 24 h 88"/>
                  <a:gd name="T28" fmla="*/ 64 w 72"/>
                  <a:gd name="T29" fmla="*/ 80 h 88"/>
                  <a:gd name="T30" fmla="*/ 8 w 72"/>
                  <a:gd name="T31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2" h="88">
                    <a:moveTo>
                      <a:pt x="5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4"/>
                      <a:pt x="4" y="88"/>
                      <a:pt x="8" y="88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68" y="88"/>
                      <a:pt x="72" y="84"/>
                      <a:pt x="72" y="80"/>
                    </a:cubicBezTo>
                    <a:cubicBezTo>
                      <a:pt x="72" y="18"/>
                      <a:pt x="72" y="18"/>
                      <a:pt x="72" y="18"/>
                    </a:cubicBezTo>
                    <a:lnTo>
                      <a:pt x="54" y="0"/>
                    </a:lnTo>
                    <a:close/>
                    <a:moveTo>
                      <a:pt x="8" y="80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80"/>
                      <a:pt x="64" y="80"/>
                      <a:pt x="64" y="80"/>
                    </a:cubicBezTo>
                    <a:lnTo>
                      <a:pt x="8" y="8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110"/>
              <p:cNvSpPr>
                <a:spLocks/>
              </p:cNvSpPr>
              <p:nvPr/>
            </p:nvSpPr>
            <p:spPr bwMode="auto">
              <a:xfrm>
                <a:off x="3910013" y="4622800"/>
                <a:ext cx="111125" cy="111125"/>
              </a:xfrm>
              <a:custGeom>
                <a:avLst/>
                <a:gdLst>
                  <a:gd name="T0" fmla="*/ 12 w 35"/>
                  <a:gd name="T1" fmla="*/ 0 h 35"/>
                  <a:gd name="T2" fmla="*/ 0 w 35"/>
                  <a:gd name="T3" fmla="*/ 17 h 35"/>
                  <a:gd name="T4" fmla="*/ 18 w 35"/>
                  <a:gd name="T5" fmla="*/ 35 h 35"/>
                  <a:gd name="T6" fmla="*/ 35 w 35"/>
                  <a:gd name="T7" fmla="*/ 23 h 35"/>
                  <a:gd name="T8" fmla="*/ 12 w 35"/>
                  <a:gd name="T9" fmla="*/ 23 h 35"/>
                  <a:gd name="T10" fmla="*/ 12 w 35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35">
                    <a:moveTo>
                      <a:pt x="12" y="0"/>
                    </a:moveTo>
                    <a:cubicBezTo>
                      <a:pt x="5" y="3"/>
                      <a:pt x="0" y="9"/>
                      <a:pt x="0" y="17"/>
                    </a:cubicBezTo>
                    <a:cubicBezTo>
                      <a:pt x="0" y="27"/>
                      <a:pt x="8" y="35"/>
                      <a:pt x="18" y="35"/>
                    </a:cubicBezTo>
                    <a:cubicBezTo>
                      <a:pt x="26" y="35"/>
                      <a:pt x="32" y="30"/>
                      <a:pt x="35" y="23"/>
                    </a:cubicBezTo>
                    <a:cubicBezTo>
                      <a:pt x="12" y="23"/>
                      <a:pt x="12" y="23"/>
                      <a:pt x="12" y="23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" name="Freeform 111"/>
            <p:cNvSpPr>
              <a:spLocks noEditPoints="1"/>
            </p:cNvSpPr>
            <p:nvPr/>
          </p:nvSpPr>
          <p:spPr bwMode="auto">
            <a:xfrm>
              <a:off x="6892926" y="4494213"/>
              <a:ext cx="227013" cy="303213"/>
            </a:xfrm>
            <a:custGeom>
              <a:avLst/>
              <a:gdLst>
                <a:gd name="T0" fmla="*/ 64 w 72"/>
                <a:gd name="T1" fmla="*/ 8 h 96"/>
                <a:gd name="T2" fmla="*/ 56 w 72"/>
                <a:gd name="T3" fmla="*/ 8 h 96"/>
                <a:gd name="T4" fmla="*/ 56 w 72"/>
                <a:gd name="T5" fmla="*/ 4 h 96"/>
                <a:gd name="T6" fmla="*/ 52 w 72"/>
                <a:gd name="T7" fmla="*/ 0 h 96"/>
                <a:gd name="T8" fmla="*/ 48 w 72"/>
                <a:gd name="T9" fmla="*/ 4 h 96"/>
                <a:gd name="T10" fmla="*/ 48 w 72"/>
                <a:gd name="T11" fmla="*/ 8 h 96"/>
                <a:gd name="T12" fmla="*/ 40 w 72"/>
                <a:gd name="T13" fmla="*/ 8 h 96"/>
                <a:gd name="T14" fmla="*/ 40 w 72"/>
                <a:gd name="T15" fmla="*/ 4 h 96"/>
                <a:gd name="T16" fmla="*/ 36 w 72"/>
                <a:gd name="T17" fmla="*/ 0 h 96"/>
                <a:gd name="T18" fmla="*/ 32 w 72"/>
                <a:gd name="T19" fmla="*/ 4 h 96"/>
                <a:gd name="T20" fmla="*/ 32 w 72"/>
                <a:gd name="T21" fmla="*/ 8 h 96"/>
                <a:gd name="T22" fmla="*/ 24 w 72"/>
                <a:gd name="T23" fmla="*/ 8 h 96"/>
                <a:gd name="T24" fmla="*/ 24 w 72"/>
                <a:gd name="T25" fmla="*/ 4 h 96"/>
                <a:gd name="T26" fmla="*/ 20 w 72"/>
                <a:gd name="T27" fmla="*/ 0 h 96"/>
                <a:gd name="T28" fmla="*/ 16 w 72"/>
                <a:gd name="T29" fmla="*/ 4 h 96"/>
                <a:gd name="T30" fmla="*/ 16 w 72"/>
                <a:gd name="T31" fmla="*/ 8 h 96"/>
                <a:gd name="T32" fmla="*/ 8 w 72"/>
                <a:gd name="T33" fmla="*/ 8 h 96"/>
                <a:gd name="T34" fmla="*/ 0 w 72"/>
                <a:gd name="T35" fmla="*/ 16 h 96"/>
                <a:gd name="T36" fmla="*/ 0 w 72"/>
                <a:gd name="T37" fmla="*/ 88 h 96"/>
                <a:gd name="T38" fmla="*/ 8 w 72"/>
                <a:gd name="T39" fmla="*/ 96 h 96"/>
                <a:gd name="T40" fmla="*/ 64 w 72"/>
                <a:gd name="T41" fmla="*/ 96 h 96"/>
                <a:gd name="T42" fmla="*/ 72 w 72"/>
                <a:gd name="T43" fmla="*/ 88 h 96"/>
                <a:gd name="T44" fmla="*/ 72 w 72"/>
                <a:gd name="T45" fmla="*/ 16 h 96"/>
                <a:gd name="T46" fmla="*/ 64 w 72"/>
                <a:gd name="T47" fmla="*/ 8 h 96"/>
                <a:gd name="T48" fmla="*/ 8 w 72"/>
                <a:gd name="T49" fmla="*/ 88 h 96"/>
                <a:gd name="T50" fmla="*/ 8 w 72"/>
                <a:gd name="T51" fmla="*/ 16 h 96"/>
                <a:gd name="T52" fmla="*/ 16 w 72"/>
                <a:gd name="T53" fmla="*/ 16 h 96"/>
                <a:gd name="T54" fmla="*/ 16 w 72"/>
                <a:gd name="T55" fmla="*/ 20 h 96"/>
                <a:gd name="T56" fmla="*/ 20 w 72"/>
                <a:gd name="T57" fmla="*/ 24 h 96"/>
                <a:gd name="T58" fmla="*/ 24 w 72"/>
                <a:gd name="T59" fmla="*/ 20 h 96"/>
                <a:gd name="T60" fmla="*/ 24 w 72"/>
                <a:gd name="T61" fmla="*/ 16 h 96"/>
                <a:gd name="T62" fmla="*/ 32 w 72"/>
                <a:gd name="T63" fmla="*/ 16 h 96"/>
                <a:gd name="T64" fmla="*/ 32 w 72"/>
                <a:gd name="T65" fmla="*/ 20 h 96"/>
                <a:gd name="T66" fmla="*/ 36 w 72"/>
                <a:gd name="T67" fmla="*/ 24 h 96"/>
                <a:gd name="T68" fmla="*/ 40 w 72"/>
                <a:gd name="T69" fmla="*/ 20 h 96"/>
                <a:gd name="T70" fmla="*/ 40 w 72"/>
                <a:gd name="T71" fmla="*/ 16 h 96"/>
                <a:gd name="T72" fmla="*/ 48 w 72"/>
                <a:gd name="T73" fmla="*/ 16 h 96"/>
                <a:gd name="T74" fmla="*/ 48 w 72"/>
                <a:gd name="T75" fmla="*/ 20 h 96"/>
                <a:gd name="T76" fmla="*/ 52 w 72"/>
                <a:gd name="T77" fmla="*/ 24 h 96"/>
                <a:gd name="T78" fmla="*/ 56 w 72"/>
                <a:gd name="T79" fmla="*/ 20 h 96"/>
                <a:gd name="T80" fmla="*/ 56 w 72"/>
                <a:gd name="T81" fmla="*/ 16 h 96"/>
                <a:gd name="T82" fmla="*/ 64 w 72"/>
                <a:gd name="T83" fmla="*/ 16 h 96"/>
                <a:gd name="T84" fmla="*/ 64 w 72"/>
                <a:gd name="T85" fmla="*/ 88 h 96"/>
                <a:gd name="T86" fmla="*/ 8 w 72"/>
                <a:gd name="T87" fmla="*/ 8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2" h="96">
                  <a:moveTo>
                    <a:pt x="64" y="8"/>
                  </a:move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50" y="0"/>
                    <a:pt x="48" y="2"/>
                    <a:pt x="48" y="4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2"/>
                    <a:pt x="38" y="0"/>
                    <a:pt x="36" y="0"/>
                  </a:cubicBezTo>
                  <a:cubicBezTo>
                    <a:pt x="34" y="0"/>
                    <a:pt x="32" y="2"/>
                    <a:pt x="32" y="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ubicBezTo>
                    <a:pt x="18" y="0"/>
                    <a:pt x="16" y="2"/>
                    <a:pt x="16" y="4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4" y="96"/>
                    <a:pt x="8" y="96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68" y="96"/>
                    <a:pt x="72" y="92"/>
                    <a:pt x="72" y="88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2"/>
                    <a:pt x="68" y="8"/>
                    <a:pt x="64" y="8"/>
                  </a:cubicBezTo>
                  <a:close/>
                  <a:moveTo>
                    <a:pt x="8" y="88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2"/>
                    <a:pt x="18" y="24"/>
                    <a:pt x="20" y="24"/>
                  </a:cubicBezTo>
                  <a:cubicBezTo>
                    <a:pt x="22" y="24"/>
                    <a:pt x="24" y="22"/>
                    <a:pt x="24" y="20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2"/>
                    <a:pt x="34" y="24"/>
                    <a:pt x="36" y="24"/>
                  </a:cubicBezTo>
                  <a:cubicBezTo>
                    <a:pt x="38" y="24"/>
                    <a:pt x="40" y="22"/>
                    <a:pt x="40" y="2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22"/>
                    <a:pt x="50" y="24"/>
                    <a:pt x="52" y="24"/>
                  </a:cubicBezTo>
                  <a:cubicBezTo>
                    <a:pt x="54" y="24"/>
                    <a:pt x="56" y="22"/>
                    <a:pt x="56" y="20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88"/>
                    <a:pt x="64" y="88"/>
                    <a:pt x="64" y="88"/>
                  </a:cubicBezTo>
                  <a:lnTo>
                    <a:pt x="8" y="8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9" name="组合 158"/>
            <p:cNvGrpSpPr/>
            <p:nvPr/>
          </p:nvGrpSpPr>
          <p:grpSpPr>
            <a:xfrm>
              <a:off x="7499351" y="4494213"/>
              <a:ext cx="227013" cy="303213"/>
              <a:chOff x="7499351" y="4494213"/>
              <a:chExt cx="227013" cy="303213"/>
            </a:xfrm>
          </p:grpSpPr>
          <p:sp>
            <p:nvSpPr>
              <p:cNvPr id="113" name="Rectangle 112"/>
              <p:cNvSpPr>
                <a:spLocks noChangeArrowheads="1"/>
              </p:cNvSpPr>
              <p:nvPr/>
            </p:nvSpPr>
            <p:spPr bwMode="auto">
              <a:xfrm>
                <a:off x="7550151" y="4657725"/>
                <a:ext cx="1254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Rectangle 113"/>
              <p:cNvSpPr>
                <a:spLocks noChangeArrowheads="1"/>
              </p:cNvSpPr>
              <p:nvPr/>
            </p:nvSpPr>
            <p:spPr bwMode="auto">
              <a:xfrm>
                <a:off x="7550151" y="4606925"/>
                <a:ext cx="1000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14"/>
              <p:cNvSpPr>
                <a:spLocks noChangeArrowheads="1"/>
              </p:cNvSpPr>
              <p:nvPr/>
            </p:nvSpPr>
            <p:spPr bwMode="auto">
              <a:xfrm>
                <a:off x="7550151" y="4708525"/>
                <a:ext cx="1254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115"/>
              <p:cNvSpPr>
                <a:spLocks noEditPoints="1"/>
              </p:cNvSpPr>
              <p:nvPr/>
            </p:nvSpPr>
            <p:spPr bwMode="auto">
              <a:xfrm>
                <a:off x="7499351" y="4494213"/>
                <a:ext cx="227013" cy="303213"/>
              </a:xfrm>
              <a:custGeom>
                <a:avLst/>
                <a:gdLst>
                  <a:gd name="T0" fmla="*/ 64 w 72"/>
                  <a:gd name="T1" fmla="*/ 8 h 96"/>
                  <a:gd name="T2" fmla="*/ 56 w 72"/>
                  <a:gd name="T3" fmla="*/ 8 h 96"/>
                  <a:gd name="T4" fmla="*/ 56 w 72"/>
                  <a:gd name="T5" fmla="*/ 4 h 96"/>
                  <a:gd name="T6" fmla="*/ 52 w 72"/>
                  <a:gd name="T7" fmla="*/ 0 h 96"/>
                  <a:gd name="T8" fmla="*/ 48 w 72"/>
                  <a:gd name="T9" fmla="*/ 4 h 96"/>
                  <a:gd name="T10" fmla="*/ 48 w 72"/>
                  <a:gd name="T11" fmla="*/ 8 h 96"/>
                  <a:gd name="T12" fmla="*/ 40 w 72"/>
                  <a:gd name="T13" fmla="*/ 8 h 96"/>
                  <a:gd name="T14" fmla="*/ 40 w 72"/>
                  <a:gd name="T15" fmla="*/ 4 h 96"/>
                  <a:gd name="T16" fmla="*/ 36 w 72"/>
                  <a:gd name="T17" fmla="*/ 0 h 96"/>
                  <a:gd name="T18" fmla="*/ 32 w 72"/>
                  <a:gd name="T19" fmla="*/ 4 h 96"/>
                  <a:gd name="T20" fmla="*/ 32 w 72"/>
                  <a:gd name="T21" fmla="*/ 8 h 96"/>
                  <a:gd name="T22" fmla="*/ 24 w 72"/>
                  <a:gd name="T23" fmla="*/ 8 h 96"/>
                  <a:gd name="T24" fmla="*/ 24 w 72"/>
                  <a:gd name="T25" fmla="*/ 4 h 96"/>
                  <a:gd name="T26" fmla="*/ 20 w 72"/>
                  <a:gd name="T27" fmla="*/ 0 h 96"/>
                  <a:gd name="T28" fmla="*/ 16 w 72"/>
                  <a:gd name="T29" fmla="*/ 4 h 96"/>
                  <a:gd name="T30" fmla="*/ 16 w 72"/>
                  <a:gd name="T31" fmla="*/ 8 h 96"/>
                  <a:gd name="T32" fmla="*/ 8 w 72"/>
                  <a:gd name="T33" fmla="*/ 8 h 96"/>
                  <a:gd name="T34" fmla="*/ 0 w 72"/>
                  <a:gd name="T35" fmla="*/ 16 h 96"/>
                  <a:gd name="T36" fmla="*/ 0 w 72"/>
                  <a:gd name="T37" fmla="*/ 88 h 96"/>
                  <a:gd name="T38" fmla="*/ 8 w 72"/>
                  <a:gd name="T39" fmla="*/ 96 h 96"/>
                  <a:gd name="T40" fmla="*/ 64 w 72"/>
                  <a:gd name="T41" fmla="*/ 96 h 96"/>
                  <a:gd name="T42" fmla="*/ 72 w 72"/>
                  <a:gd name="T43" fmla="*/ 88 h 96"/>
                  <a:gd name="T44" fmla="*/ 72 w 72"/>
                  <a:gd name="T45" fmla="*/ 16 h 96"/>
                  <a:gd name="T46" fmla="*/ 64 w 72"/>
                  <a:gd name="T47" fmla="*/ 8 h 96"/>
                  <a:gd name="T48" fmla="*/ 8 w 72"/>
                  <a:gd name="T49" fmla="*/ 88 h 96"/>
                  <a:gd name="T50" fmla="*/ 8 w 72"/>
                  <a:gd name="T51" fmla="*/ 16 h 96"/>
                  <a:gd name="T52" fmla="*/ 16 w 72"/>
                  <a:gd name="T53" fmla="*/ 16 h 96"/>
                  <a:gd name="T54" fmla="*/ 16 w 72"/>
                  <a:gd name="T55" fmla="*/ 20 h 96"/>
                  <a:gd name="T56" fmla="*/ 20 w 72"/>
                  <a:gd name="T57" fmla="*/ 24 h 96"/>
                  <a:gd name="T58" fmla="*/ 24 w 72"/>
                  <a:gd name="T59" fmla="*/ 20 h 96"/>
                  <a:gd name="T60" fmla="*/ 24 w 72"/>
                  <a:gd name="T61" fmla="*/ 16 h 96"/>
                  <a:gd name="T62" fmla="*/ 32 w 72"/>
                  <a:gd name="T63" fmla="*/ 16 h 96"/>
                  <a:gd name="T64" fmla="*/ 32 w 72"/>
                  <a:gd name="T65" fmla="*/ 20 h 96"/>
                  <a:gd name="T66" fmla="*/ 36 w 72"/>
                  <a:gd name="T67" fmla="*/ 24 h 96"/>
                  <a:gd name="T68" fmla="*/ 40 w 72"/>
                  <a:gd name="T69" fmla="*/ 20 h 96"/>
                  <a:gd name="T70" fmla="*/ 40 w 72"/>
                  <a:gd name="T71" fmla="*/ 16 h 96"/>
                  <a:gd name="T72" fmla="*/ 48 w 72"/>
                  <a:gd name="T73" fmla="*/ 16 h 96"/>
                  <a:gd name="T74" fmla="*/ 48 w 72"/>
                  <a:gd name="T75" fmla="*/ 20 h 96"/>
                  <a:gd name="T76" fmla="*/ 52 w 72"/>
                  <a:gd name="T77" fmla="*/ 24 h 96"/>
                  <a:gd name="T78" fmla="*/ 56 w 72"/>
                  <a:gd name="T79" fmla="*/ 20 h 96"/>
                  <a:gd name="T80" fmla="*/ 56 w 72"/>
                  <a:gd name="T81" fmla="*/ 16 h 96"/>
                  <a:gd name="T82" fmla="*/ 64 w 72"/>
                  <a:gd name="T83" fmla="*/ 16 h 96"/>
                  <a:gd name="T84" fmla="*/ 64 w 72"/>
                  <a:gd name="T85" fmla="*/ 88 h 96"/>
                  <a:gd name="T86" fmla="*/ 8 w 72"/>
                  <a:gd name="T87" fmla="*/ 8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96">
                    <a:moveTo>
                      <a:pt x="64" y="8"/>
                    </a:move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2"/>
                      <a:pt x="54" y="0"/>
                      <a:pt x="52" y="0"/>
                    </a:cubicBezTo>
                    <a:cubicBezTo>
                      <a:pt x="50" y="0"/>
                      <a:pt x="48" y="2"/>
                      <a:pt x="48" y="4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8" y="0"/>
                      <a:pt x="36" y="0"/>
                    </a:cubicBezTo>
                    <a:cubicBezTo>
                      <a:pt x="34" y="0"/>
                      <a:pt x="32" y="2"/>
                      <a:pt x="32" y="4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18" y="0"/>
                      <a:pt x="16" y="2"/>
                      <a:pt x="16" y="4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" y="8"/>
                      <a:pt x="0" y="12"/>
                      <a:pt x="0" y="16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92"/>
                      <a:pt x="4" y="96"/>
                      <a:pt x="8" y="96"/>
                    </a:cubicBezTo>
                    <a:cubicBezTo>
                      <a:pt x="64" y="96"/>
                      <a:pt x="64" y="96"/>
                      <a:pt x="64" y="96"/>
                    </a:cubicBezTo>
                    <a:cubicBezTo>
                      <a:pt x="68" y="96"/>
                      <a:pt x="72" y="92"/>
                      <a:pt x="72" y="88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2" y="12"/>
                      <a:pt x="68" y="8"/>
                      <a:pt x="64" y="8"/>
                    </a:cubicBezTo>
                    <a:close/>
                    <a:moveTo>
                      <a:pt x="8" y="88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22"/>
                      <a:pt x="18" y="24"/>
                      <a:pt x="20" y="24"/>
                    </a:cubicBezTo>
                    <a:cubicBezTo>
                      <a:pt x="22" y="24"/>
                      <a:pt x="24" y="22"/>
                      <a:pt x="24" y="20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2"/>
                      <a:pt x="34" y="24"/>
                      <a:pt x="36" y="24"/>
                    </a:cubicBezTo>
                    <a:cubicBezTo>
                      <a:pt x="38" y="24"/>
                      <a:pt x="40" y="22"/>
                      <a:pt x="40" y="2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2"/>
                      <a:pt x="50" y="24"/>
                      <a:pt x="52" y="24"/>
                    </a:cubicBezTo>
                    <a:cubicBezTo>
                      <a:pt x="54" y="24"/>
                      <a:pt x="56" y="22"/>
                      <a:pt x="56" y="20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88"/>
                      <a:pt x="64" y="88"/>
                      <a:pt x="64" y="88"/>
                    </a:cubicBezTo>
                    <a:lnTo>
                      <a:pt x="8" y="8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8" name="组合 157"/>
            <p:cNvGrpSpPr/>
            <p:nvPr/>
          </p:nvGrpSpPr>
          <p:grpSpPr>
            <a:xfrm>
              <a:off x="6284913" y="4494213"/>
              <a:ext cx="228600" cy="290513"/>
              <a:chOff x="6284913" y="4494213"/>
              <a:chExt cx="228600" cy="290513"/>
            </a:xfrm>
          </p:grpSpPr>
          <p:sp>
            <p:nvSpPr>
              <p:cNvPr id="117" name="Freeform 116"/>
              <p:cNvSpPr>
                <a:spLocks/>
              </p:cNvSpPr>
              <p:nvPr/>
            </p:nvSpPr>
            <p:spPr bwMode="auto">
              <a:xfrm>
                <a:off x="6354763" y="4645025"/>
                <a:ext cx="88900" cy="88900"/>
              </a:xfrm>
              <a:custGeom>
                <a:avLst/>
                <a:gdLst>
                  <a:gd name="T0" fmla="*/ 44 w 56"/>
                  <a:gd name="T1" fmla="*/ 0 h 56"/>
                  <a:gd name="T2" fmla="*/ 28 w 56"/>
                  <a:gd name="T3" fmla="*/ 16 h 56"/>
                  <a:gd name="T4" fmla="*/ 12 w 56"/>
                  <a:gd name="T5" fmla="*/ 0 h 56"/>
                  <a:gd name="T6" fmla="*/ 0 w 56"/>
                  <a:gd name="T7" fmla="*/ 10 h 56"/>
                  <a:gd name="T8" fmla="*/ 16 w 56"/>
                  <a:gd name="T9" fmla="*/ 28 h 56"/>
                  <a:gd name="T10" fmla="*/ 0 w 56"/>
                  <a:gd name="T11" fmla="*/ 44 h 56"/>
                  <a:gd name="T12" fmla="*/ 12 w 56"/>
                  <a:gd name="T13" fmla="*/ 56 h 56"/>
                  <a:gd name="T14" fmla="*/ 28 w 56"/>
                  <a:gd name="T15" fmla="*/ 40 h 56"/>
                  <a:gd name="T16" fmla="*/ 44 w 56"/>
                  <a:gd name="T17" fmla="*/ 56 h 56"/>
                  <a:gd name="T18" fmla="*/ 56 w 56"/>
                  <a:gd name="T19" fmla="*/ 44 h 56"/>
                  <a:gd name="T20" fmla="*/ 40 w 56"/>
                  <a:gd name="T21" fmla="*/ 28 h 56"/>
                  <a:gd name="T22" fmla="*/ 56 w 56"/>
                  <a:gd name="T23" fmla="*/ 10 h 56"/>
                  <a:gd name="T24" fmla="*/ 44 w 56"/>
                  <a:gd name="T2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56">
                    <a:moveTo>
                      <a:pt x="44" y="0"/>
                    </a:moveTo>
                    <a:lnTo>
                      <a:pt x="28" y="1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16" y="28"/>
                    </a:lnTo>
                    <a:lnTo>
                      <a:pt x="0" y="44"/>
                    </a:lnTo>
                    <a:lnTo>
                      <a:pt x="12" y="56"/>
                    </a:lnTo>
                    <a:lnTo>
                      <a:pt x="28" y="40"/>
                    </a:lnTo>
                    <a:lnTo>
                      <a:pt x="44" y="56"/>
                    </a:lnTo>
                    <a:lnTo>
                      <a:pt x="56" y="44"/>
                    </a:lnTo>
                    <a:lnTo>
                      <a:pt x="40" y="28"/>
                    </a:lnTo>
                    <a:lnTo>
                      <a:pt x="56" y="1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117"/>
              <p:cNvSpPr>
                <a:spLocks noEditPoints="1"/>
              </p:cNvSpPr>
              <p:nvPr/>
            </p:nvSpPr>
            <p:spPr bwMode="auto">
              <a:xfrm>
                <a:off x="6284913" y="4494213"/>
                <a:ext cx="228600" cy="290513"/>
              </a:xfrm>
              <a:custGeom>
                <a:avLst/>
                <a:gdLst>
                  <a:gd name="T0" fmla="*/ 64 w 72"/>
                  <a:gd name="T1" fmla="*/ 20 h 92"/>
                  <a:gd name="T2" fmla="*/ 56 w 72"/>
                  <a:gd name="T3" fmla="*/ 20 h 92"/>
                  <a:gd name="T4" fmla="*/ 56 w 72"/>
                  <a:gd name="T5" fmla="*/ 12 h 92"/>
                  <a:gd name="T6" fmla="*/ 51 w 72"/>
                  <a:gd name="T7" fmla="*/ 12 h 92"/>
                  <a:gd name="T8" fmla="*/ 36 w 72"/>
                  <a:gd name="T9" fmla="*/ 0 h 92"/>
                  <a:gd name="T10" fmla="*/ 21 w 72"/>
                  <a:gd name="T11" fmla="*/ 12 h 92"/>
                  <a:gd name="T12" fmla="*/ 16 w 72"/>
                  <a:gd name="T13" fmla="*/ 12 h 92"/>
                  <a:gd name="T14" fmla="*/ 16 w 72"/>
                  <a:gd name="T15" fmla="*/ 20 h 92"/>
                  <a:gd name="T16" fmla="*/ 8 w 72"/>
                  <a:gd name="T17" fmla="*/ 20 h 92"/>
                  <a:gd name="T18" fmla="*/ 0 w 72"/>
                  <a:gd name="T19" fmla="*/ 28 h 92"/>
                  <a:gd name="T20" fmla="*/ 0 w 72"/>
                  <a:gd name="T21" fmla="*/ 84 h 92"/>
                  <a:gd name="T22" fmla="*/ 8 w 72"/>
                  <a:gd name="T23" fmla="*/ 92 h 92"/>
                  <a:gd name="T24" fmla="*/ 64 w 72"/>
                  <a:gd name="T25" fmla="*/ 92 h 92"/>
                  <a:gd name="T26" fmla="*/ 72 w 72"/>
                  <a:gd name="T27" fmla="*/ 84 h 92"/>
                  <a:gd name="T28" fmla="*/ 72 w 72"/>
                  <a:gd name="T29" fmla="*/ 28 h 92"/>
                  <a:gd name="T30" fmla="*/ 64 w 72"/>
                  <a:gd name="T31" fmla="*/ 20 h 92"/>
                  <a:gd name="T32" fmla="*/ 36 w 72"/>
                  <a:gd name="T33" fmla="*/ 8 h 92"/>
                  <a:gd name="T34" fmla="*/ 43 w 72"/>
                  <a:gd name="T35" fmla="*/ 12 h 92"/>
                  <a:gd name="T36" fmla="*/ 29 w 72"/>
                  <a:gd name="T37" fmla="*/ 12 h 92"/>
                  <a:gd name="T38" fmla="*/ 36 w 72"/>
                  <a:gd name="T39" fmla="*/ 8 h 92"/>
                  <a:gd name="T40" fmla="*/ 24 w 72"/>
                  <a:gd name="T41" fmla="*/ 20 h 92"/>
                  <a:gd name="T42" fmla="*/ 48 w 72"/>
                  <a:gd name="T43" fmla="*/ 20 h 92"/>
                  <a:gd name="T44" fmla="*/ 48 w 72"/>
                  <a:gd name="T45" fmla="*/ 28 h 92"/>
                  <a:gd name="T46" fmla="*/ 24 w 72"/>
                  <a:gd name="T47" fmla="*/ 28 h 92"/>
                  <a:gd name="T48" fmla="*/ 24 w 72"/>
                  <a:gd name="T49" fmla="*/ 20 h 92"/>
                  <a:gd name="T50" fmla="*/ 64 w 72"/>
                  <a:gd name="T51" fmla="*/ 84 h 92"/>
                  <a:gd name="T52" fmla="*/ 8 w 72"/>
                  <a:gd name="T53" fmla="*/ 84 h 92"/>
                  <a:gd name="T54" fmla="*/ 8 w 72"/>
                  <a:gd name="T55" fmla="*/ 28 h 92"/>
                  <a:gd name="T56" fmla="*/ 16 w 72"/>
                  <a:gd name="T57" fmla="*/ 28 h 92"/>
                  <a:gd name="T58" fmla="*/ 16 w 72"/>
                  <a:gd name="T59" fmla="*/ 36 h 92"/>
                  <a:gd name="T60" fmla="*/ 56 w 72"/>
                  <a:gd name="T61" fmla="*/ 36 h 92"/>
                  <a:gd name="T62" fmla="*/ 56 w 72"/>
                  <a:gd name="T63" fmla="*/ 28 h 92"/>
                  <a:gd name="T64" fmla="*/ 64 w 72"/>
                  <a:gd name="T65" fmla="*/ 28 h 92"/>
                  <a:gd name="T66" fmla="*/ 64 w 72"/>
                  <a:gd name="T67" fmla="*/ 8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2" h="92">
                    <a:moveTo>
                      <a:pt x="64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0" y="5"/>
                      <a:pt x="43" y="0"/>
                      <a:pt x="36" y="0"/>
                    </a:cubicBezTo>
                    <a:cubicBezTo>
                      <a:pt x="29" y="0"/>
                      <a:pt x="22" y="5"/>
                      <a:pt x="21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4" y="20"/>
                      <a:pt x="0" y="24"/>
                      <a:pt x="0" y="28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8"/>
                      <a:pt x="4" y="92"/>
                      <a:pt x="8" y="92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8" y="92"/>
                      <a:pt x="72" y="88"/>
                      <a:pt x="72" y="84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4"/>
                      <a:pt x="68" y="20"/>
                      <a:pt x="64" y="20"/>
                    </a:cubicBezTo>
                    <a:close/>
                    <a:moveTo>
                      <a:pt x="36" y="8"/>
                    </a:moveTo>
                    <a:cubicBezTo>
                      <a:pt x="39" y="8"/>
                      <a:pt x="42" y="10"/>
                      <a:pt x="43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0"/>
                      <a:pt x="33" y="8"/>
                      <a:pt x="36" y="8"/>
                    </a:cubicBezTo>
                    <a:close/>
                    <a:moveTo>
                      <a:pt x="24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24" y="28"/>
                      <a:pt x="24" y="28"/>
                      <a:pt x="24" y="28"/>
                    </a:cubicBezTo>
                    <a:lnTo>
                      <a:pt x="24" y="20"/>
                    </a:lnTo>
                    <a:close/>
                    <a:moveTo>
                      <a:pt x="64" y="84"/>
                    </a:moveTo>
                    <a:cubicBezTo>
                      <a:pt x="8" y="84"/>
                      <a:pt x="8" y="84"/>
                      <a:pt x="8" y="84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64" y="28"/>
                      <a:pt x="64" y="28"/>
                      <a:pt x="64" y="28"/>
                    </a:cubicBezTo>
                    <a:lnTo>
                      <a:pt x="64" y="8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8118476" y="4518025"/>
              <a:ext cx="201613" cy="254000"/>
              <a:chOff x="8118476" y="4518025"/>
              <a:chExt cx="201613" cy="254000"/>
            </a:xfrm>
          </p:grpSpPr>
          <p:sp>
            <p:nvSpPr>
              <p:cNvPr id="119" name="Freeform 118"/>
              <p:cNvSpPr>
                <a:spLocks noEditPoints="1"/>
              </p:cNvSpPr>
              <p:nvPr/>
            </p:nvSpPr>
            <p:spPr bwMode="auto">
              <a:xfrm>
                <a:off x="8118476" y="4518025"/>
                <a:ext cx="201613" cy="254000"/>
              </a:xfrm>
              <a:custGeom>
                <a:avLst/>
                <a:gdLst>
                  <a:gd name="T0" fmla="*/ 56 w 64"/>
                  <a:gd name="T1" fmla="*/ 0 h 80"/>
                  <a:gd name="T2" fmla="*/ 8 w 64"/>
                  <a:gd name="T3" fmla="*/ 0 h 80"/>
                  <a:gd name="T4" fmla="*/ 0 w 64"/>
                  <a:gd name="T5" fmla="*/ 8 h 80"/>
                  <a:gd name="T6" fmla="*/ 0 w 64"/>
                  <a:gd name="T7" fmla="*/ 72 h 80"/>
                  <a:gd name="T8" fmla="*/ 8 w 64"/>
                  <a:gd name="T9" fmla="*/ 80 h 80"/>
                  <a:gd name="T10" fmla="*/ 56 w 64"/>
                  <a:gd name="T11" fmla="*/ 80 h 80"/>
                  <a:gd name="T12" fmla="*/ 64 w 64"/>
                  <a:gd name="T13" fmla="*/ 72 h 80"/>
                  <a:gd name="T14" fmla="*/ 64 w 64"/>
                  <a:gd name="T15" fmla="*/ 8 h 80"/>
                  <a:gd name="T16" fmla="*/ 56 w 64"/>
                  <a:gd name="T17" fmla="*/ 0 h 80"/>
                  <a:gd name="T18" fmla="*/ 8 w 64"/>
                  <a:gd name="T19" fmla="*/ 72 h 80"/>
                  <a:gd name="T20" fmla="*/ 8 w 64"/>
                  <a:gd name="T21" fmla="*/ 8 h 80"/>
                  <a:gd name="T22" fmla="*/ 32 w 64"/>
                  <a:gd name="T23" fmla="*/ 8 h 80"/>
                  <a:gd name="T24" fmla="*/ 32 w 64"/>
                  <a:gd name="T25" fmla="*/ 16 h 80"/>
                  <a:gd name="T26" fmla="*/ 40 w 64"/>
                  <a:gd name="T27" fmla="*/ 16 h 80"/>
                  <a:gd name="T28" fmla="*/ 40 w 64"/>
                  <a:gd name="T29" fmla="*/ 8 h 80"/>
                  <a:gd name="T30" fmla="*/ 56 w 64"/>
                  <a:gd name="T31" fmla="*/ 8 h 80"/>
                  <a:gd name="T32" fmla="*/ 56 w 64"/>
                  <a:gd name="T33" fmla="*/ 72 h 80"/>
                  <a:gd name="T34" fmla="*/ 8 w 64"/>
                  <a:gd name="T35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4" h="80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60" y="80"/>
                      <a:pt x="64" y="76"/>
                      <a:pt x="64" y="72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8" y="7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72"/>
                      <a:pt x="56" y="72"/>
                      <a:pt x="56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Rectangle 119"/>
              <p:cNvSpPr>
                <a:spLocks noChangeArrowheads="1"/>
              </p:cNvSpPr>
              <p:nvPr/>
            </p:nvSpPr>
            <p:spPr bwMode="auto">
              <a:xfrm>
                <a:off x="8243888" y="4568825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Rectangle 120"/>
              <p:cNvSpPr>
                <a:spLocks noChangeArrowheads="1"/>
              </p:cNvSpPr>
              <p:nvPr/>
            </p:nvSpPr>
            <p:spPr bwMode="auto">
              <a:xfrm>
                <a:off x="8218488" y="4594225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Rectangle 121"/>
              <p:cNvSpPr>
                <a:spLocks noChangeArrowheads="1"/>
              </p:cNvSpPr>
              <p:nvPr/>
            </p:nvSpPr>
            <p:spPr bwMode="auto">
              <a:xfrm>
                <a:off x="8243888" y="4619625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Rectangle 122"/>
              <p:cNvSpPr>
                <a:spLocks noChangeArrowheads="1"/>
              </p:cNvSpPr>
              <p:nvPr/>
            </p:nvSpPr>
            <p:spPr bwMode="auto">
              <a:xfrm>
                <a:off x="8218488" y="4645025"/>
                <a:ext cx="254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164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思源黑体 CN 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qiuyeppt</dc:creator>
  <cp:lastModifiedBy>qiuyeppt</cp:lastModifiedBy>
  <cp:revision>1</cp:revision>
  <dcterms:created xsi:type="dcterms:W3CDTF">2017-04-25T07:20:55Z</dcterms:created>
  <dcterms:modified xsi:type="dcterms:W3CDTF">2017-04-25T11:19:45Z</dcterms:modified>
</cp:coreProperties>
</file>