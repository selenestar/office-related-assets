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6238" autoAdjust="0"/>
  </p:normalViewPr>
  <p:slideViewPr>
    <p:cSldViewPr snapToGrid="0">
      <p:cViewPr>
        <p:scale>
          <a:sx n="75" d="100"/>
          <a:sy n="75" d="100"/>
        </p:scale>
        <p:origin x="2730" y="7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4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70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72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02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316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45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36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00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886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4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3EC0D-6520-4D35-9FEA-0511224C55C4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97BFAD-3431-4657-9BBA-50D69EDC98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737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023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24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103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858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8147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700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8016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65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6859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90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1" y="5765800"/>
            <a:ext cx="14770313" cy="1092200"/>
            <a:chOff x="1" y="5765800"/>
            <a:chExt cx="14770313" cy="1092200"/>
          </a:xfrm>
        </p:grpSpPr>
        <p:sp>
          <p:nvSpPr>
            <p:cNvPr id="3" name="矩形 2"/>
            <p:cNvSpPr/>
            <p:nvPr userDrawn="1"/>
          </p:nvSpPr>
          <p:spPr>
            <a:xfrm>
              <a:off x="1" y="5765800"/>
              <a:ext cx="12192000" cy="10922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 userDrawn="1"/>
          </p:nvGrpSpPr>
          <p:grpSpPr>
            <a:xfrm>
              <a:off x="299806" y="5924896"/>
              <a:ext cx="14470508" cy="811226"/>
              <a:chOff x="308598" y="6311623"/>
              <a:chExt cx="14470508" cy="811226"/>
            </a:xfrm>
          </p:grpSpPr>
          <p:sp>
            <p:nvSpPr>
              <p:cNvPr id="8" name="副标题 2"/>
              <p:cNvSpPr txBox="1">
                <a:spLocks/>
              </p:cNvSpPr>
              <p:nvPr userDrawn="1"/>
            </p:nvSpPr>
            <p:spPr>
              <a:xfrm>
                <a:off x="308598" y="6311623"/>
                <a:ext cx="11840993" cy="391993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i="0" kern="1200">
                    <a:solidFill>
                      <a:schemeClr val="bg1">
                        <a:lumMod val="75000"/>
                      </a:schemeClr>
                    </a:solidFill>
                    <a:latin typeface="思源黑体 CN Light" panose="020B0300000000000000" pitchFamily="34" charset="-122"/>
                    <a:ea typeface="思源黑体 CN Light" panose="020B0300000000000000" pitchFamily="34" charset="-122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                                       ——</a:t>
                </a:r>
                <a:r>
                  <a:rPr lang="zh-CN" altLang="en-US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获得更多图标素材来源：</a:t>
                </a:r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http://www.webalys.com/nova</a:t>
                </a:r>
                <a:endParaRPr lang="zh-CN" altLang="en-US" sz="2400" b="0" i="0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9" name="文本框 8"/>
              <p:cNvSpPr txBox="1"/>
              <p:nvPr userDrawn="1"/>
            </p:nvSpPr>
            <p:spPr>
              <a:xfrm>
                <a:off x="2230208" y="6661184"/>
                <a:ext cx="125488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本素材作者</a:t>
                </a:r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Vincent Le </a:t>
                </a:r>
                <a:r>
                  <a:rPr lang="en-US" altLang="zh-CN" sz="2400" b="0" i="0" dirty="0" err="1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Moign</a:t>
                </a:r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 @</a:t>
                </a:r>
                <a:r>
                  <a:rPr lang="en-US" altLang="zh-CN" sz="2400" b="0" i="0" dirty="0" err="1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webalys</a:t>
                </a:r>
                <a:r>
                  <a:rPr lang="zh-CN" altLang="en-US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，超链接由秋叶</a:t>
                </a:r>
                <a:r>
                  <a:rPr lang="en-US" altLang="zh-CN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PPT</a:t>
                </a:r>
                <a:r>
                  <a:rPr lang="zh-CN" altLang="en-US" sz="2400" b="0" i="0" dirty="0">
                    <a:solidFill>
                      <a:schemeClr val="bg1"/>
                    </a:solidFill>
                    <a:latin typeface="思源黑体 CN Bold" panose="020B0800000000000000" pitchFamily="34" charset="-122"/>
                    <a:ea typeface="思源黑体 CN Bold" panose="020B0800000000000000" pitchFamily="34" charset="-122"/>
                  </a:rPr>
                  <a:t>整理提供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868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20373-0C0B-419F-B1ED-8550786256E8}" type="datetimeFigureOut">
              <a:rPr lang="zh-CN" altLang="en-US" smtClean="0"/>
              <a:t>2017/4/25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9F338-181B-4D97-8B56-0E8E04137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57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496000" y="1093802"/>
            <a:ext cx="7200000" cy="4153388"/>
            <a:chOff x="3214688" y="1758950"/>
            <a:chExt cx="5762626" cy="3324225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4452938" y="1778000"/>
              <a:ext cx="239713" cy="266700"/>
            </a:xfrm>
            <a:custGeom>
              <a:avLst/>
              <a:gdLst>
                <a:gd name="T0" fmla="*/ 40 w 76"/>
                <a:gd name="T1" fmla="*/ 13 h 84"/>
                <a:gd name="T2" fmla="*/ 40 w 76"/>
                <a:gd name="T3" fmla="*/ 32 h 84"/>
                <a:gd name="T4" fmla="*/ 28 w 76"/>
                <a:gd name="T5" fmla="*/ 20 h 84"/>
                <a:gd name="T6" fmla="*/ 22 w 76"/>
                <a:gd name="T7" fmla="*/ 25 h 84"/>
                <a:gd name="T8" fmla="*/ 12 w 76"/>
                <a:gd name="T9" fmla="*/ 60 h 84"/>
                <a:gd name="T10" fmla="*/ 0 w 76"/>
                <a:gd name="T11" fmla="*/ 72 h 84"/>
                <a:gd name="T12" fmla="*/ 0 w 76"/>
                <a:gd name="T13" fmla="*/ 84 h 84"/>
                <a:gd name="T14" fmla="*/ 19 w 76"/>
                <a:gd name="T15" fmla="*/ 65 h 84"/>
                <a:gd name="T16" fmla="*/ 51 w 76"/>
                <a:gd name="T17" fmla="*/ 54 h 84"/>
                <a:gd name="T18" fmla="*/ 76 w 76"/>
                <a:gd name="T19" fmla="*/ 0 h 84"/>
                <a:gd name="T20" fmla="*/ 40 w 76"/>
                <a:gd name="T21" fmla="*/ 1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6" h="84">
                  <a:moveTo>
                    <a:pt x="40" y="13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6" y="22"/>
                    <a:pt x="24" y="24"/>
                    <a:pt x="22" y="25"/>
                  </a:cubicBezTo>
                  <a:cubicBezTo>
                    <a:pt x="7" y="41"/>
                    <a:pt x="7" y="53"/>
                    <a:pt x="12" y="60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6" y="69"/>
                    <a:pt x="37" y="67"/>
                    <a:pt x="51" y="54"/>
                  </a:cubicBezTo>
                  <a:cubicBezTo>
                    <a:pt x="68" y="37"/>
                    <a:pt x="76" y="0"/>
                    <a:pt x="76" y="0"/>
                  </a:cubicBezTo>
                  <a:cubicBezTo>
                    <a:pt x="76" y="0"/>
                    <a:pt x="57" y="4"/>
                    <a:pt x="40" y="13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31" name="组合 130"/>
            <p:cNvGrpSpPr/>
            <p:nvPr/>
          </p:nvGrpSpPr>
          <p:grpSpPr>
            <a:xfrm>
              <a:off x="3859213" y="1790700"/>
              <a:ext cx="227013" cy="241300"/>
              <a:chOff x="3859213" y="1790700"/>
              <a:chExt cx="227013" cy="241300"/>
            </a:xfrm>
          </p:grpSpPr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3859213" y="1790700"/>
                <a:ext cx="227013" cy="50800"/>
              </a:xfrm>
              <a:custGeom>
                <a:avLst/>
                <a:gdLst>
                  <a:gd name="T0" fmla="*/ 96 w 143"/>
                  <a:gd name="T1" fmla="*/ 16 h 32"/>
                  <a:gd name="T2" fmla="*/ 96 w 143"/>
                  <a:gd name="T3" fmla="*/ 0 h 32"/>
                  <a:gd name="T4" fmla="*/ 48 w 143"/>
                  <a:gd name="T5" fmla="*/ 0 h 32"/>
                  <a:gd name="T6" fmla="*/ 48 w 143"/>
                  <a:gd name="T7" fmla="*/ 16 h 32"/>
                  <a:gd name="T8" fmla="*/ 0 w 143"/>
                  <a:gd name="T9" fmla="*/ 16 h 32"/>
                  <a:gd name="T10" fmla="*/ 0 w 143"/>
                  <a:gd name="T11" fmla="*/ 32 h 32"/>
                  <a:gd name="T12" fmla="*/ 143 w 143"/>
                  <a:gd name="T13" fmla="*/ 32 h 32"/>
                  <a:gd name="T14" fmla="*/ 143 w 143"/>
                  <a:gd name="T15" fmla="*/ 16 h 32"/>
                  <a:gd name="T16" fmla="*/ 96 w 143"/>
                  <a:gd name="T17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3" h="32">
                    <a:moveTo>
                      <a:pt x="96" y="16"/>
                    </a:moveTo>
                    <a:lnTo>
                      <a:pt x="96" y="0"/>
                    </a:lnTo>
                    <a:lnTo>
                      <a:pt x="48" y="0"/>
                    </a:lnTo>
                    <a:lnTo>
                      <a:pt x="48" y="16"/>
                    </a:lnTo>
                    <a:lnTo>
                      <a:pt x="0" y="16"/>
                    </a:lnTo>
                    <a:lnTo>
                      <a:pt x="0" y="32"/>
                    </a:lnTo>
                    <a:lnTo>
                      <a:pt x="143" y="32"/>
                    </a:lnTo>
                    <a:lnTo>
                      <a:pt x="143" y="16"/>
                    </a:lnTo>
                    <a:lnTo>
                      <a:pt x="96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Freeform 7"/>
              <p:cNvSpPr>
                <a:spLocks noEditPoints="1"/>
              </p:cNvSpPr>
              <p:nvPr/>
            </p:nvSpPr>
            <p:spPr bwMode="auto">
              <a:xfrm>
                <a:off x="3884613" y="1854200"/>
                <a:ext cx="176213" cy="177800"/>
              </a:xfrm>
              <a:custGeom>
                <a:avLst/>
                <a:gdLst>
                  <a:gd name="T0" fmla="*/ 0 w 56"/>
                  <a:gd name="T1" fmla="*/ 0 h 56"/>
                  <a:gd name="T2" fmla="*/ 0 w 56"/>
                  <a:gd name="T3" fmla="*/ 48 h 56"/>
                  <a:gd name="T4" fmla="*/ 8 w 56"/>
                  <a:gd name="T5" fmla="*/ 56 h 56"/>
                  <a:gd name="T6" fmla="*/ 48 w 56"/>
                  <a:gd name="T7" fmla="*/ 56 h 56"/>
                  <a:gd name="T8" fmla="*/ 56 w 56"/>
                  <a:gd name="T9" fmla="*/ 48 h 56"/>
                  <a:gd name="T10" fmla="*/ 56 w 56"/>
                  <a:gd name="T11" fmla="*/ 0 h 56"/>
                  <a:gd name="T12" fmla="*/ 0 w 56"/>
                  <a:gd name="T13" fmla="*/ 0 h 56"/>
                  <a:gd name="T14" fmla="*/ 24 w 56"/>
                  <a:gd name="T15" fmla="*/ 40 h 56"/>
                  <a:gd name="T16" fmla="*/ 16 w 56"/>
                  <a:gd name="T17" fmla="*/ 40 h 56"/>
                  <a:gd name="T18" fmla="*/ 16 w 56"/>
                  <a:gd name="T19" fmla="*/ 16 h 56"/>
                  <a:gd name="T20" fmla="*/ 24 w 56"/>
                  <a:gd name="T21" fmla="*/ 16 h 56"/>
                  <a:gd name="T22" fmla="*/ 24 w 56"/>
                  <a:gd name="T23" fmla="*/ 40 h 56"/>
                  <a:gd name="T24" fmla="*/ 40 w 56"/>
                  <a:gd name="T25" fmla="*/ 40 h 56"/>
                  <a:gd name="T26" fmla="*/ 32 w 56"/>
                  <a:gd name="T27" fmla="*/ 40 h 56"/>
                  <a:gd name="T28" fmla="*/ 32 w 56"/>
                  <a:gd name="T29" fmla="*/ 16 h 56"/>
                  <a:gd name="T30" fmla="*/ 40 w 56"/>
                  <a:gd name="T31" fmla="*/ 16 h 56"/>
                  <a:gd name="T32" fmla="*/ 40 w 56"/>
                  <a:gd name="T33" fmla="*/ 4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6" h="56">
                    <a:moveTo>
                      <a:pt x="0" y="0"/>
                    </a:move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6" y="52"/>
                      <a:pt x="56" y="48"/>
                    </a:cubicBezTo>
                    <a:cubicBezTo>
                      <a:pt x="56" y="0"/>
                      <a:pt x="56" y="0"/>
                      <a:pt x="56" y="0"/>
                    </a:cubicBezTo>
                    <a:lnTo>
                      <a:pt x="0" y="0"/>
                    </a:lnTo>
                    <a:close/>
                    <a:moveTo>
                      <a:pt x="24" y="40"/>
                    </a:move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24" y="16"/>
                      <a:pt x="24" y="16"/>
                      <a:pt x="24" y="16"/>
                    </a:cubicBezTo>
                    <a:lnTo>
                      <a:pt x="24" y="40"/>
                    </a:lnTo>
                    <a:close/>
                    <a:moveTo>
                      <a:pt x="40" y="40"/>
                    </a:moveTo>
                    <a:cubicBezTo>
                      <a:pt x="32" y="40"/>
                      <a:pt x="32" y="40"/>
                      <a:pt x="32" y="40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40" y="16"/>
                      <a:pt x="40" y="16"/>
                      <a:pt x="40" y="16"/>
                    </a:cubicBezTo>
                    <a:lnTo>
                      <a:pt x="40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3247231" y="1770857"/>
              <a:ext cx="277813" cy="279400"/>
              <a:chOff x="3227388" y="1778000"/>
              <a:chExt cx="277813" cy="279400"/>
            </a:xfrm>
          </p:grpSpPr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3240088" y="1943100"/>
                <a:ext cx="252413" cy="114300"/>
              </a:xfrm>
              <a:custGeom>
                <a:avLst/>
                <a:gdLst>
                  <a:gd name="T0" fmla="*/ 75 w 80"/>
                  <a:gd name="T1" fmla="*/ 24 h 36"/>
                  <a:gd name="T2" fmla="*/ 74 w 80"/>
                  <a:gd name="T3" fmla="*/ 24 h 36"/>
                  <a:gd name="T4" fmla="*/ 48 w 80"/>
                  <a:gd name="T5" fmla="*/ 12 h 36"/>
                  <a:gd name="T6" fmla="*/ 48 w 80"/>
                  <a:gd name="T7" fmla="*/ 8 h 36"/>
                  <a:gd name="T8" fmla="*/ 64 w 80"/>
                  <a:gd name="T9" fmla="*/ 8 h 36"/>
                  <a:gd name="T10" fmla="*/ 68 w 80"/>
                  <a:gd name="T11" fmla="*/ 4 h 36"/>
                  <a:gd name="T12" fmla="*/ 64 w 80"/>
                  <a:gd name="T13" fmla="*/ 0 h 36"/>
                  <a:gd name="T14" fmla="*/ 16 w 80"/>
                  <a:gd name="T15" fmla="*/ 0 h 36"/>
                  <a:gd name="T16" fmla="*/ 12 w 80"/>
                  <a:gd name="T17" fmla="*/ 4 h 36"/>
                  <a:gd name="T18" fmla="*/ 16 w 80"/>
                  <a:gd name="T19" fmla="*/ 8 h 36"/>
                  <a:gd name="T20" fmla="*/ 32 w 80"/>
                  <a:gd name="T21" fmla="*/ 8 h 36"/>
                  <a:gd name="T22" fmla="*/ 32 w 80"/>
                  <a:gd name="T23" fmla="*/ 12 h 36"/>
                  <a:gd name="T24" fmla="*/ 6 w 80"/>
                  <a:gd name="T25" fmla="*/ 25 h 36"/>
                  <a:gd name="T26" fmla="*/ 5 w 80"/>
                  <a:gd name="T27" fmla="*/ 25 h 36"/>
                  <a:gd name="T28" fmla="*/ 0 w 80"/>
                  <a:gd name="T29" fmla="*/ 31 h 36"/>
                  <a:gd name="T30" fmla="*/ 6 w 80"/>
                  <a:gd name="T31" fmla="*/ 36 h 36"/>
                  <a:gd name="T32" fmla="*/ 74 w 80"/>
                  <a:gd name="T33" fmla="*/ 36 h 36"/>
                  <a:gd name="T34" fmla="*/ 80 w 80"/>
                  <a:gd name="T35" fmla="*/ 31 h 36"/>
                  <a:gd name="T36" fmla="*/ 75 w 80"/>
                  <a:gd name="T37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0" h="36">
                    <a:moveTo>
                      <a:pt x="75" y="24"/>
                    </a:moveTo>
                    <a:cubicBezTo>
                      <a:pt x="74" y="24"/>
                      <a:pt x="74" y="24"/>
                      <a:pt x="74" y="24"/>
                    </a:cubicBezTo>
                    <a:cubicBezTo>
                      <a:pt x="74" y="24"/>
                      <a:pt x="48" y="24"/>
                      <a:pt x="48" y="12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6" y="8"/>
                      <a:pt x="68" y="6"/>
                      <a:pt x="68" y="4"/>
                    </a:cubicBezTo>
                    <a:cubicBezTo>
                      <a:pt x="68" y="2"/>
                      <a:pt x="66" y="0"/>
                      <a:pt x="64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4" y="0"/>
                      <a:pt x="12" y="2"/>
                      <a:pt x="12" y="4"/>
                    </a:cubicBezTo>
                    <a:cubicBezTo>
                      <a:pt x="12" y="6"/>
                      <a:pt x="14" y="8"/>
                      <a:pt x="16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24"/>
                      <a:pt x="6" y="25"/>
                      <a:pt x="6" y="25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2" y="25"/>
                      <a:pt x="0" y="28"/>
                      <a:pt x="0" y="31"/>
                    </a:cubicBezTo>
                    <a:cubicBezTo>
                      <a:pt x="0" y="34"/>
                      <a:pt x="3" y="36"/>
                      <a:pt x="6" y="36"/>
                    </a:cubicBezTo>
                    <a:cubicBezTo>
                      <a:pt x="74" y="36"/>
                      <a:pt x="74" y="36"/>
                      <a:pt x="74" y="36"/>
                    </a:cubicBezTo>
                    <a:cubicBezTo>
                      <a:pt x="79" y="36"/>
                      <a:pt x="80" y="32"/>
                      <a:pt x="80" y="31"/>
                    </a:cubicBezTo>
                    <a:cubicBezTo>
                      <a:pt x="80" y="28"/>
                      <a:pt x="78" y="25"/>
                      <a:pt x="75" y="2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3227388" y="1778000"/>
                <a:ext cx="277813" cy="152400"/>
              </a:xfrm>
              <a:custGeom>
                <a:avLst/>
                <a:gdLst>
                  <a:gd name="T0" fmla="*/ 16 w 88"/>
                  <a:gd name="T1" fmla="*/ 40 h 48"/>
                  <a:gd name="T2" fmla="*/ 36 w 88"/>
                  <a:gd name="T3" fmla="*/ 40 h 48"/>
                  <a:gd name="T4" fmla="*/ 36 w 88"/>
                  <a:gd name="T5" fmla="*/ 48 h 48"/>
                  <a:gd name="T6" fmla="*/ 52 w 88"/>
                  <a:gd name="T7" fmla="*/ 48 h 48"/>
                  <a:gd name="T8" fmla="*/ 52 w 88"/>
                  <a:gd name="T9" fmla="*/ 40 h 48"/>
                  <a:gd name="T10" fmla="*/ 72 w 88"/>
                  <a:gd name="T11" fmla="*/ 40 h 48"/>
                  <a:gd name="T12" fmla="*/ 88 w 88"/>
                  <a:gd name="T13" fmla="*/ 24 h 48"/>
                  <a:gd name="T14" fmla="*/ 72 w 88"/>
                  <a:gd name="T15" fmla="*/ 8 h 48"/>
                  <a:gd name="T16" fmla="*/ 60 w 88"/>
                  <a:gd name="T17" fmla="*/ 14 h 48"/>
                  <a:gd name="T18" fmla="*/ 44 w 88"/>
                  <a:gd name="T19" fmla="*/ 0 h 48"/>
                  <a:gd name="T20" fmla="*/ 28 w 88"/>
                  <a:gd name="T21" fmla="*/ 14 h 48"/>
                  <a:gd name="T22" fmla="*/ 16 w 88"/>
                  <a:gd name="T23" fmla="*/ 8 h 48"/>
                  <a:gd name="T24" fmla="*/ 0 w 88"/>
                  <a:gd name="T25" fmla="*/ 24 h 48"/>
                  <a:gd name="T26" fmla="*/ 16 w 88"/>
                  <a:gd name="T27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48">
                    <a:moveTo>
                      <a:pt x="16" y="40"/>
                    </a:move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40"/>
                      <a:pt x="52" y="40"/>
                      <a:pt x="52" y="40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81" y="40"/>
                      <a:pt x="88" y="33"/>
                      <a:pt x="88" y="24"/>
                    </a:cubicBezTo>
                    <a:cubicBezTo>
                      <a:pt x="88" y="15"/>
                      <a:pt x="81" y="8"/>
                      <a:pt x="72" y="8"/>
                    </a:cubicBezTo>
                    <a:cubicBezTo>
                      <a:pt x="67" y="8"/>
                      <a:pt x="63" y="10"/>
                      <a:pt x="60" y="14"/>
                    </a:cubicBezTo>
                    <a:cubicBezTo>
                      <a:pt x="59" y="6"/>
                      <a:pt x="52" y="0"/>
                      <a:pt x="44" y="0"/>
                    </a:cubicBezTo>
                    <a:cubicBezTo>
                      <a:pt x="36" y="0"/>
                      <a:pt x="29" y="6"/>
                      <a:pt x="28" y="14"/>
                    </a:cubicBezTo>
                    <a:cubicBezTo>
                      <a:pt x="25" y="10"/>
                      <a:pt x="21" y="8"/>
                      <a:pt x="16" y="8"/>
                    </a:cubicBezTo>
                    <a:cubicBezTo>
                      <a:pt x="7" y="8"/>
                      <a:pt x="0" y="15"/>
                      <a:pt x="0" y="24"/>
                    </a:cubicBezTo>
                    <a:cubicBezTo>
                      <a:pt x="0" y="33"/>
                      <a:pt x="7" y="40"/>
                      <a:pt x="16" y="4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5033963" y="1758950"/>
              <a:ext cx="303213" cy="298450"/>
            </a:xfrm>
            <a:custGeom>
              <a:avLst/>
              <a:gdLst>
                <a:gd name="T0" fmla="*/ 76 w 96"/>
                <a:gd name="T1" fmla="*/ 54 h 94"/>
                <a:gd name="T2" fmla="*/ 62 w 96"/>
                <a:gd name="T3" fmla="*/ 60 h 94"/>
                <a:gd name="T4" fmla="*/ 58 w 96"/>
                <a:gd name="T5" fmla="*/ 54 h 94"/>
                <a:gd name="T6" fmla="*/ 62 w 96"/>
                <a:gd name="T7" fmla="*/ 48 h 94"/>
                <a:gd name="T8" fmla="*/ 84 w 96"/>
                <a:gd name="T9" fmla="*/ 12 h 94"/>
                <a:gd name="T10" fmla="*/ 86 w 96"/>
                <a:gd name="T11" fmla="*/ 9 h 94"/>
                <a:gd name="T12" fmla="*/ 73 w 96"/>
                <a:gd name="T13" fmla="*/ 0 h 94"/>
                <a:gd name="T14" fmla="*/ 48 w 96"/>
                <a:gd name="T15" fmla="*/ 38 h 94"/>
                <a:gd name="T16" fmla="*/ 23 w 96"/>
                <a:gd name="T17" fmla="*/ 0 h 94"/>
                <a:gd name="T18" fmla="*/ 10 w 96"/>
                <a:gd name="T19" fmla="*/ 9 h 94"/>
                <a:gd name="T20" fmla="*/ 12 w 96"/>
                <a:gd name="T21" fmla="*/ 12 h 94"/>
                <a:gd name="T22" fmla="*/ 34 w 96"/>
                <a:gd name="T23" fmla="*/ 48 h 94"/>
                <a:gd name="T24" fmla="*/ 38 w 96"/>
                <a:gd name="T25" fmla="*/ 54 h 94"/>
                <a:gd name="T26" fmla="*/ 34 w 96"/>
                <a:gd name="T27" fmla="*/ 60 h 94"/>
                <a:gd name="T28" fmla="*/ 20 w 96"/>
                <a:gd name="T29" fmla="*/ 54 h 94"/>
                <a:gd name="T30" fmla="*/ 0 w 96"/>
                <a:gd name="T31" fmla="*/ 74 h 94"/>
                <a:gd name="T32" fmla="*/ 20 w 96"/>
                <a:gd name="T33" fmla="*/ 94 h 94"/>
                <a:gd name="T34" fmla="*/ 48 w 96"/>
                <a:gd name="T35" fmla="*/ 70 h 94"/>
                <a:gd name="T36" fmla="*/ 76 w 96"/>
                <a:gd name="T37" fmla="*/ 94 h 94"/>
                <a:gd name="T38" fmla="*/ 96 w 96"/>
                <a:gd name="T39" fmla="*/ 74 h 94"/>
                <a:gd name="T40" fmla="*/ 76 w 96"/>
                <a:gd name="T41" fmla="*/ 54 h 94"/>
                <a:gd name="T42" fmla="*/ 20 w 96"/>
                <a:gd name="T43" fmla="*/ 82 h 94"/>
                <a:gd name="T44" fmla="*/ 12 w 96"/>
                <a:gd name="T45" fmla="*/ 74 h 94"/>
                <a:gd name="T46" fmla="*/ 20 w 96"/>
                <a:gd name="T47" fmla="*/ 66 h 94"/>
                <a:gd name="T48" fmla="*/ 28 w 96"/>
                <a:gd name="T49" fmla="*/ 74 h 94"/>
                <a:gd name="T50" fmla="*/ 20 w 96"/>
                <a:gd name="T51" fmla="*/ 82 h 94"/>
                <a:gd name="T52" fmla="*/ 76 w 96"/>
                <a:gd name="T53" fmla="*/ 82 h 94"/>
                <a:gd name="T54" fmla="*/ 68 w 96"/>
                <a:gd name="T55" fmla="*/ 74 h 94"/>
                <a:gd name="T56" fmla="*/ 76 w 96"/>
                <a:gd name="T57" fmla="*/ 66 h 94"/>
                <a:gd name="T58" fmla="*/ 84 w 96"/>
                <a:gd name="T59" fmla="*/ 74 h 94"/>
                <a:gd name="T60" fmla="*/ 76 w 96"/>
                <a:gd name="T61" fmla="*/ 8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6" h="94">
                  <a:moveTo>
                    <a:pt x="76" y="54"/>
                  </a:moveTo>
                  <a:cubicBezTo>
                    <a:pt x="71" y="54"/>
                    <a:pt x="66" y="56"/>
                    <a:pt x="62" y="60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8" y="38"/>
                    <a:pt x="76" y="26"/>
                    <a:pt x="84" y="12"/>
                  </a:cubicBezTo>
                  <a:cubicBezTo>
                    <a:pt x="86" y="9"/>
                    <a:pt x="86" y="9"/>
                    <a:pt x="86" y="9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20" y="26"/>
                    <a:pt x="28" y="38"/>
                    <a:pt x="34" y="48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4" y="60"/>
                    <a:pt x="34" y="60"/>
                    <a:pt x="34" y="60"/>
                  </a:cubicBezTo>
                  <a:cubicBezTo>
                    <a:pt x="30" y="56"/>
                    <a:pt x="25" y="54"/>
                    <a:pt x="20" y="54"/>
                  </a:cubicBezTo>
                  <a:cubicBezTo>
                    <a:pt x="9" y="54"/>
                    <a:pt x="0" y="63"/>
                    <a:pt x="0" y="74"/>
                  </a:cubicBezTo>
                  <a:cubicBezTo>
                    <a:pt x="0" y="85"/>
                    <a:pt x="9" y="94"/>
                    <a:pt x="20" y="94"/>
                  </a:cubicBezTo>
                  <a:cubicBezTo>
                    <a:pt x="31" y="94"/>
                    <a:pt x="35" y="89"/>
                    <a:pt x="48" y="70"/>
                  </a:cubicBezTo>
                  <a:cubicBezTo>
                    <a:pt x="61" y="89"/>
                    <a:pt x="65" y="94"/>
                    <a:pt x="76" y="94"/>
                  </a:cubicBezTo>
                  <a:cubicBezTo>
                    <a:pt x="87" y="94"/>
                    <a:pt x="96" y="85"/>
                    <a:pt x="96" y="74"/>
                  </a:cubicBezTo>
                  <a:cubicBezTo>
                    <a:pt x="96" y="63"/>
                    <a:pt x="87" y="54"/>
                    <a:pt x="76" y="54"/>
                  </a:cubicBezTo>
                  <a:close/>
                  <a:moveTo>
                    <a:pt x="20" y="82"/>
                  </a:moveTo>
                  <a:cubicBezTo>
                    <a:pt x="16" y="82"/>
                    <a:pt x="12" y="78"/>
                    <a:pt x="12" y="74"/>
                  </a:cubicBezTo>
                  <a:cubicBezTo>
                    <a:pt x="12" y="70"/>
                    <a:pt x="16" y="66"/>
                    <a:pt x="20" y="66"/>
                  </a:cubicBezTo>
                  <a:cubicBezTo>
                    <a:pt x="24" y="66"/>
                    <a:pt x="28" y="70"/>
                    <a:pt x="28" y="74"/>
                  </a:cubicBezTo>
                  <a:cubicBezTo>
                    <a:pt x="28" y="78"/>
                    <a:pt x="24" y="82"/>
                    <a:pt x="20" y="82"/>
                  </a:cubicBezTo>
                  <a:close/>
                  <a:moveTo>
                    <a:pt x="76" y="82"/>
                  </a:moveTo>
                  <a:cubicBezTo>
                    <a:pt x="72" y="82"/>
                    <a:pt x="68" y="78"/>
                    <a:pt x="68" y="74"/>
                  </a:cubicBezTo>
                  <a:cubicBezTo>
                    <a:pt x="68" y="70"/>
                    <a:pt x="72" y="66"/>
                    <a:pt x="76" y="66"/>
                  </a:cubicBezTo>
                  <a:cubicBezTo>
                    <a:pt x="80" y="66"/>
                    <a:pt x="84" y="70"/>
                    <a:pt x="84" y="74"/>
                  </a:cubicBezTo>
                  <a:cubicBezTo>
                    <a:pt x="84" y="78"/>
                    <a:pt x="80" y="82"/>
                    <a:pt x="76" y="82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6310313" y="1790700"/>
              <a:ext cx="177800" cy="228600"/>
            </a:xfrm>
            <a:custGeom>
              <a:avLst/>
              <a:gdLst>
                <a:gd name="T0" fmla="*/ 112 w 112"/>
                <a:gd name="T1" fmla="*/ 64 h 144"/>
                <a:gd name="T2" fmla="*/ 64 w 112"/>
                <a:gd name="T3" fmla="*/ 64 h 144"/>
                <a:gd name="T4" fmla="*/ 64 w 112"/>
                <a:gd name="T5" fmla="*/ 0 h 144"/>
                <a:gd name="T6" fmla="*/ 0 w 112"/>
                <a:gd name="T7" fmla="*/ 80 h 144"/>
                <a:gd name="T8" fmla="*/ 48 w 112"/>
                <a:gd name="T9" fmla="*/ 80 h 144"/>
                <a:gd name="T10" fmla="*/ 48 w 112"/>
                <a:gd name="T11" fmla="*/ 144 h 144"/>
                <a:gd name="T12" fmla="*/ 112 w 112"/>
                <a:gd name="T13" fmla="*/ 6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" h="144">
                  <a:moveTo>
                    <a:pt x="112" y="64"/>
                  </a:moveTo>
                  <a:lnTo>
                    <a:pt x="64" y="64"/>
                  </a:lnTo>
                  <a:lnTo>
                    <a:pt x="64" y="0"/>
                  </a:lnTo>
                  <a:lnTo>
                    <a:pt x="0" y="80"/>
                  </a:lnTo>
                  <a:lnTo>
                    <a:pt x="48" y="80"/>
                  </a:lnTo>
                  <a:lnTo>
                    <a:pt x="48" y="144"/>
                  </a:lnTo>
                  <a:lnTo>
                    <a:pt x="112" y="6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35" name="组合 134"/>
            <p:cNvGrpSpPr/>
            <p:nvPr/>
          </p:nvGrpSpPr>
          <p:grpSpPr>
            <a:xfrm>
              <a:off x="6916738" y="1790700"/>
              <a:ext cx="187325" cy="228600"/>
              <a:chOff x="6916738" y="1790700"/>
              <a:chExt cx="187325" cy="228600"/>
            </a:xfrm>
          </p:grpSpPr>
          <p:sp>
            <p:nvSpPr>
              <p:cNvPr id="14" name="Freeform 12"/>
              <p:cNvSpPr>
                <a:spLocks/>
              </p:cNvSpPr>
              <p:nvPr/>
            </p:nvSpPr>
            <p:spPr bwMode="auto">
              <a:xfrm>
                <a:off x="6986588" y="1790700"/>
                <a:ext cx="31750" cy="73025"/>
              </a:xfrm>
              <a:custGeom>
                <a:avLst/>
                <a:gdLst>
                  <a:gd name="T0" fmla="*/ 20 w 20"/>
                  <a:gd name="T1" fmla="*/ 46 h 46"/>
                  <a:gd name="T2" fmla="*/ 20 w 20"/>
                  <a:gd name="T3" fmla="*/ 0 h 46"/>
                  <a:gd name="T4" fmla="*/ 0 w 20"/>
                  <a:gd name="T5" fmla="*/ 26 h 46"/>
                  <a:gd name="T6" fmla="*/ 20 w 20"/>
                  <a:gd name="T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46">
                    <a:moveTo>
                      <a:pt x="20" y="46"/>
                    </a:moveTo>
                    <a:lnTo>
                      <a:pt x="20" y="0"/>
                    </a:lnTo>
                    <a:lnTo>
                      <a:pt x="0" y="26"/>
                    </a:lnTo>
                    <a:lnTo>
                      <a:pt x="20" y="4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7046913" y="1892300"/>
                <a:ext cx="47625" cy="25400"/>
              </a:xfrm>
              <a:custGeom>
                <a:avLst/>
                <a:gdLst>
                  <a:gd name="T0" fmla="*/ 16 w 30"/>
                  <a:gd name="T1" fmla="*/ 16 h 16"/>
                  <a:gd name="T2" fmla="*/ 30 w 30"/>
                  <a:gd name="T3" fmla="*/ 0 h 16"/>
                  <a:gd name="T4" fmla="*/ 0 w 30"/>
                  <a:gd name="T5" fmla="*/ 0 h 16"/>
                  <a:gd name="T6" fmla="*/ 16 w 30"/>
                  <a:gd name="T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" h="16">
                    <a:moveTo>
                      <a:pt x="16" y="16"/>
                    </a:moveTo>
                    <a:lnTo>
                      <a:pt x="30" y="0"/>
                    </a:lnTo>
                    <a:lnTo>
                      <a:pt x="0" y="0"/>
                    </a:lnTo>
                    <a:lnTo>
                      <a:pt x="16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Freeform 14"/>
              <p:cNvSpPr>
                <a:spLocks/>
              </p:cNvSpPr>
              <p:nvPr/>
            </p:nvSpPr>
            <p:spPr bwMode="auto">
              <a:xfrm>
                <a:off x="6916738" y="1819275"/>
                <a:ext cx="187325" cy="200025"/>
              </a:xfrm>
              <a:custGeom>
                <a:avLst/>
                <a:gdLst>
                  <a:gd name="T0" fmla="*/ 14 w 118"/>
                  <a:gd name="T1" fmla="*/ 0 h 126"/>
                  <a:gd name="T2" fmla="*/ 2 w 118"/>
                  <a:gd name="T3" fmla="*/ 12 h 126"/>
                  <a:gd name="T4" fmla="*/ 24 w 118"/>
                  <a:gd name="T5" fmla="*/ 32 h 126"/>
                  <a:gd name="T6" fmla="*/ 0 w 118"/>
                  <a:gd name="T7" fmla="*/ 62 h 126"/>
                  <a:gd name="T8" fmla="*/ 48 w 118"/>
                  <a:gd name="T9" fmla="*/ 62 h 126"/>
                  <a:gd name="T10" fmla="*/ 48 w 118"/>
                  <a:gd name="T11" fmla="*/ 126 h 126"/>
                  <a:gd name="T12" fmla="*/ 78 w 118"/>
                  <a:gd name="T13" fmla="*/ 88 h 126"/>
                  <a:gd name="T14" fmla="*/ 106 w 118"/>
                  <a:gd name="T15" fmla="*/ 116 h 126"/>
                  <a:gd name="T16" fmla="*/ 118 w 118"/>
                  <a:gd name="T17" fmla="*/ 104 h 126"/>
                  <a:gd name="T18" fmla="*/ 14 w 118"/>
                  <a:gd name="T19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8" h="126">
                    <a:moveTo>
                      <a:pt x="14" y="0"/>
                    </a:moveTo>
                    <a:lnTo>
                      <a:pt x="2" y="12"/>
                    </a:lnTo>
                    <a:lnTo>
                      <a:pt x="24" y="32"/>
                    </a:lnTo>
                    <a:lnTo>
                      <a:pt x="0" y="62"/>
                    </a:lnTo>
                    <a:lnTo>
                      <a:pt x="48" y="62"/>
                    </a:lnTo>
                    <a:lnTo>
                      <a:pt x="48" y="126"/>
                    </a:lnTo>
                    <a:lnTo>
                      <a:pt x="78" y="88"/>
                    </a:lnTo>
                    <a:lnTo>
                      <a:pt x="106" y="116"/>
                    </a:lnTo>
                    <a:lnTo>
                      <a:pt x="118" y="10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7486651" y="1790700"/>
              <a:ext cx="252413" cy="241300"/>
            </a:xfrm>
            <a:custGeom>
              <a:avLst/>
              <a:gdLst>
                <a:gd name="T0" fmla="*/ 80 w 80"/>
                <a:gd name="T1" fmla="*/ 55 h 76"/>
                <a:gd name="T2" fmla="*/ 65 w 80"/>
                <a:gd name="T3" fmla="*/ 8 h 76"/>
                <a:gd name="T4" fmla="*/ 55 w 80"/>
                <a:gd name="T5" fmla="*/ 0 h 76"/>
                <a:gd name="T6" fmla="*/ 44 w 80"/>
                <a:gd name="T7" fmla="*/ 11 h 76"/>
                <a:gd name="T8" fmla="*/ 44 w 80"/>
                <a:gd name="T9" fmla="*/ 16 h 76"/>
                <a:gd name="T10" fmla="*/ 36 w 80"/>
                <a:gd name="T11" fmla="*/ 16 h 76"/>
                <a:gd name="T12" fmla="*/ 36 w 80"/>
                <a:gd name="T13" fmla="*/ 11 h 76"/>
                <a:gd name="T14" fmla="*/ 25 w 80"/>
                <a:gd name="T15" fmla="*/ 0 h 76"/>
                <a:gd name="T16" fmla="*/ 15 w 80"/>
                <a:gd name="T17" fmla="*/ 8 h 76"/>
                <a:gd name="T18" fmla="*/ 0 w 80"/>
                <a:gd name="T19" fmla="*/ 55 h 76"/>
                <a:gd name="T20" fmla="*/ 0 w 80"/>
                <a:gd name="T21" fmla="*/ 56 h 76"/>
                <a:gd name="T22" fmla="*/ 0 w 80"/>
                <a:gd name="T23" fmla="*/ 58 h 76"/>
                <a:gd name="T24" fmla="*/ 18 w 80"/>
                <a:gd name="T25" fmla="*/ 76 h 76"/>
                <a:gd name="T26" fmla="*/ 36 w 80"/>
                <a:gd name="T27" fmla="*/ 58 h 76"/>
                <a:gd name="T28" fmla="*/ 36 w 80"/>
                <a:gd name="T29" fmla="*/ 40 h 76"/>
                <a:gd name="T30" fmla="*/ 44 w 80"/>
                <a:gd name="T31" fmla="*/ 40 h 76"/>
                <a:gd name="T32" fmla="*/ 44 w 80"/>
                <a:gd name="T33" fmla="*/ 58 h 76"/>
                <a:gd name="T34" fmla="*/ 62 w 80"/>
                <a:gd name="T35" fmla="*/ 76 h 76"/>
                <a:gd name="T36" fmla="*/ 80 w 80"/>
                <a:gd name="T37" fmla="*/ 58 h 76"/>
                <a:gd name="T38" fmla="*/ 80 w 80"/>
                <a:gd name="T39" fmla="*/ 56 h 76"/>
                <a:gd name="T40" fmla="*/ 80 w 80"/>
                <a:gd name="T41" fmla="*/ 55 h 76"/>
                <a:gd name="T42" fmla="*/ 18 w 80"/>
                <a:gd name="T43" fmla="*/ 68 h 76"/>
                <a:gd name="T44" fmla="*/ 8 w 80"/>
                <a:gd name="T45" fmla="*/ 58 h 76"/>
                <a:gd name="T46" fmla="*/ 18 w 80"/>
                <a:gd name="T47" fmla="*/ 48 h 76"/>
                <a:gd name="T48" fmla="*/ 28 w 80"/>
                <a:gd name="T49" fmla="*/ 58 h 76"/>
                <a:gd name="T50" fmla="*/ 18 w 80"/>
                <a:gd name="T51" fmla="*/ 68 h 76"/>
                <a:gd name="T52" fmla="*/ 62 w 80"/>
                <a:gd name="T53" fmla="*/ 68 h 76"/>
                <a:gd name="T54" fmla="*/ 52 w 80"/>
                <a:gd name="T55" fmla="*/ 58 h 76"/>
                <a:gd name="T56" fmla="*/ 62 w 80"/>
                <a:gd name="T57" fmla="*/ 48 h 76"/>
                <a:gd name="T58" fmla="*/ 72 w 80"/>
                <a:gd name="T59" fmla="*/ 58 h 76"/>
                <a:gd name="T60" fmla="*/ 62 w 80"/>
                <a:gd name="T61" fmla="*/ 6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0" h="76">
                  <a:moveTo>
                    <a:pt x="80" y="55"/>
                  </a:moveTo>
                  <a:cubicBezTo>
                    <a:pt x="65" y="8"/>
                    <a:pt x="65" y="8"/>
                    <a:pt x="65" y="8"/>
                  </a:cubicBezTo>
                  <a:cubicBezTo>
                    <a:pt x="64" y="3"/>
                    <a:pt x="60" y="0"/>
                    <a:pt x="55" y="0"/>
                  </a:cubicBezTo>
                  <a:cubicBezTo>
                    <a:pt x="49" y="0"/>
                    <a:pt x="44" y="5"/>
                    <a:pt x="44" y="11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5"/>
                    <a:pt x="31" y="0"/>
                    <a:pt x="25" y="0"/>
                  </a:cubicBezTo>
                  <a:cubicBezTo>
                    <a:pt x="20" y="0"/>
                    <a:pt x="16" y="3"/>
                    <a:pt x="15" y="8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5"/>
                    <a:pt x="0" y="56"/>
                    <a:pt x="0" y="56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8"/>
                    <a:pt x="8" y="76"/>
                    <a:pt x="18" y="76"/>
                  </a:cubicBezTo>
                  <a:cubicBezTo>
                    <a:pt x="28" y="76"/>
                    <a:pt x="36" y="68"/>
                    <a:pt x="36" y="58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68"/>
                    <a:pt x="52" y="76"/>
                    <a:pt x="62" y="76"/>
                  </a:cubicBezTo>
                  <a:cubicBezTo>
                    <a:pt x="72" y="76"/>
                    <a:pt x="80" y="68"/>
                    <a:pt x="80" y="58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6"/>
                    <a:pt x="80" y="55"/>
                    <a:pt x="80" y="55"/>
                  </a:cubicBezTo>
                  <a:close/>
                  <a:moveTo>
                    <a:pt x="18" y="68"/>
                  </a:moveTo>
                  <a:cubicBezTo>
                    <a:pt x="12" y="68"/>
                    <a:pt x="8" y="64"/>
                    <a:pt x="8" y="58"/>
                  </a:cubicBezTo>
                  <a:cubicBezTo>
                    <a:pt x="8" y="52"/>
                    <a:pt x="12" y="48"/>
                    <a:pt x="18" y="48"/>
                  </a:cubicBezTo>
                  <a:cubicBezTo>
                    <a:pt x="24" y="48"/>
                    <a:pt x="28" y="52"/>
                    <a:pt x="28" y="58"/>
                  </a:cubicBezTo>
                  <a:cubicBezTo>
                    <a:pt x="28" y="64"/>
                    <a:pt x="24" y="68"/>
                    <a:pt x="18" y="68"/>
                  </a:cubicBezTo>
                  <a:close/>
                  <a:moveTo>
                    <a:pt x="62" y="68"/>
                  </a:moveTo>
                  <a:cubicBezTo>
                    <a:pt x="56" y="68"/>
                    <a:pt x="52" y="64"/>
                    <a:pt x="52" y="58"/>
                  </a:cubicBezTo>
                  <a:cubicBezTo>
                    <a:pt x="52" y="52"/>
                    <a:pt x="56" y="48"/>
                    <a:pt x="62" y="48"/>
                  </a:cubicBezTo>
                  <a:cubicBezTo>
                    <a:pt x="68" y="48"/>
                    <a:pt x="72" y="52"/>
                    <a:pt x="72" y="58"/>
                  </a:cubicBezTo>
                  <a:cubicBezTo>
                    <a:pt x="72" y="64"/>
                    <a:pt x="68" y="68"/>
                    <a:pt x="62" y="68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36" name="组合 135"/>
            <p:cNvGrpSpPr/>
            <p:nvPr/>
          </p:nvGrpSpPr>
          <p:grpSpPr>
            <a:xfrm>
              <a:off x="8093076" y="1771650"/>
              <a:ext cx="258762" cy="260350"/>
              <a:chOff x="8093076" y="1771650"/>
              <a:chExt cx="258762" cy="260350"/>
            </a:xfrm>
          </p:grpSpPr>
          <p:sp>
            <p:nvSpPr>
              <p:cNvPr id="18" name="Freeform 16"/>
              <p:cNvSpPr>
                <a:spLocks/>
              </p:cNvSpPr>
              <p:nvPr/>
            </p:nvSpPr>
            <p:spPr bwMode="auto">
              <a:xfrm>
                <a:off x="8250238" y="1771650"/>
                <a:ext cx="101600" cy="101600"/>
              </a:xfrm>
              <a:custGeom>
                <a:avLst/>
                <a:gdLst>
                  <a:gd name="T0" fmla="*/ 22 w 32"/>
                  <a:gd name="T1" fmla="*/ 32 h 32"/>
                  <a:gd name="T2" fmla="*/ 25 w 32"/>
                  <a:gd name="T3" fmla="*/ 29 h 32"/>
                  <a:gd name="T4" fmla="*/ 25 w 32"/>
                  <a:gd name="T5" fmla="*/ 7 h 32"/>
                  <a:gd name="T6" fmla="*/ 3 w 32"/>
                  <a:gd name="T7" fmla="*/ 7 h 32"/>
                  <a:gd name="T8" fmla="*/ 0 w 32"/>
                  <a:gd name="T9" fmla="*/ 10 h 32"/>
                  <a:gd name="T10" fmla="*/ 22 w 32"/>
                  <a:gd name="T11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22" y="32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32" y="23"/>
                      <a:pt x="32" y="13"/>
                      <a:pt x="25" y="7"/>
                    </a:cubicBezTo>
                    <a:cubicBezTo>
                      <a:pt x="19" y="0"/>
                      <a:pt x="9" y="0"/>
                      <a:pt x="3" y="7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22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Freeform 17"/>
              <p:cNvSpPr>
                <a:spLocks/>
              </p:cNvSpPr>
              <p:nvPr/>
            </p:nvSpPr>
            <p:spPr bwMode="auto">
              <a:xfrm>
                <a:off x="8118476" y="1819275"/>
                <a:ext cx="141288" cy="123825"/>
              </a:xfrm>
              <a:custGeom>
                <a:avLst/>
                <a:gdLst>
                  <a:gd name="T0" fmla="*/ 71 w 89"/>
                  <a:gd name="T1" fmla="*/ 0 h 78"/>
                  <a:gd name="T2" fmla="*/ 0 w 89"/>
                  <a:gd name="T3" fmla="*/ 72 h 78"/>
                  <a:gd name="T4" fmla="*/ 30 w 89"/>
                  <a:gd name="T5" fmla="*/ 78 h 78"/>
                  <a:gd name="T6" fmla="*/ 89 w 89"/>
                  <a:gd name="T7" fmla="*/ 18 h 78"/>
                  <a:gd name="T8" fmla="*/ 71 w 89"/>
                  <a:gd name="T9" fmla="*/ 0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78">
                    <a:moveTo>
                      <a:pt x="71" y="0"/>
                    </a:moveTo>
                    <a:lnTo>
                      <a:pt x="0" y="72"/>
                    </a:lnTo>
                    <a:lnTo>
                      <a:pt x="30" y="78"/>
                    </a:lnTo>
                    <a:lnTo>
                      <a:pt x="89" y="18"/>
                    </a:lnTo>
                    <a:lnTo>
                      <a:pt x="71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Freeform 18"/>
              <p:cNvSpPr>
                <a:spLocks/>
              </p:cNvSpPr>
              <p:nvPr/>
            </p:nvSpPr>
            <p:spPr bwMode="auto">
              <a:xfrm>
                <a:off x="8093076" y="1955800"/>
                <a:ext cx="76200" cy="76200"/>
              </a:xfrm>
              <a:custGeom>
                <a:avLst/>
                <a:gdLst>
                  <a:gd name="T0" fmla="*/ 1 w 24"/>
                  <a:gd name="T1" fmla="*/ 23 h 24"/>
                  <a:gd name="T2" fmla="*/ 5 w 24"/>
                  <a:gd name="T3" fmla="*/ 24 h 24"/>
                  <a:gd name="T4" fmla="*/ 24 w 24"/>
                  <a:gd name="T5" fmla="*/ 19 h 24"/>
                  <a:gd name="T6" fmla="*/ 21 w 24"/>
                  <a:gd name="T7" fmla="*/ 3 h 24"/>
                  <a:gd name="T8" fmla="*/ 5 w 24"/>
                  <a:gd name="T9" fmla="*/ 0 h 24"/>
                  <a:gd name="T10" fmla="*/ 0 w 24"/>
                  <a:gd name="T11" fmla="*/ 19 h 24"/>
                  <a:gd name="T12" fmla="*/ 1 w 24"/>
                  <a:gd name="T13" fmla="*/ 23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4">
                    <a:moveTo>
                      <a:pt x="1" y="23"/>
                    </a:moveTo>
                    <a:cubicBezTo>
                      <a:pt x="2" y="24"/>
                      <a:pt x="4" y="24"/>
                      <a:pt x="5" y="24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20"/>
                      <a:pt x="0" y="22"/>
                      <a:pt x="1" y="23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Freeform 19"/>
              <p:cNvSpPr>
                <a:spLocks/>
              </p:cNvSpPr>
              <p:nvPr/>
            </p:nvSpPr>
            <p:spPr bwMode="auto">
              <a:xfrm>
                <a:off x="8181976" y="1863725"/>
                <a:ext cx="122238" cy="142875"/>
              </a:xfrm>
              <a:custGeom>
                <a:avLst/>
                <a:gdLst>
                  <a:gd name="T0" fmla="*/ 59 w 77"/>
                  <a:gd name="T1" fmla="*/ 0 h 90"/>
                  <a:gd name="T2" fmla="*/ 0 w 77"/>
                  <a:gd name="T3" fmla="*/ 60 h 90"/>
                  <a:gd name="T4" fmla="*/ 6 w 77"/>
                  <a:gd name="T5" fmla="*/ 90 h 90"/>
                  <a:gd name="T6" fmla="*/ 77 w 77"/>
                  <a:gd name="T7" fmla="*/ 18 h 90"/>
                  <a:gd name="T8" fmla="*/ 59 w 77"/>
                  <a:gd name="T9" fmla="*/ 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0">
                    <a:moveTo>
                      <a:pt x="59" y="0"/>
                    </a:moveTo>
                    <a:lnTo>
                      <a:pt x="0" y="60"/>
                    </a:lnTo>
                    <a:lnTo>
                      <a:pt x="6" y="90"/>
                    </a:lnTo>
                    <a:lnTo>
                      <a:pt x="77" y="18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5678488" y="1778000"/>
              <a:ext cx="241300" cy="244475"/>
            </a:xfrm>
            <a:custGeom>
              <a:avLst/>
              <a:gdLst>
                <a:gd name="T0" fmla="*/ 152 w 152"/>
                <a:gd name="T1" fmla="*/ 80 h 154"/>
                <a:gd name="T2" fmla="*/ 72 w 152"/>
                <a:gd name="T3" fmla="*/ 0 h 154"/>
                <a:gd name="T4" fmla="*/ 62 w 152"/>
                <a:gd name="T5" fmla="*/ 12 h 154"/>
                <a:gd name="T6" fmla="*/ 72 w 152"/>
                <a:gd name="T7" fmla="*/ 24 h 154"/>
                <a:gd name="T8" fmla="*/ 72 w 152"/>
                <a:gd name="T9" fmla="*/ 24 h 154"/>
                <a:gd name="T10" fmla="*/ 34 w 152"/>
                <a:gd name="T11" fmla="*/ 64 h 154"/>
                <a:gd name="T12" fmla="*/ 34 w 152"/>
                <a:gd name="T13" fmla="*/ 64 h 154"/>
                <a:gd name="T14" fmla="*/ 22 w 152"/>
                <a:gd name="T15" fmla="*/ 52 h 154"/>
                <a:gd name="T16" fmla="*/ 10 w 152"/>
                <a:gd name="T17" fmla="*/ 64 h 154"/>
                <a:gd name="T18" fmla="*/ 44 w 152"/>
                <a:gd name="T19" fmla="*/ 96 h 154"/>
                <a:gd name="T20" fmla="*/ 0 w 152"/>
                <a:gd name="T21" fmla="*/ 142 h 154"/>
                <a:gd name="T22" fmla="*/ 10 w 152"/>
                <a:gd name="T23" fmla="*/ 154 h 154"/>
                <a:gd name="T24" fmla="*/ 56 w 152"/>
                <a:gd name="T25" fmla="*/ 108 h 154"/>
                <a:gd name="T26" fmla="*/ 90 w 152"/>
                <a:gd name="T27" fmla="*/ 142 h 154"/>
                <a:gd name="T28" fmla="*/ 102 w 152"/>
                <a:gd name="T29" fmla="*/ 130 h 154"/>
                <a:gd name="T30" fmla="*/ 90 w 152"/>
                <a:gd name="T31" fmla="*/ 120 h 154"/>
                <a:gd name="T32" fmla="*/ 90 w 152"/>
                <a:gd name="T33" fmla="*/ 120 h 154"/>
                <a:gd name="T34" fmla="*/ 130 w 152"/>
                <a:gd name="T35" fmla="*/ 80 h 154"/>
                <a:gd name="T36" fmla="*/ 130 w 152"/>
                <a:gd name="T37" fmla="*/ 80 h 154"/>
                <a:gd name="T38" fmla="*/ 140 w 152"/>
                <a:gd name="T39" fmla="*/ 92 h 154"/>
                <a:gd name="T40" fmla="*/ 152 w 152"/>
                <a:gd name="T41" fmla="*/ 8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2" h="154">
                  <a:moveTo>
                    <a:pt x="152" y="80"/>
                  </a:moveTo>
                  <a:lnTo>
                    <a:pt x="72" y="0"/>
                  </a:lnTo>
                  <a:lnTo>
                    <a:pt x="62" y="12"/>
                  </a:lnTo>
                  <a:lnTo>
                    <a:pt x="72" y="24"/>
                  </a:lnTo>
                  <a:lnTo>
                    <a:pt x="72" y="24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22" y="52"/>
                  </a:lnTo>
                  <a:lnTo>
                    <a:pt x="10" y="64"/>
                  </a:lnTo>
                  <a:lnTo>
                    <a:pt x="44" y="96"/>
                  </a:lnTo>
                  <a:lnTo>
                    <a:pt x="0" y="142"/>
                  </a:lnTo>
                  <a:lnTo>
                    <a:pt x="10" y="154"/>
                  </a:lnTo>
                  <a:lnTo>
                    <a:pt x="56" y="108"/>
                  </a:lnTo>
                  <a:lnTo>
                    <a:pt x="90" y="142"/>
                  </a:lnTo>
                  <a:lnTo>
                    <a:pt x="102" y="130"/>
                  </a:lnTo>
                  <a:lnTo>
                    <a:pt x="90" y="120"/>
                  </a:lnTo>
                  <a:lnTo>
                    <a:pt x="90" y="120"/>
                  </a:lnTo>
                  <a:lnTo>
                    <a:pt x="130" y="80"/>
                  </a:lnTo>
                  <a:lnTo>
                    <a:pt x="130" y="80"/>
                  </a:lnTo>
                  <a:lnTo>
                    <a:pt x="140" y="92"/>
                  </a:lnTo>
                  <a:lnTo>
                    <a:pt x="152" y="8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8699501" y="1806575"/>
              <a:ext cx="252413" cy="225425"/>
              <a:chOff x="8699501" y="1806575"/>
              <a:chExt cx="252413" cy="225425"/>
            </a:xfrm>
          </p:grpSpPr>
          <p:sp>
            <p:nvSpPr>
              <p:cNvPr id="23" name="Freeform 21"/>
              <p:cNvSpPr>
                <a:spLocks/>
              </p:cNvSpPr>
              <p:nvPr/>
            </p:nvSpPr>
            <p:spPr bwMode="auto">
              <a:xfrm>
                <a:off x="8699501" y="1828800"/>
                <a:ext cx="227013" cy="203200"/>
              </a:xfrm>
              <a:custGeom>
                <a:avLst/>
                <a:gdLst>
                  <a:gd name="T0" fmla="*/ 36 w 72"/>
                  <a:gd name="T1" fmla="*/ 59 h 64"/>
                  <a:gd name="T2" fmla="*/ 5 w 72"/>
                  <a:gd name="T3" fmla="*/ 28 h 64"/>
                  <a:gd name="T4" fmla="*/ 24 w 72"/>
                  <a:gd name="T5" fmla="*/ 9 h 64"/>
                  <a:gd name="T6" fmla="*/ 36 w 72"/>
                  <a:gd name="T7" fmla="*/ 21 h 64"/>
                  <a:gd name="T8" fmla="*/ 55 w 72"/>
                  <a:gd name="T9" fmla="*/ 0 h 64"/>
                  <a:gd name="T10" fmla="*/ 8 w 72"/>
                  <a:gd name="T11" fmla="*/ 0 h 64"/>
                  <a:gd name="T12" fmla="*/ 0 w 72"/>
                  <a:gd name="T13" fmla="*/ 8 h 64"/>
                  <a:gd name="T14" fmla="*/ 0 w 72"/>
                  <a:gd name="T15" fmla="*/ 56 h 64"/>
                  <a:gd name="T16" fmla="*/ 8 w 72"/>
                  <a:gd name="T17" fmla="*/ 64 h 64"/>
                  <a:gd name="T18" fmla="*/ 64 w 72"/>
                  <a:gd name="T19" fmla="*/ 64 h 64"/>
                  <a:gd name="T20" fmla="*/ 72 w 72"/>
                  <a:gd name="T21" fmla="*/ 56 h 64"/>
                  <a:gd name="T22" fmla="*/ 72 w 72"/>
                  <a:gd name="T23" fmla="*/ 20 h 64"/>
                  <a:gd name="T24" fmla="*/ 36 w 72"/>
                  <a:gd name="T25" fmla="*/ 5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2" h="64">
                    <a:moveTo>
                      <a:pt x="36" y="59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0"/>
                      <a:pt x="4" y="64"/>
                      <a:pt x="8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8" y="64"/>
                      <a:pt x="72" y="60"/>
                      <a:pt x="72" y="56"/>
                    </a:cubicBezTo>
                    <a:cubicBezTo>
                      <a:pt x="72" y="20"/>
                      <a:pt x="72" y="20"/>
                      <a:pt x="72" y="20"/>
                    </a:cubicBezTo>
                    <a:lnTo>
                      <a:pt x="36" y="5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Freeform 22"/>
              <p:cNvSpPr>
                <a:spLocks/>
              </p:cNvSpPr>
              <p:nvPr/>
            </p:nvSpPr>
            <p:spPr bwMode="auto">
              <a:xfrm>
                <a:off x="8750301" y="1806575"/>
                <a:ext cx="201613" cy="171450"/>
              </a:xfrm>
              <a:custGeom>
                <a:avLst/>
                <a:gdLst>
                  <a:gd name="T0" fmla="*/ 40 w 127"/>
                  <a:gd name="T1" fmla="*/ 108 h 108"/>
                  <a:gd name="T2" fmla="*/ 0 w 127"/>
                  <a:gd name="T3" fmla="*/ 70 h 108"/>
                  <a:gd name="T4" fmla="*/ 16 w 127"/>
                  <a:gd name="T5" fmla="*/ 54 h 108"/>
                  <a:gd name="T6" fmla="*/ 40 w 127"/>
                  <a:gd name="T7" fmla="*/ 80 h 108"/>
                  <a:gd name="T8" fmla="*/ 111 w 127"/>
                  <a:gd name="T9" fmla="*/ 0 h 108"/>
                  <a:gd name="T10" fmla="*/ 127 w 127"/>
                  <a:gd name="T11" fmla="*/ 12 h 108"/>
                  <a:gd name="T12" fmla="*/ 40 w 127"/>
                  <a:gd name="T13" fmla="*/ 108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7" h="108">
                    <a:moveTo>
                      <a:pt x="40" y="108"/>
                    </a:moveTo>
                    <a:lnTo>
                      <a:pt x="0" y="70"/>
                    </a:lnTo>
                    <a:lnTo>
                      <a:pt x="16" y="54"/>
                    </a:lnTo>
                    <a:lnTo>
                      <a:pt x="40" y="80"/>
                    </a:lnTo>
                    <a:lnTo>
                      <a:pt x="111" y="0"/>
                    </a:lnTo>
                    <a:lnTo>
                      <a:pt x="127" y="12"/>
                    </a:lnTo>
                    <a:lnTo>
                      <a:pt x="40" y="10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3246438" y="2392363"/>
              <a:ext cx="239713" cy="241300"/>
            </a:xfrm>
            <a:custGeom>
              <a:avLst/>
              <a:gdLst>
                <a:gd name="T0" fmla="*/ 151 w 151"/>
                <a:gd name="T1" fmla="*/ 24 h 152"/>
                <a:gd name="T2" fmla="*/ 127 w 151"/>
                <a:gd name="T3" fmla="*/ 0 h 152"/>
                <a:gd name="T4" fmla="*/ 76 w 151"/>
                <a:gd name="T5" fmla="*/ 54 h 152"/>
                <a:gd name="T6" fmla="*/ 24 w 151"/>
                <a:gd name="T7" fmla="*/ 0 h 152"/>
                <a:gd name="T8" fmla="*/ 0 w 151"/>
                <a:gd name="T9" fmla="*/ 24 h 152"/>
                <a:gd name="T10" fmla="*/ 54 w 151"/>
                <a:gd name="T11" fmla="*/ 76 h 152"/>
                <a:gd name="T12" fmla="*/ 0 w 151"/>
                <a:gd name="T13" fmla="*/ 128 h 152"/>
                <a:gd name="T14" fmla="*/ 24 w 151"/>
                <a:gd name="T15" fmla="*/ 152 h 152"/>
                <a:gd name="T16" fmla="*/ 76 w 151"/>
                <a:gd name="T17" fmla="*/ 98 h 152"/>
                <a:gd name="T18" fmla="*/ 127 w 151"/>
                <a:gd name="T19" fmla="*/ 152 h 152"/>
                <a:gd name="T20" fmla="*/ 151 w 151"/>
                <a:gd name="T21" fmla="*/ 128 h 152"/>
                <a:gd name="T22" fmla="*/ 97 w 151"/>
                <a:gd name="T23" fmla="*/ 76 h 152"/>
                <a:gd name="T24" fmla="*/ 151 w 151"/>
                <a:gd name="T25" fmla="*/ 2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1" h="152">
                  <a:moveTo>
                    <a:pt x="151" y="24"/>
                  </a:moveTo>
                  <a:lnTo>
                    <a:pt x="127" y="0"/>
                  </a:lnTo>
                  <a:lnTo>
                    <a:pt x="76" y="54"/>
                  </a:lnTo>
                  <a:lnTo>
                    <a:pt x="24" y="0"/>
                  </a:lnTo>
                  <a:lnTo>
                    <a:pt x="0" y="24"/>
                  </a:lnTo>
                  <a:lnTo>
                    <a:pt x="54" y="76"/>
                  </a:lnTo>
                  <a:lnTo>
                    <a:pt x="0" y="128"/>
                  </a:lnTo>
                  <a:lnTo>
                    <a:pt x="24" y="152"/>
                  </a:lnTo>
                  <a:lnTo>
                    <a:pt x="76" y="98"/>
                  </a:lnTo>
                  <a:lnTo>
                    <a:pt x="127" y="152"/>
                  </a:lnTo>
                  <a:lnTo>
                    <a:pt x="151" y="128"/>
                  </a:lnTo>
                  <a:lnTo>
                    <a:pt x="97" y="76"/>
                  </a:lnTo>
                  <a:lnTo>
                    <a:pt x="151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Oval 24"/>
            <p:cNvSpPr>
              <a:spLocks noChangeArrowheads="1"/>
            </p:cNvSpPr>
            <p:nvPr/>
          </p:nvSpPr>
          <p:spPr bwMode="auto">
            <a:xfrm>
              <a:off x="5761038" y="2481263"/>
              <a:ext cx="63500" cy="63500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Freeform 25"/>
            <p:cNvSpPr>
              <a:spLocks noEditPoints="1"/>
            </p:cNvSpPr>
            <p:nvPr/>
          </p:nvSpPr>
          <p:spPr bwMode="auto">
            <a:xfrm>
              <a:off x="5678488" y="2398713"/>
              <a:ext cx="228600" cy="228600"/>
            </a:xfrm>
            <a:custGeom>
              <a:avLst/>
              <a:gdLst>
                <a:gd name="T0" fmla="*/ 64 w 72"/>
                <a:gd name="T1" fmla="*/ 0 h 72"/>
                <a:gd name="T2" fmla="*/ 8 w 72"/>
                <a:gd name="T3" fmla="*/ 0 h 72"/>
                <a:gd name="T4" fmla="*/ 0 w 72"/>
                <a:gd name="T5" fmla="*/ 8 h 72"/>
                <a:gd name="T6" fmla="*/ 0 w 72"/>
                <a:gd name="T7" fmla="*/ 64 h 72"/>
                <a:gd name="T8" fmla="*/ 8 w 72"/>
                <a:gd name="T9" fmla="*/ 72 h 72"/>
                <a:gd name="T10" fmla="*/ 64 w 72"/>
                <a:gd name="T11" fmla="*/ 72 h 72"/>
                <a:gd name="T12" fmla="*/ 72 w 72"/>
                <a:gd name="T13" fmla="*/ 64 h 72"/>
                <a:gd name="T14" fmla="*/ 72 w 72"/>
                <a:gd name="T15" fmla="*/ 8 h 72"/>
                <a:gd name="T16" fmla="*/ 64 w 72"/>
                <a:gd name="T17" fmla="*/ 0 h 72"/>
                <a:gd name="T18" fmla="*/ 60 w 72"/>
                <a:gd name="T19" fmla="*/ 40 h 72"/>
                <a:gd name="T20" fmla="*/ 53 w 72"/>
                <a:gd name="T21" fmla="*/ 40 h 72"/>
                <a:gd name="T22" fmla="*/ 51 w 72"/>
                <a:gd name="T23" fmla="*/ 45 h 72"/>
                <a:gd name="T24" fmla="*/ 56 w 72"/>
                <a:gd name="T25" fmla="*/ 49 h 72"/>
                <a:gd name="T26" fmla="*/ 49 w 72"/>
                <a:gd name="T27" fmla="*/ 56 h 72"/>
                <a:gd name="T28" fmla="*/ 45 w 72"/>
                <a:gd name="T29" fmla="*/ 51 h 72"/>
                <a:gd name="T30" fmla="*/ 40 w 72"/>
                <a:gd name="T31" fmla="*/ 53 h 72"/>
                <a:gd name="T32" fmla="*/ 40 w 72"/>
                <a:gd name="T33" fmla="*/ 60 h 72"/>
                <a:gd name="T34" fmla="*/ 32 w 72"/>
                <a:gd name="T35" fmla="*/ 60 h 72"/>
                <a:gd name="T36" fmla="*/ 32 w 72"/>
                <a:gd name="T37" fmla="*/ 53 h 72"/>
                <a:gd name="T38" fmla="*/ 27 w 72"/>
                <a:gd name="T39" fmla="*/ 51 h 72"/>
                <a:gd name="T40" fmla="*/ 23 w 72"/>
                <a:gd name="T41" fmla="*/ 56 h 72"/>
                <a:gd name="T42" fmla="*/ 16 w 72"/>
                <a:gd name="T43" fmla="*/ 49 h 72"/>
                <a:gd name="T44" fmla="*/ 21 w 72"/>
                <a:gd name="T45" fmla="*/ 45 h 72"/>
                <a:gd name="T46" fmla="*/ 19 w 72"/>
                <a:gd name="T47" fmla="*/ 40 h 72"/>
                <a:gd name="T48" fmla="*/ 12 w 72"/>
                <a:gd name="T49" fmla="*/ 40 h 72"/>
                <a:gd name="T50" fmla="*/ 12 w 72"/>
                <a:gd name="T51" fmla="*/ 32 h 72"/>
                <a:gd name="T52" fmla="*/ 19 w 72"/>
                <a:gd name="T53" fmla="*/ 32 h 72"/>
                <a:gd name="T54" fmla="*/ 21 w 72"/>
                <a:gd name="T55" fmla="*/ 27 h 72"/>
                <a:gd name="T56" fmla="*/ 16 w 72"/>
                <a:gd name="T57" fmla="*/ 23 h 72"/>
                <a:gd name="T58" fmla="*/ 23 w 72"/>
                <a:gd name="T59" fmla="*/ 16 h 72"/>
                <a:gd name="T60" fmla="*/ 27 w 72"/>
                <a:gd name="T61" fmla="*/ 21 h 72"/>
                <a:gd name="T62" fmla="*/ 32 w 72"/>
                <a:gd name="T63" fmla="*/ 19 h 72"/>
                <a:gd name="T64" fmla="*/ 32 w 72"/>
                <a:gd name="T65" fmla="*/ 12 h 72"/>
                <a:gd name="T66" fmla="*/ 40 w 72"/>
                <a:gd name="T67" fmla="*/ 12 h 72"/>
                <a:gd name="T68" fmla="*/ 40 w 72"/>
                <a:gd name="T69" fmla="*/ 19 h 72"/>
                <a:gd name="T70" fmla="*/ 45 w 72"/>
                <a:gd name="T71" fmla="*/ 21 h 72"/>
                <a:gd name="T72" fmla="*/ 49 w 72"/>
                <a:gd name="T73" fmla="*/ 16 h 72"/>
                <a:gd name="T74" fmla="*/ 56 w 72"/>
                <a:gd name="T75" fmla="*/ 23 h 72"/>
                <a:gd name="T76" fmla="*/ 51 w 72"/>
                <a:gd name="T77" fmla="*/ 27 h 72"/>
                <a:gd name="T78" fmla="*/ 53 w 72"/>
                <a:gd name="T79" fmla="*/ 32 h 72"/>
                <a:gd name="T80" fmla="*/ 60 w 72"/>
                <a:gd name="T81" fmla="*/ 32 h 72"/>
                <a:gd name="T82" fmla="*/ 60 w 72"/>
                <a:gd name="T83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2" h="72">
                  <a:moveTo>
                    <a:pt x="6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4" y="72"/>
                    <a:pt x="8" y="72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8" y="72"/>
                    <a:pt x="72" y="68"/>
                    <a:pt x="72" y="64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4"/>
                    <a:pt x="68" y="0"/>
                    <a:pt x="64" y="0"/>
                  </a:cubicBezTo>
                  <a:close/>
                  <a:moveTo>
                    <a:pt x="60" y="40"/>
                  </a:moveTo>
                  <a:cubicBezTo>
                    <a:pt x="53" y="40"/>
                    <a:pt x="53" y="40"/>
                    <a:pt x="53" y="40"/>
                  </a:cubicBezTo>
                  <a:cubicBezTo>
                    <a:pt x="52" y="42"/>
                    <a:pt x="52" y="43"/>
                    <a:pt x="51" y="45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43" y="52"/>
                    <a:pt x="42" y="52"/>
                    <a:pt x="40" y="53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0" y="52"/>
                    <a:pt x="29" y="52"/>
                    <a:pt x="27" y="51"/>
                  </a:cubicBezTo>
                  <a:cubicBezTo>
                    <a:pt x="23" y="56"/>
                    <a:pt x="23" y="56"/>
                    <a:pt x="23" y="56"/>
                  </a:cubicBezTo>
                  <a:cubicBezTo>
                    <a:pt x="16" y="49"/>
                    <a:pt x="16" y="49"/>
                    <a:pt x="16" y="49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0" y="43"/>
                    <a:pt x="20" y="42"/>
                    <a:pt x="19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9" y="32"/>
                    <a:pt x="19" y="32"/>
                    <a:pt x="19" y="32"/>
                  </a:cubicBezTo>
                  <a:cubicBezTo>
                    <a:pt x="20" y="30"/>
                    <a:pt x="20" y="29"/>
                    <a:pt x="21" y="27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9" y="20"/>
                    <a:pt x="30" y="20"/>
                    <a:pt x="32" y="19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2" y="20"/>
                    <a:pt x="43" y="20"/>
                    <a:pt x="45" y="2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2" y="29"/>
                    <a:pt x="52" y="30"/>
                    <a:pt x="53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Freeform 26"/>
            <p:cNvSpPr>
              <a:spLocks noEditPoints="1"/>
            </p:cNvSpPr>
            <p:nvPr/>
          </p:nvSpPr>
          <p:spPr bwMode="auto">
            <a:xfrm>
              <a:off x="4427538" y="2424113"/>
              <a:ext cx="303213" cy="177800"/>
            </a:xfrm>
            <a:custGeom>
              <a:avLst/>
              <a:gdLst>
                <a:gd name="T0" fmla="*/ 68 w 96"/>
                <a:gd name="T1" fmla="*/ 0 h 56"/>
                <a:gd name="T2" fmla="*/ 28 w 96"/>
                <a:gd name="T3" fmla="*/ 0 h 56"/>
                <a:gd name="T4" fmla="*/ 0 w 96"/>
                <a:gd name="T5" fmla="*/ 28 h 56"/>
                <a:gd name="T6" fmla="*/ 28 w 96"/>
                <a:gd name="T7" fmla="*/ 56 h 56"/>
                <a:gd name="T8" fmla="*/ 68 w 96"/>
                <a:gd name="T9" fmla="*/ 56 h 56"/>
                <a:gd name="T10" fmla="*/ 96 w 96"/>
                <a:gd name="T11" fmla="*/ 28 h 56"/>
                <a:gd name="T12" fmla="*/ 68 w 96"/>
                <a:gd name="T13" fmla="*/ 0 h 56"/>
                <a:gd name="T14" fmla="*/ 68 w 96"/>
                <a:gd name="T15" fmla="*/ 40 h 56"/>
                <a:gd name="T16" fmla="*/ 56 w 96"/>
                <a:gd name="T17" fmla="*/ 28 h 56"/>
                <a:gd name="T18" fmla="*/ 68 w 96"/>
                <a:gd name="T19" fmla="*/ 16 h 56"/>
                <a:gd name="T20" fmla="*/ 80 w 96"/>
                <a:gd name="T21" fmla="*/ 28 h 56"/>
                <a:gd name="T22" fmla="*/ 68 w 96"/>
                <a:gd name="T23" fmla="*/ 4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6" h="56">
                  <a:moveTo>
                    <a:pt x="68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83" y="56"/>
                    <a:pt x="96" y="43"/>
                    <a:pt x="96" y="28"/>
                  </a:cubicBezTo>
                  <a:cubicBezTo>
                    <a:pt x="96" y="13"/>
                    <a:pt x="83" y="0"/>
                    <a:pt x="68" y="0"/>
                  </a:cubicBezTo>
                  <a:close/>
                  <a:moveTo>
                    <a:pt x="68" y="40"/>
                  </a:moveTo>
                  <a:cubicBezTo>
                    <a:pt x="61" y="40"/>
                    <a:pt x="56" y="35"/>
                    <a:pt x="56" y="28"/>
                  </a:cubicBezTo>
                  <a:cubicBezTo>
                    <a:pt x="56" y="21"/>
                    <a:pt x="61" y="16"/>
                    <a:pt x="68" y="16"/>
                  </a:cubicBezTo>
                  <a:cubicBezTo>
                    <a:pt x="75" y="16"/>
                    <a:pt x="80" y="21"/>
                    <a:pt x="80" y="28"/>
                  </a:cubicBezTo>
                  <a:cubicBezTo>
                    <a:pt x="80" y="35"/>
                    <a:pt x="75" y="40"/>
                    <a:pt x="68" y="4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Freeform 27"/>
            <p:cNvSpPr>
              <a:spLocks noEditPoints="1"/>
            </p:cNvSpPr>
            <p:nvPr/>
          </p:nvSpPr>
          <p:spPr bwMode="auto">
            <a:xfrm>
              <a:off x="5033963" y="2424113"/>
              <a:ext cx="303213" cy="177800"/>
            </a:xfrm>
            <a:custGeom>
              <a:avLst/>
              <a:gdLst>
                <a:gd name="T0" fmla="*/ 28 w 96"/>
                <a:gd name="T1" fmla="*/ 56 h 56"/>
                <a:gd name="T2" fmla="*/ 68 w 96"/>
                <a:gd name="T3" fmla="*/ 56 h 56"/>
                <a:gd name="T4" fmla="*/ 96 w 96"/>
                <a:gd name="T5" fmla="*/ 28 h 56"/>
                <a:gd name="T6" fmla="*/ 68 w 96"/>
                <a:gd name="T7" fmla="*/ 0 h 56"/>
                <a:gd name="T8" fmla="*/ 28 w 96"/>
                <a:gd name="T9" fmla="*/ 0 h 56"/>
                <a:gd name="T10" fmla="*/ 0 w 96"/>
                <a:gd name="T11" fmla="*/ 28 h 56"/>
                <a:gd name="T12" fmla="*/ 28 w 96"/>
                <a:gd name="T13" fmla="*/ 56 h 56"/>
                <a:gd name="T14" fmla="*/ 28 w 96"/>
                <a:gd name="T15" fmla="*/ 16 h 56"/>
                <a:gd name="T16" fmla="*/ 40 w 96"/>
                <a:gd name="T17" fmla="*/ 28 h 56"/>
                <a:gd name="T18" fmla="*/ 28 w 96"/>
                <a:gd name="T19" fmla="*/ 40 h 56"/>
                <a:gd name="T20" fmla="*/ 16 w 96"/>
                <a:gd name="T21" fmla="*/ 28 h 56"/>
                <a:gd name="T22" fmla="*/ 28 w 96"/>
                <a:gd name="T23" fmla="*/ 1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6" h="56">
                  <a:moveTo>
                    <a:pt x="28" y="56"/>
                  </a:moveTo>
                  <a:cubicBezTo>
                    <a:pt x="68" y="56"/>
                    <a:pt x="68" y="56"/>
                    <a:pt x="68" y="56"/>
                  </a:cubicBezTo>
                  <a:cubicBezTo>
                    <a:pt x="83" y="56"/>
                    <a:pt x="96" y="43"/>
                    <a:pt x="96" y="28"/>
                  </a:cubicBezTo>
                  <a:cubicBezTo>
                    <a:pt x="96" y="13"/>
                    <a:pt x="83" y="0"/>
                    <a:pt x="6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lose/>
                  <a:moveTo>
                    <a:pt x="28" y="16"/>
                  </a:moveTo>
                  <a:cubicBezTo>
                    <a:pt x="35" y="16"/>
                    <a:pt x="40" y="21"/>
                    <a:pt x="40" y="28"/>
                  </a:cubicBezTo>
                  <a:cubicBezTo>
                    <a:pt x="40" y="35"/>
                    <a:pt x="35" y="40"/>
                    <a:pt x="28" y="40"/>
                  </a:cubicBezTo>
                  <a:cubicBezTo>
                    <a:pt x="21" y="40"/>
                    <a:pt x="16" y="35"/>
                    <a:pt x="16" y="28"/>
                  </a:cubicBezTo>
                  <a:cubicBezTo>
                    <a:pt x="16" y="21"/>
                    <a:pt x="21" y="16"/>
                    <a:pt x="28" y="16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auto">
            <a:xfrm>
              <a:off x="3846513" y="2424113"/>
              <a:ext cx="158750" cy="25400"/>
            </a:xfrm>
            <a:custGeom>
              <a:avLst/>
              <a:gdLst>
                <a:gd name="T0" fmla="*/ 50 w 50"/>
                <a:gd name="T1" fmla="*/ 4 h 8"/>
                <a:gd name="T2" fmla="*/ 50 w 50"/>
                <a:gd name="T3" fmla="*/ 0 h 8"/>
                <a:gd name="T4" fmla="*/ 0 w 50"/>
                <a:gd name="T5" fmla="*/ 0 h 8"/>
                <a:gd name="T6" fmla="*/ 0 w 50"/>
                <a:gd name="T7" fmla="*/ 8 h 8"/>
                <a:gd name="T8" fmla="*/ 50 w 50"/>
                <a:gd name="T9" fmla="*/ 8 h 8"/>
                <a:gd name="T10" fmla="*/ 50 w 50"/>
                <a:gd name="T1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8">
                  <a:moveTo>
                    <a:pt x="50" y="4"/>
                  </a:moveTo>
                  <a:cubicBezTo>
                    <a:pt x="50" y="3"/>
                    <a:pt x="50" y="1"/>
                    <a:pt x="5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7"/>
                    <a:pt x="50" y="5"/>
                    <a:pt x="50" y="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3846513" y="2576513"/>
              <a:ext cx="158750" cy="25400"/>
            </a:xfrm>
            <a:custGeom>
              <a:avLst/>
              <a:gdLst>
                <a:gd name="T0" fmla="*/ 50 w 50"/>
                <a:gd name="T1" fmla="*/ 4 h 8"/>
                <a:gd name="T2" fmla="*/ 50 w 50"/>
                <a:gd name="T3" fmla="*/ 0 h 8"/>
                <a:gd name="T4" fmla="*/ 0 w 50"/>
                <a:gd name="T5" fmla="*/ 0 h 8"/>
                <a:gd name="T6" fmla="*/ 0 w 50"/>
                <a:gd name="T7" fmla="*/ 8 h 8"/>
                <a:gd name="T8" fmla="*/ 50 w 50"/>
                <a:gd name="T9" fmla="*/ 8 h 8"/>
                <a:gd name="T10" fmla="*/ 50 w 50"/>
                <a:gd name="T1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8">
                  <a:moveTo>
                    <a:pt x="50" y="4"/>
                  </a:moveTo>
                  <a:cubicBezTo>
                    <a:pt x="50" y="3"/>
                    <a:pt x="50" y="1"/>
                    <a:pt x="5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0" y="7"/>
                    <a:pt x="50" y="5"/>
                    <a:pt x="50" y="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3846513" y="2500313"/>
              <a:ext cx="31750" cy="25400"/>
            </a:xfrm>
            <a:custGeom>
              <a:avLst/>
              <a:gdLst>
                <a:gd name="T0" fmla="*/ 10 w 10"/>
                <a:gd name="T1" fmla="*/ 4 h 8"/>
                <a:gd name="T2" fmla="*/ 10 w 10"/>
                <a:gd name="T3" fmla="*/ 0 h 8"/>
                <a:gd name="T4" fmla="*/ 0 w 10"/>
                <a:gd name="T5" fmla="*/ 0 h 8"/>
                <a:gd name="T6" fmla="*/ 0 w 10"/>
                <a:gd name="T7" fmla="*/ 8 h 8"/>
                <a:gd name="T8" fmla="*/ 10 w 10"/>
                <a:gd name="T9" fmla="*/ 8 h 8"/>
                <a:gd name="T10" fmla="*/ 10 w 10"/>
                <a:gd name="T1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8">
                  <a:moveTo>
                    <a:pt x="10" y="4"/>
                  </a:moveTo>
                  <a:cubicBezTo>
                    <a:pt x="10" y="3"/>
                    <a:pt x="10" y="1"/>
                    <a:pt x="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7"/>
                    <a:pt x="10" y="5"/>
                    <a:pt x="10" y="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3992563" y="2500313"/>
              <a:ext cx="106363" cy="25400"/>
            </a:xfrm>
            <a:custGeom>
              <a:avLst/>
              <a:gdLst>
                <a:gd name="T0" fmla="*/ 0 w 34"/>
                <a:gd name="T1" fmla="*/ 0 h 8"/>
                <a:gd name="T2" fmla="*/ 0 w 34"/>
                <a:gd name="T3" fmla="*/ 4 h 8"/>
                <a:gd name="T4" fmla="*/ 0 w 34"/>
                <a:gd name="T5" fmla="*/ 8 h 8"/>
                <a:gd name="T6" fmla="*/ 34 w 34"/>
                <a:gd name="T7" fmla="*/ 8 h 8"/>
                <a:gd name="T8" fmla="*/ 34 w 34"/>
                <a:gd name="T9" fmla="*/ 0 h 8"/>
                <a:gd name="T10" fmla="*/ 0 w 34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8">
                  <a:moveTo>
                    <a:pt x="0" y="0"/>
                  </a:moveTo>
                  <a:cubicBezTo>
                    <a:pt x="0" y="1"/>
                    <a:pt x="0" y="3"/>
                    <a:pt x="0" y="4"/>
                  </a:cubicBezTo>
                  <a:cubicBezTo>
                    <a:pt x="0" y="5"/>
                    <a:pt x="0" y="7"/>
                    <a:pt x="0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Oval 32"/>
            <p:cNvSpPr>
              <a:spLocks noChangeArrowheads="1"/>
            </p:cNvSpPr>
            <p:nvPr/>
          </p:nvSpPr>
          <p:spPr bwMode="auto">
            <a:xfrm>
              <a:off x="4024313" y="2398713"/>
              <a:ext cx="74613" cy="76200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Oval 33"/>
            <p:cNvSpPr>
              <a:spLocks noChangeArrowheads="1"/>
            </p:cNvSpPr>
            <p:nvPr/>
          </p:nvSpPr>
          <p:spPr bwMode="auto">
            <a:xfrm>
              <a:off x="3897313" y="2474913"/>
              <a:ext cx="76200" cy="76200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Oval 34"/>
            <p:cNvSpPr>
              <a:spLocks noChangeArrowheads="1"/>
            </p:cNvSpPr>
            <p:nvPr/>
          </p:nvSpPr>
          <p:spPr bwMode="auto">
            <a:xfrm>
              <a:off x="4024313" y="2551113"/>
              <a:ext cx="74613" cy="76200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" name="Freeform 35"/>
            <p:cNvSpPr>
              <a:spLocks noEditPoints="1"/>
            </p:cNvSpPr>
            <p:nvPr/>
          </p:nvSpPr>
          <p:spPr bwMode="auto">
            <a:xfrm>
              <a:off x="6273801" y="2386013"/>
              <a:ext cx="252413" cy="25400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6 w 80"/>
                <a:gd name="T11" fmla="*/ 43 h 80"/>
                <a:gd name="T12" fmla="*/ 48 w 80"/>
                <a:gd name="T13" fmla="*/ 60 h 80"/>
                <a:gd name="T14" fmla="*/ 32 w 80"/>
                <a:gd name="T15" fmla="*/ 60 h 80"/>
                <a:gd name="T16" fmla="*/ 34 w 80"/>
                <a:gd name="T17" fmla="*/ 43 h 80"/>
                <a:gd name="T18" fmla="*/ 28 w 80"/>
                <a:gd name="T19" fmla="*/ 32 h 80"/>
                <a:gd name="T20" fmla="*/ 40 w 80"/>
                <a:gd name="T21" fmla="*/ 20 h 80"/>
                <a:gd name="T22" fmla="*/ 52 w 80"/>
                <a:gd name="T23" fmla="*/ 32 h 80"/>
                <a:gd name="T24" fmla="*/ 46 w 80"/>
                <a:gd name="T25" fmla="*/ 4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6" y="43"/>
                  </a:moveTo>
                  <a:cubicBezTo>
                    <a:pt x="48" y="60"/>
                    <a:pt x="48" y="60"/>
                    <a:pt x="48" y="60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1" y="41"/>
                    <a:pt x="28" y="37"/>
                    <a:pt x="28" y="32"/>
                  </a:cubicBezTo>
                  <a:cubicBezTo>
                    <a:pt x="28" y="25"/>
                    <a:pt x="33" y="20"/>
                    <a:pt x="40" y="20"/>
                  </a:cubicBezTo>
                  <a:cubicBezTo>
                    <a:pt x="47" y="20"/>
                    <a:pt x="52" y="25"/>
                    <a:pt x="52" y="32"/>
                  </a:cubicBezTo>
                  <a:cubicBezTo>
                    <a:pt x="52" y="37"/>
                    <a:pt x="49" y="41"/>
                    <a:pt x="46" y="43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Freeform 36"/>
            <p:cNvSpPr>
              <a:spLocks noEditPoints="1"/>
            </p:cNvSpPr>
            <p:nvPr/>
          </p:nvSpPr>
          <p:spPr bwMode="auto">
            <a:xfrm>
              <a:off x="7495382" y="2315369"/>
              <a:ext cx="277813" cy="266700"/>
            </a:xfrm>
            <a:custGeom>
              <a:avLst/>
              <a:gdLst>
                <a:gd name="T0" fmla="*/ 80 w 88"/>
                <a:gd name="T1" fmla="*/ 8 h 84"/>
                <a:gd name="T2" fmla="*/ 72 w 88"/>
                <a:gd name="T3" fmla="*/ 8 h 84"/>
                <a:gd name="T4" fmla="*/ 72 w 88"/>
                <a:gd name="T5" fmla="*/ 0 h 84"/>
                <a:gd name="T6" fmla="*/ 64 w 88"/>
                <a:gd name="T7" fmla="*/ 0 h 84"/>
                <a:gd name="T8" fmla="*/ 64 w 88"/>
                <a:gd name="T9" fmla="*/ 20 h 84"/>
                <a:gd name="T10" fmla="*/ 56 w 88"/>
                <a:gd name="T11" fmla="*/ 20 h 84"/>
                <a:gd name="T12" fmla="*/ 56 w 88"/>
                <a:gd name="T13" fmla="*/ 8 h 84"/>
                <a:gd name="T14" fmla="*/ 32 w 88"/>
                <a:gd name="T15" fmla="*/ 8 h 84"/>
                <a:gd name="T16" fmla="*/ 32 w 88"/>
                <a:gd name="T17" fmla="*/ 0 h 84"/>
                <a:gd name="T18" fmla="*/ 24 w 88"/>
                <a:gd name="T19" fmla="*/ 0 h 84"/>
                <a:gd name="T20" fmla="*/ 24 w 88"/>
                <a:gd name="T21" fmla="*/ 20 h 84"/>
                <a:gd name="T22" fmla="*/ 16 w 88"/>
                <a:gd name="T23" fmla="*/ 20 h 84"/>
                <a:gd name="T24" fmla="*/ 16 w 88"/>
                <a:gd name="T25" fmla="*/ 8 h 84"/>
                <a:gd name="T26" fmla="*/ 8 w 88"/>
                <a:gd name="T27" fmla="*/ 8 h 84"/>
                <a:gd name="T28" fmla="*/ 0 w 88"/>
                <a:gd name="T29" fmla="*/ 16 h 84"/>
                <a:gd name="T30" fmla="*/ 0 w 88"/>
                <a:gd name="T31" fmla="*/ 76 h 84"/>
                <a:gd name="T32" fmla="*/ 8 w 88"/>
                <a:gd name="T33" fmla="*/ 84 h 84"/>
                <a:gd name="T34" fmla="*/ 80 w 88"/>
                <a:gd name="T35" fmla="*/ 84 h 84"/>
                <a:gd name="T36" fmla="*/ 88 w 88"/>
                <a:gd name="T37" fmla="*/ 76 h 84"/>
                <a:gd name="T38" fmla="*/ 88 w 88"/>
                <a:gd name="T39" fmla="*/ 16 h 84"/>
                <a:gd name="T40" fmla="*/ 80 w 88"/>
                <a:gd name="T41" fmla="*/ 8 h 84"/>
                <a:gd name="T42" fmla="*/ 28 w 88"/>
                <a:gd name="T43" fmla="*/ 72 h 84"/>
                <a:gd name="T44" fmla="*/ 12 w 88"/>
                <a:gd name="T45" fmla="*/ 72 h 84"/>
                <a:gd name="T46" fmla="*/ 12 w 88"/>
                <a:gd name="T47" fmla="*/ 56 h 84"/>
                <a:gd name="T48" fmla="*/ 28 w 88"/>
                <a:gd name="T49" fmla="*/ 56 h 84"/>
                <a:gd name="T50" fmla="*/ 28 w 88"/>
                <a:gd name="T51" fmla="*/ 72 h 84"/>
                <a:gd name="T52" fmla="*/ 28 w 88"/>
                <a:gd name="T53" fmla="*/ 48 h 84"/>
                <a:gd name="T54" fmla="*/ 12 w 88"/>
                <a:gd name="T55" fmla="*/ 48 h 84"/>
                <a:gd name="T56" fmla="*/ 12 w 88"/>
                <a:gd name="T57" fmla="*/ 32 h 84"/>
                <a:gd name="T58" fmla="*/ 28 w 88"/>
                <a:gd name="T59" fmla="*/ 32 h 84"/>
                <a:gd name="T60" fmla="*/ 28 w 88"/>
                <a:gd name="T61" fmla="*/ 48 h 84"/>
                <a:gd name="T62" fmla="*/ 52 w 88"/>
                <a:gd name="T63" fmla="*/ 72 h 84"/>
                <a:gd name="T64" fmla="*/ 36 w 88"/>
                <a:gd name="T65" fmla="*/ 72 h 84"/>
                <a:gd name="T66" fmla="*/ 36 w 88"/>
                <a:gd name="T67" fmla="*/ 56 h 84"/>
                <a:gd name="T68" fmla="*/ 52 w 88"/>
                <a:gd name="T69" fmla="*/ 56 h 84"/>
                <a:gd name="T70" fmla="*/ 52 w 88"/>
                <a:gd name="T71" fmla="*/ 72 h 84"/>
                <a:gd name="T72" fmla="*/ 52 w 88"/>
                <a:gd name="T73" fmla="*/ 48 h 84"/>
                <a:gd name="T74" fmla="*/ 36 w 88"/>
                <a:gd name="T75" fmla="*/ 48 h 84"/>
                <a:gd name="T76" fmla="*/ 36 w 88"/>
                <a:gd name="T77" fmla="*/ 32 h 84"/>
                <a:gd name="T78" fmla="*/ 52 w 88"/>
                <a:gd name="T79" fmla="*/ 32 h 84"/>
                <a:gd name="T80" fmla="*/ 52 w 88"/>
                <a:gd name="T81" fmla="*/ 48 h 84"/>
                <a:gd name="T82" fmla="*/ 76 w 88"/>
                <a:gd name="T83" fmla="*/ 48 h 84"/>
                <a:gd name="T84" fmla="*/ 60 w 88"/>
                <a:gd name="T85" fmla="*/ 48 h 84"/>
                <a:gd name="T86" fmla="*/ 60 w 88"/>
                <a:gd name="T87" fmla="*/ 32 h 84"/>
                <a:gd name="T88" fmla="*/ 76 w 88"/>
                <a:gd name="T89" fmla="*/ 32 h 84"/>
                <a:gd name="T90" fmla="*/ 76 w 88"/>
                <a:gd name="T91" fmla="*/ 4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8" h="84">
                  <a:moveTo>
                    <a:pt x="80" y="8"/>
                  </a:moveTo>
                  <a:cubicBezTo>
                    <a:pt x="72" y="8"/>
                    <a:pt x="72" y="8"/>
                    <a:pt x="72" y="8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20"/>
                    <a:pt x="64" y="20"/>
                    <a:pt x="64" y="2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80"/>
                    <a:pt x="4" y="84"/>
                    <a:pt x="8" y="84"/>
                  </a:cubicBezTo>
                  <a:cubicBezTo>
                    <a:pt x="80" y="84"/>
                    <a:pt x="80" y="84"/>
                    <a:pt x="80" y="84"/>
                  </a:cubicBezTo>
                  <a:cubicBezTo>
                    <a:pt x="84" y="84"/>
                    <a:pt x="88" y="80"/>
                    <a:pt x="88" y="76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88" y="12"/>
                    <a:pt x="84" y="8"/>
                    <a:pt x="80" y="8"/>
                  </a:cubicBezTo>
                  <a:close/>
                  <a:moveTo>
                    <a:pt x="28" y="72"/>
                  </a:moveTo>
                  <a:cubicBezTo>
                    <a:pt x="12" y="72"/>
                    <a:pt x="12" y="72"/>
                    <a:pt x="12" y="72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28" y="56"/>
                    <a:pt x="28" y="56"/>
                    <a:pt x="28" y="56"/>
                  </a:cubicBezTo>
                  <a:lnTo>
                    <a:pt x="28" y="72"/>
                  </a:lnTo>
                  <a:close/>
                  <a:moveTo>
                    <a:pt x="28" y="48"/>
                  </a:moveTo>
                  <a:cubicBezTo>
                    <a:pt x="12" y="48"/>
                    <a:pt x="12" y="48"/>
                    <a:pt x="12" y="48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28" y="32"/>
                    <a:pt x="28" y="32"/>
                    <a:pt x="28" y="32"/>
                  </a:cubicBezTo>
                  <a:lnTo>
                    <a:pt x="28" y="48"/>
                  </a:lnTo>
                  <a:close/>
                  <a:moveTo>
                    <a:pt x="52" y="72"/>
                  </a:moveTo>
                  <a:cubicBezTo>
                    <a:pt x="36" y="72"/>
                    <a:pt x="36" y="72"/>
                    <a:pt x="36" y="72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52" y="56"/>
                    <a:pt x="52" y="56"/>
                    <a:pt x="52" y="56"/>
                  </a:cubicBezTo>
                  <a:lnTo>
                    <a:pt x="52" y="72"/>
                  </a:lnTo>
                  <a:close/>
                  <a:moveTo>
                    <a:pt x="52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52" y="32"/>
                    <a:pt x="52" y="32"/>
                    <a:pt x="52" y="32"/>
                  </a:cubicBezTo>
                  <a:lnTo>
                    <a:pt x="52" y="48"/>
                  </a:lnTo>
                  <a:close/>
                  <a:moveTo>
                    <a:pt x="76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76" y="32"/>
                    <a:pt x="76" y="32"/>
                    <a:pt x="76" y="32"/>
                  </a:cubicBezTo>
                  <a:lnTo>
                    <a:pt x="76" y="4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" name="Freeform 37"/>
            <p:cNvSpPr>
              <a:spLocks noEditPoints="1"/>
            </p:cNvSpPr>
            <p:nvPr/>
          </p:nvSpPr>
          <p:spPr bwMode="auto">
            <a:xfrm>
              <a:off x="6916738" y="2386013"/>
              <a:ext cx="177800" cy="254000"/>
            </a:xfrm>
            <a:custGeom>
              <a:avLst/>
              <a:gdLst>
                <a:gd name="T0" fmla="*/ 0 w 56"/>
                <a:gd name="T1" fmla="*/ 67 h 80"/>
                <a:gd name="T2" fmla="*/ 0 w 56"/>
                <a:gd name="T3" fmla="*/ 76 h 80"/>
                <a:gd name="T4" fmla="*/ 4 w 56"/>
                <a:gd name="T5" fmla="*/ 80 h 80"/>
                <a:gd name="T6" fmla="*/ 52 w 56"/>
                <a:gd name="T7" fmla="*/ 80 h 80"/>
                <a:gd name="T8" fmla="*/ 56 w 56"/>
                <a:gd name="T9" fmla="*/ 76 h 80"/>
                <a:gd name="T10" fmla="*/ 56 w 56"/>
                <a:gd name="T11" fmla="*/ 67 h 80"/>
                <a:gd name="T12" fmla="*/ 52 w 56"/>
                <a:gd name="T13" fmla="*/ 59 h 80"/>
                <a:gd name="T14" fmla="*/ 34 w 56"/>
                <a:gd name="T15" fmla="*/ 40 h 80"/>
                <a:gd name="T16" fmla="*/ 52 w 56"/>
                <a:gd name="T17" fmla="*/ 21 h 80"/>
                <a:gd name="T18" fmla="*/ 56 w 56"/>
                <a:gd name="T19" fmla="*/ 13 h 80"/>
                <a:gd name="T20" fmla="*/ 56 w 56"/>
                <a:gd name="T21" fmla="*/ 4 h 80"/>
                <a:gd name="T22" fmla="*/ 52 w 56"/>
                <a:gd name="T23" fmla="*/ 0 h 80"/>
                <a:gd name="T24" fmla="*/ 4 w 56"/>
                <a:gd name="T25" fmla="*/ 0 h 80"/>
                <a:gd name="T26" fmla="*/ 0 w 56"/>
                <a:gd name="T27" fmla="*/ 4 h 80"/>
                <a:gd name="T28" fmla="*/ 0 w 56"/>
                <a:gd name="T29" fmla="*/ 13 h 80"/>
                <a:gd name="T30" fmla="*/ 4 w 56"/>
                <a:gd name="T31" fmla="*/ 21 h 80"/>
                <a:gd name="T32" fmla="*/ 22 w 56"/>
                <a:gd name="T33" fmla="*/ 40 h 80"/>
                <a:gd name="T34" fmla="*/ 4 w 56"/>
                <a:gd name="T35" fmla="*/ 59 h 80"/>
                <a:gd name="T36" fmla="*/ 0 w 56"/>
                <a:gd name="T37" fmla="*/ 67 h 80"/>
                <a:gd name="T38" fmla="*/ 16 w 56"/>
                <a:gd name="T39" fmla="*/ 12 h 80"/>
                <a:gd name="T40" fmla="*/ 40 w 56"/>
                <a:gd name="T41" fmla="*/ 12 h 80"/>
                <a:gd name="T42" fmla="*/ 28 w 56"/>
                <a:gd name="T43" fmla="*/ 24 h 80"/>
                <a:gd name="T44" fmla="*/ 16 w 56"/>
                <a:gd name="T45" fmla="*/ 1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6" h="80">
                  <a:moveTo>
                    <a:pt x="0" y="67"/>
                  </a:move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54" y="80"/>
                    <a:pt x="56" y="78"/>
                    <a:pt x="56" y="76"/>
                  </a:cubicBezTo>
                  <a:cubicBezTo>
                    <a:pt x="56" y="67"/>
                    <a:pt x="56" y="67"/>
                    <a:pt x="56" y="67"/>
                  </a:cubicBezTo>
                  <a:cubicBezTo>
                    <a:pt x="56" y="64"/>
                    <a:pt x="55" y="61"/>
                    <a:pt x="52" y="59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5" y="19"/>
                    <a:pt x="56" y="16"/>
                    <a:pt x="56" y="13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6"/>
                    <a:pt x="1" y="19"/>
                    <a:pt x="4" y="21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1" y="61"/>
                    <a:pt x="0" y="64"/>
                    <a:pt x="0" y="67"/>
                  </a:cubicBezTo>
                  <a:close/>
                  <a:moveTo>
                    <a:pt x="16" y="12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28" y="24"/>
                    <a:pt x="28" y="24"/>
                    <a:pt x="28" y="24"/>
                  </a:cubicBezTo>
                  <a:lnTo>
                    <a:pt x="16" y="1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38" name="组合 137"/>
            <p:cNvGrpSpPr/>
            <p:nvPr/>
          </p:nvGrpSpPr>
          <p:grpSpPr>
            <a:xfrm>
              <a:off x="8093076" y="2395538"/>
              <a:ext cx="252413" cy="234950"/>
              <a:chOff x="8093076" y="2395538"/>
              <a:chExt cx="252413" cy="234950"/>
            </a:xfrm>
          </p:grpSpPr>
          <p:sp>
            <p:nvSpPr>
              <p:cNvPr id="40" name="Freeform 38"/>
              <p:cNvSpPr>
                <a:spLocks/>
              </p:cNvSpPr>
              <p:nvPr/>
            </p:nvSpPr>
            <p:spPr bwMode="auto">
              <a:xfrm>
                <a:off x="8093076" y="2395538"/>
                <a:ext cx="252413" cy="104775"/>
              </a:xfrm>
              <a:custGeom>
                <a:avLst/>
                <a:gdLst>
                  <a:gd name="T0" fmla="*/ 76 w 80"/>
                  <a:gd name="T1" fmla="*/ 33 h 33"/>
                  <a:gd name="T2" fmla="*/ 80 w 80"/>
                  <a:gd name="T3" fmla="*/ 30 h 33"/>
                  <a:gd name="T4" fmla="*/ 77 w 80"/>
                  <a:gd name="T5" fmla="*/ 25 h 33"/>
                  <a:gd name="T6" fmla="*/ 5 w 80"/>
                  <a:gd name="T7" fmla="*/ 1 h 33"/>
                  <a:gd name="T8" fmla="*/ 1 w 80"/>
                  <a:gd name="T9" fmla="*/ 2 h 33"/>
                  <a:gd name="T10" fmla="*/ 1 w 80"/>
                  <a:gd name="T11" fmla="*/ 6 h 33"/>
                  <a:gd name="T12" fmla="*/ 15 w 80"/>
                  <a:gd name="T13" fmla="*/ 31 h 33"/>
                  <a:gd name="T14" fmla="*/ 19 w 80"/>
                  <a:gd name="T15" fmla="*/ 33 h 33"/>
                  <a:gd name="T16" fmla="*/ 76 w 80"/>
                  <a:gd name="T17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33">
                    <a:moveTo>
                      <a:pt x="76" y="33"/>
                    </a:moveTo>
                    <a:cubicBezTo>
                      <a:pt x="78" y="33"/>
                      <a:pt x="80" y="32"/>
                      <a:pt x="80" y="30"/>
                    </a:cubicBezTo>
                    <a:cubicBezTo>
                      <a:pt x="80" y="28"/>
                      <a:pt x="79" y="26"/>
                      <a:pt x="77" y="25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0"/>
                      <a:pt x="2" y="1"/>
                      <a:pt x="1" y="2"/>
                    </a:cubicBezTo>
                    <a:cubicBezTo>
                      <a:pt x="0" y="3"/>
                      <a:pt x="0" y="5"/>
                      <a:pt x="1" y="6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16" y="32"/>
                      <a:pt x="17" y="33"/>
                      <a:pt x="19" y="33"/>
                    </a:cubicBezTo>
                    <a:lnTo>
                      <a:pt x="76" y="33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Freeform 39"/>
              <p:cNvSpPr>
                <a:spLocks/>
              </p:cNvSpPr>
              <p:nvPr/>
            </p:nvSpPr>
            <p:spPr bwMode="auto">
              <a:xfrm>
                <a:off x="8093076" y="2525713"/>
                <a:ext cx="252413" cy="104775"/>
              </a:xfrm>
              <a:custGeom>
                <a:avLst/>
                <a:gdLst>
                  <a:gd name="T0" fmla="*/ 19 w 80"/>
                  <a:gd name="T1" fmla="*/ 0 h 33"/>
                  <a:gd name="T2" fmla="*/ 15 w 80"/>
                  <a:gd name="T3" fmla="*/ 2 h 33"/>
                  <a:gd name="T4" fmla="*/ 1 w 80"/>
                  <a:gd name="T5" fmla="*/ 27 h 33"/>
                  <a:gd name="T6" fmla="*/ 1 w 80"/>
                  <a:gd name="T7" fmla="*/ 31 h 33"/>
                  <a:gd name="T8" fmla="*/ 5 w 80"/>
                  <a:gd name="T9" fmla="*/ 32 h 33"/>
                  <a:gd name="T10" fmla="*/ 77 w 80"/>
                  <a:gd name="T11" fmla="*/ 8 h 33"/>
                  <a:gd name="T12" fmla="*/ 80 w 80"/>
                  <a:gd name="T13" fmla="*/ 3 h 33"/>
                  <a:gd name="T14" fmla="*/ 76 w 80"/>
                  <a:gd name="T15" fmla="*/ 0 h 33"/>
                  <a:gd name="T16" fmla="*/ 19 w 80"/>
                  <a:gd name="T1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33">
                    <a:moveTo>
                      <a:pt x="19" y="0"/>
                    </a:moveTo>
                    <a:cubicBezTo>
                      <a:pt x="17" y="0"/>
                      <a:pt x="16" y="1"/>
                      <a:pt x="15" y="2"/>
                    </a:cubicBezTo>
                    <a:cubicBezTo>
                      <a:pt x="1" y="27"/>
                      <a:pt x="1" y="27"/>
                      <a:pt x="1" y="27"/>
                    </a:cubicBezTo>
                    <a:cubicBezTo>
                      <a:pt x="0" y="28"/>
                      <a:pt x="0" y="30"/>
                      <a:pt x="1" y="31"/>
                    </a:cubicBezTo>
                    <a:cubicBezTo>
                      <a:pt x="2" y="32"/>
                      <a:pt x="4" y="33"/>
                      <a:pt x="5" y="32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79" y="7"/>
                      <a:pt x="80" y="5"/>
                      <a:pt x="80" y="3"/>
                    </a:cubicBezTo>
                    <a:cubicBezTo>
                      <a:pt x="80" y="1"/>
                      <a:pt x="78" y="0"/>
                      <a:pt x="76" y="0"/>
                    </a:cubicBez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" name="Freeform 40"/>
            <p:cNvSpPr>
              <a:spLocks noEditPoints="1"/>
            </p:cNvSpPr>
            <p:nvPr/>
          </p:nvSpPr>
          <p:spPr bwMode="auto">
            <a:xfrm>
              <a:off x="8693151" y="2379663"/>
              <a:ext cx="265113" cy="266700"/>
            </a:xfrm>
            <a:custGeom>
              <a:avLst/>
              <a:gdLst>
                <a:gd name="T0" fmla="*/ 42 w 84"/>
                <a:gd name="T1" fmla="*/ 0 h 84"/>
                <a:gd name="T2" fmla="*/ 0 w 84"/>
                <a:gd name="T3" fmla="*/ 42 h 84"/>
                <a:gd name="T4" fmla="*/ 42 w 84"/>
                <a:gd name="T5" fmla="*/ 84 h 84"/>
                <a:gd name="T6" fmla="*/ 66 w 84"/>
                <a:gd name="T7" fmla="*/ 77 h 84"/>
                <a:gd name="T8" fmla="*/ 59 w 84"/>
                <a:gd name="T9" fmla="*/ 67 h 84"/>
                <a:gd name="T10" fmla="*/ 42 w 84"/>
                <a:gd name="T11" fmla="*/ 72 h 84"/>
                <a:gd name="T12" fmla="*/ 12 w 84"/>
                <a:gd name="T13" fmla="*/ 42 h 84"/>
                <a:gd name="T14" fmla="*/ 42 w 84"/>
                <a:gd name="T15" fmla="*/ 12 h 84"/>
                <a:gd name="T16" fmla="*/ 72 w 84"/>
                <a:gd name="T17" fmla="*/ 42 h 84"/>
                <a:gd name="T18" fmla="*/ 72 w 84"/>
                <a:gd name="T19" fmla="*/ 45 h 84"/>
                <a:gd name="T20" fmla="*/ 68 w 84"/>
                <a:gd name="T21" fmla="*/ 52 h 84"/>
                <a:gd name="T22" fmla="*/ 66 w 84"/>
                <a:gd name="T23" fmla="*/ 52 h 84"/>
                <a:gd name="T24" fmla="*/ 62 w 84"/>
                <a:gd name="T25" fmla="*/ 49 h 84"/>
                <a:gd name="T26" fmla="*/ 62 w 84"/>
                <a:gd name="T27" fmla="*/ 42 h 84"/>
                <a:gd name="T28" fmla="*/ 62 w 84"/>
                <a:gd name="T29" fmla="*/ 42 h 84"/>
                <a:gd name="T30" fmla="*/ 42 w 84"/>
                <a:gd name="T31" fmla="*/ 22 h 84"/>
                <a:gd name="T32" fmla="*/ 22 w 84"/>
                <a:gd name="T33" fmla="*/ 42 h 84"/>
                <a:gd name="T34" fmla="*/ 42 w 84"/>
                <a:gd name="T35" fmla="*/ 62 h 84"/>
                <a:gd name="T36" fmla="*/ 54 w 84"/>
                <a:gd name="T37" fmla="*/ 58 h 84"/>
                <a:gd name="T38" fmla="*/ 66 w 84"/>
                <a:gd name="T39" fmla="*/ 64 h 84"/>
                <a:gd name="T40" fmla="*/ 68 w 84"/>
                <a:gd name="T41" fmla="*/ 64 h 84"/>
                <a:gd name="T42" fmla="*/ 84 w 84"/>
                <a:gd name="T43" fmla="*/ 45 h 84"/>
                <a:gd name="T44" fmla="*/ 84 w 84"/>
                <a:gd name="T45" fmla="*/ 42 h 84"/>
                <a:gd name="T46" fmla="*/ 42 w 84"/>
                <a:gd name="T47" fmla="*/ 0 h 84"/>
                <a:gd name="T48" fmla="*/ 42 w 84"/>
                <a:gd name="T49" fmla="*/ 50 h 84"/>
                <a:gd name="T50" fmla="*/ 34 w 84"/>
                <a:gd name="T51" fmla="*/ 42 h 84"/>
                <a:gd name="T52" fmla="*/ 42 w 84"/>
                <a:gd name="T53" fmla="*/ 34 h 84"/>
                <a:gd name="T54" fmla="*/ 50 w 84"/>
                <a:gd name="T55" fmla="*/ 42 h 84"/>
                <a:gd name="T56" fmla="*/ 42 w 84"/>
                <a:gd name="T57" fmla="*/ 5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4" h="84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65"/>
                    <a:pt x="19" y="84"/>
                    <a:pt x="42" y="84"/>
                  </a:cubicBezTo>
                  <a:cubicBezTo>
                    <a:pt x="51" y="84"/>
                    <a:pt x="59" y="81"/>
                    <a:pt x="66" y="7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4" y="70"/>
                    <a:pt x="48" y="72"/>
                    <a:pt x="42" y="72"/>
                  </a:cubicBezTo>
                  <a:cubicBezTo>
                    <a:pt x="25" y="72"/>
                    <a:pt x="12" y="59"/>
                    <a:pt x="12" y="42"/>
                  </a:cubicBezTo>
                  <a:cubicBezTo>
                    <a:pt x="12" y="25"/>
                    <a:pt x="25" y="12"/>
                    <a:pt x="42" y="12"/>
                  </a:cubicBezTo>
                  <a:cubicBezTo>
                    <a:pt x="59" y="12"/>
                    <a:pt x="72" y="25"/>
                    <a:pt x="72" y="42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72" y="48"/>
                    <a:pt x="71" y="52"/>
                    <a:pt x="68" y="5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5" y="52"/>
                    <a:pt x="62" y="50"/>
                    <a:pt x="62" y="49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62" y="31"/>
                    <a:pt x="53" y="22"/>
                    <a:pt x="42" y="22"/>
                  </a:cubicBezTo>
                  <a:cubicBezTo>
                    <a:pt x="31" y="22"/>
                    <a:pt x="22" y="31"/>
                    <a:pt x="22" y="42"/>
                  </a:cubicBezTo>
                  <a:cubicBezTo>
                    <a:pt x="22" y="53"/>
                    <a:pt x="31" y="62"/>
                    <a:pt x="42" y="62"/>
                  </a:cubicBezTo>
                  <a:cubicBezTo>
                    <a:pt x="47" y="62"/>
                    <a:pt x="51" y="61"/>
                    <a:pt x="54" y="58"/>
                  </a:cubicBezTo>
                  <a:cubicBezTo>
                    <a:pt x="57" y="62"/>
                    <a:pt x="62" y="64"/>
                    <a:pt x="66" y="64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77" y="64"/>
                    <a:pt x="84" y="56"/>
                    <a:pt x="84" y="45"/>
                  </a:cubicBezTo>
                  <a:cubicBezTo>
                    <a:pt x="84" y="42"/>
                    <a:pt x="84" y="42"/>
                    <a:pt x="84" y="42"/>
                  </a:cubicBezTo>
                  <a:cubicBezTo>
                    <a:pt x="84" y="19"/>
                    <a:pt x="65" y="0"/>
                    <a:pt x="42" y="0"/>
                  </a:cubicBezTo>
                  <a:close/>
                  <a:moveTo>
                    <a:pt x="42" y="50"/>
                  </a:moveTo>
                  <a:cubicBezTo>
                    <a:pt x="37" y="50"/>
                    <a:pt x="34" y="47"/>
                    <a:pt x="34" y="42"/>
                  </a:cubicBezTo>
                  <a:cubicBezTo>
                    <a:pt x="34" y="37"/>
                    <a:pt x="37" y="34"/>
                    <a:pt x="42" y="34"/>
                  </a:cubicBezTo>
                  <a:cubicBezTo>
                    <a:pt x="47" y="34"/>
                    <a:pt x="50" y="37"/>
                    <a:pt x="50" y="42"/>
                  </a:cubicBezTo>
                  <a:cubicBezTo>
                    <a:pt x="50" y="47"/>
                    <a:pt x="47" y="50"/>
                    <a:pt x="42" y="5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3" name="Freeform 41"/>
            <p:cNvSpPr>
              <a:spLocks noEditPoints="1"/>
            </p:cNvSpPr>
            <p:nvPr/>
          </p:nvSpPr>
          <p:spPr bwMode="auto">
            <a:xfrm>
              <a:off x="3214688" y="3032125"/>
              <a:ext cx="303213" cy="188913"/>
            </a:xfrm>
            <a:custGeom>
              <a:avLst/>
              <a:gdLst>
                <a:gd name="T0" fmla="*/ 88 w 96"/>
                <a:gd name="T1" fmla="*/ 0 h 60"/>
                <a:gd name="T2" fmla="*/ 8 w 96"/>
                <a:gd name="T3" fmla="*/ 0 h 60"/>
                <a:gd name="T4" fmla="*/ 0 w 96"/>
                <a:gd name="T5" fmla="*/ 8 h 60"/>
                <a:gd name="T6" fmla="*/ 0 w 96"/>
                <a:gd name="T7" fmla="*/ 52 h 60"/>
                <a:gd name="T8" fmla="*/ 8 w 96"/>
                <a:gd name="T9" fmla="*/ 60 h 60"/>
                <a:gd name="T10" fmla="*/ 88 w 96"/>
                <a:gd name="T11" fmla="*/ 60 h 60"/>
                <a:gd name="T12" fmla="*/ 96 w 96"/>
                <a:gd name="T13" fmla="*/ 52 h 60"/>
                <a:gd name="T14" fmla="*/ 96 w 96"/>
                <a:gd name="T15" fmla="*/ 8 h 60"/>
                <a:gd name="T16" fmla="*/ 88 w 96"/>
                <a:gd name="T17" fmla="*/ 0 h 60"/>
                <a:gd name="T18" fmla="*/ 48 w 96"/>
                <a:gd name="T19" fmla="*/ 44 h 60"/>
                <a:gd name="T20" fmla="*/ 12 w 96"/>
                <a:gd name="T21" fmla="*/ 44 h 60"/>
                <a:gd name="T22" fmla="*/ 12 w 96"/>
                <a:gd name="T23" fmla="*/ 36 h 60"/>
                <a:gd name="T24" fmla="*/ 48 w 96"/>
                <a:gd name="T25" fmla="*/ 36 h 60"/>
                <a:gd name="T26" fmla="*/ 48 w 96"/>
                <a:gd name="T27" fmla="*/ 44 h 60"/>
                <a:gd name="T28" fmla="*/ 48 w 96"/>
                <a:gd name="T29" fmla="*/ 28 h 60"/>
                <a:gd name="T30" fmla="*/ 12 w 96"/>
                <a:gd name="T31" fmla="*/ 28 h 60"/>
                <a:gd name="T32" fmla="*/ 12 w 96"/>
                <a:gd name="T33" fmla="*/ 20 h 60"/>
                <a:gd name="T34" fmla="*/ 48 w 96"/>
                <a:gd name="T35" fmla="*/ 20 h 60"/>
                <a:gd name="T36" fmla="*/ 48 w 96"/>
                <a:gd name="T37" fmla="*/ 28 h 60"/>
                <a:gd name="T38" fmla="*/ 84 w 96"/>
                <a:gd name="T39" fmla="*/ 24 h 60"/>
                <a:gd name="T40" fmla="*/ 68 w 96"/>
                <a:gd name="T41" fmla="*/ 24 h 60"/>
                <a:gd name="T42" fmla="*/ 68 w 96"/>
                <a:gd name="T43" fmla="*/ 8 h 60"/>
                <a:gd name="T44" fmla="*/ 84 w 96"/>
                <a:gd name="T45" fmla="*/ 8 h 60"/>
                <a:gd name="T46" fmla="*/ 84 w 96"/>
                <a:gd name="T47" fmla="*/ 2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6" h="60">
                  <a:moveTo>
                    <a:pt x="8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6"/>
                    <a:pt x="4" y="60"/>
                    <a:pt x="8" y="60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92" y="60"/>
                    <a:pt x="96" y="56"/>
                    <a:pt x="96" y="52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lose/>
                  <a:moveTo>
                    <a:pt x="48" y="44"/>
                  </a:moveTo>
                  <a:cubicBezTo>
                    <a:pt x="12" y="44"/>
                    <a:pt x="12" y="44"/>
                    <a:pt x="12" y="44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48" y="36"/>
                    <a:pt x="48" y="36"/>
                    <a:pt x="48" y="36"/>
                  </a:cubicBezTo>
                  <a:lnTo>
                    <a:pt x="48" y="44"/>
                  </a:lnTo>
                  <a:close/>
                  <a:moveTo>
                    <a:pt x="48" y="28"/>
                  </a:moveTo>
                  <a:cubicBezTo>
                    <a:pt x="12" y="28"/>
                    <a:pt x="12" y="28"/>
                    <a:pt x="12" y="28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48" y="20"/>
                    <a:pt x="48" y="20"/>
                    <a:pt x="48" y="20"/>
                  </a:cubicBezTo>
                  <a:lnTo>
                    <a:pt x="48" y="28"/>
                  </a:lnTo>
                  <a:close/>
                  <a:moveTo>
                    <a:pt x="84" y="24"/>
                  </a:moveTo>
                  <a:cubicBezTo>
                    <a:pt x="68" y="24"/>
                    <a:pt x="68" y="24"/>
                    <a:pt x="68" y="24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84" y="8"/>
                    <a:pt x="84" y="8"/>
                    <a:pt x="84" y="8"/>
                  </a:cubicBezTo>
                  <a:lnTo>
                    <a:pt x="84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3846513" y="3159125"/>
              <a:ext cx="252413" cy="87313"/>
            </a:xfrm>
            <a:custGeom>
              <a:avLst/>
              <a:gdLst>
                <a:gd name="T0" fmla="*/ 55 w 80"/>
                <a:gd name="T1" fmla="*/ 0 h 28"/>
                <a:gd name="T2" fmla="*/ 40 w 80"/>
                <a:gd name="T3" fmla="*/ 12 h 28"/>
                <a:gd name="T4" fmla="*/ 25 w 80"/>
                <a:gd name="T5" fmla="*/ 0 h 28"/>
                <a:gd name="T6" fmla="*/ 0 w 80"/>
                <a:gd name="T7" fmla="*/ 0 h 28"/>
                <a:gd name="T8" fmla="*/ 0 w 80"/>
                <a:gd name="T9" fmla="*/ 28 h 28"/>
                <a:gd name="T10" fmla="*/ 80 w 80"/>
                <a:gd name="T11" fmla="*/ 28 h 28"/>
                <a:gd name="T12" fmla="*/ 80 w 80"/>
                <a:gd name="T13" fmla="*/ 0 h 28"/>
                <a:gd name="T14" fmla="*/ 55 w 80"/>
                <a:gd name="T1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28">
                  <a:moveTo>
                    <a:pt x="55" y="0"/>
                  </a:moveTo>
                  <a:cubicBezTo>
                    <a:pt x="54" y="7"/>
                    <a:pt x="47" y="12"/>
                    <a:pt x="40" y="12"/>
                  </a:cubicBezTo>
                  <a:cubicBezTo>
                    <a:pt x="33" y="12"/>
                    <a:pt x="26" y="7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0"/>
                    <a:pt x="80" y="0"/>
                    <a:pt x="80" y="0"/>
                  </a:cubicBezTo>
                  <a:lnTo>
                    <a:pt x="55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3913188" y="2994025"/>
              <a:ext cx="120650" cy="158750"/>
            </a:xfrm>
            <a:custGeom>
              <a:avLst/>
              <a:gdLst>
                <a:gd name="T0" fmla="*/ 64 w 76"/>
                <a:gd name="T1" fmla="*/ 50 h 100"/>
                <a:gd name="T2" fmla="*/ 46 w 76"/>
                <a:gd name="T3" fmla="*/ 68 h 100"/>
                <a:gd name="T4" fmla="*/ 46 w 76"/>
                <a:gd name="T5" fmla="*/ 0 h 100"/>
                <a:gd name="T6" fmla="*/ 30 w 76"/>
                <a:gd name="T7" fmla="*/ 0 h 100"/>
                <a:gd name="T8" fmla="*/ 30 w 76"/>
                <a:gd name="T9" fmla="*/ 68 h 100"/>
                <a:gd name="T10" fmla="*/ 12 w 76"/>
                <a:gd name="T11" fmla="*/ 50 h 100"/>
                <a:gd name="T12" fmla="*/ 0 w 76"/>
                <a:gd name="T13" fmla="*/ 62 h 100"/>
                <a:gd name="T14" fmla="*/ 38 w 76"/>
                <a:gd name="T15" fmla="*/ 100 h 100"/>
                <a:gd name="T16" fmla="*/ 76 w 76"/>
                <a:gd name="T17" fmla="*/ 62 h 100"/>
                <a:gd name="T18" fmla="*/ 64 w 76"/>
                <a:gd name="T19" fmla="*/ 5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100">
                  <a:moveTo>
                    <a:pt x="64" y="50"/>
                  </a:moveTo>
                  <a:lnTo>
                    <a:pt x="46" y="68"/>
                  </a:lnTo>
                  <a:lnTo>
                    <a:pt x="46" y="0"/>
                  </a:lnTo>
                  <a:lnTo>
                    <a:pt x="30" y="0"/>
                  </a:lnTo>
                  <a:lnTo>
                    <a:pt x="30" y="68"/>
                  </a:lnTo>
                  <a:lnTo>
                    <a:pt x="12" y="50"/>
                  </a:lnTo>
                  <a:lnTo>
                    <a:pt x="0" y="62"/>
                  </a:lnTo>
                  <a:lnTo>
                    <a:pt x="38" y="100"/>
                  </a:lnTo>
                  <a:lnTo>
                    <a:pt x="76" y="62"/>
                  </a:lnTo>
                  <a:lnTo>
                    <a:pt x="64" y="5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6905626" y="2994025"/>
              <a:ext cx="201613" cy="117475"/>
            </a:xfrm>
            <a:custGeom>
              <a:avLst/>
              <a:gdLst>
                <a:gd name="T0" fmla="*/ 15 w 127"/>
                <a:gd name="T1" fmla="*/ 74 h 74"/>
                <a:gd name="T2" fmla="*/ 15 w 127"/>
                <a:gd name="T3" fmla="*/ 16 h 74"/>
                <a:gd name="T4" fmla="*/ 111 w 127"/>
                <a:gd name="T5" fmla="*/ 16 h 74"/>
                <a:gd name="T6" fmla="*/ 111 w 127"/>
                <a:gd name="T7" fmla="*/ 74 h 74"/>
                <a:gd name="T8" fmla="*/ 127 w 127"/>
                <a:gd name="T9" fmla="*/ 64 h 74"/>
                <a:gd name="T10" fmla="*/ 127 w 127"/>
                <a:gd name="T11" fmla="*/ 0 h 74"/>
                <a:gd name="T12" fmla="*/ 0 w 127"/>
                <a:gd name="T13" fmla="*/ 0 h 74"/>
                <a:gd name="T14" fmla="*/ 0 w 127"/>
                <a:gd name="T15" fmla="*/ 64 h 74"/>
                <a:gd name="T16" fmla="*/ 15 w 127"/>
                <a:gd name="T1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7" h="74">
                  <a:moveTo>
                    <a:pt x="15" y="74"/>
                  </a:moveTo>
                  <a:lnTo>
                    <a:pt x="15" y="16"/>
                  </a:lnTo>
                  <a:lnTo>
                    <a:pt x="111" y="16"/>
                  </a:lnTo>
                  <a:lnTo>
                    <a:pt x="111" y="74"/>
                  </a:lnTo>
                  <a:lnTo>
                    <a:pt x="127" y="64"/>
                  </a:lnTo>
                  <a:lnTo>
                    <a:pt x="127" y="0"/>
                  </a:lnTo>
                  <a:lnTo>
                    <a:pt x="0" y="0"/>
                  </a:lnTo>
                  <a:lnTo>
                    <a:pt x="0" y="64"/>
                  </a:lnTo>
                  <a:lnTo>
                    <a:pt x="15" y="7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auto">
            <a:xfrm>
              <a:off x="6880226" y="3111500"/>
              <a:ext cx="252413" cy="134938"/>
            </a:xfrm>
            <a:custGeom>
              <a:avLst/>
              <a:gdLst>
                <a:gd name="T0" fmla="*/ 53 w 80"/>
                <a:gd name="T1" fmla="*/ 15 h 43"/>
                <a:gd name="T2" fmla="*/ 27 w 80"/>
                <a:gd name="T3" fmla="*/ 15 h 43"/>
                <a:gd name="T4" fmla="*/ 0 w 80"/>
                <a:gd name="T5" fmla="*/ 0 h 43"/>
                <a:gd name="T6" fmla="*/ 0 w 80"/>
                <a:gd name="T7" fmla="*/ 35 h 43"/>
                <a:gd name="T8" fmla="*/ 8 w 80"/>
                <a:gd name="T9" fmla="*/ 43 h 43"/>
                <a:gd name="T10" fmla="*/ 72 w 80"/>
                <a:gd name="T11" fmla="*/ 43 h 43"/>
                <a:gd name="T12" fmla="*/ 80 w 80"/>
                <a:gd name="T13" fmla="*/ 35 h 43"/>
                <a:gd name="T14" fmla="*/ 80 w 80"/>
                <a:gd name="T15" fmla="*/ 0 h 43"/>
                <a:gd name="T16" fmla="*/ 53 w 80"/>
                <a:gd name="T17" fmla="*/ 1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0" h="43">
                  <a:moveTo>
                    <a:pt x="53" y="15"/>
                  </a:moveTo>
                  <a:cubicBezTo>
                    <a:pt x="27" y="15"/>
                    <a:pt x="27" y="15"/>
                    <a:pt x="27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9"/>
                    <a:pt x="4" y="43"/>
                    <a:pt x="8" y="43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6" y="43"/>
                    <a:pt x="80" y="39"/>
                    <a:pt x="80" y="35"/>
                  </a:cubicBezTo>
                  <a:cubicBezTo>
                    <a:pt x="80" y="0"/>
                    <a:pt x="80" y="0"/>
                    <a:pt x="80" y="0"/>
                  </a:cubicBezTo>
                  <a:lnTo>
                    <a:pt x="53" y="15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auto">
            <a:xfrm>
              <a:off x="6954838" y="3032125"/>
              <a:ext cx="101600" cy="101600"/>
            </a:xfrm>
            <a:custGeom>
              <a:avLst/>
              <a:gdLst>
                <a:gd name="T0" fmla="*/ 16 w 32"/>
                <a:gd name="T1" fmla="*/ 32 h 32"/>
                <a:gd name="T2" fmla="*/ 32 w 32"/>
                <a:gd name="T3" fmla="*/ 12 h 32"/>
                <a:gd name="T4" fmla="*/ 16 w 32"/>
                <a:gd name="T5" fmla="*/ 11 h 32"/>
                <a:gd name="T6" fmla="*/ 0 w 32"/>
                <a:gd name="T7" fmla="*/ 12 h 32"/>
                <a:gd name="T8" fmla="*/ 16 w 32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16" y="32"/>
                    <a:pt x="32" y="20"/>
                    <a:pt x="32" y="12"/>
                  </a:cubicBezTo>
                  <a:cubicBezTo>
                    <a:pt x="32" y="4"/>
                    <a:pt x="20" y="0"/>
                    <a:pt x="16" y="11"/>
                  </a:cubicBezTo>
                  <a:cubicBezTo>
                    <a:pt x="12" y="0"/>
                    <a:pt x="0" y="4"/>
                    <a:pt x="0" y="12"/>
                  </a:cubicBezTo>
                  <a:cubicBezTo>
                    <a:pt x="0" y="20"/>
                    <a:pt x="16" y="32"/>
                    <a:pt x="16" y="32"/>
                  </a:cubicBezTo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auto">
            <a:xfrm>
              <a:off x="4519613" y="2987675"/>
              <a:ext cx="120650" cy="171450"/>
            </a:xfrm>
            <a:custGeom>
              <a:avLst/>
              <a:gdLst>
                <a:gd name="T0" fmla="*/ 76 w 76"/>
                <a:gd name="T1" fmla="*/ 38 h 108"/>
                <a:gd name="T2" fmla="*/ 38 w 76"/>
                <a:gd name="T3" fmla="*/ 0 h 108"/>
                <a:gd name="T4" fmla="*/ 0 w 76"/>
                <a:gd name="T5" fmla="*/ 38 h 108"/>
                <a:gd name="T6" fmla="*/ 12 w 76"/>
                <a:gd name="T7" fmla="*/ 50 h 108"/>
                <a:gd name="T8" fmla="*/ 30 w 76"/>
                <a:gd name="T9" fmla="*/ 32 h 108"/>
                <a:gd name="T10" fmla="*/ 30 w 76"/>
                <a:gd name="T11" fmla="*/ 108 h 108"/>
                <a:gd name="T12" fmla="*/ 46 w 76"/>
                <a:gd name="T13" fmla="*/ 108 h 108"/>
                <a:gd name="T14" fmla="*/ 46 w 76"/>
                <a:gd name="T15" fmla="*/ 32 h 108"/>
                <a:gd name="T16" fmla="*/ 64 w 76"/>
                <a:gd name="T17" fmla="*/ 50 h 108"/>
                <a:gd name="T18" fmla="*/ 76 w 76"/>
                <a:gd name="T19" fmla="*/ 3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108">
                  <a:moveTo>
                    <a:pt x="76" y="38"/>
                  </a:moveTo>
                  <a:lnTo>
                    <a:pt x="38" y="0"/>
                  </a:lnTo>
                  <a:lnTo>
                    <a:pt x="0" y="38"/>
                  </a:lnTo>
                  <a:lnTo>
                    <a:pt x="12" y="50"/>
                  </a:lnTo>
                  <a:lnTo>
                    <a:pt x="30" y="32"/>
                  </a:lnTo>
                  <a:lnTo>
                    <a:pt x="30" y="108"/>
                  </a:lnTo>
                  <a:lnTo>
                    <a:pt x="46" y="108"/>
                  </a:lnTo>
                  <a:lnTo>
                    <a:pt x="46" y="32"/>
                  </a:lnTo>
                  <a:lnTo>
                    <a:pt x="64" y="50"/>
                  </a:lnTo>
                  <a:lnTo>
                    <a:pt x="76" y="3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auto">
            <a:xfrm>
              <a:off x="4452938" y="3159125"/>
              <a:ext cx="252413" cy="87313"/>
            </a:xfrm>
            <a:custGeom>
              <a:avLst/>
              <a:gdLst>
                <a:gd name="T0" fmla="*/ 55 w 80"/>
                <a:gd name="T1" fmla="*/ 0 h 28"/>
                <a:gd name="T2" fmla="*/ 40 w 80"/>
                <a:gd name="T3" fmla="*/ 12 h 28"/>
                <a:gd name="T4" fmla="*/ 25 w 80"/>
                <a:gd name="T5" fmla="*/ 0 h 28"/>
                <a:gd name="T6" fmla="*/ 0 w 80"/>
                <a:gd name="T7" fmla="*/ 0 h 28"/>
                <a:gd name="T8" fmla="*/ 0 w 80"/>
                <a:gd name="T9" fmla="*/ 28 h 28"/>
                <a:gd name="T10" fmla="*/ 80 w 80"/>
                <a:gd name="T11" fmla="*/ 28 h 28"/>
                <a:gd name="T12" fmla="*/ 80 w 80"/>
                <a:gd name="T13" fmla="*/ 0 h 28"/>
                <a:gd name="T14" fmla="*/ 55 w 80"/>
                <a:gd name="T15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" h="28">
                  <a:moveTo>
                    <a:pt x="55" y="0"/>
                  </a:moveTo>
                  <a:cubicBezTo>
                    <a:pt x="54" y="7"/>
                    <a:pt x="47" y="12"/>
                    <a:pt x="40" y="12"/>
                  </a:cubicBezTo>
                  <a:cubicBezTo>
                    <a:pt x="33" y="12"/>
                    <a:pt x="26" y="7"/>
                    <a:pt x="2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0"/>
                    <a:pt x="80" y="0"/>
                    <a:pt x="80" y="0"/>
                  </a:cubicBezTo>
                  <a:lnTo>
                    <a:pt x="55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auto">
            <a:xfrm>
              <a:off x="5132388" y="3070225"/>
              <a:ext cx="107950" cy="41275"/>
            </a:xfrm>
            <a:custGeom>
              <a:avLst/>
              <a:gdLst>
                <a:gd name="T0" fmla="*/ 17 w 34"/>
                <a:gd name="T1" fmla="*/ 13 h 13"/>
                <a:gd name="T2" fmla="*/ 34 w 34"/>
                <a:gd name="T3" fmla="*/ 2 h 13"/>
                <a:gd name="T4" fmla="*/ 29 w 34"/>
                <a:gd name="T5" fmla="*/ 0 h 13"/>
                <a:gd name="T6" fmla="*/ 5 w 34"/>
                <a:gd name="T7" fmla="*/ 0 h 13"/>
                <a:gd name="T8" fmla="*/ 0 w 34"/>
                <a:gd name="T9" fmla="*/ 2 h 13"/>
                <a:gd name="T10" fmla="*/ 17 w 34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13">
                  <a:moveTo>
                    <a:pt x="17" y="13"/>
                  </a:moveTo>
                  <a:cubicBezTo>
                    <a:pt x="34" y="2"/>
                    <a:pt x="34" y="2"/>
                    <a:pt x="34" y="2"/>
                  </a:cubicBezTo>
                  <a:cubicBezTo>
                    <a:pt x="33" y="1"/>
                    <a:pt x="31" y="0"/>
                    <a:pt x="29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1" y="1"/>
                    <a:pt x="0" y="2"/>
                  </a:cubicBezTo>
                  <a:lnTo>
                    <a:pt x="17" y="1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auto">
            <a:xfrm>
              <a:off x="5122863" y="3095625"/>
              <a:ext cx="127000" cy="76200"/>
            </a:xfrm>
            <a:custGeom>
              <a:avLst/>
              <a:gdLst>
                <a:gd name="T0" fmla="*/ 22 w 40"/>
                <a:gd name="T1" fmla="*/ 11 h 24"/>
                <a:gd name="T2" fmla="*/ 20 w 40"/>
                <a:gd name="T3" fmla="*/ 11 h 24"/>
                <a:gd name="T4" fmla="*/ 18 w 40"/>
                <a:gd name="T5" fmla="*/ 11 h 24"/>
                <a:gd name="T6" fmla="*/ 0 w 40"/>
                <a:gd name="T7" fmla="*/ 0 h 24"/>
                <a:gd name="T8" fmla="*/ 0 w 40"/>
                <a:gd name="T9" fmla="*/ 0 h 24"/>
                <a:gd name="T10" fmla="*/ 0 w 40"/>
                <a:gd name="T11" fmla="*/ 16 h 24"/>
                <a:gd name="T12" fmla="*/ 8 w 40"/>
                <a:gd name="T13" fmla="*/ 24 h 24"/>
                <a:gd name="T14" fmla="*/ 32 w 40"/>
                <a:gd name="T15" fmla="*/ 24 h 24"/>
                <a:gd name="T16" fmla="*/ 40 w 40"/>
                <a:gd name="T17" fmla="*/ 16 h 24"/>
                <a:gd name="T18" fmla="*/ 40 w 40"/>
                <a:gd name="T19" fmla="*/ 0 h 24"/>
                <a:gd name="T20" fmla="*/ 40 w 40"/>
                <a:gd name="T21" fmla="*/ 0 h 24"/>
                <a:gd name="T22" fmla="*/ 22 w 40"/>
                <a:gd name="T23" fmla="*/ 1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" h="24">
                  <a:moveTo>
                    <a:pt x="22" y="11"/>
                  </a:moveTo>
                  <a:cubicBezTo>
                    <a:pt x="21" y="11"/>
                    <a:pt x="21" y="11"/>
                    <a:pt x="20" y="11"/>
                  </a:cubicBezTo>
                  <a:cubicBezTo>
                    <a:pt x="19" y="11"/>
                    <a:pt x="19" y="11"/>
                    <a:pt x="18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0"/>
                    <a:pt x="4" y="24"/>
                    <a:pt x="8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6" y="24"/>
                    <a:pt x="40" y="20"/>
                    <a:pt x="40" y="16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22" y="11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auto">
            <a:xfrm>
              <a:off x="5033963" y="3121025"/>
              <a:ext cx="287338" cy="138113"/>
            </a:xfrm>
            <a:custGeom>
              <a:avLst/>
              <a:gdLst>
                <a:gd name="T0" fmla="*/ 83 w 91"/>
                <a:gd name="T1" fmla="*/ 8 h 44"/>
                <a:gd name="T2" fmla="*/ 48 w 91"/>
                <a:gd name="T3" fmla="*/ 36 h 44"/>
                <a:gd name="T4" fmla="*/ 14 w 91"/>
                <a:gd name="T5" fmla="*/ 10 h 44"/>
                <a:gd name="T6" fmla="*/ 24 w 91"/>
                <a:gd name="T7" fmla="*/ 0 h 44"/>
                <a:gd name="T8" fmla="*/ 0 w 91"/>
                <a:gd name="T9" fmla="*/ 0 h 44"/>
                <a:gd name="T10" fmla="*/ 0 w 91"/>
                <a:gd name="T11" fmla="*/ 24 h 44"/>
                <a:gd name="T12" fmla="*/ 7 w 91"/>
                <a:gd name="T13" fmla="*/ 17 h 44"/>
                <a:gd name="T14" fmla="*/ 48 w 91"/>
                <a:gd name="T15" fmla="*/ 44 h 44"/>
                <a:gd name="T16" fmla="*/ 91 w 91"/>
                <a:gd name="T17" fmla="*/ 8 h 44"/>
                <a:gd name="T18" fmla="*/ 83 w 91"/>
                <a:gd name="T19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44">
                  <a:moveTo>
                    <a:pt x="83" y="8"/>
                  </a:moveTo>
                  <a:cubicBezTo>
                    <a:pt x="79" y="24"/>
                    <a:pt x="65" y="36"/>
                    <a:pt x="48" y="36"/>
                  </a:cubicBezTo>
                  <a:cubicBezTo>
                    <a:pt x="32" y="36"/>
                    <a:pt x="18" y="25"/>
                    <a:pt x="14" y="1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14" y="33"/>
                    <a:pt x="30" y="44"/>
                    <a:pt x="48" y="44"/>
                  </a:cubicBezTo>
                  <a:cubicBezTo>
                    <a:pt x="70" y="44"/>
                    <a:pt x="87" y="28"/>
                    <a:pt x="91" y="8"/>
                  </a:cubicBezTo>
                  <a:lnTo>
                    <a:pt x="83" y="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auto">
            <a:xfrm>
              <a:off x="5049838" y="2981325"/>
              <a:ext cx="287338" cy="139700"/>
            </a:xfrm>
            <a:custGeom>
              <a:avLst/>
              <a:gdLst>
                <a:gd name="T0" fmla="*/ 84 w 91"/>
                <a:gd name="T1" fmla="*/ 27 h 44"/>
                <a:gd name="T2" fmla="*/ 43 w 91"/>
                <a:gd name="T3" fmla="*/ 0 h 44"/>
                <a:gd name="T4" fmla="*/ 0 w 91"/>
                <a:gd name="T5" fmla="*/ 36 h 44"/>
                <a:gd name="T6" fmla="*/ 8 w 91"/>
                <a:gd name="T7" fmla="*/ 36 h 44"/>
                <a:gd name="T8" fmla="*/ 43 w 91"/>
                <a:gd name="T9" fmla="*/ 8 h 44"/>
                <a:gd name="T10" fmla="*/ 77 w 91"/>
                <a:gd name="T11" fmla="*/ 34 h 44"/>
                <a:gd name="T12" fmla="*/ 67 w 91"/>
                <a:gd name="T13" fmla="*/ 44 h 44"/>
                <a:gd name="T14" fmla="*/ 91 w 91"/>
                <a:gd name="T15" fmla="*/ 44 h 44"/>
                <a:gd name="T16" fmla="*/ 91 w 91"/>
                <a:gd name="T17" fmla="*/ 20 h 44"/>
                <a:gd name="T18" fmla="*/ 84 w 91"/>
                <a:gd name="T19" fmla="*/ 2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" h="44">
                  <a:moveTo>
                    <a:pt x="84" y="27"/>
                  </a:moveTo>
                  <a:cubicBezTo>
                    <a:pt x="77" y="11"/>
                    <a:pt x="61" y="0"/>
                    <a:pt x="43" y="0"/>
                  </a:cubicBezTo>
                  <a:cubicBezTo>
                    <a:pt x="21" y="0"/>
                    <a:pt x="4" y="16"/>
                    <a:pt x="0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2" y="20"/>
                    <a:pt x="26" y="8"/>
                    <a:pt x="43" y="8"/>
                  </a:cubicBezTo>
                  <a:cubicBezTo>
                    <a:pt x="59" y="8"/>
                    <a:pt x="73" y="19"/>
                    <a:pt x="77" y="3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91" y="44"/>
                    <a:pt x="91" y="44"/>
                    <a:pt x="91" y="44"/>
                  </a:cubicBezTo>
                  <a:cubicBezTo>
                    <a:pt x="91" y="20"/>
                    <a:pt x="91" y="20"/>
                    <a:pt x="91" y="20"/>
                  </a:cubicBezTo>
                  <a:lnTo>
                    <a:pt x="84" y="27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auto">
            <a:xfrm>
              <a:off x="5732463" y="2974975"/>
              <a:ext cx="120650" cy="107950"/>
            </a:xfrm>
            <a:custGeom>
              <a:avLst/>
              <a:gdLst>
                <a:gd name="T0" fmla="*/ 76 w 76"/>
                <a:gd name="T1" fmla="*/ 38 h 68"/>
                <a:gd name="T2" fmla="*/ 38 w 76"/>
                <a:gd name="T3" fmla="*/ 0 h 68"/>
                <a:gd name="T4" fmla="*/ 0 w 76"/>
                <a:gd name="T5" fmla="*/ 38 h 68"/>
                <a:gd name="T6" fmla="*/ 12 w 76"/>
                <a:gd name="T7" fmla="*/ 50 h 68"/>
                <a:gd name="T8" fmla="*/ 30 w 76"/>
                <a:gd name="T9" fmla="*/ 32 h 68"/>
                <a:gd name="T10" fmla="*/ 30 w 76"/>
                <a:gd name="T11" fmla="*/ 68 h 68"/>
                <a:gd name="T12" fmla="*/ 46 w 76"/>
                <a:gd name="T13" fmla="*/ 68 h 68"/>
                <a:gd name="T14" fmla="*/ 46 w 76"/>
                <a:gd name="T15" fmla="*/ 32 h 68"/>
                <a:gd name="T16" fmla="*/ 64 w 76"/>
                <a:gd name="T17" fmla="*/ 50 h 68"/>
                <a:gd name="T18" fmla="*/ 76 w 76"/>
                <a:gd name="T19" fmla="*/ 3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68">
                  <a:moveTo>
                    <a:pt x="76" y="38"/>
                  </a:moveTo>
                  <a:lnTo>
                    <a:pt x="38" y="0"/>
                  </a:lnTo>
                  <a:lnTo>
                    <a:pt x="0" y="38"/>
                  </a:lnTo>
                  <a:lnTo>
                    <a:pt x="12" y="50"/>
                  </a:lnTo>
                  <a:lnTo>
                    <a:pt x="30" y="32"/>
                  </a:lnTo>
                  <a:lnTo>
                    <a:pt x="30" y="68"/>
                  </a:lnTo>
                  <a:lnTo>
                    <a:pt x="46" y="68"/>
                  </a:lnTo>
                  <a:lnTo>
                    <a:pt x="46" y="32"/>
                  </a:lnTo>
                  <a:lnTo>
                    <a:pt x="64" y="50"/>
                  </a:lnTo>
                  <a:lnTo>
                    <a:pt x="76" y="3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auto">
            <a:xfrm>
              <a:off x="5678488" y="3108325"/>
              <a:ext cx="228600" cy="73025"/>
            </a:xfrm>
            <a:custGeom>
              <a:avLst/>
              <a:gdLst>
                <a:gd name="T0" fmla="*/ 36 w 72"/>
                <a:gd name="T1" fmla="*/ 23 h 23"/>
                <a:gd name="T2" fmla="*/ 72 w 72"/>
                <a:gd name="T3" fmla="*/ 1 h 23"/>
                <a:gd name="T4" fmla="*/ 68 w 72"/>
                <a:gd name="T5" fmla="*/ 0 h 23"/>
                <a:gd name="T6" fmla="*/ 4 w 72"/>
                <a:gd name="T7" fmla="*/ 0 h 23"/>
                <a:gd name="T8" fmla="*/ 0 w 72"/>
                <a:gd name="T9" fmla="*/ 1 h 23"/>
                <a:gd name="T10" fmla="*/ 36 w 72"/>
                <a:gd name="T11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" h="23">
                  <a:moveTo>
                    <a:pt x="36" y="23"/>
                  </a:moveTo>
                  <a:cubicBezTo>
                    <a:pt x="72" y="1"/>
                    <a:pt x="72" y="1"/>
                    <a:pt x="72" y="1"/>
                  </a:cubicBezTo>
                  <a:cubicBezTo>
                    <a:pt x="71" y="0"/>
                    <a:pt x="69" y="0"/>
                    <a:pt x="6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lnTo>
                    <a:pt x="36" y="2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auto">
            <a:xfrm>
              <a:off x="5665788" y="3133725"/>
              <a:ext cx="254000" cy="138113"/>
            </a:xfrm>
            <a:custGeom>
              <a:avLst/>
              <a:gdLst>
                <a:gd name="T0" fmla="*/ 42 w 80"/>
                <a:gd name="T1" fmla="*/ 23 h 44"/>
                <a:gd name="T2" fmla="*/ 40 w 80"/>
                <a:gd name="T3" fmla="*/ 24 h 44"/>
                <a:gd name="T4" fmla="*/ 38 w 80"/>
                <a:gd name="T5" fmla="*/ 23 h 44"/>
                <a:gd name="T6" fmla="*/ 0 w 80"/>
                <a:gd name="T7" fmla="*/ 0 h 44"/>
                <a:gd name="T8" fmla="*/ 0 w 80"/>
                <a:gd name="T9" fmla="*/ 0 h 44"/>
                <a:gd name="T10" fmla="*/ 0 w 80"/>
                <a:gd name="T11" fmla="*/ 36 h 44"/>
                <a:gd name="T12" fmla="*/ 8 w 80"/>
                <a:gd name="T13" fmla="*/ 44 h 44"/>
                <a:gd name="T14" fmla="*/ 72 w 80"/>
                <a:gd name="T15" fmla="*/ 44 h 44"/>
                <a:gd name="T16" fmla="*/ 80 w 80"/>
                <a:gd name="T17" fmla="*/ 36 h 44"/>
                <a:gd name="T18" fmla="*/ 80 w 80"/>
                <a:gd name="T19" fmla="*/ 0 h 44"/>
                <a:gd name="T20" fmla="*/ 80 w 80"/>
                <a:gd name="T21" fmla="*/ 0 h 44"/>
                <a:gd name="T22" fmla="*/ 42 w 80"/>
                <a:gd name="T23" fmla="*/ 2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44">
                  <a:moveTo>
                    <a:pt x="42" y="23"/>
                  </a:moveTo>
                  <a:cubicBezTo>
                    <a:pt x="41" y="24"/>
                    <a:pt x="41" y="24"/>
                    <a:pt x="40" y="24"/>
                  </a:cubicBezTo>
                  <a:cubicBezTo>
                    <a:pt x="39" y="24"/>
                    <a:pt x="39" y="24"/>
                    <a:pt x="38" y="2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0"/>
                    <a:pt x="4" y="44"/>
                    <a:pt x="8" y="4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6" y="44"/>
                    <a:pt x="80" y="40"/>
                    <a:pt x="80" y="36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lnTo>
                    <a:pt x="42" y="2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auto">
            <a:xfrm>
              <a:off x="6338888" y="2981325"/>
              <a:ext cx="120650" cy="107950"/>
            </a:xfrm>
            <a:custGeom>
              <a:avLst/>
              <a:gdLst>
                <a:gd name="T0" fmla="*/ 64 w 76"/>
                <a:gd name="T1" fmla="*/ 18 h 68"/>
                <a:gd name="T2" fmla="*/ 46 w 76"/>
                <a:gd name="T3" fmla="*/ 36 h 68"/>
                <a:gd name="T4" fmla="*/ 46 w 76"/>
                <a:gd name="T5" fmla="*/ 0 h 68"/>
                <a:gd name="T6" fmla="*/ 30 w 76"/>
                <a:gd name="T7" fmla="*/ 0 h 68"/>
                <a:gd name="T8" fmla="*/ 30 w 76"/>
                <a:gd name="T9" fmla="*/ 36 h 68"/>
                <a:gd name="T10" fmla="*/ 12 w 76"/>
                <a:gd name="T11" fmla="*/ 18 h 68"/>
                <a:gd name="T12" fmla="*/ 0 w 76"/>
                <a:gd name="T13" fmla="*/ 30 h 68"/>
                <a:gd name="T14" fmla="*/ 38 w 76"/>
                <a:gd name="T15" fmla="*/ 68 h 68"/>
                <a:gd name="T16" fmla="*/ 76 w 76"/>
                <a:gd name="T17" fmla="*/ 30 h 68"/>
                <a:gd name="T18" fmla="*/ 64 w 76"/>
                <a:gd name="T19" fmla="*/ 1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68">
                  <a:moveTo>
                    <a:pt x="64" y="18"/>
                  </a:moveTo>
                  <a:lnTo>
                    <a:pt x="46" y="36"/>
                  </a:lnTo>
                  <a:lnTo>
                    <a:pt x="46" y="0"/>
                  </a:lnTo>
                  <a:lnTo>
                    <a:pt x="30" y="0"/>
                  </a:lnTo>
                  <a:lnTo>
                    <a:pt x="30" y="36"/>
                  </a:lnTo>
                  <a:lnTo>
                    <a:pt x="12" y="18"/>
                  </a:lnTo>
                  <a:lnTo>
                    <a:pt x="0" y="30"/>
                  </a:lnTo>
                  <a:lnTo>
                    <a:pt x="38" y="68"/>
                  </a:lnTo>
                  <a:lnTo>
                    <a:pt x="76" y="30"/>
                  </a:lnTo>
                  <a:lnTo>
                    <a:pt x="64" y="1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auto">
            <a:xfrm>
              <a:off x="6284913" y="3108325"/>
              <a:ext cx="228600" cy="73025"/>
            </a:xfrm>
            <a:custGeom>
              <a:avLst/>
              <a:gdLst>
                <a:gd name="T0" fmla="*/ 36 w 72"/>
                <a:gd name="T1" fmla="*/ 23 h 23"/>
                <a:gd name="T2" fmla="*/ 72 w 72"/>
                <a:gd name="T3" fmla="*/ 1 h 23"/>
                <a:gd name="T4" fmla="*/ 68 w 72"/>
                <a:gd name="T5" fmla="*/ 0 h 23"/>
                <a:gd name="T6" fmla="*/ 4 w 72"/>
                <a:gd name="T7" fmla="*/ 0 h 23"/>
                <a:gd name="T8" fmla="*/ 0 w 72"/>
                <a:gd name="T9" fmla="*/ 1 h 23"/>
                <a:gd name="T10" fmla="*/ 36 w 72"/>
                <a:gd name="T11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" h="23">
                  <a:moveTo>
                    <a:pt x="36" y="23"/>
                  </a:moveTo>
                  <a:cubicBezTo>
                    <a:pt x="72" y="1"/>
                    <a:pt x="72" y="1"/>
                    <a:pt x="72" y="1"/>
                  </a:cubicBezTo>
                  <a:cubicBezTo>
                    <a:pt x="71" y="0"/>
                    <a:pt x="69" y="0"/>
                    <a:pt x="6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1" y="0"/>
                    <a:pt x="0" y="1"/>
                  </a:cubicBezTo>
                  <a:lnTo>
                    <a:pt x="36" y="2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auto">
            <a:xfrm>
              <a:off x="6273801" y="3133725"/>
              <a:ext cx="252413" cy="138113"/>
            </a:xfrm>
            <a:custGeom>
              <a:avLst/>
              <a:gdLst>
                <a:gd name="T0" fmla="*/ 42 w 80"/>
                <a:gd name="T1" fmla="*/ 23 h 44"/>
                <a:gd name="T2" fmla="*/ 40 w 80"/>
                <a:gd name="T3" fmla="*/ 24 h 44"/>
                <a:gd name="T4" fmla="*/ 38 w 80"/>
                <a:gd name="T5" fmla="*/ 23 h 44"/>
                <a:gd name="T6" fmla="*/ 0 w 80"/>
                <a:gd name="T7" fmla="*/ 0 h 44"/>
                <a:gd name="T8" fmla="*/ 0 w 80"/>
                <a:gd name="T9" fmla="*/ 0 h 44"/>
                <a:gd name="T10" fmla="*/ 0 w 80"/>
                <a:gd name="T11" fmla="*/ 36 h 44"/>
                <a:gd name="T12" fmla="*/ 8 w 80"/>
                <a:gd name="T13" fmla="*/ 44 h 44"/>
                <a:gd name="T14" fmla="*/ 72 w 80"/>
                <a:gd name="T15" fmla="*/ 44 h 44"/>
                <a:gd name="T16" fmla="*/ 80 w 80"/>
                <a:gd name="T17" fmla="*/ 36 h 44"/>
                <a:gd name="T18" fmla="*/ 80 w 80"/>
                <a:gd name="T19" fmla="*/ 0 h 44"/>
                <a:gd name="T20" fmla="*/ 80 w 80"/>
                <a:gd name="T21" fmla="*/ 0 h 44"/>
                <a:gd name="T22" fmla="*/ 42 w 80"/>
                <a:gd name="T23" fmla="*/ 23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44">
                  <a:moveTo>
                    <a:pt x="42" y="23"/>
                  </a:moveTo>
                  <a:cubicBezTo>
                    <a:pt x="41" y="24"/>
                    <a:pt x="41" y="24"/>
                    <a:pt x="40" y="24"/>
                  </a:cubicBezTo>
                  <a:cubicBezTo>
                    <a:pt x="39" y="24"/>
                    <a:pt x="39" y="24"/>
                    <a:pt x="38" y="2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40"/>
                    <a:pt x="4" y="44"/>
                    <a:pt x="8" y="4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6" y="44"/>
                    <a:pt x="80" y="40"/>
                    <a:pt x="80" y="36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lnTo>
                    <a:pt x="42" y="2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auto">
            <a:xfrm>
              <a:off x="7461251" y="3140075"/>
              <a:ext cx="201613" cy="131763"/>
            </a:xfrm>
            <a:custGeom>
              <a:avLst/>
              <a:gdLst>
                <a:gd name="T0" fmla="*/ 63 w 64"/>
                <a:gd name="T1" fmla="*/ 1 h 42"/>
                <a:gd name="T2" fmla="*/ 34 w 64"/>
                <a:gd name="T3" fmla="*/ 21 h 42"/>
                <a:gd name="T4" fmla="*/ 32 w 64"/>
                <a:gd name="T5" fmla="*/ 22 h 42"/>
                <a:gd name="T6" fmla="*/ 30 w 64"/>
                <a:gd name="T7" fmla="*/ 21 h 42"/>
                <a:gd name="T8" fmla="*/ 0 w 64"/>
                <a:gd name="T9" fmla="*/ 0 h 42"/>
                <a:gd name="T10" fmla="*/ 0 w 64"/>
                <a:gd name="T11" fmla="*/ 2 h 42"/>
                <a:gd name="T12" fmla="*/ 0 w 64"/>
                <a:gd name="T13" fmla="*/ 34 h 42"/>
                <a:gd name="T14" fmla="*/ 8 w 64"/>
                <a:gd name="T15" fmla="*/ 42 h 42"/>
                <a:gd name="T16" fmla="*/ 56 w 64"/>
                <a:gd name="T17" fmla="*/ 42 h 42"/>
                <a:gd name="T18" fmla="*/ 64 w 64"/>
                <a:gd name="T19" fmla="*/ 34 h 42"/>
                <a:gd name="T20" fmla="*/ 64 w 64"/>
                <a:gd name="T21" fmla="*/ 2 h 42"/>
                <a:gd name="T22" fmla="*/ 64 w 64"/>
                <a:gd name="T23" fmla="*/ 1 h 42"/>
                <a:gd name="T24" fmla="*/ 63 w 64"/>
                <a:gd name="T25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42">
                  <a:moveTo>
                    <a:pt x="63" y="1"/>
                  </a:moveTo>
                  <a:cubicBezTo>
                    <a:pt x="34" y="21"/>
                    <a:pt x="34" y="21"/>
                    <a:pt x="34" y="21"/>
                  </a:cubicBezTo>
                  <a:cubicBezTo>
                    <a:pt x="34" y="22"/>
                    <a:pt x="33" y="22"/>
                    <a:pt x="32" y="22"/>
                  </a:cubicBezTo>
                  <a:cubicBezTo>
                    <a:pt x="31" y="22"/>
                    <a:pt x="30" y="22"/>
                    <a:pt x="30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8"/>
                    <a:pt x="4" y="42"/>
                    <a:pt x="8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60" y="42"/>
                    <a:pt x="64" y="38"/>
                    <a:pt x="64" y="34"/>
                  </a:cubicBezTo>
                  <a:cubicBezTo>
                    <a:pt x="64" y="2"/>
                    <a:pt x="64" y="2"/>
                    <a:pt x="64" y="2"/>
                  </a:cubicBezTo>
                  <a:cubicBezTo>
                    <a:pt x="64" y="2"/>
                    <a:pt x="64" y="1"/>
                    <a:pt x="64" y="1"/>
                  </a:cubicBezTo>
                  <a:cubicBezTo>
                    <a:pt x="64" y="1"/>
                    <a:pt x="63" y="1"/>
                    <a:pt x="63" y="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auto">
            <a:xfrm>
              <a:off x="7480301" y="3121025"/>
              <a:ext cx="153988" cy="60325"/>
            </a:xfrm>
            <a:custGeom>
              <a:avLst/>
              <a:gdLst>
                <a:gd name="T0" fmla="*/ 26 w 49"/>
                <a:gd name="T1" fmla="*/ 19 h 19"/>
                <a:gd name="T2" fmla="*/ 49 w 49"/>
                <a:gd name="T3" fmla="*/ 3 h 19"/>
                <a:gd name="T4" fmla="*/ 45 w 49"/>
                <a:gd name="T5" fmla="*/ 0 h 19"/>
                <a:gd name="T6" fmla="*/ 2 w 49"/>
                <a:gd name="T7" fmla="*/ 0 h 19"/>
                <a:gd name="T8" fmla="*/ 0 w 49"/>
                <a:gd name="T9" fmla="*/ 0 h 19"/>
                <a:gd name="T10" fmla="*/ 26 w 49"/>
                <a:gd name="T11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19">
                  <a:moveTo>
                    <a:pt x="26" y="19"/>
                  </a:moveTo>
                  <a:cubicBezTo>
                    <a:pt x="49" y="3"/>
                    <a:pt x="49" y="3"/>
                    <a:pt x="49" y="3"/>
                  </a:cubicBezTo>
                  <a:cubicBezTo>
                    <a:pt x="47" y="2"/>
                    <a:pt x="46" y="1"/>
                    <a:pt x="45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lnTo>
                    <a:pt x="26" y="19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3" name="Freeform 61"/>
            <p:cNvSpPr>
              <a:spLocks noEditPoints="1"/>
            </p:cNvSpPr>
            <p:nvPr/>
          </p:nvSpPr>
          <p:spPr bwMode="auto">
            <a:xfrm>
              <a:off x="7612063" y="2968625"/>
              <a:ext cx="152400" cy="152400"/>
            </a:xfrm>
            <a:custGeom>
              <a:avLst/>
              <a:gdLst>
                <a:gd name="T0" fmla="*/ 24 w 48"/>
                <a:gd name="T1" fmla="*/ 0 h 48"/>
                <a:gd name="T2" fmla="*/ 0 w 48"/>
                <a:gd name="T3" fmla="*/ 24 h 48"/>
                <a:gd name="T4" fmla="*/ 24 w 48"/>
                <a:gd name="T5" fmla="*/ 48 h 48"/>
                <a:gd name="T6" fmla="*/ 48 w 48"/>
                <a:gd name="T7" fmla="*/ 24 h 48"/>
                <a:gd name="T8" fmla="*/ 24 w 48"/>
                <a:gd name="T9" fmla="*/ 0 h 48"/>
                <a:gd name="T10" fmla="*/ 36 w 48"/>
                <a:gd name="T11" fmla="*/ 28 h 48"/>
                <a:gd name="T12" fmla="*/ 20 w 48"/>
                <a:gd name="T13" fmla="*/ 28 h 48"/>
                <a:gd name="T14" fmla="*/ 20 w 48"/>
                <a:gd name="T15" fmla="*/ 8 h 48"/>
                <a:gd name="T16" fmla="*/ 28 w 48"/>
                <a:gd name="T17" fmla="*/ 8 h 48"/>
                <a:gd name="T18" fmla="*/ 28 w 48"/>
                <a:gd name="T19" fmla="*/ 20 h 48"/>
                <a:gd name="T20" fmla="*/ 36 w 48"/>
                <a:gd name="T21" fmla="*/ 20 h 48"/>
                <a:gd name="T22" fmla="*/ 36 w 48"/>
                <a:gd name="T23" fmla="*/ 2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" h="48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ubicBezTo>
                    <a:pt x="37" y="48"/>
                    <a:pt x="48" y="37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lose/>
                  <a:moveTo>
                    <a:pt x="36" y="28"/>
                  </a:moveTo>
                  <a:cubicBezTo>
                    <a:pt x="20" y="28"/>
                    <a:pt x="20" y="28"/>
                    <a:pt x="20" y="2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36" y="20"/>
                    <a:pt x="36" y="20"/>
                    <a:pt x="36" y="20"/>
                  </a:cubicBezTo>
                  <a:lnTo>
                    <a:pt x="36" y="2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4" name="Freeform 62"/>
            <p:cNvSpPr>
              <a:spLocks noEditPoints="1"/>
            </p:cNvSpPr>
            <p:nvPr/>
          </p:nvSpPr>
          <p:spPr bwMode="auto">
            <a:xfrm>
              <a:off x="4478338" y="3602038"/>
              <a:ext cx="217488" cy="252413"/>
            </a:xfrm>
            <a:custGeom>
              <a:avLst/>
              <a:gdLst>
                <a:gd name="T0" fmla="*/ 66 w 69"/>
                <a:gd name="T1" fmla="*/ 36 h 80"/>
                <a:gd name="T2" fmla="*/ 32 w 69"/>
                <a:gd name="T3" fmla="*/ 0 h 80"/>
                <a:gd name="T4" fmla="*/ 0 w 69"/>
                <a:gd name="T5" fmla="*/ 32 h 80"/>
                <a:gd name="T6" fmla="*/ 0 w 69"/>
                <a:gd name="T7" fmla="*/ 80 h 80"/>
                <a:gd name="T8" fmla="*/ 48 w 69"/>
                <a:gd name="T9" fmla="*/ 80 h 80"/>
                <a:gd name="T10" fmla="*/ 48 w 69"/>
                <a:gd name="T11" fmla="*/ 68 h 80"/>
                <a:gd name="T12" fmla="*/ 52 w 69"/>
                <a:gd name="T13" fmla="*/ 68 h 80"/>
                <a:gd name="T14" fmla="*/ 60 w 69"/>
                <a:gd name="T15" fmla="*/ 60 h 80"/>
                <a:gd name="T16" fmla="*/ 60 w 69"/>
                <a:gd name="T17" fmla="*/ 48 h 80"/>
                <a:gd name="T18" fmla="*/ 69 w 69"/>
                <a:gd name="T19" fmla="*/ 48 h 80"/>
                <a:gd name="T20" fmla="*/ 66 w 69"/>
                <a:gd name="T21" fmla="*/ 36 h 80"/>
                <a:gd name="T22" fmla="*/ 32 w 69"/>
                <a:gd name="T23" fmla="*/ 48 h 80"/>
                <a:gd name="T24" fmla="*/ 16 w 69"/>
                <a:gd name="T25" fmla="*/ 28 h 80"/>
                <a:gd name="T26" fmla="*/ 32 w 69"/>
                <a:gd name="T27" fmla="*/ 27 h 80"/>
                <a:gd name="T28" fmla="*/ 48 w 69"/>
                <a:gd name="T29" fmla="*/ 28 h 80"/>
                <a:gd name="T30" fmla="*/ 32 w 69"/>
                <a:gd name="T31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9" h="80">
                  <a:moveTo>
                    <a:pt x="66" y="36"/>
                  </a:moveTo>
                  <a:cubicBezTo>
                    <a:pt x="62" y="18"/>
                    <a:pt x="58" y="0"/>
                    <a:pt x="32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52" y="68"/>
                    <a:pt x="52" y="68"/>
                    <a:pt x="52" y="68"/>
                  </a:cubicBezTo>
                  <a:cubicBezTo>
                    <a:pt x="56" y="68"/>
                    <a:pt x="60" y="64"/>
                    <a:pt x="60" y="60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9" y="48"/>
                    <a:pt x="67" y="38"/>
                    <a:pt x="66" y="36"/>
                  </a:cubicBezTo>
                  <a:close/>
                  <a:moveTo>
                    <a:pt x="32" y="48"/>
                  </a:moveTo>
                  <a:cubicBezTo>
                    <a:pt x="32" y="48"/>
                    <a:pt x="16" y="36"/>
                    <a:pt x="16" y="28"/>
                  </a:cubicBezTo>
                  <a:cubicBezTo>
                    <a:pt x="16" y="20"/>
                    <a:pt x="28" y="16"/>
                    <a:pt x="32" y="27"/>
                  </a:cubicBezTo>
                  <a:cubicBezTo>
                    <a:pt x="36" y="16"/>
                    <a:pt x="48" y="20"/>
                    <a:pt x="48" y="28"/>
                  </a:cubicBezTo>
                  <a:cubicBezTo>
                    <a:pt x="48" y="36"/>
                    <a:pt x="32" y="48"/>
                    <a:pt x="32" y="48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5" name="Freeform 63"/>
            <p:cNvSpPr>
              <a:spLocks noEditPoints="1"/>
            </p:cNvSpPr>
            <p:nvPr/>
          </p:nvSpPr>
          <p:spPr bwMode="auto">
            <a:xfrm>
              <a:off x="8093076" y="3006725"/>
              <a:ext cx="252413" cy="227013"/>
            </a:xfrm>
            <a:custGeom>
              <a:avLst/>
              <a:gdLst>
                <a:gd name="T0" fmla="*/ 72 w 80"/>
                <a:gd name="T1" fmla="*/ 8 h 72"/>
                <a:gd name="T2" fmla="*/ 51 w 80"/>
                <a:gd name="T3" fmla="*/ 8 h 72"/>
                <a:gd name="T4" fmla="*/ 40 w 80"/>
                <a:gd name="T5" fmla="*/ 0 h 72"/>
                <a:gd name="T6" fmla="*/ 29 w 80"/>
                <a:gd name="T7" fmla="*/ 8 h 72"/>
                <a:gd name="T8" fmla="*/ 8 w 80"/>
                <a:gd name="T9" fmla="*/ 8 h 72"/>
                <a:gd name="T10" fmla="*/ 0 w 80"/>
                <a:gd name="T11" fmla="*/ 16 h 72"/>
                <a:gd name="T12" fmla="*/ 0 w 80"/>
                <a:gd name="T13" fmla="*/ 64 h 72"/>
                <a:gd name="T14" fmla="*/ 8 w 80"/>
                <a:gd name="T15" fmla="*/ 72 h 72"/>
                <a:gd name="T16" fmla="*/ 72 w 80"/>
                <a:gd name="T17" fmla="*/ 72 h 72"/>
                <a:gd name="T18" fmla="*/ 80 w 80"/>
                <a:gd name="T19" fmla="*/ 64 h 72"/>
                <a:gd name="T20" fmla="*/ 80 w 80"/>
                <a:gd name="T21" fmla="*/ 16 h 72"/>
                <a:gd name="T22" fmla="*/ 72 w 80"/>
                <a:gd name="T23" fmla="*/ 8 h 72"/>
                <a:gd name="T24" fmla="*/ 24 w 80"/>
                <a:gd name="T25" fmla="*/ 24 h 72"/>
                <a:gd name="T26" fmla="*/ 32 w 80"/>
                <a:gd name="T27" fmla="*/ 32 h 72"/>
                <a:gd name="T28" fmla="*/ 24 w 80"/>
                <a:gd name="T29" fmla="*/ 40 h 72"/>
                <a:gd name="T30" fmla="*/ 16 w 80"/>
                <a:gd name="T31" fmla="*/ 32 h 72"/>
                <a:gd name="T32" fmla="*/ 24 w 80"/>
                <a:gd name="T33" fmla="*/ 24 h 72"/>
                <a:gd name="T34" fmla="*/ 12 w 80"/>
                <a:gd name="T35" fmla="*/ 56 h 72"/>
                <a:gd name="T36" fmla="*/ 24 w 80"/>
                <a:gd name="T37" fmla="*/ 44 h 72"/>
                <a:gd name="T38" fmla="*/ 36 w 80"/>
                <a:gd name="T39" fmla="*/ 56 h 72"/>
                <a:gd name="T40" fmla="*/ 12 w 80"/>
                <a:gd name="T41" fmla="*/ 56 h 72"/>
                <a:gd name="T42" fmla="*/ 40 w 80"/>
                <a:gd name="T43" fmla="*/ 16 h 72"/>
                <a:gd name="T44" fmla="*/ 36 w 80"/>
                <a:gd name="T45" fmla="*/ 12 h 72"/>
                <a:gd name="T46" fmla="*/ 40 w 80"/>
                <a:gd name="T47" fmla="*/ 8 h 72"/>
                <a:gd name="T48" fmla="*/ 44 w 80"/>
                <a:gd name="T49" fmla="*/ 12 h 72"/>
                <a:gd name="T50" fmla="*/ 40 w 80"/>
                <a:gd name="T51" fmla="*/ 16 h 72"/>
                <a:gd name="T52" fmla="*/ 68 w 80"/>
                <a:gd name="T53" fmla="*/ 56 h 72"/>
                <a:gd name="T54" fmla="*/ 44 w 80"/>
                <a:gd name="T55" fmla="*/ 56 h 72"/>
                <a:gd name="T56" fmla="*/ 44 w 80"/>
                <a:gd name="T57" fmla="*/ 48 h 72"/>
                <a:gd name="T58" fmla="*/ 68 w 80"/>
                <a:gd name="T59" fmla="*/ 48 h 72"/>
                <a:gd name="T60" fmla="*/ 68 w 80"/>
                <a:gd name="T61" fmla="*/ 56 h 72"/>
                <a:gd name="T62" fmla="*/ 68 w 80"/>
                <a:gd name="T63" fmla="*/ 40 h 72"/>
                <a:gd name="T64" fmla="*/ 44 w 80"/>
                <a:gd name="T65" fmla="*/ 40 h 72"/>
                <a:gd name="T66" fmla="*/ 44 w 80"/>
                <a:gd name="T67" fmla="*/ 32 h 72"/>
                <a:gd name="T68" fmla="*/ 68 w 80"/>
                <a:gd name="T69" fmla="*/ 32 h 72"/>
                <a:gd name="T70" fmla="*/ 68 w 80"/>
                <a:gd name="T71" fmla="*/ 4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0" h="72">
                  <a:moveTo>
                    <a:pt x="72" y="8"/>
                  </a:moveTo>
                  <a:cubicBezTo>
                    <a:pt x="51" y="8"/>
                    <a:pt x="51" y="8"/>
                    <a:pt x="51" y="8"/>
                  </a:cubicBezTo>
                  <a:cubicBezTo>
                    <a:pt x="50" y="3"/>
                    <a:pt x="45" y="0"/>
                    <a:pt x="40" y="0"/>
                  </a:cubicBezTo>
                  <a:cubicBezTo>
                    <a:pt x="35" y="0"/>
                    <a:pt x="30" y="3"/>
                    <a:pt x="29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4" y="8"/>
                    <a:pt x="0" y="12"/>
                    <a:pt x="0" y="1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4" y="72"/>
                    <a:pt x="8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6" y="72"/>
                    <a:pt x="80" y="68"/>
                    <a:pt x="80" y="64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80" y="12"/>
                    <a:pt x="76" y="8"/>
                    <a:pt x="72" y="8"/>
                  </a:cubicBezTo>
                  <a:close/>
                  <a:moveTo>
                    <a:pt x="24" y="24"/>
                  </a:moveTo>
                  <a:cubicBezTo>
                    <a:pt x="28" y="24"/>
                    <a:pt x="32" y="28"/>
                    <a:pt x="32" y="32"/>
                  </a:cubicBezTo>
                  <a:cubicBezTo>
                    <a:pt x="32" y="36"/>
                    <a:pt x="28" y="40"/>
                    <a:pt x="24" y="40"/>
                  </a:cubicBezTo>
                  <a:cubicBezTo>
                    <a:pt x="20" y="40"/>
                    <a:pt x="16" y="36"/>
                    <a:pt x="16" y="32"/>
                  </a:cubicBezTo>
                  <a:cubicBezTo>
                    <a:pt x="16" y="28"/>
                    <a:pt x="20" y="24"/>
                    <a:pt x="24" y="24"/>
                  </a:cubicBezTo>
                  <a:close/>
                  <a:moveTo>
                    <a:pt x="12" y="56"/>
                  </a:moveTo>
                  <a:cubicBezTo>
                    <a:pt x="12" y="49"/>
                    <a:pt x="17" y="44"/>
                    <a:pt x="24" y="44"/>
                  </a:cubicBezTo>
                  <a:cubicBezTo>
                    <a:pt x="31" y="44"/>
                    <a:pt x="36" y="49"/>
                    <a:pt x="36" y="56"/>
                  </a:cubicBezTo>
                  <a:lnTo>
                    <a:pt x="12" y="56"/>
                  </a:lnTo>
                  <a:close/>
                  <a:moveTo>
                    <a:pt x="40" y="16"/>
                  </a:moveTo>
                  <a:cubicBezTo>
                    <a:pt x="38" y="16"/>
                    <a:pt x="36" y="14"/>
                    <a:pt x="36" y="12"/>
                  </a:cubicBezTo>
                  <a:cubicBezTo>
                    <a:pt x="36" y="10"/>
                    <a:pt x="38" y="8"/>
                    <a:pt x="40" y="8"/>
                  </a:cubicBezTo>
                  <a:cubicBezTo>
                    <a:pt x="42" y="8"/>
                    <a:pt x="44" y="10"/>
                    <a:pt x="44" y="12"/>
                  </a:cubicBezTo>
                  <a:cubicBezTo>
                    <a:pt x="44" y="14"/>
                    <a:pt x="42" y="16"/>
                    <a:pt x="40" y="16"/>
                  </a:cubicBezTo>
                  <a:close/>
                  <a:moveTo>
                    <a:pt x="68" y="56"/>
                  </a:moveTo>
                  <a:cubicBezTo>
                    <a:pt x="44" y="56"/>
                    <a:pt x="44" y="56"/>
                    <a:pt x="44" y="56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68" y="48"/>
                    <a:pt x="68" y="48"/>
                    <a:pt x="68" y="48"/>
                  </a:cubicBezTo>
                  <a:lnTo>
                    <a:pt x="68" y="56"/>
                  </a:lnTo>
                  <a:close/>
                  <a:moveTo>
                    <a:pt x="68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68" y="32"/>
                    <a:pt x="68" y="32"/>
                    <a:pt x="68" y="32"/>
                  </a:cubicBezTo>
                  <a:lnTo>
                    <a:pt x="68" y="4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auto">
            <a:xfrm>
              <a:off x="3935413" y="3602038"/>
              <a:ext cx="76200" cy="76200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auto">
            <a:xfrm>
              <a:off x="3910013" y="3678238"/>
              <a:ext cx="125413" cy="176213"/>
            </a:xfrm>
            <a:custGeom>
              <a:avLst/>
              <a:gdLst>
                <a:gd name="T0" fmla="*/ 20 w 40"/>
                <a:gd name="T1" fmla="*/ 0 h 56"/>
                <a:gd name="T2" fmla="*/ 0 w 40"/>
                <a:gd name="T3" fmla="*/ 20 h 56"/>
                <a:gd name="T4" fmla="*/ 0 w 40"/>
                <a:gd name="T5" fmla="*/ 32 h 56"/>
                <a:gd name="T6" fmla="*/ 4 w 40"/>
                <a:gd name="T7" fmla="*/ 36 h 56"/>
                <a:gd name="T8" fmla="*/ 8 w 40"/>
                <a:gd name="T9" fmla="*/ 36 h 56"/>
                <a:gd name="T10" fmla="*/ 8 w 40"/>
                <a:gd name="T11" fmla="*/ 52 h 56"/>
                <a:gd name="T12" fmla="*/ 12 w 40"/>
                <a:gd name="T13" fmla="*/ 56 h 56"/>
                <a:gd name="T14" fmla="*/ 28 w 40"/>
                <a:gd name="T15" fmla="*/ 56 h 56"/>
                <a:gd name="T16" fmla="*/ 32 w 40"/>
                <a:gd name="T17" fmla="*/ 52 h 56"/>
                <a:gd name="T18" fmla="*/ 32 w 40"/>
                <a:gd name="T19" fmla="*/ 36 h 56"/>
                <a:gd name="T20" fmla="*/ 36 w 40"/>
                <a:gd name="T21" fmla="*/ 36 h 56"/>
                <a:gd name="T22" fmla="*/ 40 w 40"/>
                <a:gd name="T23" fmla="*/ 32 h 56"/>
                <a:gd name="T24" fmla="*/ 40 w 40"/>
                <a:gd name="T25" fmla="*/ 20 h 56"/>
                <a:gd name="T26" fmla="*/ 20 w 40"/>
                <a:gd name="T2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56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8" y="54"/>
                    <a:pt x="10" y="56"/>
                    <a:pt x="12" y="56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30" y="56"/>
                    <a:pt x="32" y="54"/>
                    <a:pt x="32" y="52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8" y="36"/>
                    <a:pt x="40" y="34"/>
                    <a:pt x="40" y="32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auto">
            <a:xfrm>
              <a:off x="8801101" y="2994025"/>
              <a:ext cx="176213" cy="177800"/>
            </a:xfrm>
            <a:custGeom>
              <a:avLst/>
              <a:gdLst>
                <a:gd name="T0" fmla="*/ 20 w 56"/>
                <a:gd name="T1" fmla="*/ 56 h 56"/>
                <a:gd name="T2" fmla="*/ 18 w 56"/>
                <a:gd name="T3" fmla="*/ 56 h 56"/>
                <a:gd name="T4" fmla="*/ 16 w 56"/>
                <a:gd name="T5" fmla="*/ 52 h 56"/>
                <a:gd name="T6" fmla="*/ 16 w 56"/>
                <a:gd name="T7" fmla="*/ 44 h 56"/>
                <a:gd name="T8" fmla="*/ 12 w 56"/>
                <a:gd name="T9" fmla="*/ 44 h 56"/>
                <a:gd name="T10" fmla="*/ 12 w 56"/>
                <a:gd name="T11" fmla="*/ 36 h 56"/>
                <a:gd name="T12" fmla="*/ 20 w 56"/>
                <a:gd name="T13" fmla="*/ 36 h 56"/>
                <a:gd name="T14" fmla="*/ 24 w 56"/>
                <a:gd name="T15" fmla="*/ 40 h 56"/>
                <a:gd name="T16" fmla="*/ 24 w 56"/>
                <a:gd name="T17" fmla="*/ 44 h 56"/>
                <a:gd name="T18" fmla="*/ 34 w 56"/>
                <a:gd name="T19" fmla="*/ 37 h 56"/>
                <a:gd name="T20" fmla="*/ 36 w 56"/>
                <a:gd name="T21" fmla="*/ 36 h 56"/>
                <a:gd name="T22" fmla="*/ 48 w 56"/>
                <a:gd name="T23" fmla="*/ 36 h 56"/>
                <a:gd name="T24" fmla="*/ 48 w 56"/>
                <a:gd name="T25" fmla="*/ 8 h 56"/>
                <a:gd name="T26" fmla="*/ 8 w 56"/>
                <a:gd name="T27" fmla="*/ 8 h 56"/>
                <a:gd name="T28" fmla="*/ 8 w 56"/>
                <a:gd name="T29" fmla="*/ 20 h 56"/>
                <a:gd name="T30" fmla="*/ 0 w 56"/>
                <a:gd name="T31" fmla="*/ 20 h 56"/>
                <a:gd name="T32" fmla="*/ 0 w 56"/>
                <a:gd name="T33" fmla="*/ 8 h 56"/>
                <a:gd name="T34" fmla="*/ 8 w 56"/>
                <a:gd name="T35" fmla="*/ 0 h 56"/>
                <a:gd name="T36" fmla="*/ 48 w 56"/>
                <a:gd name="T37" fmla="*/ 0 h 56"/>
                <a:gd name="T38" fmla="*/ 56 w 56"/>
                <a:gd name="T39" fmla="*/ 8 h 56"/>
                <a:gd name="T40" fmla="*/ 56 w 56"/>
                <a:gd name="T41" fmla="*/ 36 h 56"/>
                <a:gd name="T42" fmla="*/ 48 w 56"/>
                <a:gd name="T43" fmla="*/ 44 h 56"/>
                <a:gd name="T44" fmla="*/ 37 w 56"/>
                <a:gd name="T45" fmla="*/ 44 h 56"/>
                <a:gd name="T46" fmla="*/ 22 w 56"/>
                <a:gd name="T47" fmla="*/ 55 h 56"/>
                <a:gd name="T48" fmla="*/ 20 w 56"/>
                <a:gd name="T49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6" h="56">
                  <a:moveTo>
                    <a:pt x="20" y="56"/>
                  </a:moveTo>
                  <a:cubicBezTo>
                    <a:pt x="19" y="56"/>
                    <a:pt x="19" y="56"/>
                    <a:pt x="18" y="56"/>
                  </a:cubicBezTo>
                  <a:cubicBezTo>
                    <a:pt x="17" y="55"/>
                    <a:pt x="16" y="54"/>
                    <a:pt x="16" y="52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2" y="36"/>
                    <a:pt x="24" y="38"/>
                    <a:pt x="24" y="40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6"/>
                    <a:pt x="35" y="36"/>
                    <a:pt x="36" y="36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2" y="0"/>
                    <a:pt x="56" y="4"/>
                    <a:pt x="56" y="8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40"/>
                    <a:pt x="52" y="44"/>
                    <a:pt x="48" y="44"/>
                  </a:cubicBezTo>
                  <a:cubicBezTo>
                    <a:pt x="37" y="44"/>
                    <a:pt x="37" y="44"/>
                    <a:pt x="37" y="44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22" y="56"/>
                    <a:pt x="21" y="56"/>
                    <a:pt x="20" y="56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9" name="Oval 67"/>
            <p:cNvSpPr>
              <a:spLocks noChangeArrowheads="1"/>
            </p:cNvSpPr>
            <p:nvPr/>
          </p:nvSpPr>
          <p:spPr bwMode="auto">
            <a:xfrm>
              <a:off x="8724901" y="3070225"/>
              <a:ext cx="101600" cy="101600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auto">
            <a:xfrm>
              <a:off x="8674101" y="3184525"/>
              <a:ext cx="201613" cy="87313"/>
            </a:xfrm>
            <a:custGeom>
              <a:avLst/>
              <a:gdLst>
                <a:gd name="T0" fmla="*/ 32 w 64"/>
                <a:gd name="T1" fmla="*/ 0 h 28"/>
                <a:gd name="T2" fmla="*/ 0 w 64"/>
                <a:gd name="T3" fmla="*/ 24 h 28"/>
                <a:gd name="T4" fmla="*/ 0 w 64"/>
                <a:gd name="T5" fmla="*/ 28 h 28"/>
                <a:gd name="T6" fmla="*/ 64 w 64"/>
                <a:gd name="T7" fmla="*/ 28 h 28"/>
                <a:gd name="T8" fmla="*/ 64 w 64"/>
                <a:gd name="T9" fmla="*/ 24 h 28"/>
                <a:gd name="T10" fmla="*/ 32 w 64"/>
                <a:gd name="T1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8">
                  <a:moveTo>
                    <a:pt x="32" y="0"/>
                  </a:moveTo>
                  <a:cubicBezTo>
                    <a:pt x="13" y="0"/>
                    <a:pt x="0" y="10"/>
                    <a:pt x="0" y="2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10"/>
                    <a:pt x="51" y="0"/>
                    <a:pt x="32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1" name="Freeform 69"/>
            <p:cNvSpPr>
              <a:spLocks noEditPoints="1"/>
            </p:cNvSpPr>
            <p:nvPr/>
          </p:nvSpPr>
          <p:spPr bwMode="auto">
            <a:xfrm>
              <a:off x="5059363" y="3602038"/>
              <a:ext cx="255588" cy="252413"/>
            </a:xfrm>
            <a:custGeom>
              <a:avLst/>
              <a:gdLst>
                <a:gd name="T0" fmla="*/ 78 w 81"/>
                <a:gd name="T1" fmla="*/ 66 h 80"/>
                <a:gd name="T2" fmla="*/ 60 w 81"/>
                <a:gd name="T3" fmla="*/ 48 h 80"/>
                <a:gd name="T4" fmla="*/ 64 w 81"/>
                <a:gd name="T5" fmla="*/ 32 h 80"/>
                <a:gd name="T6" fmla="*/ 55 w 81"/>
                <a:gd name="T7" fmla="*/ 9 h 80"/>
                <a:gd name="T8" fmla="*/ 32 w 81"/>
                <a:gd name="T9" fmla="*/ 0 h 80"/>
                <a:gd name="T10" fmla="*/ 9 w 81"/>
                <a:gd name="T11" fmla="*/ 9 h 80"/>
                <a:gd name="T12" fmla="*/ 0 w 81"/>
                <a:gd name="T13" fmla="*/ 32 h 80"/>
                <a:gd name="T14" fmla="*/ 9 w 81"/>
                <a:gd name="T15" fmla="*/ 55 h 80"/>
                <a:gd name="T16" fmla="*/ 32 w 81"/>
                <a:gd name="T17" fmla="*/ 64 h 80"/>
                <a:gd name="T18" fmla="*/ 48 w 81"/>
                <a:gd name="T19" fmla="*/ 60 h 80"/>
                <a:gd name="T20" fmla="*/ 66 w 81"/>
                <a:gd name="T21" fmla="*/ 78 h 80"/>
                <a:gd name="T22" fmla="*/ 72 w 81"/>
                <a:gd name="T23" fmla="*/ 80 h 80"/>
                <a:gd name="T24" fmla="*/ 78 w 81"/>
                <a:gd name="T25" fmla="*/ 78 h 80"/>
                <a:gd name="T26" fmla="*/ 78 w 81"/>
                <a:gd name="T27" fmla="*/ 66 h 80"/>
                <a:gd name="T28" fmla="*/ 32 w 81"/>
                <a:gd name="T29" fmla="*/ 16 h 80"/>
                <a:gd name="T30" fmla="*/ 40 w 81"/>
                <a:gd name="T31" fmla="*/ 24 h 80"/>
                <a:gd name="T32" fmla="*/ 32 w 81"/>
                <a:gd name="T33" fmla="*/ 32 h 80"/>
                <a:gd name="T34" fmla="*/ 24 w 81"/>
                <a:gd name="T35" fmla="*/ 24 h 80"/>
                <a:gd name="T36" fmla="*/ 32 w 81"/>
                <a:gd name="T37" fmla="*/ 16 h 80"/>
                <a:gd name="T38" fmla="*/ 20 w 81"/>
                <a:gd name="T39" fmla="*/ 48 h 80"/>
                <a:gd name="T40" fmla="*/ 32 w 81"/>
                <a:gd name="T41" fmla="*/ 36 h 80"/>
                <a:gd name="T42" fmla="*/ 44 w 81"/>
                <a:gd name="T43" fmla="*/ 48 h 80"/>
                <a:gd name="T44" fmla="*/ 20 w 81"/>
                <a:gd name="T45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1" h="80">
                  <a:moveTo>
                    <a:pt x="78" y="66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62" y="43"/>
                    <a:pt x="64" y="38"/>
                    <a:pt x="64" y="32"/>
                  </a:cubicBezTo>
                  <a:cubicBezTo>
                    <a:pt x="64" y="23"/>
                    <a:pt x="61" y="15"/>
                    <a:pt x="55" y="9"/>
                  </a:cubicBezTo>
                  <a:cubicBezTo>
                    <a:pt x="49" y="3"/>
                    <a:pt x="41" y="0"/>
                    <a:pt x="32" y="0"/>
                  </a:cubicBezTo>
                  <a:cubicBezTo>
                    <a:pt x="23" y="0"/>
                    <a:pt x="15" y="3"/>
                    <a:pt x="9" y="9"/>
                  </a:cubicBezTo>
                  <a:cubicBezTo>
                    <a:pt x="3" y="15"/>
                    <a:pt x="0" y="23"/>
                    <a:pt x="0" y="32"/>
                  </a:cubicBezTo>
                  <a:cubicBezTo>
                    <a:pt x="0" y="41"/>
                    <a:pt x="3" y="49"/>
                    <a:pt x="9" y="55"/>
                  </a:cubicBezTo>
                  <a:cubicBezTo>
                    <a:pt x="15" y="61"/>
                    <a:pt x="23" y="64"/>
                    <a:pt x="32" y="64"/>
                  </a:cubicBezTo>
                  <a:cubicBezTo>
                    <a:pt x="38" y="64"/>
                    <a:pt x="43" y="62"/>
                    <a:pt x="48" y="60"/>
                  </a:cubicBezTo>
                  <a:cubicBezTo>
                    <a:pt x="66" y="78"/>
                    <a:pt x="66" y="78"/>
                    <a:pt x="66" y="78"/>
                  </a:cubicBezTo>
                  <a:cubicBezTo>
                    <a:pt x="68" y="79"/>
                    <a:pt x="70" y="80"/>
                    <a:pt x="72" y="80"/>
                  </a:cubicBezTo>
                  <a:cubicBezTo>
                    <a:pt x="74" y="80"/>
                    <a:pt x="76" y="79"/>
                    <a:pt x="78" y="78"/>
                  </a:cubicBezTo>
                  <a:cubicBezTo>
                    <a:pt x="81" y="75"/>
                    <a:pt x="81" y="69"/>
                    <a:pt x="78" y="66"/>
                  </a:cubicBezTo>
                  <a:close/>
                  <a:moveTo>
                    <a:pt x="32" y="16"/>
                  </a:moveTo>
                  <a:cubicBezTo>
                    <a:pt x="36" y="16"/>
                    <a:pt x="40" y="20"/>
                    <a:pt x="40" y="24"/>
                  </a:cubicBezTo>
                  <a:cubicBezTo>
                    <a:pt x="40" y="28"/>
                    <a:pt x="36" y="32"/>
                    <a:pt x="32" y="32"/>
                  </a:cubicBezTo>
                  <a:cubicBezTo>
                    <a:pt x="27" y="32"/>
                    <a:pt x="24" y="28"/>
                    <a:pt x="24" y="24"/>
                  </a:cubicBezTo>
                  <a:cubicBezTo>
                    <a:pt x="24" y="20"/>
                    <a:pt x="27" y="16"/>
                    <a:pt x="32" y="16"/>
                  </a:cubicBezTo>
                  <a:close/>
                  <a:moveTo>
                    <a:pt x="20" y="48"/>
                  </a:moveTo>
                  <a:cubicBezTo>
                    <a:pt x="20" y="41"/>
                    <a:pt x="24" y="36"/>
                    <a:pt x="32" y="36"/>
                  </a:cubicBezTo>
                  <a:cubicBezTo>
                    <a:pt x="39" y="36"/>
                    <a:pt x="44" y="41"/>
                    <a:pt x="44" y="48"/>
                  </a:cubicBezTo>
                  <a:lnTo>
                    <a:pt x="20" y="4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2" name="Oval 70"/>
            <p:cNvSpPr>
              <a:spLocks noChangeArrowheads="1"/>
            </p:cNvSpPr>
            <p:nvPr/>
          </p:nvSpPr>
          <p:spPr bwMode="auto">
            <a:xfrm>
              <a:off x="3328988" y="3614738"/>
              <a:ext cx="74613" cy="76200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auto">
            <a:xfrm>
              <a:off x="3303588" y="3690938"/>
              <a:ext cx="125413" cy="163513"/>
            </a:xfrm>
            <a:custGeom>
              <a:avLst/>
              <a:gdLst>
                <a:gd name="T0" fmla="*/ 40 w 40"/>
                <a:gd name="T1" fmla="*/ 35 h 52"/>
                <a:gd name="T2" fmla="*/ 34 w 40"/>
                <a:gd name="T3" fmla="*/ 11 h 52"/>
                <a:gd name="T4" fmla="*/ 20 w 40"/>
                <a:gd name="T5" fmla="*/ 0 h 52"/>
                <a:gd name="T6" fmla="*/ 6 w 40"/>
                <a:gd name="T7" fmla="*/ 11 h 52"/>
                <a:gd name="T8" fmla="*/ 0 w 40"/>
                <a:gd name="T9" fmla="*/ 35 h 52"/>
                <a:gd name="T10" fmla="*/ 1 w 40"/>
                <a:gd name="T11" fmla="*/ 38 h 52"/>
                <a:gd name="T12" fmla="*/ 4 w 40"/>
                <a:gd name="T13" fmla="*/ 40 h 52"/>
                <a:gd name="T14" fmla="*/ 9 w 40"/>
                <a:gd name="T15" fmla="*/ 40 h 52"/>
                <a:gd name="T16" fmla="*/ 12 w 40"/>
                <a:gd name="T17" fmla="*/ 49 h 52"/>
                <a:gd name="T18" fmla="*/ 16 w 40"/>
                <a:gd name="T19" fmla="*/ 52 h 52"/>
                <a:gd name="T20" fmla="*/ 24 w 40"/>
                <a:gd name="T21" fmla="*/ 52 h 52"/>
                <a:gd name="T22" fmla="*/ 28 w 40"/>
                <a:gd name="T23" fmla="*/ 49 h 52"/>
                <a:gd name="T24" fmla="*/ 31 w 40"/>
                <a:gd name="T25" fmla="*/ 40 h 52"/>
                <a:gd name="T26" fmla="*/ 36 w 40"/>
                <a:gd name="T27" fmla="*/ 40 h 52"/>
                <a:gd name="T28" fmla="*/ 39 w 40"/>
                <a:gd name="T29" fmla="*/ 38 h 52"/>
                <a:gd name="T30" fmla="*/ 40 w 40"/>
                <a:gd name="T31" fmla="*/ 3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" h="52">
                  <a:moveTo>
                    <a:pt x="40" y="35"/>
                  </a:moveTo>
                  <a:cubicBezTo>
                    <a:pt x="34" y="11"/>
                    <a:pt x="34" y="11"/>
                    <a:pt x="34" y="11"/>
                  </a:cubicBezTo>
                  <a:cubicBezTo>
                    <a:pt x="33" y="5"/>
                    <a:pt x="27" y="0"/>
                    <a:pt x="20" y="0"/>
                  </a:cubicBezTo>
                  <a:cubicBezTo>
                    <a:pt x="13" y="0"/>
                    <a:pt x="7" y="5"/>
                    <a:pt x="6" y="11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6"/>
                    <a:pt x="0" y="37"/>
                    <a:pt x="1" y="38"/>
                  </a:cubicBezTo>
                  <a:cubicBezTo>
                    <a:pt x="2" y="39"/>
                    <a:pt x="3" y="40"/>
                    <a:pt x="4" y="40"/>
                  </a:cubicBezTo>
                  <a:cubicBezTo>
                    <a:pt x="4" y="40"/>
                    <a:pt x="7" y="40"/>
                    <a:pt x="9" y="40"/>
                  </a:cubicBezTo>
                  <a:cubicBezTo>
                    <a:pt x="10" y="42"/>
                    <a:pt x="11" y="46"/>
                    <a:pt x="12" y="49"/>
                  </a:cubicBezTo>
                  <a:cubicBezTo>
                    <a:pt x="13" y="51"/>
                    <a:pt x="14" y="52"/>
                    <a:pt x="16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6" y="52"/>
                    <a:pt x="27" y="51"/>
                    <a:pt x="28" y="49"/>
                  </a:cubicBezTo>
                  <a:cubicBezTo>
                    <a:pt x="29" y="46"/>
                    <a:pt x="30" y="42"/>
                    <a:pt x="31" y="40"/>
                  </a:cubicBezTo>
                  <a:cubicBezTo>
                    <a:pt x="33" y="40"/>
                    <a:pt x="36" y="40"/>
                    <a:pt x="36" y="40"/>
                  </a:cubicBezTo>
                  <a:cubicBezTo>
                    <a:pt x="37" y="40"/>
                    <a:pt x="38" y="39"/>
                    <a:pt x="39" y="38"/>
                  </a:cubicBezTo>
                  <a:cubicBezTo>
                    <a:pt x="40" y="37"/>
                    <a:pt x="40" y="36"/>
                    <a:pt x="40" y="35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4" name="Oval 72"/>
            <p:cNvSpPr>
              <a:spLocks noChangeArrowheads="1"/>
            </p:cNvSpPr>
            <p:nvPr/>
          </p:nvSpPr>
          <p:spPr bwMode="auto">
            <a:xfrm>
              <a:off x="5691188" y="3678238"/>
              <a:ext cx="101600" cy="100013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5" name="Freeform 73"/>
            <p:cNvSpPr>
              <a:spLocks/>
            </p:cNvSpPr>
            <p:nvPr/>
          </p:nvSpPr>
          <p:spPr bwMode="auto">
            <a:xfrm>
              <a:off x="5640388" y="3790950"/>
              <a:ext cx="203200" cy="88900"/>
            </a:xfrm>
            <a:custGeom>
              <a:avLst/>
              <a:gdLst>
                <a:gd name="T0" fmla="*/ 32 w 64"/>
                <a:gd name="T1" fmla="*/ 0 h 28"/>
                <a:gd name="T2" fmla="*/ 0 w 64"/>
                <a:gd name="T3" fmla="*/ 24 h 28"/>
                <a:gd name="T4" fmla="*/ 0 w 64"/>
                <a:gd name="T5" fmla="*/ 28 h 28"/>
                <a:gd name="T6" fmla="*/ 64 w 64"/>
                <a:gd name="T7" fmla="*/ 28 h 28"/>
                <a:gd name="T8" fmla="*/ 64 w 64"/>
                <a:gd name="T9" fmla="*/ 24 h 28"/>
                <a:gd name="T10" fmla="*/ 32 w 64"/>
                <a:gd name="T1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8">
                  <a:moveTo>
                    <a:pt x="32" y="0"/>
                  </a:moveTo>
                  <a:cubicBezTo>
                    <a:pt x="13" y="0"/>
                    <a:pt x="0" y="10"/>
                    <a:pt x="0" y="2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10"/>
                    <a:pt x="51" y="0"/>
                    <a:pt x="32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auto">
            <a:xfrm>
              <a:off x="5818188" y="3627438"/>
              <a:ext cx="101600" cy="101600"/>
            </a:xfrm>
            <a:custGeom>
              <a:avLst/>
              <a:gdLst>
                <a:gd name="T0" fmla="*/ 64 w 64"/>
                <a:gd name="T1" fmla="*/ 24 h 64"/>
                <a:gd name="T2" fmla="*/ 40 w 64"/>
                <a:gd name="T3" fmla="*/ 24 h 64"/>
                <a:gd name="T4" fmla="*/ 40 w 64"/>
                <a:gd name="T5" fmla="*/ 0 h 64"/>
                <a:gd name="T6" fmla="*/ 24 w 64"/>
                <a:gd name="T7" fmla="*/ 0 h 64"/>
                <a:gd name="T8" fmla="*/ 24 w 64"/>
                <a:gd name="T9" fmla="*/ 24 h 64"/>
                <a:gd name="T10" fmla="*/ 0 w 64"/>
                <a:gd name="T11" fmla="*/ 24 h 64"/>
                <a:gd name="T12" fmla="*/ 0 w 64"/>
                <a:gd name="T13" fmla="*/ 40 h 64"/>
                <a:gd name="T14" fmla="*/ 24 w 64"/>
                <a:gd name="T15" fmla="*/ 40 h 64"/>
                <a:gd name="T16" fmla="*/ 24 w 64"/>
                <a:gd name="T17" fmla="*/ 64 h 64"/>
                <a:gd name="T18" fmla="*/ 40 w 64"/>
                <a:gd name="T19" fmla="*/ 64 h 64"/>
                <a:gd name="T20" fmla="*/ 40 w 64"/>
                <a:gd name="T21" fmla="*/ 40 h 64"/>
                <a:gd name="T22" fmla="*/ 64 w 64"/>
                <a:gd name="T23" fmla="*/ 40 h 64"/>
                <a:gd name="T24" fmla="*/ 64 w 64"/>
                <a:gd name="T25" fmla="*/ 2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4">
                  <a:moveTo>
                    <a:pt x="64" y="24"/>
                  </a:moveTo>
                  <a:lnTo>
                    <a:pt x="40" y="24"/>
                  </a:lnTo>
                  <a:lnTo>
                    <a:pt x="40" y="0"/>
                  </a:lnTo>
                  <a:lnTo>
                    <a:pt x="24" y="0"/>
                  </a:lnTo>
                  <a:lnTo>
                    <a:pt x="24" y="24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24" y="40"/>
                  </a:lnTo>
                  <a:lnTo>
                    <a:pt x="24" y="64"/>
                  </a:lnTo>
                  <a:lnTo>
                    <a:pt x="40" y="64"/>
                  </a:lnTo>
                  <a:lnTo>
                    <a:pt x="40" y="40"/>
                  </a:lnTo>
                  <a:lnTo>
                    <a:pt x="64" y="40"/>
                  </a:lnTo>
                  <a:lnTo>
                    <a:pt x="64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7" name="Oval 75"/>
            <p:cNvSpPr>
              <a:spLocks noChangeArrowheads="1"/>
            </p:cNvSpPr>
            <p:nvPr/>
          </p:nvSpPr>
          <p:spPr bwMode="auto">
            <a:xfrm>
              <a:off x="6297613" y="3678238"/>
              <a:ext cx="101600" cy="100013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8" name="Freeform 76"/>
            <p:cNvSpPr>
              <a:spLocks/>
            </p:cNvSpPr>
            <p:nvPr/>
          </p:nvSpPr>
          <p:spPr bwMode="auto">
            <a:xfrm>
              <a:off x="6248401" y="3790950"/>
              <a:ext cx="201613" cy="88900"/>
            </a:xfrm>
            <a:custGeom>
              <a:avLst/>
              <a:gdLst>
                <a:gd name="T0" fmla="*/ 32 w 64"/>
                <a:gd name="T1" fmla="*/ 0 h 28"/>
                <a:gd name="T2" fmla="*/ 0 w 64"/>
                <a:gd name="T3" fmla="*/ 24 h 28"/>
                <a:gd name="T4" fmla="*/ 0 w 64"/>
                <a:gd name="T5" fmla="*/ 28 h 28"/>
                <a:gd name="T6" fmla="*/ 64 w 64"/>
                <a:gd name="T7" fmla="*/ 28 h 28"/>
                <a:gd name="T8" fmla="*/ 64 w 64"/>
                <a:gd name="T9" fmla="*/ 24 h 28"/>
                <a:gd name="T10" fmla="*/ 32 w 64"/>
                <a:gd name="T1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8">
                  <a:moveTo>
                    <a:pt x="32" y="0"/>
                  </a:moveTo>
                  <a:cubicBezTo>
                    <a:pt x="13" y="0"/>
                    <a:pt x="0" y="10"/>
                    <a:pt x="0" y="2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10"/>
                    <a:pt x="51" y="0"/>
                    <a:pt x="32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6437313" y="3665538"/>
              <a:ext cx="76200" cy="254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0" name="Oval 78"/>
            <p:cNvSpPr>
              <a:spLocks noChangeArrowheads="1"/>
            </p:cNvSpPr>
            <p:nvPr/>
          </p:nvSpPr>
          <p:spPr bwMode="auto">
            <a:xfrm>
              <a:off x="6905626" y="3678238"/>
              <a:ext cx="100013" cy="100013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auto">
            <a:xfrm>
              <a:off x="6854826" y="3790950"/>
              <a:ext cx="201613" cy="88900"/>
            </a:xfrm>
            <a:custGeom>
              <a:avLst/>
              <a:gdLst>
                <a:gd name="T0" fmla="*/ 32 w 64"/>
                <a:gd name="T1" fmla="*/ 0 h 28"/>
                <a:gd name="T2" fmla="*/ 0 w 64"/>
                <a:gd name="T3" fmla="*/ 24 h 28"/>
                <a:gd name="T4" fmla="*/ 0 w 64"/>
                <a:gd name="T5" fmla="*/ 28 h 28"/>
                <a:gd name="T6" fmla="*/ 64 w 64"/>
                <a:gd name="T7" fmla="*/ 28 h 28"/>
                <a:gd name="T8" fmla="*/ 64 w 64"/>
                <a:gd name="T9" fmla="*/ 24 h 28"/>
                <a:gd name="T10" fmla="*/ 32 w 64"/>
                <a:gd name="T1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28">
                  <a:moveTo>
                    <a:pt x="32" y="0"/>
                  </a:moveTo>
                  <a:cubicBezTo>
                    <a:pt x="13" y="0"/>
                    <a:pt x="0" y="10"/>
                    <a:pt x="0" y="24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10"/>
                    <a:pt x="51" y="0"/>
                    <a:pt x="32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auto">
            <a:xfrm>
              <a:off x="7021513" y="3643313"/>
              <a:ext cx="120650" cy="92075"/>
            </a:xfrm>
            <a:custGeom>
              <a:avLst/>
              <a:gdLst>
                <a:gd name="T0" fmla="*/ 30 w 76"/>
                <a:gd name="T1" fmla="*/ 58 h 58"/>
                <a:gd name="T2" fmla="*/ 0 w 76"/>
                <a:gd name="T3" fmla="*/ 28 h 58"/>
                <a:gd name="T4" fmla="*/ 12 w 76"/>
                <a:gd name="T5" fmla="*/ 16 h 58"/>
                <a:gd name="T6" fmla="*/ 30 w 76"/>
                <a:gd name="T7" fmla="*/ 34 h 58"/>
                <a:gd name="T8" fmla="*/ 64 w 76"/>
                <a:gd name="T9" fmla="*/ 0 h 58"/>
                <a:gd name="T10" fmla="*/ 76 w 76"/>
                <a:gd name="T11" fmla="*/ 12 h 58"/>
                <a:gd name="T12" fmla="*/ 30 w 76"/>
                <a:gd name="T13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58">
                  <a:moveTo>
                    <a:pt x="30" y="58"/>
                  </a:moveTo>
                  <a:lnTo>
                    <a:pt x="0" y="28"/>
                  </a:lnTo>
                  <a:lnTo>
                    <a:pt x="12" y="16"/>
                  </a:lnTo>
                  <a:lnTo>
                    <a:pt x="30" y="34"/>
                  </a:lnTo>
                  <a:lnTo>
                    <a:pt x="64" y="0"/>
                  </a:lnTo>
                  <a:lnTo>
                    <a:pt x="76" y="12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3" name="Freeform 81"/>
            <p:cNvSpPr>
              <a:spLocks/>
            </p:cNvSpPr>
            <p:nvPr/>
          </p:nvSpPr>
          <p:spPr bwMode="auto">
            <a:xfrm>
              <a:off x="7512051" y="3778250"/>
              <a:ext cx="201613" cy="101600"/>
            </a:xfrm>
            <a:custGeom>
              <a:avLst/>
              <a:gdLst>
                <a:gd name="T0" fmla="*/ 32 w 64"/>
                <a:gd name="T1" fmla="*/ 0 h 32"/>
                <a:gd name="T2" fmla="*/ 0 w 64"/>
                <a:gd name="T3" fmla="*/ 24 h 32"/>
                <a:gd name="T4" fmla="*/ 0 w 64"/>
                <a:gd name="T5" fmla="*/ 32 h 32"/>
                <a:gd name="T6" fmla="*/ 64 w 64"/>
                <a:gd name="T7" fmla="*/ 32 h 32"/>
                <a:gd name="T8" fmla="*/ 64 w 64"/>
                <a:gd name="T9" fmla="*/ 24 h 32"/>
                <a:gd name="T10" fmla="*/ 32 w 64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4" h="32">
                  <a:moveTo>
                    <a:pt x="32" y="0"/>
                  </a:moveTo>
                  <a:cubicBezTo>
                    <a:pt x="13" y="0"/>
                    <a:pt x="0" y="10"/>
                    <a:pt x="0" y="2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10"/>
                    <a:pt x="51" y="0"/>
                    <a:pt x="32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auto">
            <a:xfrm>
              <a:off x="7637463" y="3665538"/>
              <a:ext cx="88900" cy="100013"/>
            </a:xfrm>
            <a:custGeom>
              <a:avLst/>
              <a:gdLst>
                <a:gd name="T0" fmla="*/ 20 w 28"/>
                <a:gd name="T1" fmla="*/ 0 h 32"/>
                <a:gd name="T2" fmla="*/ 20 w 28"/>
                <a:gd name="T3" fmla="*/ 8 h 32"/>
                <a:gd name="T4" fmla="*/ 12 w 28"/>
                <a:gd name="T5" fmla="*/ 22 h 32"/>
                <a:gd name="T6" fmla="*/ 12 w 28"/>
                <a:gd name="T7" fmla="*/ 16 h 32"/>
                <a:gd name="T8" fmla="*/ 0 w 28"/>
                <a:gd name="T9" fmla="*/ 16 h 32"/>
                <a:gd name="T10" fmla="*/ 0 w 28"/>
                <a:gd name="T11" fmla="*/ 32 h 32"/>
                <a:gd name="T12" fmla="*/ 4 w 28"/>
                <a:gd name="T13" fmla="*/ 32 h 32"/>
                <a:gd name="T14" fmla="*/ 28 w 28"/>
                <a:gd name="T15" fmla="*/ 8 h 32"/>
                <a:gd name="T16" fmla="*/ 28 w 28"/>
                <a:gd name="T17" fmla="*/ 0 h 32"/>
                <a:gd name="T18" fmla="*/ 20 w 28"/>
                <a:gd name="T1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20" y="0"/>
                  </a:moveTo>
                  <a:cubicBezTo>
                    <a:pt x="20" y="8"/>
                    <a:pt x="20" y="8"/>
                    <a:pt x="20" y="8"/>
                  </a:cubicBezTo>
                  <a:cubicBezTo>
                    <a:pt x="20" y="14"/>
                    <a:pt x="17" y="19"/>
                    <a:pt x="12" y="22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17" y="32"/>
                    <a:pt x="28" y="21"/>
                    <a:pt x="28" y="8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auto">
            <a:xfrm>
              <a:off x="7550151" y="3627438"/>
              <a:ext cx="125413" cy="125413"/>
            </a:xfrm>
            <a:custGeom>
              <a:avLst/>
              <a:gdLst>
                <a:gd name="T0" fmla="*/ 20 w 40"/>
                <a:gd name="T1" fmla="*/ 0 h 40"/>
                <a:gd name="T2" fmla="*/ 0 w 40"/>
                <a:gd name="T3" fmla="*/ 20 h 40"/>
                <a:gd name="T4" fmla="*/ 20 w 40"/>
                <a:gd name="T5" fmla="*/ 40 h 40"/>
                <a:gd name="T6" fmla="*/ 20 w 40"/>
                <a:gd name="T7" fmla="*/ 32 h 40"/>
                <a:gd name="T8" fmla="*/ 8 w 40"/>
                <a:gd name="T9" fmla="*/ 20 h 40"/>
                <a:gd name="T10" fmla="*/ 9 w 40"/>
                <a:gd name="T11" fmla="*/ 14 h 40"/>
                <a:gd name="T12" fmla="*/ 29 w 40"/>
                <a:gd name="T13" fmla="*/ 20 h 40"/>
                <a:gd name="T14" fmla="*/ 32 w 40"/>
                <a:gd name="T15" fmla="*/ 20 h 40"/>
                <a:gd name="T16" fmla="*/ 32 w 40"/>
                <a:gd name="T17" fmla="*/ 20 h 40"/>
                <a:gd name="T18" fmla="*/ 40 w 40"/>
                <a:gd name="T19" fmla="*/ 20 h 40"/>
                <a:gd name="T20" fmla="*/ 20 w 40"/>
                <a:gd name="T2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0">
                  <a:moveTo>
                    <a:pt x="20" y="0"/>
                  </a:move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3" y="32"/>
                    <a:pt x="8" y="27"/>
                    <a:pt x="8" y="20"/>
                  </a:cubicBezTo>
                  <a:cubicBezTo>
                    <a:pt x="8" y="18"/>
                    <a:pt x="9" y="16"/>
                    <a:pt x="9" y="14"/>
                  </a:cubicBezTo>
                  <a:cubicBezTo>
                    <a:pt x="15" y="17"/>
                    <a:pt x="22" y="19"/>
                    <a:pt x="29" y="20"/>
                  </a:cubicBezTo>
                  <a:cubicBezTo>
                    <a:pt x="30" y="20"/>
                    <a:pt x="31" y="20"/>
                    <a:pt x="32" y="20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9"/>
                    <a:pt x="31" y="0"/>
                    <a:pt x="20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6" name="Freeform 84"/>
            <p:cNvSpPr>
              <a:spLocks noEditPoints="1"/>
            </p:cNvSpPr>
            <p:nvPr/>
          </p:nvSpPr>
          <p:spPr bwMode="auto">
            <a:xfrm>
              <a:off x="8156576" y="3614738"/>
              <a:ext cx="125413" cy="150813"/>
            </a:xfrm>
            <a:custGeom>
              <a:avLst/>
              <a:gdLst>
                <a:gd name="T0" fmla="*/ 28 w 40"/>
                <a:gd name="T1" fmla="*/ 8 h 48"/>
                <a:gd name="T2" fmla="*/ 20 w 40"/>
                <a:gd name="T3" fmla="*/ 0 h 48"/>
                <a:gd name="T4" fmla="*/ 12 w 40"/>
                <a:gd name="T5" fmla="*/ 8 h 48"/>
                <a:gd name="T6" fmla="*/ 0 w 40"/>
                <a:gd name="T7" fmla="*/ 0 h 48"/>
                <a:gd name="T8" fmla="*/ 0 w 40"/>
                <a:gd name="T9" fmla="*/ 28 h 48"/>
                <a:gd name="T10" fmla="*/ 20 w 40"/>
                <a:gd name="T11" fmla="*/ 48 h 48"/>
                <a:gd name="T12" fmla="*/ 40 w 40"/>
                <a:gd name="T13" fmla="*/ 28 h 48"/>
                <a:gd name="T14" fmla="*/ 40 w 40"/>
                <a:gd name="T15" fmla="*/ 0 h 48"/>
                <a:gd name="T16" fmla="*/ 28 w 40"/>
                <a:gd name="T17" fmla="*/ 8 h 48"/>
                <a:gd name="T18" fmla="*/ 20 w 40"/>
                <a:gd name="T19" fmla="*/ 40 h 48"/>
                <a:gd name="T20" fmla="*/ 8 w 40"/>
                <a:gd name="T21" fmla="*/ 28 h 48"/>
                <a:gd name="T22" fmla="*/ 32 w 40"/>
                <a:gd name="T23" fmla="*/ 28 h 48"/>
                <a:gd name="T24" fmla="*/ 20 w 40"/>
                <a:gd name="T25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48">
                  <a:moveTo>
                    <a:pt x="28" y="8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39"/>
                    <a:pt x="9" y="48"/>
                    <a:pt x="20" y="48"/>
                  </a:cubicBezTo>
                  <a:cubicBezTo>
                    <a:pt x="31" y="48"/>
                    <a:pt x="40" y="39"/>
                    <a:pt x="40" y="28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28" y="8"/>
                  </a:lnTo>
                  <a:close/>
                  <a:moveTo>
                    <a:pt x="20" y="40"/>
                  </a:moveTo>
                  <a:cubicBezTo>
                    <a:pt x="13" y="40"/>
                    <a:pt x="8" y="35"/>
                    <a:pt x="8" y="28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2" y="35"/>
                    <a:pt x="27" y="40"/>
                    <a:pt x="20" y="4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auto">
            <a:xfrm>
              <a:off x="8175626" y="3778250"/>
              <a:ext cx="87313" cy="50800"/>
            </a:xfrm>
            <a:custGeom>
              <a:avLst/>
              <a:gdLst>
                <a:gd name="T0" fmla="*/ 14 w 28"/>
                <a:gd name="T1" fmla="*/ 16 h 16"/>
                <a:gd name="T2" fmla="*/ 28 w 28"/>
                <a:gd name="T3" fmla="*/ 2 h 16"/>
                <a:gd name="T4" fmla="*/ 14 w 28"/>
                <a:gd name="T5" fmla="*/ 0 h 16"/>
                <a:gd name="T6" fmla="*/ 0 w 28"/>
                <a:gd name="T7" fmla="*/ 2 h 16"/>
                <a:gd name="T8" fmla="*/ 14 w 28"/>
                <a:gd name="T9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6">
                  <a:moveTo>
                    <a:pt x="14" y="16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24" y="1"/>
                    <a:pt x="19" y="0"/>
                    <a:pt x="14" y="0"/>
                  </a:cubicBezTo>
                  <a:cubicBezTo>
                    <a:pt x="9" y="0"/>
                    <a:pt x="4" y="1"/>
                    <a:pt x="0" y="2"/>
                  </a:cubicBezTo>
                  <a:lnTo>
                    <a:pt x="14" y="1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8" name="Freeform 86"/>
            <p:cNvSpPr>
              <a:spLocks/>
            </p:cNvSpPr>
            <p:nvPr/>
          </p:nvSpPr>
          <p:spPr bwMode="auto">
            <a:xfrm>
              <a:off x="8118476" y="3794125"/>
              <a:ext cx="87313" cy="85725"/>
            </a:xfrm>
            <a:custGeom>
              <a:avLst/>
              <a:gdLst>
                <a:gd name="T0" fmla="*/ 12 w 28"/>
                <a:gd name="T1" fmla="*/ 0 h 27"/>
                <a:gd name="T2" fmla="*/ 0 w 28"/>
                <a:gd name="T3" fmla="*/ 19 h 27"/>
                <a:gd name="T4" fmla="*/ 0 w 28"/>
                <a:gd name="T5" fmla="*/ 27 h 27"/>
                <a:gd name="T6" fmla="*/ 28 w 28"/>
                <a:gd name="T7" fmla="*/ 27 h 27"/>
                <a:gd name="T8" fmla="*/ 28 w 28"/>
                <a:gd name="T9" fmla="*/ 15 h 27"/>
                <a:gd name="T10" fmla="*/ 12 w 28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27">
                  <a:moveTo>
                    <a:pt x="12" y="0"/>
                  </a:moveTo>
                  <a:cubicBezTo>
                    <a:pt x="5" y="4"/>
                    <a:pt x="0" y="11"/>
                    <a:pt x="0" y="1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15"/>
                    <a:pt x="28" y="15"/>
                    <a:pt x="28" y="15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auto">
            <a:xfrm>
              <a:off x="8231188" y="3794125"/>
              <a:ext cx="88900" cy="85725"/>
            </a:xfrm>
            <a:custGeom>
              <a:avLst/>
              <a:gdLst>
                <a:gd name="T0" fmla="*/ 16 w 28"/>
                <a:gd name="T1" fmla="*/ 0 h 27"/>
                <a:gd name="T2" fmla="*/ 0 w 28"/>
                <a:gd name="T3" fmla="*/ 15 h 27"/>
                <a:gd name="T4" fmla="*/ 0 w 28"/>
                <a:gd name="T5" fmla="*/ 27 h 27"/>
                <a:gd name="T6" fmla="*/ 28 w 28"/>
                <a:gd name="T7" fmla="*/ 27 h 27"/>
                <a:gd name="T8" fmla="*/ 28 w 28"/>
                <a:gd name="T9" fmla="*/ 19 h 27"/>
                <a:gd name="T10" fmla="*/ 16 w 28"/>
                <a:gd name="T11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27">
                  <a:moveTo>
                    <a:pt x="1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1"/>
                    <a:pt x="23" y="4"/>
                    <a:pt x="16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0" name="Freeform 88"/>
            <p:cNvSpPr>
              <a:spLocks noEditPoints="1"/>
            </p:cNvSpPr>
            <p:nvPr/>
          </p:nvSpPr>
          <p:spPr bwMode="auto">
            <a:xfrm>
              <a:off x="8737601" y="3614738"/>
              <a:ext cx="176213" cy="150813"/>
            </a:xfrm>
            <a:custGeom>
              <a:avLst/>
              <a:gdLst>
                <a:gd name="T0" fmla="*/ 28 w 56"/>
                <a:gd name="T1" fmla="*/ 0 h 48"/>
                <a:gd name="T2" fmla="*/ 0 w 56"/>
                <a:gd name="T3" fmla="*/ 8 h 48"/>
                <a:gd name="T4" fmla="*/ 4 w 56"/>
                <a:gd name="T5" fmla="*/ 16 h 48"/>
                <a:gd name="T6" fmla="*/ 4 w 56"/>
                <a:gd name="T7" fmla="*/ 20 h 48"/>
                <a:gd name="T8" fmla="*/ 8 w 56"/>
                <a:gd name="T9" fmla="*/ 25 h 48"/>
                <a:gd name="T10" fmla="*/ 8 w 56"/>
                <a:gd name="T11" fmla="*/ 28 h 48"/>
                <a:gd name="T12" fmla="*/ 28 w 56"/>
                <a:gd name="T13" fmla="*/ 48 h 48"/>
                <a:gd name="T14" fmla="*/ 48 w 56"/>
                <a:gd name="T15" fmla="*/ 28 h 48"/>
                <a:gd name="T16" fmla="*/ 48 w 56"/>
                <a:gd name="T17" fmla="*/ 25 h 48"/>
                <a:gd name="T18" fmla="*/ 52 w 56"/>
                <a:gd name="T19" fmla="*/ 20 h 48"/>
                <a:gd name="T20" fmla="*/ 52 w 56"/>
                <a:gd name="T21" fmla="*/ 16 h 48"/>
                <a:gd name="T22" fmla="*/ 56 w 56"/>
                <a:gd name="T23" fmla="*/ 8 h 48"/>
                <a:gd name="T24" fmla="*/ 28 w 56"/>
                <a:gd name="T25" fmla="*/ 0 h 48"/>
                <a:gd name="T26" fmla="*/ 20 w 56"/>
                <a:gd name="T27" fmla="*/ 8 h 48"/>
                <a:gd name="T28" fmla="*/ 36 w 56"/>
                <a:gd name="T29" fmla="*/ 8 h 48"/>
                <a:gd name="T30" fmla="*/ 36 w 56"/>
                <a:gd name="T31" fmla="*/ 16 h 48"/>
                <a:gd name="T32" fmla="*/ 28 w 56"/>
                <a:gd name="T33" fmla="*/ 20 h 48"/>
                <a:gd name="T34" fmla="*/ 20 w 56"/>
                <a:gd name="T35" fmla="*/ 16 h 48"/>
                <a:gd name="T36" fmla="*/ 20 w 56"/>
                <a:gd name="T37" fmla="*/ 8 h 48"/>
                <a:gd name="T38" fmla="*/ 28 w 56"/>
                <a:gd name="T39" fmla="*/ 40 h 48"/>
                <a:gd name="T40" fmla="*/ 16 w 56"/>
                <a:gd name="T41" fmla="*/ 28 h 48"/>
                <a:gd name="T42" fmla="*/ 16 w 56"/>
                <a:gd name="T43" fmla="*/ 27 h 48"/>
                <a:gd name="T44" fmla="*/ 28 w 56"/>
                <a:gd name="T45" fmla="*/ 28 h 48"/>
                <a:gd name="T46" fmla="*/ 40 w 56"/>
                <a:gd name="T47" fmla="*/ 27 h 48"/>
                <a:gd name="T48" fmla="*/ 40 w 56"/>
                <a:gd name="T49" fmla="*/ 28 h 48"/>
                <a:gd name="T50" fmla="*/ 28 w 56"/>
                <a:gd name="T51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" h="48">
                  <a:moveTo>
                    <a:pt x="28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8"/>
                    <a:pt x="4" y="20"/>
                  </a:cubicBezTo>
                  <a:cubicBezTo>
                    <a:pt x="4" y="22"/>
                    <a:pt x="6" y="23"/>
                    <a:pt x="8" y="25"/>
                  </a:cubicBezTo>
                  <a:cubicBezTo>
                    <a:pt x="8" y="26"/>
                    <a:pt x="8" y="27"/>
                    <a:pt x="8" y="28"/>
                  </a:cubicBezTo>
                  <a:cubicBezTo>
                    <a:pt x="8" y="39"/>
                    <a:pt x="17" y="48"/>
                    <a:pt x="28" y="48"/>
                  </a:cubicBezTo>
                  <a:cubicBezTo>
                    <a:pt x="39" y="48"/>
                    <a:pt x="48" y="39"/>
                    <a:pt x="48" y="28"/>
                  </a:cubicBezTo>
                  <a:cubicBezTo>
                    <a:pt x="48" y="27"/>
                    <a:pt x="48" y="26"/>
                    <a:pt x="48" y="25"/>
                  </a:cubicBezTo>
                  <a:cubicBezTo>
                    <a:pt x="50" y="23"/>
                    <a:pt x="52" y="22"/>
                    <a:pt x="52" y="20"/>
                  </a:cubicBezTo>
                  <a:cubicBezTo>
                    <a:pt x="52" y="17"/>
                    <a:pt x="52" y="16"/>
                    <a:pt x="52" y="16"/>
                  </a:cubicBezTo>
                  <a:cubicBezTo>
                    <a:pt x="56" y="8"/>
                    <a:pt x="56" y="8"/>
                    <a:pt x="56" y="8"/>
                  </a:cubicBezTo>
                  <a:lnTo>
                    <a:pt x="28" y="0"/>
                  </a:lnTo>
                  <a:close/>
                  <a:moveTo>
                    <a:pt x="20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0" y="16"/>
                    <a:pt x="20" y="16"/>
                    <a:pt x="20" y="16"/>
                  </a:cubicBezTo>
                  <a:lnTo>
                    <a:pt x="20" y="8"/>
                  </a:lnTo>
                  <a:close/>
                  <a:moveTo>
                    <a:pt x="28" y="40"/>
                  </a:moveTo>
                  <a:cubicBezTo>
                    <a:pt x="21" y="40"/>
                    <a:pt x="16" y="35"/>
                    <a:pt x="16" y="28"/>
                  </a:cubicBezTo>
                  <a:cubicBezTo>
                    <a:pt x="16" y="28"/>
                    <a:pt x="16" y="27"/>
                    <a:pt x="16" y="27"/>
                  </a:cubicBezTo>
                  <a:cubicBezTo>
                    <a:pt x="20" y="28"/>
                    <a:pt x="24" y="28"/>
                    <a:pt x="28" y="28"/>
                  </a:cubicBezTo>
                  <a:cubicBezTo>
                    <a:pt x="32" y="28"/>
                    <a:pt x="36" y="28"/>
                    <a:pt x="40" y="27"/>
                  </a:cubicBezTo>
                  <a:cubicBezTo>
                    <a:pt x="40" y="27"/>
                    <a:pt x="40" y="28"/>
                    <a:pt x="40" y="28"/>
                  </a:cubicBezTo>
                  <a:cubicBezTo>
                    <a:pt x="40" y="35"/>
                    <a:pt x="35" y="40"/>
                    <a:pt x="28" y="4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1" name="Freeform 89"/>
            <p:cNvSpPr>
              <a:spLocks noEditPoints="1"/>
            </p:cNvSpPr>
            <p:nvPr/>
          </p:nvSpPr>
          <p:spPr bwMode="auto">
            <a:xfrm>
              <a:off x="8724901" y="3778250"/>
              <a:ext cx="201613" cy="101600"/>
            </a:xfrm>
            <a:custGeom>
              <a:avLst/>
              <a:gdLst>
                <a:gd name="T0" fmla="*/ 32 w 64"/>
                <a:gd name="T1" fmla="*/ 0 h 32"/>
                <a:gd name="T2" fmla="*/ 0 w 64"/>
                <a:gd name="T3" fmla="*/ 24 h 32"/>
                <a:gd name="T4" fmla="*/ 0 w 64"/>
                <a:gd name="T5" fmla="*/ 32 h 32"/>
                <a:gd name="T6" fmla="*/ 64 w 64"/>
                <a:gd name="T7" fmla="*/ 32 h 32"/>
                <a:gd name="T8" fmla="*/ 64 w 64"/>
                <a:gd name="T9" fmla="*/ 24 h 32"/>
                <a:gd name="T10" fmla="*/ 32 w 64"/>
                <a:gd name="T11" fmla="*/ 0 h 32"/>
                <a:gd name="T12" fmla="*/ 32 w 64"/>
                <a:gd name="T13" fmla="*/ 28 h 32"/>
                <a:gd name="T14" fmla="*/ 28 w 64"/>
                <a:gd name="T15" fmla="*/ 24 h 32"/>
                <a:gd name="T16" fmla="*/ 32 w 64"/>
                <a:gd name="T17" fmla="*/ 20 h 32"/>
                <a:gd name="T18" fmla="*/ 36 w 64"/>
                <a:gd name="T19" fmla="*/ 24 h 32"/>
                <a:gd name="T20" fmla="*/ 32 w 64"/>
                <a:gd name="T21" fmla="*/ 28 h 32"/>
                <a:gd name="T22" fmla="*/ 32 w 64"/>
                <a:gd name="T23" fmla="*/ 16 h 32"/>
                <a:gd name="T24" fmla="*/ 28 w 64"/>
                <a:gd name="T25" fmla="*/ 12 h 32"/>
                <a:gd name="T26" fmla="*/ 32 w 64"/>
                <a:gd name="T27" fmla="*/ 8 h 32"/>
                <a:gd name="T28" fmla="*/ 36 w 64"/>
                <a:gd name="T29" fmla="*/ 12 h 32"/>
                <a:gd name="T30" fmla="*/ 32 w 64"/>
                <a:gd name="T31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4" h="32">
                  <a:moveTo>
                    <a:pt x="32" y="0"/>
                  </a:moveTo>
                  <a:cubicBezTo>
                    <a:pt x="13" y="0"/>
                    <a:pt x="0" y="10"/>
                    <a:pt x="0" y="2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4" y="10"/>
                    <a:pt x="51" y="0"/>
                    <a:pt x="32" y="0"/>
                  </a:cubicBezTo>
                  <a:close/>
                  <a:moveTo>
                    <a:pt x="32" y="28"/>
                  </a:moveTo>
                  <a:cubicBezTo>
                    <a:pt x="30" y="28"/>
                    <a:pt x="28" y="26"/>
                    <a:pt x="28" y="24"/>
                  </a:cubicBezTo>
                  <a:cubicBezTo>
                    <a:pt x="28" y="22"/>
                    <a:pt x="30" y="20"/>
                    <a:pt x="32" y="20"/>
                  </a:cubicBezTo>
                  <a:cubicBezTo>
                    <a:pt x="34" y="20"/>
                    <a:pt x="36" y="22"/>
                    <a:pt x="36" y="24"/>
                  </a:cubicBezTo>
                  <a:cubicBezTo>
                    <a:pt x="36" y="26"/>
                    <a:pt x="34" y="28"/>
                    <a:pt x="32" y="28"/>
                  </a:cubicBezTo>
                  <a:close/>
                  <a:moveTo>
                    <a:pt x="32" y="16"/>
                  </a:moveTo>
                  <a:cubicBezTo>
                    <a:pt x="30" y="16"/>
                    <a:pt x="28" y="14"/>
                    <a:pt x="28" y="12"/>
                  </a:cubicBezTo>
                  <a:cubicBezTo>
                    <a:pt x="28" y="10"/>
                    <a:pt x="30" y="8"/>
                    <a:pt x="32" y="8"/>
                  </a:cubicBezTo>
                  <a:cubicBezTo>
                    <a:pt x="34" y="8"/>
                    <a:pt x="36" y="10"/>
                    <a:pt x="36" y="12"/>
                  </a:cubicBezTo>
                  <a:cubicBezTo>
                    <a:pt x="36" y="14"/>
                    <a:pt x="34" y="16"/>
                    <a:pt x="32" y="16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2" name="Freeform 90"/>
            <p:cNvSpPr>
              <a:spLocks noEditPoints="1"/>
            </p:cNvSpPr>
            <p:nvPr/>
          </p:nvSpPr>
          <p:spPr bwMode="auto">
            <a:xfrm>
              <a:off x="3290888" y="4184650"/>
              <a:ext cx="150813" cy="188913"/>
            </a:xfrm>
            <a:custGeom>
              <a:avLst/>
              <a:gdLst>
                <a:gd name="T0" fmla="*/ 48 w 48"/>
                <a:gd name="T1" fmla="*/ 8 h 60"/>
                <a:gd name="T2" fmla="*/ 40 w 48"/>
                <a:gd name="T3" fmla="*/ 0 h 60"/>
                <a:gd name="T4" fmla="*/ 32 w 48"/>
                <a:gd name="T5" fmla="*/ 8 h 60"/>
                <a:gd name="T6" fmla="*/ 24 w 48"/>
                <a:gd name="T7" fmla="*/ 0 h 60"/>
                <a:gd name="T8" fmla="*/ 16 w 48"/>
                <a:gd name="T9" fmla="*/ 8 h 60"/>
                <a:gd name="T10" fmla="*/ 8 w 48"/>
                <a:gd name="T11" fmla="*/ 0 h 60"/>
                <a:gd name="T12" fmla="*/ 0 w 48"/>
                <a:gd name="T13" fmla="*/ 8 h 60"/>
                <a:gd name="T14" fmla="*/ 0 w 48"/>
                <a:gd name="T15" fmla="*/ 10 h 60"/>
                <a:gd name="T16" fmla="*/ 4 w 48"/>
                <a:gd name="T17" fmla="*/ 40 h 60"/>
                <a:gd name="T18" fmla="*/ 24 w 48"/>
                <a:gd name="T19" fmla="*/ 60 h 60"/>
                <a:gd name="T20" fmla="*/ 44 w 48"/>
                <a:gd name="T21" fmla="*/ 40 h 60"/>
                <a:gd name="T22" fmla="*/ 48 w 48"/>
                <a:gd name="T23" fmla="*/ 10 h 60"/>
                <a:gd name="T24" fmla="*/ 48 w 48"/>
                <a:gd name="T25" fmla="*/ 8 h 60"/>
                <a:gd name="T26" fmla="*/ 24 w 48"/>
                <a:gd name="T27" fmla="*/ 52 h 60"/>
                <a:gd name="T28" fmla="*/ 12 w 48"/>
                <a:gd name="T29" fmla="*/ 40 h 60"/>
                <a:gd name="T30" fmla="*/ 36 w 48"/>
                <a:gd name="T31" fmla="*/ 40 h 60"/>
                <a:gd name="T32" fmla="*/ 24 w 48"/>
                <a:gd name="T33" fmla="*/ 5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60">
                  <a:moveTo>
                    <a:pt x="48" y="8"/>
                  </a:moveTo>
                  <a:cubicBezTo>
                    <a:pt x="48" y="4"/>
                    <a:pt x="44" y="0"/>
                    <a:pt x="40" y="0"/>
                  </a:cubicBezTo>
                  <a:cubicBezTo>
                    <a:pt x="36" y="0"/>
                    <a:pt x="32" y="4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20" y="0"/>
                    <a:pt x="16" y="4"/>
                    <a:pt x="16" y="8"/>
                  </a:cubicBezTo>
                  <a:cubicBezTo>
                    <a:pt x="16" y="4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4" y="51"/>
                    <a:pt x="13" y="60"/>
                    <a:pt x="24" y="60"/>
                  </a:cubicBezTo>
                  <a:cubicBezTo>
                    <a:pt x="35" y="60"/>
                    <a:pt x="44" y="51"/>
                    <a:pt x="44" y="40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48" y="9"/>
                    <a:pt x="48" y="9"/>
                    <a:pt x="48" y="8"/>
                  </a:cubicBezTo>
                  <a:close/>
                  <a:moveTo>
                    <a:pt x="24" y="52"/>
                  </a:moveTo>
                  <a:cubicBezTo>
                    <a:pt x="17" y="52"/>
                    <a:pt x="12" y="47"/>
                    <a:pt x="12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7"/>
                    <a:pt x="31" y="52"/>
                    <a:pt x="24" y="52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3" name="Freeform 91"/>
            <p:cNvSpPr>
              <a:spLocks/>
            </p:cNvSpPr>
            <p:nvPr/>
          </p:nvSpPr>
          <p:spPr bwMode="auto">
            <a:xfrm>
              <a:off x="3265488" y="4395788"/>
              <a:ext cx="50800" cy="92075"/>
            </a:xfrm>
            <a:custGeom>
              <a:avLst/>
              <a:gdLst>
                <a:gd name="T0" fmla="*/ 16 w 16"/>
                <a:gd name="T1" fmla="*/ 0 h 29"/>
                <a:gd name="T2" fmla="*/ 0 w 16"/>
                <a:gd name="T3" fmla="*/ 21 h 29"/>
                <a:gd name="T4" fmla="*/ 0 w 16"/>
                <a:gd name="T5" fmla="*/ 29 h 29"/>
                <a:gd name="T6" fmla="*/ 16 w 16"/>
                <a:gd name="T7" fmla="*/ 29 h 29"/>
                <a:gd name="T8" fmla="*/ 16 w 16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29">
                  <a:moveTo>
                    <a:pt x="16" y="0"/>
                  </a:moveTo>
                  <a:cubicBezTo>
                    <a:pt x="6" y="4"/>
                    <a:pt x="0" y="11"/>
                    <a:pt x="0" y="2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6" y="29"/>
                    <a:pt x="16" y="29"/>
                    <a:pt x="16" y="29"/>
                  </a:cubicBezTo>
                  <a:lnTo>
                    <a:pt x="16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4" name="Freeform 92"/>
            <p:cNvSpPr>
              <a:spLocks noEditPoints="1"/>
            </p:cNvSpPr>
            <p:nvPr/>
          </p:nvSpPr>
          <p:spPr bwMode="auto">
            <a:xfrm>
              <a:off x="3328988" y="4386263"/>
              <a:ext cx="138113" cy="101600"/>
            </a:xfrm>
            <a:custGeom>
              <a:avLst/>
              <a:gdLst>
                <a:gd name="T0" fmla="*/ 12 w 44"/>
                <a:gd name="T1" fmla="*/ 0 h 32"/>
                <a:gd name="T2" fmla="*/ 0 w 44"/>
                <a:gd name="T3" fmla="*/ 2 h 32"/>
                <a:gd name="T4" fmla="*/ 0 w 44"/>
                <a:gd name="T5" fmla="*/ 32 h 32"/>
                <a:gd name="T6" fmla="*/ 44 w 44"/>
                <a:gd name="T7" fmla="*/ 32 h 32"/>
                <a:gd name="T8" fmla="*/ 44 w 44"/>
                <a:gd name="T9" fmla="*/ 24 h 32"/>
                <a:gd name="T10" fmla="*/ 12 w 44"/>
                <a:gd name="T11" fmla="*/ 0 h 32"/>
                <a:gd name="T12" fmla="*/ 12 w 44"/>
                <a:gd name="T13" fmla="*/ 16 h 32"/>
                <a:gd name="T14" fmla="*/ 8 w 44"/>
                <a:gd name="T15" fmla="*/ 12 h 32"/>
                <a:gd name="T16" fmla="*/ 12 w 44"/>
                <a:gd name="T17" fmla="*/ 8 h 32"/>
                <a:gd name="T18" fmla="*/ 16 w 44"/>
                <a:gd name="T19" fmla="*/ 12 h 32"/>
                <a:gd name="T20" fmla="*/ 12 w 44"/>
                <a:gd name="T21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4" h="32">
                  <a:moveTo>
                    <a:pt x="12" y="0"/>
                  </a:moveTo>
                  <a:cubicBezTo>
                    <a:pt x="8" y="0"/>
                    <a:pt x="4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10"/>
                    <a:pt x="31" y="0"/>
                    <a:pt x="12" y="0"/>
                  </a:cubicBezTo>
                  <a:close/>
                  <a:moveTo>
                    <a:pt x="12" y="16"/>
                  </a:moveTo>
                  <a:cubicBezTo>
                    <a:pt x="10" y="16"/>
                    <a:pt x="8" y="14"/>
                    <a:pt x="8" y="12"/>
                  </a:cubicBezTo>
                  <a:cubicBezTo>
                    <a:pt x="8" y="10"/>
                    <a:pt x="10" y="8"/>
                    <a:pt x="12" y="8"/>
                  </a:cubicBezTo>
                  <a:cubicBezTo>
                    <a:pt x="14" y="8"/>
                    <a:pt x="16" y="10"/>
                    <a:pt x="16" y="12"/>
                  </a:cubicBezTo>
                  <a:cubicBezTo>
                    <a:pt x="16" y="14"/>
                    <a:pt x="14" y="16"/>
                    <a:pt x="12" y="16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auto">
            <a:xfrm>
              <a:off x="3871913" y="4392613"/>
              <a:ext cx="201613" cy="95250"/>
            </a:xfrm>
            <a:custGeom>
              <a:avLst/>
              <a:gdLst>
                <a:gd name="T0" fmla="*/ 46 w 64"/>
                <a:gd name="T1" fmla="*/ 0 h 30"/>
                <a:gd name="T2" fmla="*/ 44 w 64"/>
                <a:gd name="T3" fmla="*/ 0 h 30"/>
                <a:gd name="T4" fmla="*/ 32 w 64"/>
                <a:gd name="T5" fmla="*/ 9 h 30"/>
                <a:gd name="T6" fmla="*/ 20 w 64"/>
                <a:gd name="T7" fmla="*/ 0 h 30"/>
                <a:gd name="T8" fmla="*/ 18 w 64"/>
                <a:gd name="T9" fmla="*/ 0 h 30"/>
                <a:gd name="T10" fmla="*/ 0 w 64"/>
                <a:gd name="T11" fmla="*/ 22 h 30"/>
                <a:gd name="T12" fmla="*/ 0 w 64"/>
                <a:gd name="T13" fmla="*/ 30 h 30"/>
                <a:gd name="T14" fmla="*/ 64 w 64"/>
                <a:gd name="T15" fmla="*/ 30 h 30"/>
                <a:gd name="T16" fmla="*/ 64 w 64"/>
                <a:gd name="T17" fmla="*/ 22 h 30"/>
                <a:gd name="T18" fmla="*/ 46 w 64"/>
                <a:gd name="T1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30">
                  <a:moveTo>
                    <a:pt x="46" y="0"/>
                  </a:moveTo>
                  <a:cubicBezTo>
                    <a:pt x="44" y="0"/>
                    <a:pt x="44" y="0"/>
                    <a:pt x="44" y="0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7" y="4"/>
                    <a:pt x="0" y="12"/>
                    <a:pt x="0" y="22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12"/>
                    <a:pt x="57" y="4"/>
                    <a:pt x="46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6" name="Freeform 94"/>
            <p:cNvSpPr>
              <a:spLocks noEditPoints="1"/>
            </p:cNvSpPr>
            <p:nvPr/>
          </p:nvSpPr>
          <p:spPr bwMode="auto">
            <a:xfrm>
              <a:off x="3884613" y="4197350"/>
              <a:ext cx="176213" cy="176213"/>
            </a:xfrm>
            <a:custGeom>
              <a:avLst/>
              <a:gdLst>
                <a:gd name="T0" fmla="*/ 0 w 56"/>
                <a:gd name="T1" fmla="*/ 40 h 56"/>
                <a:gd name="T2" fmla="*/ 0 w 56"/>
                <a:gd name="T3" fmla="*/ 48 h 56"/>
                <a:gd name="T4" fmla="*/ 12 w 56"/>
                <a:gd name="T5" fmla="*/ 48 h 56"/>
                <a:gd name="T6" fmla="*/ 28 w 56"/>
                <a:gd name="T7" fmla="*/ 56 h 56"/>
                <a:gd name="T8" fmla="*/ 44 w 56"/>
                <a:gd name="T9" fmla="*/ 48 h 56"/>
                <a:gd name="T10" fmla="*/ 56 w 56"/>
                <a:gd name="T11" fmla="*/ 48 h 56"/>
                <a:gd name="T12" fmla="*/ 56 w 56"/>
                <a:gd name="T13" fmla="*/ 40 h 56"/>
                <a:gd name="T14" fmla="*/ 0 w 56"/>
                <a:gd name="T15" fmla="*/ 40 h 56"/>
                <a:gd name="T16" fmla="*/ 28 w 56"/>
                <a:gd name="T17" fmla="*/ 48 h 56"/>
                <a:gd name="T18" fmla="*/ 17 w 56"/>
                <a:gd name="T19" fmla="*/ 40 h 56"/>
                <a:gd name="T20" fmla="*/ 17 w 56"/>
                <a:gd name="T21" fmla="*/ 40 h 56"/>
                <a:gd name="T22" fmla="*/ 28 w 56"/>
                <a:gd name="T23" fmla="*/ 24 h 56"/>
                <a:gd name="T24" fmla="*/ 39 w 56"/>
                <a:gd name="T25" fmla="*/ 40 h 56"/>
                <a:gd name="T26" fmla="*/ 39 w 56"/>
                <a:gd name="T27" fmla="*/ 40 h 56"/>
                <a:gd name="T28" fmla="*/ 28 w 56"/>
                <a:gd name="T29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6" h="56">
                  <a:moveTo>
                    <a:pt x="0" y="40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6" y="53"/>
                    <a:pt x="21" y="56"/>
                    <a:pt x="28" y="56"/>
                  </a:cubicBezTo>
                  <a:cubicBezTo>
                    <a:pt x="35" y="56"/>
                    <a:pt x="40" y="53"/>
                    <a:pt x="44" y="48"/>
                  </a:cubicBezTo>
                  <a:cubicBezTo>
                    <a:pt x="56" y="48"/>
                    <a:pt x="56" y="48"/>
                    <a:pt x="56" y="48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6" y="0"/>
                    <a:pt x="0" y="0"/>
                    <a:pt x="0" y="40"/>
                  </a:cubicBezTo>
                  <a:close/>
                  <a:moveTo>
                    <a:pt x="28" y="48"/>
                  </a:moveTo>
                  <a:cubicBezTo>
                    <a:pt x="23" y="48"/>
                    <a:pt x="19" y="45"/>
                    <a:pt x="17" y="40"/>
                  </a:cubicBezTo>
                  <a:cubicBezTo>
                    <a:pt x="17" y="40"/>
                    <a:pt x="17" y="40"/>
                    <a:pt x="17" y="40"/>
                  </a:cubicBezTo>
                  <a:cubicBezTo>
                    <a:pt x="23" y="36"/>
                    <a:pt x="27" y="31"/>
                    <a:pt x="28" y="24"/>
                  </a:cubicBezTo>
                  <a:cubicBezTo>
                    <a:pt x="29" y="31"/>
                    <a:pt x="33" y="36"/>
                    <a:pt x="39" y="40"/>
                  </a:cubicBezTo>
                  <a:cubicBezTo>
                    <a:pt x="39" y="40"/>
                    <a:pt x="39" y="40"/>
                    <a:pt x="39" y="40"/>
                  </a:cubicBezTo>
                  <a:cubicBezTo>
                    <a:pt x="37" y="45"/>
                    <a:pt x="33" y="48"/>
                    <a:pt x="28" y="48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7" name="Freeform 95"/>
            <p:cNvSpPr>
              <a:spLocks/>
            </p:cNvSpPr>
            <p:nvPr/>
          </p:nvSpPr>
          <p:spPr bwMode="auto">
            <a:xfrm>
              <a:off x="4452938" y="4210050"/>
              <a:ext cx="252413" cy="252413"/>
            </a:xfrm>
            <a:custGeom>
              <a:avLst/>
              <a:gdLst>
                <a:gd name="T0" fmla="*/ 8 w 80"/>
                <a:gd name="T1" fmla="*/ 0 h 80"/>
                <a:gd name="T2" fmla="*/ 0 w 80"/>
                <a:gd name="T3" fmla="*/ 8 h 80"/>
                <a:gd name="T4" fmla="*/ 0 w 80"/>
                <a:gd name="T5" fmla="*/ 56 h 80"/>
                <a:gd name="T6" fmla="*/ 8 w 80"/>
                <a:gd name="T7" fmla="*/ 64 h 80"/>
                <a:gd name="T8" fmla="*/ 20 w 80"/>
                <a:gd name="T9" fmla="*/ 64 h 80"/>
                <a:gd name="T10" fmla="*/ 20 w 80"/>
                <a:gd name="T11" fmla="*/ 80 h 80"/>
                <a:gd name="T12" fmla="*/ 36 w 80"/>
                <a:gd name="T13" fmla="*/ 64 h 80"/>
                <a:gd name="T14" fmla="*/ 72 w 80"/>
                <a:gd name="T15" fmla="*/ 64 h 80"/>
                <a:gd name="T16" fmla="*/ 80 w 80"/>
                <a:gd name="T17" fmla="*/ 56 h 80"/>
                <a:gd name="T18" fmla="*/ 80 w 80"/>
                <a:gd name="T19" fmla="*/ 8 h 80"/>
                <a:gd name="T20" fmla="*/ 72 w 80"/>
                <a:gd name="T21" fmla="*/ 0 h 80"/>
                <a:gd name="T22" fmla="*/ 8 w 80"/>
                <a:gd name="T2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0" h="80"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4" y="64"/>
                    <a:pt x="8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6" y="64"/>
                    <a:pt x="80" y="60"/>
                    <a:pt x="80" y="56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0" y="4"/>
                    <a:pt x="76" y="0"/>
                    <a:pt x="72" y="0"/>
                  </a:cubicBezTo>
                  <a:lnTo>
                    <a:pt x="8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8" name="Freeform 96"/>
            <p:cNvSpPr>
              <a:spLocks noEditPoints="1"/>
            </p:cNvSpPr>
            <p:nvPr/>
          </p:nvSpPr>
          <p:spPr bwMode="auto">
            <a:xfrm>
              <a:off x="5059363" y="4210050"/>
              <a:ext cx="254000" cy="252413"/>
            </a:xfrm>
            <a:custGeom>
              <a:avLst/>
              <a:gdLst>
                <a:gd name="T0" fmla="*/ 72 w 80"/>
                <a:gd name="T1" fmla="*/ 0 h 80"/>
                <a:gd name="T2" fmla="*/ 8 w 80"/>
                <a:gd name="T3" fmla="*/ 0 h 80"/>
                <a:gd name="T4" fmla="*/ 0 w 80"/>
                <a:gd name="T5" fmla="*/ 8 h 80"/>
                <a:gd name="T6" fmla="*/ 0 w 80"/>
                <a:gd name="T7" fmla="*/ 56 h 80"/>
                <a:gd name="T8" fmla="*/ 8 w 80"/>
                <a:gd name="T9" fmla="*/ 64 h 80"/>
                <a:gd name="T10" fmla="*/ 12 w 80"/>
                <a:gd name="T11" fmla="*/ 64 h 80"/>
                <a:gd name="T12" fmla="*/ 12 w 80"/>
                <a:gd name="T13" fmla="*/ 80 h 80"/>
                <a:gd name="T14" fmla="*/ 28 w 80"/>
                <a:gd name="T15" fmla="*/ 64 h 80"/>
                <a:gd name="T16" fmla="*/ 72 w 80"/>
                <a:gd name="T17" fmla="*/ 64 h 80"/>
                <a:gd name="T18" fmla="*/ 80 w 80"/>
                <a:gd name="T19" fmla="*/ 56 h 80"/>
                <a:gd name="T20" fmla="*/ 80 w 80"/>
                <a:gd name="T21" fmla="*/ 8 h 80"/>
                <a:gd name="T22" fmla="*/ 72 w 80"/>
                <a:gd name="T23" fmla="*/ 0 h 80"/>
                <a:gd name="T24" fmla="*/ 52 w 80"/>
                <a:gd name="T25" fmla="*/ 15 h 80"/>
                <a:gd name="T26" fmla="*/ 57 w 80"/>
                <a:gd name="T27" fmla="*/ 20 h 80"/>
                <a:gd name="T28" fmla="*/ 52 w 80"/>
                <a:gd name="T29" fmla="*/ 25 h 80"/>
                <a:gd name="T30" fmla="*/ 47 w 80"/>
                <a:gd name="T31" fmla="*/ 20 h 80"/>
                <a:gd name="T32" fmla="*/ 52 w 80"/>
                <a:gd name="T33" fmla="*/ 15 h 80"/>
                <a:gd name="T34" fmla="*/ 28 w 80"/>
                <a:gd name="T35" fmla="*/ 15 h 80"/>
                <a:gd name="T36" fmla="*/ 33 w 80"/>
                <a:gd name="T37" fmla="*/ 20 h 80"/>
                <a:gd name="T38" fmla="*/ 28 w 80"/>
                <a:gd name="T39" fmla="*/ 25 h 80"/>
                <a:gd name="T40" fmla="*/ 23 w 80"/>
                <a:gd name="T41" fmla="*/ 20 h 80"/>
                <a:gd name="T42" fmla="*/ 28 w 80"/>
                <a:gd name="T43" fmla="*/ 15 h 80"/>
                <a:gd name="T44" fmla="*/ 40 w 80"/>
                <a:gd name="T45" fmla="*/ 48 h 80"/>
                <a:gd name="T46" fmla="*/ 22 w 80"/>
                <a:gd name="T47" fmla="*/ 36 h 80"/>
                <a:gd name="T48" fmla="*/ 58 w 80"/>
                <a:gd name="T49" fmla="*/ 36 h 80"/>
                <a:gd name="T50" fmla="*/ 40 w 80"/>
                <a:gd name="T51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" h="80">
                  <a:moveTo>
                    <a:pt x="72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4" y="64"/>
                    <a:pt x="8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6" y="64"/>
                    <a:pt x="80" y="60"/>
                    <a:pt x="80" y="56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0" y="4"/>
                    <a:pt x="76" y="0"/>
                    <a:pt x="72" y="0"/>
                  </a:cubicBezTo>
                  <a:close/>
                  <a:moveTo>
                    <a:pt x="52" y="15"/>
                  </a:moveTo>
                  <a:cubicBezTo>
                    <a:pt x="55" y="15"/>
                    <a:pt x="57" y="17"/>
                    <a:pt x="57" y="20"/>
                  </a:cubicBezTo>
                  <a:cubicBezTo>
                    <a:pt x="57" y="23"/>
                    <a:pt x="55" y="25"/>
                    <a:pt x="52" y="25"/>
                  </a:cubicBezTo>
                  <a:cubicBezTo>
                    <a:pt x="49" y="25"/>
                    <a:pt x="47" y="23"/>
                    <a:pt x="47" y="20"/>
                  </a:cubicBezTo>
                  <a:cubicBezTo>
                    <a:pt x="47" y="17"/>
                    <a:pt x="49" y="15"/>
                    <a:pt x="52" y="15"/>
                  </a:cubicBezTo>
                  <a:close/>
                  <a:moveTo>
                    <a:pt x="28" y="15"/>
                  </a:moveTo>
                  <a:cubicBezTo>
                    <a:pt x="31" y="15"/>
                    <a:pt x="33" y="17"/>
                    <a:pt x="33" y="20"/>
                  </a:cubicBezTo>
                  <a:cubicBezTo>
                    <a:pt x="33" y="23"/>
                    <a:pt x="31" y="25"/>
                    <a:pt x="28" y="25"/>
                  </a:cubicBezTo>
                  <a:cubicBezTo>
                    <a:pt x="25" y="25"/>
                    <a:pt x="23" y="23"/>
                    <a:pt x="23" y="20"/>
                  </a:cubicBezTo>
                  <a:cubicBezTo>
                    <a:pt x="23" y="17"/>
                    <a:pt x="25" y="15"/>
                    <a:pt x="28" y="15"/>
                  </a:cubicBezTo>
                  <a:close/>
                  <a:moveTo>
                    <a:pt x="40" y="48"/>
                  </a:moveTo>
                  <a:cubicBezTo>
                    <a:pt x="32" y="48"/>
                    <a:pt x="25" y="43"/>
                    <a:pt x="22" y="36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5" y="43"/>
                    <a:pt x="48" y="48"/>
                    <a:pt x="40" y="48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Freeform 97"/>
            <p:cNvSpPr>
              <a:spLocks/>
            </p:cNvSpPr>
            <p:nvPr/>
          </p:nvSpPr>
          <p:spPr bwMode="auto">
            <a:xfrm>
              <a:off x="6248401" y="4273550"/>
              <a:ext cx="214313" cy="214313"/>
            </a:xfrm>
            <a:custGeom>
              <a:avLst/>
              <a:gdLst>
                <a:gd name="T0" fmla="*/ 60 w 68"/>
                <a:gd name="T1" fmla="*/ 0 h 68"/>
                <a:gd name="T2" fmla="*/ 8 w 68"/>
                <a:gd name="T3" fmla="*/ 0 h 68"/>
                <a:gd name="T4" fmla="*/ 0 w 68"/>
                <a:gd name="T5" fmla="*/ 8 h 68"/>
                <a:gd name="T6" fmla="*/ 0 w 68"/>
                <a:gd name="T7" fmla="*/ 44 h 68"/>
                <a:gd name="T8" fmla="*/ 8 w 68"/>
                <a:gd name="T9" fmla="*/ 52 h 68"/>
                <a:gd name="T10" fmla="*/ 12 w 68"/>
                <a:gd name="T11" fmla="*/ 52 h 68"/>
                <a:gd name="T12" fmla="*/ 12 w 68"/>
                <a:gd name="T13" fmla="*/ 68 h 68"/>
                <a:gd name="T14" fmla="*/ 33 w 68"/>
                <a:gd name="T15" fmla="*/ 52 h 68"/>
                <a:gd name="T16" fmla="*/ 60 w 68"/>
                <a:gd name="T17" fmla="*/ 52 h 68"/>
                <a:gd name="T18" fmla="*/ 68 w 68"/>
                <a:gd name="T19" fmla="*/ 44 h 68"/>
                <a:gd name="T20" fmla="*/ 68 w 68"/>
                <a:gd name="T21" fmla="*/ 8 h 68"/>
                <a:gd name="T22" fmla="*/ 60 w 68"/>
                <a:gd name="T2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68">
                  <a:moveTo>
                    <a:pt x="60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8"/>
                    <a:pt x="4" y="52"/>
                    <a:pt x="8" y="52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4" y="52"/>
                    <a:pt x="68" y="48"/>
                    <a:pt x="68" y="44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4"/>
                    <a:pt x="64" y="0"/>
                    <a:pt x="60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Rectangle 98"/>
            <p:cNvSpPr>
              <a:spLocks noChangeArrowheads="1"/>
            </p:cNvSpPr>
            <p:nvPr/>
          </p:nvSpPr>
          <p:spPr bwMode="auto">
            <a:xfrm>
              <a:off x="6450013" y="4222750"/>
              <a:ext cx="76200" cy="25400"/>
            </a:xfrm>
            <a:prstGeom prst="rect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1" name="Freeform 99"/>
            <p:cNvSpPr>
              <a:spLocks/>
            </p:cNvSpPr>
            <p:nvPr/>
          </p:nvSpPr>
          <p:spPr bwMode="auto">
            <a:xfrm>
              <a:off x="6854826" y="4273550"/>
              <a:ext cx="214313" cy="214313"/>
            </a:xfrm>
            <a:custGeom>
              <a:avLst/>
              <a:gdLst>
                <a:gd name="T0" fmla="*/ 44 w 68"/>
                <a:gd name="T1" fmla="*/ 0 h 68"/>
                <a:gd name="T2" fmla="*/ 8 w 68"/>
                <a:gd name="T3" fmla="*/ 0 h 68"/>
                <a:gd name="T4" fmla="*/ 0 w 68"/>
                <a:gd name="T5" fmla="*/ 8 h 68"/>
                <a:gd name="T6" fmla="*/ 0 w 68"/>
                <a:gd name="T7" fmla="*/ 44 h 68"/>
                <a:gd name="T8" fmla="*/ 8 w 68"/>
                <a:gd name="T9" fmla="*/ 52 h 68"/>
                <a:gd name="T10" fmla="*/ 12 w 68"/>
                <a:gd name="T11" fmla="*/ 52 h 68"/>
                <a:gd name="T12" fmla="*/ 12 w 68"/>
                <a:gd name="T13" fmla="*/ 68 h 68"/>
                <a:gd name="T14" fmla="*/ 33 w 68"/>
                <a:gd name="T15" fmla="*/ 52 h 68"/>
                <a:gd name="T16" fmla="*/ 60 w 68"/>
                <a:gd name="T17" fmla="*/ 52 h 68"/>
                <a:gd name="T18" fmla="*/ 68 w 68"/>
                <a:gd name="T19" fmla="*/ 44 h 68"/>
                <a:gd name="T20" fmla="*/ 68 w 68"/>
                <a:gd name="T21" fmla="*/ 20 h 68"/>
                <a:gd name="T22" fmla="*/ 44 w 68"/>
                <a:gd name="T2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68">
                  <a:moveTo>
                    <a:pt x="4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8"/>
                    <a:pt x="4" y="52"/>
                    <a:pt x="8" y="52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4" y="52"/>
                    <a:pt x="68" y="48"/>
                    <a:pt x="68" y="44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56" y="20"/>
                    <a:pt x="46" y="11"/>
                    <a:pt x="44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auto">
            <a:xfrm>
              <a:off x="7008813" y="4213225"/>
              <a:ext cx="120650" cy="90488"/>
            </a:xfrm>
            <a:custGeom>
              <a:avLst/>
              <a:gdLst>
                <a:gd name="T0" fmla="*/ 30 w 76"/>
                <a:gd name="T1" fmla="*/ 57 h 57"/>
                <a:gd name="T2" fmla="*/ 0 w 76"/>
                <a:gd name="T3" fmla="*/ 28 h 57"/>
                <a:gd name="T4" fmla="*/ 12 w 76"/>
                <a:gd name="T5" fmla="*/ 16 h 57"/>
                <a:gd name="T6" fmla="*/ 30 w 76"/>
                <a:gd name="T7" fmla="*/ 34 h 57"/>
                <a:gd name="T8" fmla="*/ 64 w 76"/>
                <a:gd name="T9" fmla="*/ 0 h 57"/>
                <a:gd name="T10" fmla="*/ 76 w 76"/>
                <a:gd name="T11" fmla="*/ 12 h 57"/>
                <a:gd name="T12" fmla="*/ 30 w 76"/>
                <a:gd name="T13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" h="57">
                  <a:moveTo>
                    <a:pt x="30" y="57"/>
                  </a:moveTo>
                  <a:lnTo>
                    <a:pt x="0" y="28"/>
                  </a:lnTo>
                  <a:lnTo>
                    <a:pt x="12" y="16"/>
                  </a:lnTo>
                  <a:lnTo>
                    <a:pt x="30" y="34"/>
                  </a:lnTo>
                  <a:lnTo>
                    <a:pt x="64" y="0"/>
                  </a:lnTo>
                  <a:lnTo>
                    <a:pt x="76" y="12"/>
                  </a:lnTo>
                  <a:lnTo>
                    <a:pt x="30" y="57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auto">
            <a:xfrm>
              <a:off x="7461251" y="4273550"/>
              <a:ext cx="214313" cy="214313"/>
            </a:xfrm>
            <a:custGeom>
              <a:avLst/>
              <a:gdLst>
                <a:gd name="T0" fmla="*/ 44 w 68"/>
                <a:gd name="T1" fmla="*/ 0 h 68"/>
                <a:gd name="T2" fmla="*/ 8 w 68"/>
                <a:gd name="T3" fmla="*/ 0 h 68"/>
                <a:gd name="T4" fmla="*/ 0 w 68"/>
                <a:gd name="T5" fmla="*/ 8 h 68"/>
                <a:gd name="T6" fmla="*/ 0 w 68"/>
                <a:gd name="T7" fmla="*/ 44 h 68"/>
                <a:gd name="T8" fmla="*/ 8 w 68"/>
                <a:gd name="T9" fmla="*/ 52 h 68"/>
                <a:gd name="T10" fmla="*/ 12 w 68"/>
                <a:gd name="T11" fmla="*/ 52 h 68"/>
                <a:gd name="T12" fmla="*/ 12 w 68"/>
                <a:gd name="T13" fmla="*/ 68 h 68"/>
                <a:gd name="T14" fmla="*/ 33 w 68"/>
                <a:gd name="T15" fmla="*/ 52 h 68"/>
                <a:gd name="T16" fmla="*/ 60 w 68"/>
                <a:gd name="T17" fmla="*/ 52 h 68"/>
                <a:gd name="T18" fmla="*/ 68 w 68"/>
                <a:gd name="T19" fmla="*/ 44 h 68"/>
                <a:gd name="T20" fmla="*/ 68 w 68"/>
                <a:gd name="T21" fmla="*/ 20 h 68"/>
                <a:gd name="T22" fmla="*/ 44 w 68"/>
                <a:gd name="T2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68">
                  <a:moveTo>
                    <a:pt x="4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8"/>
                    <a:pt x="4" y="52"/>
                    <a:pt x="8" y="52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4" y="52"/>
                    <a:pt x="68" y="48"/>
                    <a:pt x="68" y="44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56" y="20"/>
                    <a:pt x="46" y="11"/>
                    <a:pt x="44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4" name="Freeform 102"/>
            <p:cNvSpPr>
              <a:spLocks/>
            </p:cNvSpPr>
            <p:nvPr/>
          </p:nvSpPr>
          <p:spPr bwMode="auto">
            <a:xfrm>
              <a:off x="7627938" y="4213225"/>
              <a:ext cx="95250" cy="93663"/>
            </a:xfrm>
            <a:custGeom>
              <a:avLst/>
              <a:gdLst>
                <a:gd name="T0" fmla="*/ 60 w 60"/>
                <a:gd name="T1" fmla="*/ 12 h 59"/>
                <a:gd name="T2" fmla="*/ 48 w 60"/>
                <a:gd name="T3" fmla="*/ 0 h 59"/>
                <a:gd name="T4" fmla="*/ 30 w 60"/>
                <a:gd name="T5" fmla="*/ 18 h 59"/>
                <a:gd name="T6" fmla="*/ 12 w 60"/>
                <a:gd name="T7" fmla="*/ 0 h 59"/>
                <a:gd name="T8" fmla="*/ 0 w 60"/>
                <a:gd name="T9" fmla="*/ 12 h 59"/>
                <a:gd name="T10" fmla="*/ 18 w 60"/>
                <a:gd name="T11" fmla="*/ 30 h 59"/>
                <a:gd name="T12" fmla="*/ 0 w 60"/>
                <a:gd name="T13" fmla="*/ 48 h 59"/>
                <a:gd name="T14" fmla="*/ 12 w 60"/>
                <a:gd name="T15" fmla="*/ 59 h 59"/>
                <a:gd name="T16" fmla="*/ 30 w 60"/>
                <a:gd name="T17" fmla="*/ 42 h 59"/>
                <a:gd name="T18" fmla="*/ 48 w 60"/>
                <a:gd name="T19" fmla="*/ 59 h 59"/>
                <a:gd name="T20" fmla="*/ 60 w 60"/>
                <a:gd name="T21" fmla="*/ 48 h 59"/>
                <a:gd name="T22" fmla="*/ 42 w 60"/>
                <a:gd name="T23" fmla="*/ 30 h 59"/>
                <a:gd name="T24" fmla="*/ 60 w 60"/>
                <a:gd name="T25" fmla="*/ 1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59">
                  <a:moveTo>
                    <a:pt x="60" y="12"/>
                  </a:moveTo>
                  <a:lnTo>
                    <a:pt x="48" y="0"/>
                  </a:lnTo>
                  <a:lnTo>
                    <a:pt x="30" y="18"/>
                  </a:lnTo>
                  <a:lnTo>
                    <a:pt x="12" y="0"/>
                  </a:lnTo>
                  <a:lnTo>
                    <a:pt x="0" y="12"/>
                  </a:lnTo>
                  <a:lnTo>
                    <a:pt x="18" y="30"/>
                  </a:lnTo>
                  <a:lnTo>
                    <a:pt x="0" y="48"/>
                  </a:lnTo>
                  <a:lnTo>
                    <a:pt x="12" y="59"/>
                  </a:lnTo>
                  <a:lnTo>
                    <a:pt x="30" y="42"/>
                  </a:lnTo>
                  <a:lnTo>
                    <a:pt x="48" y="59"/>
                  </a:lnTo>
                  <a:lnTo>
                    <a:pt x="60" y="48"/>
                  </a:lnTo>
                  <a:lnTo>
                    <a:pt x="42" y="30"/>
                  </a:lnTo>
                  <a:lnTo>
                    <a:pt x="60" y="1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auto">
            <a:xfrm>
              <a:off x="5640388" y="4273550"/>
              <a:ext cx="215900" cy="214313"/>
            </a:xfrm>
            <a:custGeom>
              <a:avLst/>
              <a:gdLst>
                <a:gd name="T0" fmla="*/ 60 w 68"/>
                <a:gd name="T1" fmla="*/ 0 h 68"/>
                <a:gd name="T2" fmla="*/ 8 w 68"/>
                <a:gd name="T3" fmla="*/ 0 h 68"/>
                <a:gd name="T4" fmla="*/ 0 w 68"/>
                <a:gd name="T5" fmla="*/ 8 h 68"/>
                <a:gd name="T6" fmla="*/ 0 w 68"/>
                <a:gd name="T7" fmla="*/ 44 h 68"/>
                <a:gd name="T8" fmla="*/ 8 w 68"/>
                <a:gd name="T9" fmla="*/ 52 h 68"/>
                <a:gd name="T10" fmla="*/ 12 w 68"/>
                <a:gd name="T11" fmla="*/ 52 h 68"/>
                <a:gd name="T12" fmla="*/ 12 w 68"/>
                <a:gd name="T13" fmla="*/ 68 h 68"/>
                <a:gd name="T14" fmla="*/ 33 w 68"/>
                <a:gd name="T15" fmla="*/ 52 h 68"/>
                <a:gd name="T16" fmla="*/ 60 w 68"/>
                <a:gd name="T17" fmla="*/ 52 h 68"/>
                <a:gd name="T18" fmla="*/ 68 w 68"/>
                <a:gd name="T19" fmla="*/ 44 h 68"/>
                <a:gd name="T20" fmla="*/ 68 w 68"/>
                <a:gd name="T21" fmla="*/ 8 h 68"/>
                <a:gd name="T22" fmla="*/ 60 w 68"/>
                <a:gd name="T23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8" h="68">
                  <a:moveTo>
                    <a:pt x="60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8"/>
                    <a:pt x="4" y="52"/>
                    <a:pt x="8" y="52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33" y="52"/>
                    <a:pt x="33" y="52"/>
                    <a:pt x="33" y="52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4" y="52"/>
                    <a:pt x="68" y="48"/>
                    <a:pt x="68" y="44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8" y="4"/>
                    <a:pt x="64" y="0"/>
                    <a:pt x="60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6" name="Freeform 104"/>
            <p:cNvSpPr>
              <a:spLocks/>
            </p:cNvSpPr>
            <p:nvPr/>
          </p:nvSpPr>
          <p:spPr bwMode="auto">
            <a:xfrm>
              <a:off x="5843588" y="4184650"/>
              <a:ext cx="101600" cy="101600"/>
            </a:xfrm>
            <a:custGeom>
              <a:avLst/>
              <a:gdLst>
                <a:gd name="T0" fmla="*/ 40 w 64"/>
                <a:gd name="T1" fmla="*/ 24 h 64"/>
                <a:gd name="T2" fmla="*/ 40 w 64"/>
                <a:gd name="T3" fmla="*/ 0 h 64"/>
                <a:gd name="T4" fmla="*/ 24 w 64"/>
                <a:gd name="T5" fmla="*/ 0 h 64"/>
                <a:gd name="T6" fmla="*/ 24 w 64"/>
                <a:gd name="T7" fmla="*/ 24 h 64"/>
                <a:gd name="T8" fmla="*/ 0 w 64"/>
                <a:gd name="T9" fmla="*/ 24 h 64"/>
                <a:gd name="T10" fmla="*/ 0 w 64"/>
                <a:gd name="T11" fmla="*/ 40 h 64"/>
                <a:gd name="T12" fmla="*/ 24 w 64"/>
                <a:gd name="T13" fmla="*/ 40 h 64"/>
                <a:gd name="T14" fmla="*/ 24 w 64"/>
                <a:gd name="T15" fmla="*/ 64 h 64"/>
                <a:gd name="T16" fmla="*/ 40 w 64"/>
                <a:gd name="T17" fmla="*/ 64 h 64"/>
                <a:gd name="T18" fmla="*/ 40 w 64"/>
                <a:gd name="T19" fmla="*/ 40 h 64"/>
                <a:gd name="T20" fmla="*/ 64 w 64"/>
                <a:gd name="T21" fmla="*/ 40 h 64"/>
                <a:gd name="T22" fmla="*/ 64 w 64"/>
                <a:gd name="T23" fmla="*/ 24 h 64"/>
                <a:gd name="T24" fmla="*/ 40 w 64"/>
                <a:gd name="T25" fmla="*/ 2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64">
                  <a:moveTo>
                    <a:pt x="40" y="24"/>
                  </a:moveTo>
                  <a:lnTo>
                    <a:pt x="40" y="0"/>
                  </a:lnTo>
                  <a:lnTo>
                    <a:pt x="24" y="0"/>
                  </a:lnTo>
                  <a:lnTo>
                    <a:pt x="24" y="24"/>
                  </a:lnTo>
                  <a:lnTo>
                    <a:pt x="0" y="24"/>
                  </a:lnTo>
                  <a:lnTo>
                    <a:pt x="0" y="40"/>
                  </a:lnTo>
                  <a:lnTo>
                    <a:pt x="24" y="40"/>
                  </a:lnTo>
                  <a:lnTo>
                    <a:pt x="24" y="64"/>
                  </a:lnTo>
                  <a:lnTo>
                    <a:pt x="40" y="64"/>
                  </a:lnTo>
                  <a:lnTo>
                    <a:pt x="40" y="40"/>
                  </a:lnTo>
                  <a:lnTo>
                    <a:pt x="64" y="40"/>
                  </a:lnTo>
                  <a:lnTo>
                    <a:pt x="64" y="24"/>
                  </a:lnTo>
                  <a:lnTo>
                    <a:pt x="40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7" name="Freeform 105"/>
            <p:cNvSpPr>
              <a:spLocks/>
            </p:cNvSpPr>
            <p:nvPr/>
          </p:nvSpPr>
          <p:spPr bwMode="auto">
            <a:xfrm>
              <a:off x="8674101" y="4222750"/>
              <a:ext cx="303213" cy="163513"/>
            </a:xfrm>
            <a:custGeom>
              <a:avLst/>
              <a:gdLst>
                <a:gd name="T0" fmla="*/ 96 w 96"/>
                <a:gd name="T1" fmla="*/ 52 h 52"/>
                <a:gd name="T2" fmla="*/ 96 w 96"/>
                <a:gd name="T3" fmla="*/ 8 h 52"/>
                <a:gd name="T4" fmla="*/ 88 w 96"/>
                <a:gd name="T5" fmla="*/ 0 h 52"/>
                <a:gd name="T6" fmla="*/ 8 w 96"/>
                <a:gd name="T7" fmla="*/ 0 h 52"/>
                <a:gd name="T8" fmla="*/ 0 w 96"/>
                <a:gd name="T9" fmla="*/ 8 h 52"/>
                <a:gd name="T10" fmla="*/ 0 w 96"/>
                <a:gd name="T11" fmla="*/ 52 h 52"/>
                <a:gd name="T12" fmla="*/ 96 w 96"/>
                <a:gd name="T13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6" h="52">
                  <a:moveTo>
                    <a:pt x="96" y="52"/>
                  </a:move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96" y="5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8" name="Freeform 106"/>
            <p:cNvSpPr>
              <a:spLocks/>
            </p:cNvSpPr>
            <p:nvPr/>
          </p:nvSpPr>
          <p:spPr bwMode="auto">
            <a:xfrm>
              <a:off x="8674101" y="4398963"/>
              <a:ext cx="303213" cy="88900"/>
            </a:xfrm>
            <a:custGeom>
              <a:avLst/>
              <a:gdLst>
                <a:gd name="T0" fmla="*/ 0 w 96"/>
                <a:gd name="T1" fmla="*/ 0 h 28"/>
                <a:gd name="T2" fmla="*/ 0 w 96"/>
                <a:gd name="T3" fmla="*/ 4 h 28"/>
                <a:gd name="T4" fmla="*/ 8 w 96"/>
                <a:gd name="T5" fmla="*/ 12 h 28"/>
                <a:gd name="T6" fmla="*/ 44 w 96"/>
                <a:gd name="T7" fmla="*/ 12 h 28"/>
                <a:gd name="T8" fmla="*/ 44 w 96"/>
                <a:gd name="T9" fmla="*/ 20 h 28"/>
                <a:gd name="T10" fmla="*/ 28 w 96"/>
                <a:gd name="T11" fmla="*/ 20 h 28"/>
                <a:gd name="T12" fmla="*/ 28 w 96"/>
                <a:gd name="T13" fmla="*/ 28 h 28"/>
                <a:gd name="T14" fmla="*/ 68 w 96"/>
                <a:gd name="T15" fmla="*/ 28 h 28"/>
                <a:gd name="T16" fmla="*/ 68 w 96"/>
                <a:gd name="T17" fmla="*/ 20 h 28"/>
                <a:gd name="T18" fmla="*/ 52 w 96"/>
                <a:gd name="T19" fmla="*/ 20 h 28"/>
                <a:gd name="T20" fmla="*/ 52 w 96"/>
                <a:gd name="T21" fmla="*/ 12 h 28"/>
                <a:gd name="T22" fmla="*/ 88 w 96"/>
                <a:gd name="T23" fmla="*/ 12 h 28"/>
                <a:gd name="T24" fmla="*/ 96 w 96"/>
                <a:gd name="T25" fmla="*/ 4 h 28"/>
                <a:gd name="T26" fmla="*/ 96 w 96"/>
                <a:gd name="T27" fmla="*/ 0 h 28"/>
                <a:gd name="T28" fmla="*/ 0 w 96"/>
                <a:gd name="T2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28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8"/>
                    <a:pt x="4" y="12"/>
                    <a:pt x="8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2" y="12"/>
                    <a:pt x="96" y="8"/>
                    <a:pt x="96" y="4"/>
                  </a:cubicBezTo>
                  <a:cubicBezTo>
                    <a:pt x="96" y="0"/>
                    <a:pt x="96" y="0"/>
                    <a:pt x="9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32" name="组合 131"/>
            <p:cNvGrpSpPr/>
            <p:nvPr/>
          </p:nvGrpSpPr>
          <p:grpSpPr>
            <a:xfrm>
              <a:off x="3240088" y="4818063"/>
              <a:ext cx="252413" cy="252412"/>
              <a:chOff x="3240088" y="4818063"/>
              <a:chExt cx="252413" cy="252412"/>
            </a:xfrm>
          </p:grpSpPr>
          <p:sp>
            <p:nvSpPr>
              <p:cNvPr id="109" name="Freeform 107"/>
              <p:cNvSpPr>
                <a:spLocks noEditPoints="1"/>
              </p:cNvSpPr>
              <p:nvPr/>
            </p:nvSpPr>
            <p:spPr bwMode="auto">
              <a:xfrm>
                <a:off x="3240088" y="4994275"/>
                <a:ext cx="252413" cy="76200"/>
              </a:xfrm>
              <a:custGeom>
                <a:avLst/>
                <a:gdLst>
                  <a:gd name="T0" fmla="*/ 72 w 80"/>
                  <a:gd name="T1" fmla="*/ 0 h 24"/>
                  <a:gd name="T2" fmla="*/ 8 w 80"/>
                  <a:gd name="T3" fmla="*/ 0 h 24"/>
                  <a:gd name="T4" fmla="*/ 0 w 80"/>
                  <a:gd name="T5" fmla="*/ 8 h 24"/>
                  <a:gd name="T6" fmla="*/ 0 w 80"/>
                  <a:gd name="T7" fmla="*/ 16 h 24"/>
                  <a:gd name="T8" fmla="*/ 8 w 80"/>
                  <a:gd name="T9" fmla="*/ 24 h 24"/>
                  <a:gd name="T10" fmla="*/ 72 w 80"/>
                  <a:gd name="T11" fmla="*/ 24 h 24"/>
                  <a:gd name="T12" fmla="*/ 80 w 80"/>
                  <a:gd name="T13" fmla="*/ 16 h 24"/>
                  <a:gd name="T14" fmla="*/ 80 w 80"/>
                  <a:gd name="T15" fmla="*/ 8 h 24"/>
                  <a:gd name="T16" fmla="*/ 72 w 80"/>
                  <a:gd name="T17" fmla="*/ 0 h 24"/>
                  <a:gd name="T18" fmla="*/ 64 w 80"/>
                  <a:gd name="T19" fmla="*/ 16 h 24"/>
                  <a:gd name="T20" fmla="*/ 60 w 80"/>
                  <a:gd name="T21" fmla="*/ 12 h 24"/>
                  <a:gd name="T22" fmla="*/ 64 w 80"/>
                  <a:gd name="T23" fmla="*/ 8 h 24"/>
                  <a:gd name="T24" fmla="*/ 68 w 80"/>
                  <a:gd name="T25" fmla="*/ 12 h 24"/>
                  <a:gd name="T26" fmla="*/ 64 w 80"/>
                  <a:gd name="T27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24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0"/>
                      <a:pt x="4" y="24"/>
                      <a:pt x="8" y="24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6" y="24"/>
                      <a:pt x="80" y="20"/>
                      <a:pt x="80" y="16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64" y="16"/>
                    </a:moveTo>
                    <a:cubicBezTo>
                      <a:pt x="62" y="16"/>
                      <a:pt x="60" y="14"/>
                      <a:pt x="60" y="12"/>
                    </a:cubicBezTo>
                    <a:cubicBezTo>
                      <a:pt x="60" y="10"/>
                      <a:pt x="62" y="8"/>
                      <a:pt x="64" y="8"/>
                    </a:cubicBezTo>
                    <a:cubicBezTo>
                      <a:pt x="66" y="8"/>
                      <a:pt x="68" y="10"/>
                      <a:pt x="68" y="12"/>
                    </a:cubicBezTo>
                    <a:cubicBezTo>
                      <a:pt x="68" y="14"/>
                      <a:pt x="66" y="16"/>
                      <a:pt x="64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Rectangle 108"/>
              <p:cNvSpPr>
                <a:spLocks noChangeArrowheads="1"/>
              </p:cNvSpPr>
              <p:nvPr/>
            </p:nvSpPr>
            <p:spPr bwMode="auto">
              <a:xfrm>
                <a:off x="3309938" y="4860925"/>
                <a:ext cx="112713" cy="762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Freeform 109"/>
              <p:cNvSpPr>
                <a:spLocks noEditPoints="1"/>
              </p:cNvSpPr>
              <p:nvPr/>
            </p:nvSpPr>
            <p:spPr bwMode="auto">
              <a:xfrm>
                <a:off x="3265488" y="4818063"/>
                <a:ext cx="201613" cy="163513"/>
              </a:xfrm>
              <a:custGeom>
                <a:avLst/>
                <a:gdLst>
                  <a:gd name="T0" fmla="*/ 56 w 64"/>
                  <a:gd name="T1" fmla="*/ 0 h 52"/>
                  <a:gd name="T2" fmla="*/ 8 w 64"/>
                  <a:gd name="T3" fmla="*/ 0 h 52"/>
                  <a:gd name="T4" fmla="*/ 0 w 64"/>
                  <a:gd name="T5" fmla="*/ 8 h 52"/>
                  <a:gd name="T6" fmla="*/ 0 w 64"/>
                  <a:gd name="T7" fmla="*/ 44 h 52"/>
                  <a:gd name="T8" fmla="*/ 8 w 64"/>
                  <a:gd name="T9" fmla="*/ 52 h 52"/>
                  <a:gd name="T10" fmla="*/ 56 w 64"/>
                  <a:gd name="T11" fmla="*/ 52 h 52"/>
                  <a:gd name="T12" fmla="*/ 64 w 64"/>
                  <a:gd name="T13" fmla="*/ 44 h 52"/>
                  <a:gd name="T14" fmla="*/ 64 w 64"/>
                  <a:gd name="T15" fmla="*/ 8 h 52"/>
                  <a:gd name="T16" fmla="*/ 56 w 64"/>
                  <a:gd name="T17" fmla="*/ 0 h 52"/>
                  <a:gd name="T18" fmla="*/ 54 w 64"/>
                  <a:gd name="T19" fmla="*/ 40 h 52"/>
                  <a:gd name="T20" fmla="*/ 52 w 64"/>
                  <a:gd name="T21" fmla="*/ 42 h 52"/>
                  <a:gd name="T22" fmla="*/ 12 w 64"/>
                  <a:gd name="T23" fmla="*/ 42 h 52"/>
                  <a:gd name="T24" fmla="*/ 10 w 64"/>
                  <a:gd name="T25" fmla="*/ 40 h 52"/>
                  <a:gd name="T26" fmla="*/ 10 w 64"/>
                  <a:gd name="T27" fmla="*/ 12 h 52"/>
                  <a:gd name="T28" fmla="*/ 12 w 64"/>
                  <a:gd name="T29" fmla="*/ 10 h 52"/>
                  <a:gd name="T30" fmla="*/ 52 w 64"/>
                  <a:gd name="T31" fmla="*/ 10 h 52"/>
                  <a:gd name="T32" fmla="*/ 54 w 64"/>
                  <a:gd name="T33" fmla="*/ 12 h 52"/>
                  <a:gd name="T34" fmla="*/ 54 w 64"/>
                  <a:gd name="T35" fmla="*/ 4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4" h="52">
                    <a:moveTo>
                      <a:pt x="5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0" y="52"/>
                      <a:pt x="64" y="48"/>
                      <a:pt x="64" y="44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lose/>
                    <a:moveTo>
                      <a:pt x="54" y="40"/>
                    </a:moveTo>
                    <a:cubicBezTo>
                      <a:pt x="54" y="41"/>
                      <a:pt x="53" y="42"/>
                      <a:pt x="52" y="42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1" y="42"/>
                      <a:pt x="10" y="41"/>
                      <a:pt x="10" y="40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0" y="11"/>
                      <a:pt x="11" y="10"/>
                      <a:pt x="12" y="10"/>
                    </a:cubicBezTo>
                    <a:cubicBezTo>
                      <a:pt x="52" y="10"/>
                      <a:pt x="52" y="10"/>
                      <a:pt x="52" y="10"/>
                    </a:cubicBezTo>
                    <a:cubicBezTo>
                      <a:pt x="53" y="10"/>
                      <a:pt x="54" y="11"/>
                      <a:pt x="54" y="12"/>
                    </a:cubicBezTo>
                    <a:lnTo>
                      <a:pt x="54" y="4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2" name="Freeform 110"/>
            <p:cNvSpPr>
              <a:spLocks noEditPoints="1"/>
            </p:cNvSpPr>
            <p:nvPr/>
          </p:nvSpPr>
          <p:spPr bwMode="auto">
            <a:xfrm>
              <a:off x="8067676" y="4210050"/>
              <a:ext cx="303213" cy="252413"/>
            </a:xfrm>
            <a:custGeom>
              <a:avLst/>
              <a:gdLst>
                <a:gd name="T0" fmla="*/ 52 w 96"/>
                <a:gd name="T1" fmla="*/ 24 h 80"/>
                <a:gd name="T2" fmla="*/ 56 w 96"/>
                <a:gd name="T3" fmla="*/ 16 h 80"/>
                <a:gd name="T4" fmla="*/ 72 w 96"/>
                <a:gd name="T5" fmla="*/ 4 h 80"/>
                <a:gd name="T6" fmla="*/ 64 w 96"/>
                <a:gd name="T7" fmla="*/ 0 h 80"/>
                <a:gd name="T8" fmla="*/ 60 w 96"/>
                <a:gd name="T9" fmla="*/ 8 h 80"/>
                <a:gd name="T10" fmla="*/ 44 w 96"/>
                <a:gd name="T11" fmla="*/ 20 h 80"/>
                <a:gd name="T12" fmla="*/ 8 w 96"/>
                <a:gd name="T13" fmla="*/ 24 h 80"/>
                <a:gd name="T14" fmla="*/ 0 w 96"/>
                <a:gd name="T15" fmla="*/ 72 h 80"/>
                <a:gd name="T16" fmla="*/ 88 w 96"/>
                <a:gd name="T17" fmla="*/ 80 h 80"/>
                <a:gd name="T18" fmla="*/ 96 w 96"/>
                <a:gd name="T19" fmla="*/ 32 h 80"/>
                <a:gd name="T20" fmla="*/ 48 w 96"/>
                <a:gd name="T21" fmla="*/ 32 h 80"/>
                <a:gd name="T22" fmla="*/ 48 w 96"/>
                <a:gd name="T23" fmla="*/ 40 h 80"/>
                <a:gd name="T24" fmla="*/ 48 w 96"/>
                <a:gd name="T25" fmla="*/ 32 h 80"/>
                <a:gd name="T26" fmla="*/ 52 w 96"/>
                <a:gd name="T27" fmla="*/ 52 h 80"/>
                <a:gd name="T28" fmla="*/ 44 w 96"/>
                <a:gd name="T29" fmla="*/ 52 h 80"/>
                <a:gd name="T30" fmla="*/ 36 w 96"/>
                <a:gd name="T31" fmla="*/ 32 h 80"/>
                <a:gd name="T32" fmla="*/ 36 w 96"/>
                <a:gd name="T33" fmla="*/ 40 h 80"/>
                <a:gd name="T34" fmla="*/ 36 w 96"/>
                <a:gd name="T35" fmla="*/ 32 h 80"/>
                <a:gd name="T36" fmla="*/ 40 w 96"/>
                <a:gd name="T37" fmla="*/ 52 h 80"/>
                <a:gd name="T38" fmla="*/ 32 w 96"/>
                <a:gd name="T39" fmla="*/ 52 h 80"/>
                <a:gd name="T40" fmla="*/ 24 w 96"/>
                <a:gd name="T41" fmla="*/ 56 h 80"/>
                <a:gd name="T42" fmla="*/ 24 w 96"/>
                <a:gd name="T43" fmla="*/ 48 h 80"/>
                <a:gd name="T44" fmla="*/ 24 w 96"/>
                <a:gd name="T45" fmla="*/ 56 h 80"/>
                <a:gd name="T46" fmla="*/ 20 w 96"/>
                <a:gd name="T47" fmla="*/ 36 h 80"/>
                <a:gd name="T48" fmla="*/ 28 w 96"/>
                <a:gd name="T49" fmla="*/ 36 h 80"/>
                <a:gd name="T50" fmla="*/ 64 w 96"/>
                <a:gd name="T51" fmla="*/ 72 h 80"/>
                <a:gd name="T52" fmla="*/ 32 w 96"/>
                <a:gd name="T53" fmla="*/ 64 h 80"/>
                <a:gd name="T54" fmla="*/ 64 w 96"/>
                <a:gd name="T55" fmla="*/ 72 h 80"/>
                <a:gd name="T56" fmla="*/ 56 w 96"/>
                <a:gd name="T57" fmla="*/ 52 h 80"/>
                <a:gd name="T58" fmla="*/ 64 w 96"/>
                <a:gd name="T59" fmla="*/ 52 h 80"/>
                <a:gd name="T60" fmla="*/ 60 w 96"/>
                <a:gd name="T61" fmla="*/ 40 h 80"/>
                <a:gd name="T62" fmla="*/ 60 w 96"/>
                <a:gd name="T63" fmla="*/ 32 h 80"/>
                <a:gd name="T64" fmla="*/ 60 w 96"/>
                <a:gd name="T65" fmla="*/ 40 h 80"/>
                <a:gd name="T66" fmla="*/ 68 w 96"/>
                <a:gd name="T67" fmla="*/ 52 h 80"/>
                <a:gd name="T68" fmla="*/ 76 w 96"/>
                <a:gd name="T69" fmla="*/ 52 h 80"/>
                <a:gd name="T70" fmla="*/ 72 w 96"/>
                <a:gd name="T71" fmla="*/ 40 h 80"/>
                <a:gd name="T72" fmla="*/ 72 w 96"/>
                <a:gd name="T73" fmla="*/ 32 h 80"/>
                <a:gd name="T74" fmla="*/ 72 w 96"/>
                <a:gd name="T75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80">
                  <a:moveTo>
                    <a:pt x="88" y="24"/>
                  </a:moveTo>
                  <a:cubicBezTo>
                    <a:pt x="52" y="24"/>
                    <a:pt x="52" y="24"/>
                    <a:pt x="52" y="24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18"/>
                    <a:pt x="54" y="16"/>
                    <a:pt x="56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67" y="16"/>
                    <a:pt x="72" y="11"/>
                    <a:pt x="72" y="4"/>
                  </a:cubicBezTo>
                  <a:cubicBezTo>
                    <a:pt x="72" y="0"/>
                    <a:pt x="72" y="0"/>
                    <a:pt x="7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6"/>
                    <a:pt x="62" y="8"/>
                    <a:pt x="60" y="8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49" y="8"/>
                    <a:pt x="44" y="13"/>
                    <a:pt x="44" y="20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4" y="24"/>
                    <a:pt x="0" y="28"/>
                    <a:pt x="0" y="3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92" y="80"/>
                    <a:pt x="96" y="76"/>
                    <a:pt x="96" y="72"/>
                  </a:cubicBezTo>
                  <a:cubicBezTo>
                    <a:pt x="96" y="32"/>
                    <a:pt x="96" y="32"/>
                    <a:pt x="96" y="32"/>
                  </a:cubicBezTo>
                  <a:cubicBezTo>
                    <a:pt x="96" y="28"/>
                    <a:pt x="92" y="24"/>
                    <a:pt x="88" y="24"/>
                  </a:cubicBezTo>
                  <a:close/>
                  <a:moveTo>
                    <a:pt x="48" y="32"/>
                  </a:moveTo>
                  <a:cubicBezTo>
                    <a:pt x="50" y="32"/>
                    <a:pt x="52" y="34"/>
                    <a:pt x="52" y="36"/>
                  </a:cubicBezTo>
                  <a:cubicBezTo>
                    <a:pt x="52" y="38"/>
                    <a:pt x="50" y="40"/>
                    <a:pt x="48" y="40"/>
                  </a:cubicBezTo>
                  <a:cubicBezTo>
                    <a:pt x="46" y="40"/>
                    <a:pt x="44" y="38"/>
                    <a:pt x="44" y="36"/>
                  </a:cubicBezTo>
                  <a:cubicBezTo>
                    <a:pt x="44" y="34"/>
                    <a:pt x="46" y="32"/>
                    <a:pt x="48" y="32"/>
                  </a:cubicBezTo>
                  <a:close/>
                  <a:moveTo>
                    <a:pt x="48" y="48"/>
                  </a:moveTo>
                  <a:cubicBezTo>
                    <a:pt x="50" y="48"/>
                    <a:pt x="52" y="50"/>
                    <a:pt x="52" y="52"/>
                  </a:cubicBezTo>
                  <a:cubicBezTo>
                    <a:pt x="52" y="54"/>
                    <a:pt x="50" y="56"/>
                    <a:pt x="48" y="56"/>
                  </a:cubicBezTo>
                  <a:cubicBezTo>
                    <a:pt x="46" y="56"/>
                    <a:pt x="44" y="54"/>
                    <a:pt x="44" y="52"/>
                  </a:cubicBezTo>
                  <a:cubicBezTo>
                    <a:pt x="44" y="50"/>
                    <a:pt x="46" y="48"/>
                    <a:pt x="48" y="48"/>
                  </a:cubicBezTo>
                  <a:close/>
                  <a:moveTo>
                    <a:pt x="36" y="32"/>
                  </a:moveTo>
                  <a:cubicBezTo>
                    <a:pt x="38" y="32"/>
                    <a:pt x="40" y="34"/>
                    <a:pt x="40" y="36"/>
                  </a:cubicBezTo>
                  <a:cubicBezTo>
                    <a:pt x="40" y="38"/>
                    <a:pt x="38" y="40"/>
                    <a:pt x="36" y="40"/>
                  </a:cubicBezTo>
                  <a:cubicBezTo>
                    <a:pt x="34" y="40"/>
                    <a:pt x="32" y="38"/>
                    <a:pt x="32" y="36"/>
                  </a:cubicBezTo>
                  <a:cubicBezTo>
                    <a:pt x="32" y="34"/>
                    <a:pt x="34" y="32"/>
                    <a:pt x="36" y="32"/>
                  </a:cubicBezTo>
                  <a:close/>
                  <a:moveTo>
                    <a:pt x="36" y="48"/>
                  </a:moveTo>
                  <a:cubicBezTo>
                    <a:pt x="38" y="48"/>
                    <a:pt x="40" y="50"/>
                    <a:pt x="40" y="52"/>
                  </a:cubicBezTo>
                  <a:cubicBezTo>
                    <a:pt x="40" y="54"/>
                    <a:pt x="38" y="56"/>
                    <a:pt x="36" y="56"/>
                  </a:cubicBezTo>
                  <a:cubicBezTo>
                    <a:pt x="34" y="56"/>
                    <a:pt x="32" y="54"/>
                    <a:pt x="32" y="52"/>
                  </a:cubicBezTo>
                  <a:cubicBezTo>
                    <a:pt x="32" y="50"/>
                    <a:pt x="34" y="48"/>
                    <a:pt x="36" y="48"/>
                  </a:cubicBezTo>
                  <a:close/>
                  <a:moveTo>
                    <a:pt x="24" y="56"/>
                  </a:moveTo>
                  <a:cubicBezTo>
                    <a:pt x="22" y="56"/>
                    <a:pt x="20" y="54"/>
                    <a:pt x="20" y="52"/>
                  </a:cubicBezTo>
                  <a:cubicBezTo>
                    <a:pt x="20" y="50"/>
                    <a:pt x="22" y="48"/>
                    <a:pt x="24" y="48"/>
                  </a:cubicBezTo>
                  <a:cubicBezTo>
                    <a:pt x="26" y="48"/>
                    <a:pt x="28" y="50"/>
                    <a:pt x="28" y="52"/>
                  </a:cubicBezTo>
                  <a:cubicBezTo>
                    <a:pt x="28" y="54"/>
                    <a:pt x="26" y="56"/>
                    <a:pt x="24" y="56"/>
                  </a:cubicBezTo>
                  <a:close/>
                  <a:moveTo>
                    <a:pt x="24" y="40"/>
                  </a:moveTo>
                  <a:cubicBezTo>
                    <a:pt x="22" y="40"/>
                    <a:pt x="20" y="38"/>
                    <a:pt x="20" y="36"/>
                  </a:cubicBezTo>
                  <a:cubicBezTo>
                    <a:pt x="20" y="34"/>
                    <a:pt x="22" y="32"/>
                    <a:pt x="24" y="32"/>
                  </a:cubicBezTo>
                  <a:cubicBezTo>
                    <a:pt x="26" y="32"/>
                    <a:pt x="28" y="34"/>
                    <a:pt x="28" y="36"/>
                  </a:cubicBezTo>
                  <a:cubicBezTo>
                    <a:pt x="28" y="38"/>
                    <a:pt x="26" y="40"/>
                    <a:pt x="24" y="40"/>
                  </a:cubicBezTo>
                  <a:close/>
                  <a:moveTo>
                    <a:pt x="64" y="72"/>
                  </a:moveTo>
                  <a:cubicBezTo>
                    <a:pt x="32" y="72"/>
                    <a:pt x="32" y="72"/>
                    <a:pt x="32" y="72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64" y="64"/>
                    <a:pt x="64" y="64"/>
                    <a:pt x="64" y="64"/>
                  </a:cubicBezTo>
                  <a:lnTo>
                    <a:pt x="64" y="72"/>
                  </a:lnTo>
                  <a:close/>
                  <a:moveTo>
                    <a:pt x="60" y="56"/>
                  </a:moveTo>
                  <a:cubicBezTo>
                    <a:pt x="58" y="56"/>
                    <a:pt x="56" y="54"/>
                    <a:pt x="56" y="52"/>
                  </a:cubicBezTo>
                  <a:cubicBezTo>
                    <a:pt x="56" y="50"/>
                    <a:pt x="58" y="48"/>
                    <a:pt x="60" y="48"/>
                  </a:cubicBezTo>
                  <a:cubicBezTo>
                    <a:pt x="62" y="48"/>
                    <a:pt x="64" y="50"/>
                    <a:pt x="64" y="52"/>
                  </a:cubicBezTo>
                  <a:cubicBezTo>
                    <a:pt x="64" y="54"/>
                    <a:pt x="62" y="56"/>
                    <a:pt x="60" y="56"/>
                  </a:cubicBezTo>
                  <a:close/>
                  <a:moveTo>
                    <a:pt x="60" y="40"/>
                  </a:moveTo>
                  <a:cubicBezTo>
                    <a:pt x="58" y="40"/>
                    <a:pt x="56" y="38"/>
                    <a:pt x="56" y="36"/>
                  </a:cubicBezTo>
                  <a:cubicBezTo>
                    <a:pt x="56" y="34"/>
                    <a:pt x="58" y="32"/>
                    <a:pt x="60" y="32"/>
                  </a:cubicBezTo>
                  <a:cubicBezTo>
                    <a:pt x="62" y="32"/>
                    <a:pt x="64" y="34"/>
                    <a:pt x="64" y="36"/>
                  </a:cubicBezTo>
                  <a:cubicBezTo>
                    <a:pt x="64" y="38"/>
                    <a:pt x="62" y="40"/>
                    <a:pt x="60" y="40"/>
                  </a:cubicBezTo>
                  <a:close/>
                  <a:moveTo>
                    <a:pt x="72" y="56"/>
                  </a:moveTo>
                  <a:cubicBezTo>
                    <a:pt x="70" y="56"/>
                    <a:pt x="68" y="54"/>
                    <a:pt x="68" y="52"/>
                  </a:cubicBezTo>
                  <a:cubicBezTo>
                    <a:pt x="68" y="50"/>
                    <a:pt x="70" y="48"/>
                    <a:pt x="72" y="48"/>
                  </a:cubicBezTo>
                  <a:cubicBezTo>
                    <a:pt x="74" y="48"/>
                    <a:pt x="76" y="50"/>
                    <a:pt x="76" y="52"/>
                  </a:cubicBezTo>
                  <a:cubicBezTo>
                    <a:pt x="76" y="54"/>
                    <a:pt x="74" y="56"/>
                    <a:pt x="72" y="56"/>
                  </a:cubicBezTo>
                  <a:close/>
                  <a:moveTo>
                    <a:pt x="72" y="40"/>
                  </a:moveTo>
                  <a:cubicBezTo>
                    <a:pt x="70" y="40"/>
                    <a:pt x="68" y="38"/>
                    <a:pt x="68" y="36"/>
                  </a:cubicBezTo>
                  <a:cubicBezTo>
                    <a:pt x="68" y="34"/>
                    <a:pt x="70" y="32"/>
                    <a:pt x="72" y="32"/>
                  </a:cubicBezTo>
                  <a:cubicBezTo>
                    <a:pt x="74" y="32"/>
                    <a:pt x="76" y="34"/>
                    <a:pt x="76" y="36"/>
                  </a:cubicBezTo>
                  <a:cubicBezTo>
                    <a:pt x="76" y="38"/>
                    <a:pt x="74" y="40"/>
                    <a:pt x="72" y="4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3" name="Freeform 111"/>
            <p:cNvSpPr>
              <a:spLocks/>
            </p:cNvSpPr>
            <p:nvPr/>
          </p:nvSpPr>
          <p:spPr bwMode="auto">
            <a:xfrm>
              <a:off x="3833813" y="4830763"/>
              <a:ext cx="277813" cy="150813"/>
            </a:xfrm>
            <a:custGeom>
              <a:avLst/>
              <a:gdLst>
                <a:gd name="T0" fmla="*/ 84 w 88"/>
                <a:gd name="T1" fmla="*/ 0 h 48"/>
                <a:gd name="T2" fmla="*/ 4 w 88"/>
                <a:gd name="T3" fmla="*/ 0 h 48"/>
                <a:gd name="T4" fmla="*/ 0 w 88"/>
                <a:gd name="T5" fmla="*/ 4 h 48"/>
                <a:gd name="T6" fmla="*/ 0 w 88"/>
                <a:gd name="T7" fmla="*/ 44 h 48"/>
                <a:gd name="T8" fmla="*/ 32 w 88"/>
                <a:gd name="T9" fmla="*/ 44 h 48"/>
                <a:gd name="T10" fmla="*/ 38 w 88"/>
                <a:gd name="T11" fmla="*/ 46 h 48"/>
                <a:gd name="T12" fmla="*/ 39 w 88"/>
                <a:gd name="T13" fmla="*/ 48 h 48"/>
                <a:gd name="T14" fmla="*/ 49 w 88"/>
                <a:gd name="T15" fmla="*/ 48 h 48"/>
                <a:gd name="T16" fmla="*/ 50 w 88"/>
                <a:gd name="T17" fmla="*/ 46 h 48"/>
                <a:gd name="T18" fmla="*/ 56 w 88"/>
                <a:gd name="T19" fmla="*/ 44 h 48"/>
                <a:gd name="T20" fmla="*/ 88 w 88"/>
                <a:gd name="T21" fmla="*/ 44 h 48"/>
                <a:gd name="T22" fmla="*/ 88 w 88"/>
                <a:gd name="T23" fmla="*/ 4 h 48"/>
                <a:gd name="T24" fmla="*/ 84 w 88"/>
                <a:gd name="T25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" h="48">
                  <a:moveTo>
                    <a:pt x="8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4" y="44"/>
                    <a:pt x="36" y="45"/>
                    <a:pt x="38" y="46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0" y="46"/>
                    <a:pt x="50" y="46"/>
                    <a:pt x="50" y="46"/>
                  </a:cubicBezTo>
                  <a:cubicBezTo>
                    <a:pt x="52" y="45"/>
                    <a:pt x="54" y="44"/>
                    <a:pt x="56" y="44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2"/>
                    <a:pt x="86" y="0"/>
                    <a:pt x="84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4" name="Freeform 112"/>
            <p:cNvSpPr>
              <a:spLocks/>
            </p:cNvSpPr>
            <p:nvPr/>
          </p:nvSpPr>
          <p:spPr bwMode="auto">
            <a:xfrm>
              <a:off x="3821113" y="4981575"/>
              <a:ext cx="303213" cy="76200"/>
            </a:xfrm>
            <a:custGeom>
              <a:avLst/>
              <a:gdLst>
                <a:gd name="T0" fmla="*/ 93 w 96"/>
                <a:gd name="T1" fmla="*/ 0 h 24"/>
                <a:gd name="T2" fmla="*/ 60 w 96"/>
                <a:gd name="T3" fmla="*/ 0 h 24"/>
                <a:gd name="T4" fmla="*/ 57 w 96"/>
                <a:gd name="T5" fmla="*/ 1 h 24"/>
                <a:gd name="T6" fmla="*/ 54 w 96"/>
                <a:gd name="T7" fmla="*/ 4 h 24"/>
                <a:gd name="T8" fmla="*/ 42 w 96"/>
                <a:gd name="T9" fmla="*/ 4 h 24"/>
                <a:gd name="T10" fmla="*/ 39 w 96"/>
                <a:gd name="T11" fmla="*/ 1 h 24"/>
                <a:gd name="T12" fmla="*/ 36 w 96"/>
                <a:gd name="T13" fmla="*/ 0 h 24"/>
                <a:gd name="T14" fmla="*/ 3 w 96"/>
                <a:gd name="T15" fmla="*/ 0 h 24"/>
                <a:gd name="T16" fmla="*/ 0 w 96"/>
                <a:gd name="T17" fmla="*/ 5 h 24"/>
                <a:gd name="T18" fmla="*/ 3 w 96"/>
                <a:gd name="T19" fmla="*/ 17 h 24"/>
                <a:gd name="T20" fmla="*/ 12 w 96"/>
                <a:gd name="T21" fmla="*/ 24 h 24"/>
                <a:gd name="T22" fmla="*/ 84 w 96"/>
                <a:gd name="T23" fmla="*/ 24 h 24"/>
                <a:gd name="T24" fmla="*/ 93 w 96"/>
                <a:gd name="T25" fmla="*/ 17 h 24"/>
                <a:gd name="T26" fmla="*/ 96 w 96"/>
                <a:gd name="T27" fmla="*/ 5 h 24"/>
                <a:gd name="T28" fmla="*/ 93 w 96"/>
                <a:gd name="T2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" h="24">
                  <a:moveTo>
                    <a:pt x="93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8" y="0"/>
                    <a:pt x="57" y="1"/>
                  </a:cubicBezTo>
                  <a:cubicBezTo>
                    <a:pt x="54" y="4"/>
                    <a:pt x="54" y="4"/>
                    <a:pt x="54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8" y="0"/>
                    <a:pt x="37" y="0"/>
                    <a:pt x="36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21"/>
                    <a:pt x="8" y="24"/>
                    <a:pt x="12" y="24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88" y="24"/>
                    <a:pt x="92" y="21"/>
                    <a:pt x="93" y="17"/>
                  </a:cubicBezTo>
                  <a:cubicBezTo>
                    <a:pt x="96" y="5"/>
                    <a:pt x="96" y="5"/>
                    <a:pt x="96" y="5"/>
                  </a:cubicBezTo>
                  <a:cubicBezTo>
                    <a:pt x="96" y="3"/>
                    <a:pt x="95" y="1"/>
                    <a:pt x="93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5" name="Freeform 113"/>
            <p:cNvSpPr>
              <a:spLocks/>
            </p:cNvSpPr>
            <p:nvPr/>
          </p:nvSpPr>
          <p:spPr bwMode="auto">
            <a:xfrm>
              <a:off x="5164138" y="4843463"/>
              <a:ext cx="123825" cy="122238"/>
            </a:xfrm>
            <a:custGeom>
              <a:avLst/>
              <a:gdLst>
                <a:gd name="T0" fmla="*/ 14 w 78"/>
                <a:gd name="T1" fmla="*/ 0 h 77"/>
                <a:gd name="T2" fmla="*/ 14 w 78"/>
                <a:gd name="T3" fmla="*/ 15 h 77"/>
                <a:gd name="T4" fmla="*/ 50 w 78"/>
                <a:gd name="T5" fmla="*/ 15 h 77"/>
                <a:gd name="T6" fmla="*/ 0 w 78"/>
                <a:gd name="T7" fmla="*/ 65 h 77"/>
                <a:gd name="T8" fmla="*/ 12 w 78"/>
                <a:gd name="T9" fmla="*/ 77 h 77"/>
                <a:gd name="T10" fmla="*/ 62 w 78"/>
                <a:gd name="T11" fmla="*/ 27 h 77"/>
                <a:gd name="T12" fmla="*/ 62 w 78"/>
                <a:gd name="T13" fmla="*/ 63 h 77"/>
                <a:gd name="T14" fmla="*/ 78 w 78"/>
                <a:gd name="T15" fmla="*/ 63 h 77"/>
                <a:gd name="T16" fmla="*/ 78 w 78"/>
                <a:gd name="T17" fmla="*/ 0 h 77"/>
                <a:gd name="T18" fmla="*/ 14 w 78"/>
                <a:gd name="T19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77">
                  <a:moveTo>
                    <a:pt x="14" y="0"/>
                  </a:moveTo>
                  <a:lnTo>
                    <a:pt x="14" y="15"/>
                  </a:lnTo>
                  <a:lnTo>
                    <a:pt x="50" y="15"/>
                  </a:lnTo>
                  <a:lnTo>
                    <a:pt x="0" y="65"/>
                  </a:lnTo>
                  <a:lnTo>
                    <a:pt x="12" y="77"/>
                  </a:lnTo>
                  <a:lnTo>
                    <a:pt x="62" y="27"/>
                  </a:lnTo>
                  <a:lnTo>
                    <a:pt x="62" y="63"/>
                  </a:lnTo>
                  <a:lnTo>
                    <a:pt x="78" y="63"/>
                  </a:lnTo>
                  <a:lnTo>
                    <a:pt x="78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6" name="Freeform 114"/>
            <p:cNvSpPr>
              <a:spLocks/>
            </p:cNvSpPr>
            <p:nvPr/>
          </p:nvSpPr>
          <p:spPr bwMode="auto">
            <a:xfrm>
              <a:off x="5059363" y="4854575"/>
              <a:ext cx="215900" cy="215900"/>
            </a:xfrm>
            <a:custGeom>
              <a:avLst/>
              <a:gdLst>
                <a:gd name="T0" fmla="*/ 64 w 68"/>
                <a:gd name="T1" fmla="*/ 44 h 68"/>
                <a:gd name="T2" fmla="*/ 48 w 68"/>
                <a:gd name="T3" fmla="*/ 44 h 68"/>
                <a:gd name="T4" fmla="*/ 44 w 68"/>
                <a:gd name="T5" fmla="*/ 48 h 68"/>
                <a:gd name="T6" fmla="*/ 44 w 68"/>
                <a:gd name="T7" fmla="*/ 52 h 68"/>
                <a:gd name="T8" fmla="*/ 16 w 68"/>
                <a:gd name="T9" fmla="*/ 24 h 68"/>
                <a:gd name="T10" fmla="*/ 20 w 68"/>
                <a:gd name="T11" fmla="*/ 24 h 68"/>
                <a:gd name="T12" fmla="*/ 24 w 68"/>
                <a:gd name="T13" fmla="*/ 20 h 68"/>
                <a:gd name="T14" fmla="*/ 24 w 68"/>
                <a:gd name="T15" fmla="*/ 4 h 68"/>
                <a:gd name="T16" fmla="*/ 20 w 68"/>
                <a:gd name="T17" fmla="*/ 0 h 68"/>
                <a:gd name="T18" fmla="*/ 4 w 68"/>
                <a:gd name="T19" fmla="*/ 0 h 68"/>
                <a:gd name="T20" fmla="*/ 0 w 68"/>
                <a:gd name="T21" fmla="*/ 4 h 68"/>
                <a:gd name="T22" fmla="*/ 0 w 68"/>
                <a:gd name="T23" fmla="*/ 24 h 68"/>
                <a:gd name="T24" fmla="*/ 44 w 68"/>
                <a:gd name="T25" fmla="*/ 68 h 68"/>
                <a:gd name="T26" fmla="*/ 64 w 68"/>
                <a:gd name="T27" fmla="*/ 68 h 68"/>
                <a:gd name="T28" fmla="*/ 68 w 68"/>
                <a:gd name="T29" fmla="*/ 64 h 68"/>
                <a:gd name="T30" fmla="*/ 68 w 68"/>
                <a:gd name="T31" fmla="*/ 48 h 68"/>
                <a:gd name="T32" fmla="*/ 64 w 68"/>
                <a:gd name="T33" fmla="*/ 4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" h="68">
                  <a:moveTo>
                    <a:pt x="64" y="44"/>
                  </a:moveTo>
                  <a:cubicBezTo>
                    <a:pt x="48" y="44"/>
                    <a:pt x="48" y="44"/>
                    <a:pt x="48" y="44"/>
                  </a:cubicBezTo>
                  <a:cubicBezTo>
                    <a:pt x="46" y="44"/>
                    <a:pt x="44" y="46"/>
                    <a:pt x="44" y="48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28" y="52"/>
                    <a:pt x="16" y="40"/>
                    <a:pt x="16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2" y="24"/>
                    <a:pt x="24" y="22"/>
                    <a:pt x="24" y="2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"/>
                    <a:pt x="22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48"/>
                    <a:pt x="20" y="68"/>
                    <a:pt x="44" y="68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66" y="68"/>
                    <a:pt x="68" y="66"/>
                    <a:pt x="68" y="64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6"/>
                    <a:pt x="66" y="44"/>
                    <a:pt x="64" y="4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7" name="Freeform 115"/>
            <p:cNvSpPr>
              <a:spLocks/>
            </p:cNvSpPr>
            <p:nvPr/>
          </p:nvSpPr>
          <p:spPr bwMode="auto">
            <a:xfrm>
              <a:off x="4446588" y="4792663"/>
              <a:ext cx="268288" cy="153988"/>
            </a:xfrm>
            <a:custGeom>
              <a:avLst/>
              <a:gdLst>
                <a:gd name="T0" fmla="*/ 82 w 85"/>
                <a:gd name="T1" fmla="*/ 27 h 49"/>
                <a:gd name="T2" fmla="*/ 70 w 85"/>
                <a:gd name="T3" fmla="*/ 16 h 49"/>
                <a:gd name="T4" fmla="*/ 14 w 85"/>
                <a:gd name="T5" fmla="*/ 16 h 49"/>
                <a:gd name="T6" fmla="*/ 2 w 85"/>
                <a:gd name="T7" fmla="*/ 27 h 49"/>
                <a:gd name="T8" fmla="*/ 0 w 85"/>
                <a:gd name="T9" fmla="*/ 33 h 49"/>
                <a:gd name="T10" fmla="*/ 2 w 85"/>
                <a:gd name="T11" fmla="*/ 38 h 49"/>
                <a:gd name="T12" fmla="*/ 11 w 85"/>
                <a:gd name="T13" fmla="*/ 47 h 49"/>
                <a:gd name="T14" fmla="*/ 17 w 85"/>
                <a:gd name="T15" fmla="*/ 49 h 49"/>
                <a:gd name="T16" fmla="*/ 22 w 85"/>
                <a:gd name="T17" fmla="*/ 47 h 49"/>
                <a:gd name="T18" fmla="*/ 31 w 85"/>
                <a:gd name="T19" fmla="*/ 38 h 49"/>
                <a:gd name="T20" fmla="*/ 33 w 85"/>
                <a:gd name="T21" fmla="*/ 33 h 49"/>
                <a:gd name="T22" fmla="*/ 31 w 85"/>
                <a:gd name="T23" fmla="*/ 27 h 49"/>
                <a:gd name="T24" fmla="*/ 22 w 85"/>
                <a:gd name="T25" fmla="*/ 19 h 49"/>
                <a:gd name="T26" fmla="*/ 62 w 85"/>
                <a:gd name="T27" fmla="*/ 19 h 49"/>
                <a:gd name="T28" fmla="*/ 53 w 85"/>
                <a:gd name="T29" fmla="*/ 27 h 49"/>
                <a:gd name="T30" fmla="*/ 53 w 85"/>
                <a:gd name="T31" fmla="*/ 38 h 49"/>
                <a:gd name="T32" fmla="*/ 62 w 85"/>
                <a:gd name="T33" fmla="*/ 47 h 49"/>
                <a:gd name="T34" fmla="*/ 67 w 85"/>
                <a:gd name="T35" fmla="*/ 49 h 49"/>
                <a:gd name="T36" fmla="*/ 73 w 85"/>
                <a:gd name="T37" fmla="*/ 47 h 49"/>
                <a:gd name="T38" fmla="*/ 82 w 85"/>
                <a:gd name="T39" fmla="*/ 38 h 49"/>
                <a:gd name="T40" fmla="*/ 82 w 85"/>
                <a:gd name="T41" fmla="*/ 27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" h="49">
                  <a:moveTo>
                    <a:pt x="82" y="27"/>
                  </a:moveTo>
                  <a:cubicBezTo>
                    <a:pt x="70" y="16"/>
                    <a:pt x="70" y="16"/>
                    <a:pt x="70" y="16"/>
                  </a:cubicBezTo>
                  <a:cubicBezTo>
                    <a:pt x="55" y="0"/>
                    <a:pt x="29" y="0"/>
                    <a:pt x="14" y="16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1" y="29"/>
                    <a:pt x="0" y="31"/>
                    <a:pt x="0" y="33"/>
                  </a:cubicBezTo>
                  <a:cubicBezTo>
                    <a:pt x="0" y="35"/>
                    <a:pt x="1" y="37"/>
                    <a:pt x="2" y="38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2" y="48"/>
                    <a:pt x="14" y="49"/>
                    <a:pt x="17" y="49"/>
                  </a:cubicBezTo>
                  <a:cubicBezTo>
                    <a:pt x="19" y="49"/>
                    <a:pt x="21" y="48"/>
                    <a:pt x="22" y="47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7"/>
                    <a:pt x="33" y="35"/>
                    <a:pt x="33" y="33"/>
                  </a:cubicBezTo>
                  <a:cubicBezTo>
                    <a:pt x="33" y="31"/>
                    <a:pt x="32" y="29"/>
                    <a:pt x="31" y="27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34" y="10"/>
                    <a:pt x="50" y="10"/>
                    <a:pt x="62" y="19"/>
                  </a:cubicBezTo>
                  <a:cubicBezTo>
                    <a:pt x="53" y="27"/>
                    <a:pt x="53" y="27"/>
                    <a:pt x="53" y="27"/>
                  </a:cubicBezTo>
                  <a:cubicBezTo>
                    <a:pt x="50" y="30"/>
                    <a:pt x="50" y="35"/>
                    <a:pt x="53" y="38"/>
                  </a:cubicBezTo>
                  <a:cubicBezTo>
                    <a:pt x="62" y="47"/>
                    <a:pt x="62" y="47"/>
                    <a:pt x="62" y="47"/>
                  </a:cubicBezTo>
                  <a:cubicBezTo>
                    <a:pt x="63" y="48"/>
                    <a:pt x="65" y="49"/>
                    <a:pt x="67" y="49"/>
                  </a:cubicBezTo>
                  <a:cubicBezTo>
                    <a:pt x="70" y="49"/>
                    <a:pt x="72" y="48"/>
                    <a:pt x="73" y="47"/>
                  </a:cubicBezTo>
                  <a:cubicBezTo>
                    <a:pt x="82" y="38"/>
                    <a:pt x="82" y="38"/>
                    <a:pt x="82" y="38"/>
                  </a:cubicBezTo>
                  <a:cubicBezTo>
                    <a:pt x="85" y="35"/>
                    <a:pt x="85" y="30"/>
                    <a:pt x="8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8" name="Freeform 116"/>
            <p:cNvSpPr>
              <a:spLocks noEditPoints="1"/>
            </p:cNvSpPr>
            <p:nvPr/>
          </p:nvSpPr>
          <p:spPr bwMode="auto">
            <a:xfrm>
              <a:off x="4465638" y="4930775"/>
              <a:ext cx="227013" cy="152400"/>
            </a:xfrm>
            <a:custGeom>
              <a:avLst/>
              <a:gdLst>
                <a:gd name="T0" fmla="*/ 48 w 72"/>
                <a:gd name="T1" fmla="*/ 8 h 48"/>
                <a:gd name="T2" fmla="*/ 48 w 72"/>
                <a:gd name="T3" fmla="*/ 0 h 48"/>
                <a:gd name="T4" fmla="*/ 40 w 72"/>
                <a:gd name="T5" fmla="*/ 0 h 48"/>
                <a:gd name="T6" fmla="*/ 40 w 72"/>
                <a:gd name="T7" fmla="*/ 8 h 48"/>
                <a:gd name="T8" fmla="*/ 32 w 72"/>
                <a:gd name="T9" fmla="*/ 8 h 48"/>
                <a:gd name="T10" fmla="*/ 32 w 72"/>
                <a:gd name="T11" fmla="*/ 0 h 48"/>
                <a:gd name="T12" fmla="*/ 24 w 72"/>
                <a:gd name="T13" fmla="*/ 0 h 48"/>
                <a:gd name="T14" fmla="*/ 24 w 72"/>
                <a:gd name="T15" fmla="*/ 8 h 48"/>
                <a:gd name="T16" fmla="*/ 0 w 72"/>
                <a:gd name="T17" fmla="*/ 36 h 48"/>
                <a:gd name="T18" fmla="*/ 0 w 72"/>
                <a:gd name="T19" fmla="*/ 48 h 48"/>
                <a:gd name="T20" fmla="*/ 72 w 72"/>
                <a:gd name="T21" fmla="*/ 48 h 48"/>
                <a:gd name="T22" fmla="*/ 72 w 72"/>
                <a:gd name="T23" fmla="*/ 36 h 48"/>
                <a:gd name="T24" fmla="*/ 48 w 72"/>
                <a:gd name="T25" fmla="*/ 8 h 48"/>
                <a:gd name="T26" fmla="*/ 36 w 72"/>
                <a:gd name="T27" fmla="*/ 40 h 48"/>
                <a:gd name="T28" fmla="*/ 24 w 72"/>
                <a:gd name="T29" fmla="*/ 28 h 48"/>
                <a:gd name="T30" fmla="*/ 36 w 72"/>
                <a:gd name="T31" fmla="*/ 16 h 48"/>
                <a:gd name="T32" fmla="*/ 48 w 72"/>
                <a:gd name="T33" fmla="*/ 28 h 48"/>
                <a:gd name="T34" fmla="*/ 36 w 72"/>
                <a:gd name="T35" fmla="*/ 4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48">
                  <a:moveTo>
                    <a:pt x="48" y="8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10" y="10"/>
                    <a:pt x="0" y="22"/>
                    <a:pt x="0" y="36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72" y="48"/>
                    <a:pt x="72" y="48"/>
                    <a:pt x="72" y="48"/>
                  </a:cubicBezTo>
                  <a:cubicBezTo>
                    <a:pt x="72" y="36"/>
                    <a:pt x="72" y="36"/>
                    <a:pt x="72" y="36"/>
                  </a:cubicBezTo>
                  <a:cubicBezTo>
                    <a:pt x="72" y="22"/>
                    <a:pt x="62" y="10"/>
                    <a:pt x="48" y="8"/>
                  </a:cubicBezTo>
                  <a:close/>
                  <a:moveTo>
                    <a:pt x="36" y="40"/>
                  </a:moveTo>
                  <a:cubicBezTo>
                    <a:pt x="29" y="40"/>
                    <a:pt x="24" y="35"/>
                    <a:pt x="24" y="28"/>
                  </a:cubicBezTo>
                  <a:cubicBezTo>
                    <a:pt x="24" y="21"/>
                    <a:pt x="29" y="16"/>
                    <a:pt x="36" y="16"/>
                  </a:cubicBezTo>
                  <a:cubicBezTo>
                    <a:pt x="43" y="16"/>
                    <a:pt x="48" y="21"/>
                    <a:pt x="48" y="28"/>
                  </a:cubicBezTo>
                  <a:cubicBezTo>
                    <a:pt x="48" y="35"/>
                    <a:pt x="43" y="40"/>
                    <a:pt x="36" y="4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9" name="Freeform 117"/>
            <p:cNvSpPr>
              <a:spLocks/>
            </p:cNvSpPr>
            <p:nvPr/>
          </p:nvSpPr>
          <p:spPr bwMode="auto">
            <a:xfrm>
              <a:off x="5792788" y="4821238"/>
              <a:ext cx="123825" cy="122238"/>
            </a:xfrm>
            <a:custGeom>
              <a:avLst/>
              <a:gdLst>
                <a:gd name="T0" fmla="*/ 78 w 78"/>
                <a:gd name="T1" fmla="*/ 12 h 77"/>
                <a:gd name="T2" fmla="*/ 66 w 78"/>
                <a:gd name="T3" fmla="*/ 0 h 77"/>
                <a:gd name="T4" fmla="*/ 16 w 78"/>
                <a:gd name="T5" fmla="*/ 49 h 77"/>
                <a:gd name="T6" fmla="*/ 16 w 78"/>
                <a:gd name="T7" fmla="*/ 14 h 77"/>
                <a:gd name="T8" fmla="*/ 0 w 78"/>
                <a:gd name="T9" fmla="*/ 14 h 77"/>
                <a:gd name="T10" fmla="*/ 0 w 78"/>
                <a:gd name="T11" fmla="*/ 77 h 77"/>
                <a:gd name="T12" fmla="*/ 64 w 78"/>
                <a:gd name="T13" fmla="*/ 77 h 77"/>
                <a:gd name="T14" fmla="*/ 64 w 78"/>
                <a:gd name="T15" fmla="*/ 61 h 77"/>
                <a:gd name="T16" fmla="*/ 28 w 78"/>
                <a:gd name="T17" fmla="*/ 61 h 77"/>
                <a:gd name="T18" fmla="*/ 78 w 78"/>
                <a:gd name="T19" fmla="*/ 1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77">
                  <a:moveTo>
                    <a:pt x="78" y="12"/>
                  </a:moveTo>
                  <a:lnTo>
                    <a:pt x="66" y="0"/>
                  </a:lnTo>
                  <a:lnTo>
                    <a:pt x="16" y="49"/>
                  </a:lnTo>
                  <a:lnTo>
                    <a:pt x="16" y="14"/>
                  </a:lnTo>
                  <a:lnTo>
                    <a:pt x="0" y="14"/>
                  </a:lnTo>
                  <a:lnTo>
                    <a:pt x="0" y="77"/>
                  </a:lnTo>
                  <a:lnTo>
                    <a:pt x="64" y="77"/>
                  </a:lnTo>
                  <a:lnTo>
                    <a:pt x="64" y="61"/>
                  </a:lnTo>
                  <a:lnTo>
                    <a:pt x="28" y="61"/>
                  </a:lnTo>
                  <a:lnTo>
                    <a:pt x="78" y="1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0" name="Freeform 118"/>
            <p:cNvSpPr>
              <a:spLocks/>
            </p:cNvSpPr>
            <p:nvPr/>
          </p:nvSpPr>
          <p:spPr bwMode="auto">
            <a:xfrm>
              <a:off x="5665788" y="4854575"/>
              <a:ext cx="215900" cy="215900"/>
            </a:xfrm>
            <a:custGeom>
              <a:avLst/>
              <a:gdLst>
                <a:gd name="T0" fmla="*/ 64 w 68"/>
                <a:gd name="T1" fmla="*/ 44 h 68"/>
                <a:gd name="T2" fmla="*/ 48 w 68"/>
                <a:gd name="T3" fmla="*/ 44 h 68"/>
                <a:gd name="T4" fmla="*/ 44 w 68"/>
                <a:gd name="T5" fmla="*/ 48 h 68"/>
                <a:gd name="T6" fmla="*/ 44 w 68"/>
                <a:gd name="T7" fmla="*/ 52 h 68"/>
                <a:gd name="T8" fmla="*/ 16 w 68"/>
                <a:gd name="T9" fmla="*/ 24 h 68"/>
                <a:gd name="T10" fmla="*/ 20 w 68"/>
                <a:gd name="T11" fmla="*/ 24 h 68"/>
                <a:gd name="T12" fmla="*/ 24 w 68"/>
                <a:gd name="T13" fmla="*/ 20 h 68"/>
                <a:gd name="T14" fmla="*/ 24 w 68"/>
                <a:gd name="T15" fmla="*/ 4 h 68"/>
                <a:gd name="T16" fmla="*/ 20 w 68"/>
                <a:gd name="T17" fmla="*/ 0 h 68"/>
                <a:gd name="T18" fmla="*/ 4 w 68"/>
                <a:gd name="T19" fmla="*/ 0 h 68"/>
                <a:gd name="T20" fmla="*/ 0 w 68"/>
                <a:gd name="T21" fmla="*/ 4 h 68"/>
                <a:gd name="T22" fmla="*/ 0 w 68"/>
                <a:gd name="T23" fmla="*/ 24 h 68"/>
                <a:gd name="T24" fmla="*/ 44 w 68"/>
                <a:gd name="T25" fmla="*/ 68 h 68"/>
                <a:gd name="T26" fmla="*/ 64 w 68"/>
                <a:gd name="T27" fmla="*/ 68 h 68"/>
                <a:gd name="T28" fmla="*/ 68 w 68"/>
                <a:gd name="T29" fmla="*/ 64 h 68"/>
                <a:gd name="T30" fmla="*/ 68 w 68"/>
                <a:gd name="T31" fmla="*/ 48 h 68"/>
                <a:gd name="T32" fmla="*/ 64 w 68"/>
                <a:gd name="T33" fmla="*/ 4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8" h="68">
                  <a:moveTo>
                    <a:pt x="64" y="44"/>
                  </a:moveTo>
                  <a:cubicBezTo>
                    <a:pt x="48" y="44"/>
                    <a:pt x="48" y="44"/>
                    <a:pt x="48" y="44"/>
                  </a:cubicBezTo>
                  <a:cubicBezTo>
                    <a:pt x="46" y="44"/>
                    <a:pt x="44" y="46"/>
                    <a:pt x="44" y="48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28" y="52"/>
                    <a:pt x="16" y="40"/>
                    <a:pt x="16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2" y="24"/>
                    <a:pt x="24" y="22"/>
                    <a:pt x="24" y="2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2"/>
                    <a:pt x="22" y="0"/>
                    <a:pt x="2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48"/>
                    <a:pt x="20" y="68"/>
                    <a:pt x="44" y="68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66" y="68"/>
                    <a:pt x="68" y="66"/>
                    <a:pt x="68" y="64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6"/>
                    <a:pt x="66" y="44"/>
                    <a:pt x="64" y="4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1" name="Freeform 119"/>
            <p:cNvSpPr>
              <a:spLocks/>
            </p:cNvSpPr>
            <p:nvPr/>
          </p:nvSpPr>
          <p:spPr bwMode="auto">
            <a:xfrm>
              <a:off x="6323013" y="4818063"/>
              <a:ext cx="149225" cy="160338"/>
            </a:xfrm>
            <a:custGeom>
              <a:avLst/>
              <a:gdLst>
                <a:gd name="T0" fmla="*/ 8 w 47"/>
                <a:gd name="T1" fmla="*/ 43 h 51"/>
                <a:gd name="T2" fmla="*/ 8 w 47"/>
                <a:gd name="T3" fmla="*/ 16 h 51"/>
                <a:gd name="T4" fmla="*/ 35 w 47"/>
                <a:gd name="T5" fmla="*/ 16 h 51"/>
                <a:gd name="T6" fmla="*/ 47 w 47"/>
                <a:gd name="T7" fmla="*/ 4 h 51"/>
                <a:gd name="T8" fmla="*/ 40 w 47"/>
                <a:gd name="T9" fmla="*/ 0 h 51"/>
                <a:gd name="T10" fmla="*/ 8 w 47"/>
                <a:gd name="T11" fmla="*/ 0 h 51"/>
                <a:gd name="T12" fmla="*/ 0 w 47"/>
                <a:gd name="T13" fmla="*/ 8 h 51"/>
                <a:gd name="T14" fmla="*/ 0 w 47"/>
                <a:gd name="T15" fmla="*/ 51 h 51"/>
                <a:gd name="T16" fmla="*/ 8 w 47"/>
                <a:gd name="T17" fmla="*/ 4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51">
                  <a:moveTo>
                    <a:pt x="8" y="43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6" y="2"/>
                    <a:pt x="43" y="0"/>
                    <a:pt x="4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51"/>
                    <a:pt x="0" y="51"/>
                    <a:pt x="0" y="51"/>
                  </a:cubicBezTo>
                  <a:lnTo>
                    <a:pt x="8" y="4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2" name="Freeform 120"/>
            <p:cNvSpPr>
              <a:spLocks noEditPoints="1"/>
            </p:cNvSpPr>
            <p:nvPr/>
          </p:nvSpPr>
          <p:spPr bwMode="auto">
            <a:xfrm>
              <a:off x="6281738" y="4821238"/>
              <a:ext cx="254000" cy="252413"/>
            </a:xfrm>
            <a:custGeom>
              <a:avLst/>
              <a:gdLst>
                <a:gd name="T0" fmla="*/ 74 w 80"/>
                <a:gd name="T1" fmla="*/ 0 h 80"/>
                <a:gd name="T2" fmla="*/ 0 w 80"/>
                <a:gd name="T3" fmla="*/ 74 h 80"/>
                <a:gd name="T4" fmla="*/ 6 w 80"/>
                <a:gd name="T5" fmla="*/ 80 h 80"/>
                <a:gd name="T6" fmla="*/ 13 w 80"/>
                <a:gd name="T7" fmla="*/ 73 h 80"/>
                <a:gd name="T8" fmla="*/ 21 w 80"/>
                <a:gd name="T9" fmla="*/ 79 h 80"/>
                <a:gd name="T10" fmla="*/ 53 w 80"/>
                <a:gd name="T11" fmla="*/ 79 h 80"/>
                <a:gd name="T12" fmla="*/ 61 w 80"/>
                <a:gd name="T13" fmla="*/ 71 h 80"/>
                <a:gd name="T14" fmla="*/ 61 w 80"/>
                <a:gd name="T15" fmla="*/ 25 h 80"/>
                <a:gd name="T16" fmla="*/ 80 w 80"/>
                <a:gd name="T17" fmla="*/ 6 h 80"/>
                <a:gd name="T18" fmla="*/ 74 w 80"/>
                <a:gd name="T19" fmla="*/ 0 h 80"/>
                <a:gd name="T20" fmla="*/ 53 w 80"/>
                <a:gd name="T21" fmla="*/ 63 h 80"/>
                <a:gd name="T22" fmla="*/ 23 w 80"/>
                <a:gd name="T23" fmla="*/ 63 h 80"/>
                <a:gd name="T24" fmla="*/ 53 w 80"/>
                <a:gd name="T25" fmla="*/ 33 h 80"/>
                <a:gd name="T26" fmla="*/ 53 w 80"/>
                <a:gd name="T27" fmla="*/ 6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80">
                  <a:moveTo>
                    <a:pt x="74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13" y="73"/>
                    <a:pt x="13" y="73"/>
                    <a:pt x="13" y="73"/>
                  </a:cubicBezTo>
                  <a:cubicBezTo>
                    <a:pt x="14" y="76"/>
                    <a:pt x="17" y="79"/>
                    <a:pt x="21" y="79"/>
                  </a:cubicBezTo>
                  <a:cubicBezTo>
                    <a:pt x="53" y="79"/>
                    <a:pt x="53" y="79"/>
                    <a:pt x="53" y="79"/>
                  </a:cubicBezTo>
                  <a:cubicBezTo>
                    <a:pt x="57" y="79"/>
                    <a:pt x="61" y="75"/>
                    <a:pt x="61" y="71"/>
                  </a:cubicBezTo>
                  <a:cubicBezTo>
                    <a:pt x="61" y="25"/>
                    <a:pt x="61" y="25"/>
                    <a:pt x="61" y="25"/>
                  </a:cubicBezTo>
                  <a:cubicBezTo>
                    <a:pt x="80" y="6"/>
                    <a:pt x="80" y="6"/>
                    <a:pt x="80" y="6"/>
                  </a:cubicBezTo>
                  <a:lnTo>
                    <a:pt x="74" y="0"/>
                  </a:lnTo>
                  <a:close/>
                  <a:moveTo>
                    <a:pt x="53" y="63"/>
                  </a:moveTo>
                  <a:cubicBezTo>
                    <a:pt x="23" y="63"/>
                    <a:pt x="23" y="63"/>
                    <a:pt x="23" y="63"/>
                  </a:cubicBezTo>
                  <a:cubicBezTo>
                    <a:pt x="53" y="33"/>
                    <a:pt x="53" y="33"/>
                    <a:pt x="53" y="33"/>
                  </a:cubicBezTo>
                  <a:lnTo>
                    <a:pt x="53" y="6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3" name="Freeform 121"/>
            <p:cNvSpPr>
              <a:spLocks/>
            </p:cNvSpPr>
            <p:nvPr/>
          </p:nvSpPr>
          <p:spPr bwMode="auto">
            <a:xfrm>
              <a:off x="6905626" y="4818063"/>
              <a:ext cx="150813" cy="252413"/>
            </a:xfrm>
            <a:custGeom>
              <a:avLst/>
              <a:gdLst>
                <a:gd name="T0" fmla="*/ 46 w 48"/>
                <a:gd name="T1" fmla="*/ 62 h 80"/>
                <a:gd name="T2" fmla="*/ 40 w 48"/>
                <a:gd name="T3" fmla="*/ 58 h 80"/>
                <a:gd name="T4" fmla="*/ 40 w 48"/>
                <a:gd name="T5" fmla="*/ 64 h 80"/>
                <a:gd name="T6" fmla="*/ 8 w 48"/>
                <a:gd name="T7" fmla="*/ 64 h 80"/>
                <a:gd name="T8" fmla="*/ 8 w 48"/>
                <a:gd name="T9" fmla="*/ 16 h 80"/>
                <a:gd name="T10" fmla="*/ 40 w 48"/>
                <a:gd name="T11" fmla="*/ 16 h 80"/>
                <a:gd name="T12" fmla="*/ 40 w 48"/>
                <a:gd name="T13" fmla="*/ 25 h 80"/>
                <a:gd name="T14" fmla="*/ 48 w 48"/>
                <a:gd name="T15" fmla="*/ 14 h 80"/>
                <a:gd name="T16" fmla="*/ 48 w 48"/>
                <a:gd name="T17" fmla="*/ 8 h 80"/>
                <a:gd name="T18" fmla="*/ 40 w 48"/>
                <a:gd name="T19" fmla="*/ 0 h 80"/>
                <a:gd name="T20" fmla="*/ 8 w 48"/>
                <a:gd name="T21" fmla="*/ 0 h 80"/>
                <a:gd name="T22" fmla="*/ 0 w 48"/>
                <a:gd name="T23" fmla="*/ 8 h 80"/>
                <a:gd name="T24" fmla="*/ 0 w 48"/>
                <a:gd name="T25" fmla="*/ 72 h 80"/>
                <a:gd name="T26" fmla="*/ 8 w 48"/>
                <a:gd name="T27" fmla="*/ 80 h 80"/>
                <a:gd name="T28" fmla="*/ 40 w 48"/>
                <a:gd name="T29" fmla="*/ 80 h 80"/>
                <a:gd name="T30" fmla="*/ 48 w 48"/>
                <a:gd name="T31" fmla="*/ 72 h 80"/>
                <a:gd name="T32" fmla="*/ 48 w 48"/>
                <a:gd name="T33" fmla="*/ 59 h 80"/>
                <a:gd name="T34" fmla="*/ 46 w 48"/>
                <a:gd name="T35" fmla="*/ 6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8" h="80">
                  <a:moveTo>
                    <a:pt x="46" y="62"/>
                  </a:moveTo>
                  <a:cubicBezTo>
                    <a:pt x="40" y="58"/>
                    <a:pt x="40" y="58"/>
                    <a:pt x="40" y="58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4"/>
                    <a:pt x="45" y="0"/>
                    <a:pt x="4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45" y="80"/>
                    <a:pt x="48" y="76"/>
                    <a:pt x="48" y="72"/>
                  </a:cubicBezTo>
                  <a:cubicBezTo>
                    <a:pt x="48" y="59"/>
                    <a:pt x="48" y="59"/>
                    <a:pt x="48" y="59"/>
                  </a:cubicBezTo>
                  <a:lnTo>
                    <a:pt x="46" y="6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4" name="Freeform 122"/>
            <p:cNvSpPr>
              <a:spLocks/>
            </p:cNvSpPr>
            <p:nvPr/>
          </p:nvSpPr>
          <p:spPr bwMode="auto">
            <a:xfrm>
              <a:off x="6970713" y="4857750"/>
              <a:ext cx="149225" cy="127000"/>
            </a:xfrm>
            <a:custGeom>
              <a:avLst/>
              <a:gdLst>
                <a:gd name="T0" fmla="*/ 40 w 94"/>
                <a:gd name="T1" fmla="*/ 80 h 80"/>
                <a:gd name="T2" fmla="*/ 0 w 94"/>
                <a:gd name="T3" fmla="*/ 50 h 80"/>
                <a:gd name="T4" fmla="*/ 12 w 94"/>
                <a:gd name="T5" fmla="*/ 34 h 80"/>
                <a:gd name="T6" fmla="*/ 36 w 94"/>
                <a:gd name="T7" fmla="*/ 52 h 80"/>
                <a:gd name="T8" fmla="*/ 78 w 94"/>
                <a:gd name="T9" fmla="*/ 0 h 80"/>
                <a:gd name="T10" fmla="*/ 94 w 94"/>
                <a:gd name="T11" fmla="*/ 12 h 80"/>
                <a:gd name="T12" fmla="*/ 40 w 94"/>
                <a:gd name="T13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" h="80">
                  <a:moveTo>
                    <a:pt x="40" y="80"/>
                  </a:moveTo>
                  <a:lnTo>
                    <a:pt x="0" y="50"/>
                  </a:lnTo>
                  <a:lnTo>
                    <a:pt x="12" y="34"/>
                  </a:lnTo>
                  <a:lnTo>
                    <a:pt x="36" y="52"/>
                  </a:lnTo>
                  <a:lnTo>
                    <a:pt x="78" y="0"/>
                  </a:lnTo>
                  <a:lnTo>
                    <a:pt x="94" y="12"/>
                  </a:lnTo>
                  <a:lnTo>
                    <a:pt x="40" y="8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5" name="Freeform 123"/>
            <p:cNvSpPr>
              <a:spLocks/>
            </p:cNvSpPr>
            <p:nvPr/>
          </p:nvSpPr>
          <p:spPr bwMode="auto">
            <a:xfrm>
              <a:off x="8093076" y="4818063"/>
              <a:ext cx="150813" cy="252413"/>
            </a:xfrm>
            <a:custGeom>
              <a:avLst/>
              <a:gdLst>
                <a:gd name="T0" fmla="*/ 40 w 48"/>
                <a:gd name="T1" fmla="*/ 56 h 80"/>
                <a:gd name="T2" fmla="*/ 40 w 48"/>
                <a:gd name="T3" fmla="*/ 64 h 80"/>
                <a:gd name="T4" fmla="*/ 8 w 48"/>
                <a:gd name="T5" fmla="*/ 64 h 80"/>
                <a:gd name="T6" fmla="*/ 8 w 48"/>
                <a:gd name="T7" fmla="*/ 16 h 80"/>
                <a:gd name="T8" fmla="*/ 40 w 48"/>
                <a:gd name="T9" fmla="*/ 16 h 80"/>
                <a:gd name="T10" fmla="*/ 40 w 48"/>
                <a:gd name="T11" fmla="*/ 24 h 80"/>
                <a:gd name="T12" fmla="*/ 48 w 48"/>
                <a:gd name="T13" fmla="*/ 24 h 80"/>
                <a:gd name="T14" fmla="*/ 48 w 48"/>
                <a:gd name="T15" fmla="*/ 8 h 80"/>
                <a:gd name="T16" fmla="*/ 40 w 48"/>
                <a:gd name="T17" fmla="*/ 0 h 80"/>
                <a:gd name="T18" fmla="*/ 8 w 48"/>
                <a:gd name="T19" fmla="*/ 0 h 80"/>
                <a:gd name="T20" fmla="*/ 0 w 48"/>
                <a:gd name="T21" fmla="*/ 8 h 80"/>
                <a:gd name="T22" fmla="*/ 0 w 48"/>
                <a:gd name="T23" fmla="*/ 72 h 80"/>
                <a:gd name="T24" fmla="*/ 8 w 48"/>
                <a:gd name="T25" fmla="*/ 80 h 80"/>
                <a:gd name="T26" fmla="*/ 40 w 48"/>
                <a:gd name="T27" fmla="*/ 80 h 80"/>
                <a:gd name="T28" fmla="*/ 48 w 48"/>
                <a:gd name="T29" fmla="*/ 72 h 80"/>
                <a:gd name="T30" fmla="*/ 48 w 48"/>
                <a:gd name="T31" fmla="*/ 56 h 80"/>
                <a:gd name="T32" fmla="*/ 40 w 48"/>
                <a:gd name="T33" fmla="*/ 5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80">
                  <a:moveTo>
                    <a:pt x="40" y="56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4"/>
                    <a:pt x="44" y="0"/>
                    <a:pt x="4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44" y="80"/>
                    <a:pt x="48" y="76"/>
                    <a:pt x="48" y="72"/>
                  </a:cubicBezTo>
                  <a:cubicBezTo>
                    <a:pt x="48" y="56"/>
                    <a:pt x="48" y="56"/>
                    <a:pt x="48" y="56"/>
                  </a:cubicBezTo>
                  <a:lnTo>
                    <a:pt x="40" y="5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6" name="Freeform 124"/>
            <p:cNvSpPr>
              <a:spLocks/>
            </p:cNvSpPr>
            <p:nvPr/>
          </p:nvSpPr>
          <p:spPr bwMode="auto">
            <a:xfrm>
              <a:off x="8224838" y="4811713"/>
              <a:ext cx="107950" cy="163513"/>
            </a:xfrm>
            <a:custGeom>
              <a:avLst/>
              <a:gdLst>
                <a:gd name="T0" fmla="*/ 14 w 34"/>
                <a:gd name="T1" fmla="*/ 0 h 52"/>
                <a:gd name="T2" fmla="*/ 14 w 34"/>
                <a:gd name="T3" fmla="*/ 33 h 52"/>
                <a:gd name="T4" fmla="*/ 10 w 34"/>
                <a:gd name="T5" fmla="*/ 32 h 52"/>
                <a:gd name="T6" fmla="*/ 0 w 34"/>
                <a:gd name="T7" fmla="*/ 42 h 52"/>
                <a:gd name="T8" fmla="*/ 10 w 34"/>
                <a:gd name="T9" fmla="*/ 52 h 52"/>
                <a:gd name="T10" fmla="*/ 22 w 34"/>
                <a:gd name="T11" fmla="*/ 42 h 52"/>
                <a:gd name="T12" fmla="*/ 22 w 34"/>
                <a:gd name="T13" fmla="*/ 15 h 52"/>
                <a:gd name="T14" fmla="*/ 29 w 34"/>
                <a:gd name="T15" fmla="*/ 20 h 52"/>
                <a:gd name="T16" fmla="*/ 34 w 34"/>
                <a:gd name="T17" fmla="*/ 13 h 52"/>
                <a:gd name="T18" fmla="*/ 14 w 34"/>
                <a:gd name="T1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" h="52">
                  <a:moveTo>
                    <a:pt x="14" y="0"/>
                  </a:moveTo>
                  <a:cubicBezTo>
                    <a:pt x="14" y="33"/>
                    <a:pt x="14" y="33"/>
                    <a:pt x="14" y="33"/>
                  </a:cubicBezTo>
                  <a:cubicBezTo>
                    <a:pt x="13" y="32"/>
                    <a:pt x="11" y="32"/>
                    <a:pt x="10" y="32"/>
                  </a:cubicBezTo>
                  <a:cubicBezTo>
                    <a:pt x="4" y="32"/>
                    <a:pt x="0" y="36"/>
                    <a:pt x="0" y="42"/>
                  </a:cubicBezTo>
                  <a:cubicBezTo>
                    <a:pt x="0" y="48"/>
                    <a:pt x="4" y="52"/>
                    <a:pt x="10" y="52"/>
                  </a:cubicBezTo>
                  <a:cubicBezTo>
                    <a:pt x="20" y="52"/>
                    <a:pt x="22" y="42"/>
                    <a:pt x="22" y="42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34" y="13"/>
                    <a:pt x="34" y="13"/>
                    <a:pt x="34" y="13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7" name="Freeform 125"/>
            <p:cNvSpPr>
              <a:spLocks/>
            </p:cNvSpPr>
            <p:nvPr/>
          </p:nvSpPr>
          <p:spPr bwMode="auto">
            <a:xfrm>
              <a:off x="7512051" y="4818063"/>
              <a:ext cx="150813" cy="252413"/>
            </a:xfrm>
            <a:custGeom>
              <a:avLst/>
              <a:gdLst>
                <a:gd name="T0" fmla="*/ 40 w 48"/>
                <a:gd name="T1" fmla="*/ 60 h 80"/>
                <a:gd name="T2" fmla="*/ 40 w 48"/>
                <a:gd name="T3" fmla="*/ 64 h 80"/>
                <a:gd name="T4" fmla="*/ 8 w 48"/>
                <a:gd name="T5" fmla="*/ 64 h 80"/>
                <a:gd name="T6" fmla="*/ 8 w 48"/>
                <a:gd name="T7" fmla="*/ 16 h 80"/>
                <a:gd name="T8" fmla="*/ 40 w 48"/>
                <a:gd name="T9" fmla="*/ 16 h 80"/>
                <a:gd name="T10" fmla="*/ 40 w 48"/>
                <a:gd name="T11" fmla="*/ 20 h 80"/>
                <a:gd name="T12" fmla="*/ 48 w 48"/>
                <a:gd name="T13" fmla="*/ 20 h 80"/>
                <a:gd name="T14" fmla="*/ 48 w 48"/>
                <a:gd name="T15" fmla="*/ 8 h 80"/>
                <a:gd name="T16" fmla="*/ 40 w 48"/>
                <a:gd name="T17" fmla="*/ 0 h 80"/>
                <a:gd name="T18" fmla="*/ 8 w 48"/>
                <a:gd name="T19" fmla="*/ 0 h 80"/>
                <a:gd name="T20" fmla="*/ 0 w 48"/>
                <a:gd name="T21" fmla="*/ 8 h 80"/>
                <a:gd name="T22" fmla="*/ 0 w 48"/>
                <a:gd name="T23" fmla="*/ 72 h 80"/>
                <a:gd name="T24" fmla="*/ 8 w 48"/>
                <a:gd name="T25" fmla="*/ 80 h 80"/>
                <a:gd name="T26" fmla="*/ 40 w 48"/>
                <a:gd name="T27" fmla="*/ 80 h 80"/>
                <a:gd name="T28" fmla="*/ 48 w 48"/>
                <a:gd name="T29" fmla="*/ 72 h 80"/>
                <a:gd name="T30" fmla="*/ 48 w 48"/>
                <a:gd name="T31" fmla="*/ 60 h 80"/>
                <a:gd name="T32" fmla="*/ 40 w 48"/>
                <a:gd name="T33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8" h="80">
                  <a:moveTo>
                    <a:pt x="40" y="60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4"/>
                    <a:pt x="44" y="0"/>
                    <a:pt x="4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44" y="80"/>
                    <a:pt x="48" y="76"/>
                    <a:pt x="48" y="72"/>
                  </a:cubicBezTo>
                  <a:cubicBezTo>
                    <a:pt x="48" y="60"/>
                    <a:pt x="48" y="60"/>
                    <a:pt x="48" y="60"/>
                  </a:cubicBezTo>
                  <a:lnTo>
                    <a:pt x="40" y="6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8" name="Freeform 126"/>
            <p:cNvSpPr>
              <a:spLocks/>
            </p:cNvSpPr>
            <p:nvPr/>
          </p:nvSpPr>
          <p:spPr bwMode="auto">
            <a:xfrm>
              <a:off x="7615238" y="4895850"/>
              <a:ext cx="95250" cy="95250"/>
            </a:xfrm>
            <a:custGeom>
              <a:avLst/>
              <a:gdLst>
                <a:gd name="T0" fmla="*/ 60 w 60"/>
                <a:gd name="T1" fmla="*/ 12 h 60"/>
                <a:gd name="T2" fmla="*/ 48 w 60"/>
                <a:gd name="T3" fmla="*/ 0 h 60"/>
                <a:gd name="T4" fmla="*/ 30 w 60"/>
                <a:gd name="T5" fmla="*/ 18 h 60"/>
                <a:gd name="T6" fmla="*/ 12 w 60"/>
                <a:gd name="T7" fmla="*/ 0 h 60"/>
                <a:gd name="T8" fmla="*/ 0 w 60"/>
                <a:gd name="T9" fmla="*/ 12 h 60"/>
                <a:gd name="T10" fmla="*/ 18 w 60"/>
                <a:gd name="T11" fmla="*/ 30 h 60"/>
                <a:gd name="T12" fmla="*/ 0 w 60"/>
                <a:gd name="T13" fmla="*/ 48 h 60"/>
                <a:gd name="T14" fmla="*/ 12 w 60"/>
                <a:gd name="T15" fmla="*/ 60 h 60"/>
                <a:gd name="T16" fmla="*/ 30 w 60"/>
                <a:gd name="T17" fmla="*/ 42 h 60"/>
                <a:gd name="T18" fmla="*/ 48 w 60"/>
                <a:gd name="T19" fmla="*/ 60 h 60"/>
                <a:gd name="T20" fmla="*/ 60 w 60"/>
                <a:gd name="T21" fmla="*/ 48 h 60"/>
                <a:gd name="T22" fmla="*/ 42 w 60"/>
                <a:gd name="T23" fmla="*/ 30 h 60"/>
                <a:gd name="T24" fmla="*/ 60 w 60"/>
                <a:gd name="T25" fmla="*/ 1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60">
                  <a:moveTo>
                    <a:pt x="60" y="12"/>
                  </a:moveTo>
                  <a:lnTo>
                    <a:pt x="48" y="0"/>
                  </a:lnTo>
                  <a:lnTo>
                    <a:pt x="30" y="18"/>
                  </a:lnTo>
                  <a:lnTo>
                    <a:pt x="12" y="0"/>
                  </a:lnTo>
                  <a:lnTo>
                    <a:pt x="0" y="12"/>
                  </a:lnTo>
                  <a:lnTo>
                    <a:pt x="18" y="30"/>
                  </a:lnTo>
                  <a:lnTo>
                    <a:pt x="0" y="48"/>
                  </a:lnTo>
                  <a:lnTo>
                    <a:pt x="12" y="60"/>
                  </a:lnTo>
                  <a:lnTo>
                    <a:pt x="30" y="42"/>
                  </a:lnTo>
                  <a:lnTo>
                    <a:pt x="48" y="60"/>
                  </a:lnTo>
                  <a:lnTo>
                    <a:pt x="60" y="48"/>
                  </a:lnTo>
                  <a:lnTo>
                    <a:pt x="42" y="30"/>
                  </a:lnTo>
                  <a:lnTo>
                    <a:pt x="60" y="1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9" name="Freeform 127"/>
            <p:cNvSpPr>
              <a:spLocks noEditPoints="1"/>
            </p:cNvSpPr>
            <p:nvPr/>
          </p:nvSpPr>
          <p:spPr bwMode="auto">
            <a:xfrm>
              <a:off x="8737601" y="4818063"/>
              <a:ext cx="176213" cy="252413"/>
            </a:xfrm>
            <a:custGeom>
              <a:avLst/>
              <a:gdLst>
                <a:gd name="T0" fmla="*/ 52 w 56"/>
                <a:gd name="T1" fmla="*/ 12 h 80"/>
                <a:gd name="T2" fmla="*/ 44 w 56"/>
                <a:gd name="T3" fmla="*/ 12 h 80"/>
                <a:gd name="T4" fmla="*/ 44 w 56"/>
                <a:gd name="T5" fmla="*/ 4 h 80"/>
                <a:gd name="T6" fmla="*/ 40 w 56"/>
                <a:gd name="T7" fmla="*/ 0 h 80"/>
                <a:gd name="T8" fmla="*/ 16 w 56"/>
                <a:gd name="T9" fmla="*/ 0 h 80"/>
                <a:gd name="T10" fmla="*/ 12 w 56"/>
                <a:gd name="T11" fmla="*/ 4 h 80"/>
                <a:gd name="T12" fmla="*/ 12 w 56"/>
                <a:gd name="T13" fmla="*/ 12 h 80"/>
                <a:gd name="T14" fmla="*/ 4 w 56"/>
                <a:gd name="T15" fmla="*/ 12 h 80"/>
                <a:gd name="T16" fmla="*/ 0 w 56"/>
                <a:gd name="T17" fmla="*/ 16 h 80"/>
                <a:gd name="T18" fmla="*/ 0 w 56"/>
                <a:gd name="T19" fmla="*/ 72 h 80"/>
                <a:gd name="T20" fmla="*/ 8 w 56"/>
                <a:gd name="T21" fmla="*/ 80 h 80"/>
                <a:gd name="T22" fmla="*/ 48 w 56"/>
                <a:gd name="T23" fmla="*/ 80 h 80"/>
                <a:gd name="T24" fmla="*/ 56 w 56"/>
                <a:gd name="T25" fmla="*/ 72 h 80"/>
                <a:gd name="T26" fmla="*/ 56 w 56"/>
                <a:gd name="T27" fmla="*/ 16 h 80"/>
                <a:gd name="T28" fmla="*/ 52 w 56"/>
                <a:gd name="T29" fmla="*/ 12 h 80"/>
                <a:gd name="T30" fmla="*/ 48 w 56"/>
                <a:gd name="T31" fmla="*/ 32 h 80"/>
                <a:gd name="T32" fmla="*/ 8 w 56"/>
                <a:gd name="T33" fmla="*/ 32 h 80"/>
                <a:gd name="T34" fmla="*/ 8 w 56"/>
                <a:gd name="T35" fmla="*/ 20 h 80"/>
                <a:gd name="T36" fmla="*/ 16 w 56"/>
                <a:gd name="T37" fmla="*/ 20 h 80"/>
                <a:gd name="T38" fmla="*/ 20 w 56"/>
                <a:gd name="T39" fmla="*/ 16 h 80"/>
                <a:gd name="T40" fmla="*/ 20 w 56"/>
                <a:gd name="T41" fmla="*/ 8 h 80"/>
                <a:gd name="T42" fmla="*/ 36 w 56"/>
                <a:gd name="T43" fmla="*/ 8 h 80"/>
                <a:gd name="T44" fmla="*/ 36 w 56"/>
                <a:gd name="T45" fmla="*/ 16 h 80"/>
                <a:gd name="T46" fmla="*/ 40 w 56"/>
                <a:gd name="T47" fmla="*/ 20 h 80"/>
                <a:gd name="T48" fmla="*/ 48 w 56"/>
                <a:gd name="T49" fmla="*/ 20 h 80"/>
                <a:gd name="T50" fmla="*/ 48 w 56"/>
                <a:gd name="T51" fmla="*/ 3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" h="80">
                  <a:moveTo>
                    <a:pt x="52" y="12"/>
                  </a:moveTo>
                  <a:cubicBezTo>
                    <a:pt x="44" y="12"/>
                    <a:pt x="44" y="12"/>
                    <a:pt x="44" y="12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2"/>
                    <a:pt x="42" y="0"/>
                    <a:pt x="4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2" y="2"/>
                    <a:pt x="12" y="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" y="12"/>
                    <a:pt x="0" y="14"/>
                    <a:pt x="0" y="1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52" y="80"/>
                    <a:pt x="56" y="76"/>
                    <a:pt x="56" y="72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lose/>
                  <a:moveTo>
                    <a:pt x="48" y="32"/>
                  </a:moveTo>
                  <a:cubicBezTo>
                    <a:pt x="8" y="32"/>
                    <a:pt x="8" y="32"/>
                    <a:pt x="8" y="32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8" y="20"/>
                    <a:pt x="20" y="18"/>
                    <a:pt x="20" y="16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8"/>
                    <a:pt x="38" y="20"/>
                    <a:pt x="40" y="20"/>
                  </a:cubicBezTo>
                  <a:cubicBezTo>
                    <a:pt x="48" y="20"/>
                    <a:pt x="48" y="20"/>
                    <a:pt x="48" y="20"/>
                  </a:cubicBezTo>
                  <a:lnTo>
                    <a:pt x="48" y="32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4635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510514" y="1007835"/>
            <a:ext cx="7200000" cy="4190424"/>
            <a:chOff x="3227388" y="1733550"/>
            <a:chExt cx="5768975" cy="3357563"/>
          </a:xfrm>
        </p:grpSpPr>
        <p:sp>
          <p:nvSpPr>
            <p:cNvPr id="134" name="Freeform 5"/>
            <p:cNvSpPr>
              <a:spLocks noEditPoints="1"/>
            </p:cNvSpPr>
            <p:nvPr/>
          </p:nvSpPr>
          <p:spPr bwMode="auto">
            <a:xfrm>
              <a:off x="3278188" y="1758950"/>
              <a:ext cx="179388" cy="255588"/>
            </a:xfrm>
            <a:custGeom>
              <a:avLst/>
              <a:gdLst>
                <a:gd name="T0" fmla="*/ 52 w 56"/>
                <a:gd name="T1" fmla="*/ 12 h 80"/>
                <a:gd name="T2" fmla="*/ 44 w 56"/>
                <a:gd name="T3" fmla="*/ 12 h 80"/>
                <a:gd name="T4" fmla="*/ 44 w 56"/>
                <a:gd name="T5" fmla="*/ 4 h 80"/>
                <a:gd name="T6" fmla="*/ 40 w 56"/>
                <a:gd name="T7" fmla="*/ 0 h 80"/>
                <a:gd name="T8" fmla="*/ 16 w 56"/>
                <a:gd name="T9" fmla="*/ 0 h 80"/>
                <a:gd name="T10" fmla="*/ 12 w 56"/>
                <a:gd name="T11" fmla="*/ 4 h 80"/>
                <a:gd name="T12" fmla="*/ 12 w 56"/>
                <a:gd name="T13" fmla="*/ 12 h 80"/>
                <a:gd name="T14" fmla="*/ 4 w 56"/>
                <a:gd name="T15" fmla="*/ 12 h 80"/>
                <a:gd name="T16" fmla="*/ 0 w 56"/>
                <a:gd name="T17" fmla="*/ 16 h 80"/>
                <a:gd name="T18" fmla="*/ 0 w 56"/>
                <a:gd name="T19" fmla="*/ 72 h 80"/>
                <a:gd name="T20" fmla="*/ 8 w 56"/>
                <a:gd name="T21" fmla="*/ 80 h 80"/>
                <a:gd name="T22" fmla="*/ 48 w 56"/>
                <a:gd name="T23" fmla="*/ 80 h 80"/>
                <a:gd name="T24" fmla="*/ 56 w 56"/>
                <a:gd name="T25" fmla="*/ 72 h 80"/>
                <a:gd name="T26" fmla="*/ 56 w 56"/>
                <a:gd name="T27" fmla="*/ 16 h 80"/>
                <a:gd name="T28" fmla="*/ 52 w 56"/>
                <a:gd name="T29" fmla="*/ 12 h 80"/>
                <a:gd name="T30" fmla="*/ 48 w 56"/>
                <a:gd name="T31" fmla="*/ 60 h 80"/>
                <a:gd name="T32" fmla="*/ 8 w 56"/>
                <a:gd name="T33" fmla="*/ 60 h 80"/>
                <a:gd name="T34" fmla="*/ 8 w 56"/>
                <a:gd name="T35" fmla="*/ 20 h 80"/>
                <a:gd name="T36" fmla="*/ 16 w 56"/>
                <a:gd name="T37" fmla="*/ 20 h 80"/>
                <a:gd name="T38" fmla="*/ 20 w 56"/>
                <a:gd name="T39" fmla="*/ 16 h 80"/>
                <a:gd name="T40" fmla="*/ 20 w 56"/>
                <a:gd name="T41" fmla="*/ 8 h 80"/>
                <a:gd name="T42" fmla="*/ 36 w 56"/>
                <a:gd name="T43" fmla="*/ 8 h 80"/>
                <a:gd name="T44" fmla="*/ 36 w 56"/>
                <a:gd name="T45" fmla="*/ 16 h 80"/>
                <a:gd name="T46" fmla="*/ 40 w 56"/>
                <a:gd name="T47" fmla="*/ 20 h 80"/>
                <a:gd name="T48" fmla="*/ 48 w 56"/>
                <a:gd name="T49" fmla="*/ 20 h 80"/>
                <a:gd name="T50" fmla="*/ 48 w 56"/>
                <a:gd name="T51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" h="80">
                  <a:moveTo>
                    <a:pt x="52" y="12"/>
                  </a:moveTo>
                  <a:cubicBezTo>
                    <a:pt x="44" y="12"/>
                    <a:pt x="44" y="12"/>
                    <a:pt x="44" y="12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2"/>
                    <a:pt x="42" y="0"/>
                    <a:pt x="4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2" y="2"/>
                    <a:pt x="12" y="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" y="12"/>
                    <a:pt x="0" y="14"/>
                    <a:pt x="0" y="1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52" y="80"/>
                    <a:pt x="56" y="76"/>
                    <a:pt x="56" y="72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lose/>
                  <a:moveTo>
                    <a:pt x="48" y="60"/>
                  </a:moveTo>
                  <a:cubicBezTo>
                    <a:pt x="8" y="60"/>
                    <a:pt x="8" y="60"/>
                    <a:pt x="8" y="6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8" y="20"/>
                    <a:pt x="20" y="18"/>
                    <a:pt x="20" y="16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36" y="18"/>
                    <a:pt x="38" y="20"/>
                    <a:pt x="40" y="20"/>
                  </a:cubicBezTo>
                  <a:cubicBezTo>
                    <a:pt x="48" y="20"/>
                    <a:pt x="48" y="20"/>
                    <a:pt x="48" y="20"/>
                  </a:cubicBezTo>
                  <a:lnTo>
                    <a:pt x="48" y="6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9" name="Freeform 6"/>
            <p:cNvSpPr>
              <a:spLocks noEditPoints="1"/>
            </p:cNvSpPr>
            <p:nvPr/>
          </p:nvSpPr>
          <p:spPr bwMode="auto">
            <a:xfrm>
              <a:off x="3889376" y="1758950"/>
              <a:ext cx="179388" cy="255588"/>
            </a:xfrm>
            <a:custGeom>
              <a:avLst/>
              <a:gdLst>
                <a:gd name="T0" fmla="*/ 52 w 56"/>
                <a:gd name="T1" fmla="*/ 12 h 80"/>
                <a:gd name="T2" fmla="*/ 44 w 56"/>
                <a:gd name="T3" fmla="*/ 12 h 80"/>
                <a:gd name="T4" fmla="*/ 44 w 56"/>
                <a:gd name="T5" fmla="*/ 4 h 80"/>
                <a:gd name="T6" fmla="*/ 40 w 56"/>
                <a:gd name="T7" fmla="*/ 0 h 80"/>
                <a:gd name="T8" fmla="*/ 16 w 56"/>
                <a:gd name="T9" fmla="*/ 0 h 80"/>
                <a:gd name="T10" fmla="*/ 12 w 56"/>
                <a:gd name="T11" fmla="*/ 4 h 80"/>
                <a:gd name="T12" fmla="*/ 12 w 56"/>
                <a:gd name="T13" fmla="*/ 12 h 80"/>
                <a:gd name="T14" fmla="*/ 4 w 56"/>
                <a:gd name="T15" fmla="*/ 12 h 80"/>
                <a:gd name="T16" fmla="*/ 0 w 56"/>
                <a:gd name="T17" fmla="*/ 16 h 80"/>
                <a:gd name="T18" fmla="*/ 0 w 56"/>
                <a:gd name="T19" fmla="*/ 72 h 80"/>
                <a:gd name="T20" fmla="*/ 8 w 56"/>
                <a:gd name="T21" fmla="*/ 80 h 80"/>
                <a:gd name="T22" fmla="*/ 48 w 56"/>
                <a:gd name="T23" fmla="*/ 80 h 80"/>
                <a:gd name="T24" fmla="*/ 56 w 56"/>
                <a:gd name="T25" fmla="*/ 72 h 80"/>
                <a:gd name="T26" fmla="*/ 56 w 56"/>
                <a:gd name="T27" fmla="*/ 16 h 80"/>
                <a:gd name="T28" fmla="*/ 52 w 56"/>
                <a:gd name="T29" fmla="*/ 12 h 80"/>
                <a:gd name="T30" fmla="*/ 24 w 56"/>
                <a:gd name="T31" fmla="*/ 68 h 80"/>
                <a:gd name="T32" fmla="*/ 24 w 56"/>
                <a:gd name="T33" fmla="*/ 48 h 80"/>
                <a:gd name="T34" fmla="*/ 12 w 56"/>
                <a:gd name="T35" fmla="*/ 48 h 80"/>
                <a:gd name="T36" fmla="*/ 32 w 56"/>
                <a:gd name="T37" fmla="*/ 20 h 80"/>
                <a:gd name="T38" fmla="*/ 32 w 56"/>
                <a:gd name="T39" fmla="*/ 40 h 80"/>
                <a:gd name="T40" fmla="*/ 44 w 56"/>
                <a:gd name="T41" fmla="*/ 40 h 80"/>
                <a:gd name="T42" fmla="*/ 24 w 56"/>
                <a:gd name="T43" fmla="*/ 6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80">
                  <a:moveTo>
                    <a:pt x="52" y="12"/>
                  </a:moveTo>
                  <a:cubicBezTo>
                    <a:pt x="44" y="12"/>
                    <a:pt x="44" y="12"/>
                    <a:pt x="44" y="12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2"/>
                    <a:pt x="42" y="0"/>
                    <a:pt x="4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2" y="2"/>
                    <a:pt x="12" y="4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" y="12"/>
                    <a:pt x="0" y="14"/>
                    <a:pt x="0" y="16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52" y="80"/>
                    <a:pt x="56" y="76"/>
                    <a:pt x="56" y="72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4"/>
                    <a:pt x="54" y="12"/>
                    <a:pt x="52" y="12"/>
                  </a:cubicBezTo>
                  <a:close/>
                  <a:moveTo>
                    <a:pt x="24" y="68"/>
                  </a:moveTo>
                  <a:cubicBezTo>
                    <a:pt x="24" y="48"/>
                    <a:pt x="24" y="48"/>
                    <a:pt x="24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44" y="40"/>
                    <a:pt x="44" y="40"/>
                    <a:pt x="44" y="40"/>
                  </a:cubicBezTo>
                  <a:lnTo>
                    <a:pt x="24" y="6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02" name="组合 301"/>
            <p:cNvGrpSpPr/>
            <p:nvPr/>
          </p:nvGrpSpPr>
          <p:grpSpPr>
            <a:xfrm>
              <a:off x="4462463" y="1758950"/>
              <a:ext cx="255588" cy="255588"/>
              <a:chOff x="4462463" y="1758950"/>
              <a:chExt cx="255588" cy="255588"/>
            </a:xfrm>
          </p:grpSpPr>
          <p:sp>
            <p:nvSpPr>
              <p:cNvPr id="140" name="Freeform 7"/>
              <p:cNvSpPr>
                <a:spLocks/>
              </p:cNvSpPr>
              <p:nvPr/>
            </p:nvSpPr>
            <p:spPr bwMode="auto">
              <a:xfrm>
                <a:off x="4462463" y="1758950"/>
                <a:ext cx="204788" cy="255588"/>
              </a:xfrm>
              <a:custGeom>
                <a:avLst/>
                <a:gdLst>
                  <a:gd name="T0" fmla="*/ 40 w 64"/>
                  <a:gd name="T1" fmla="*/ 68 h 80"/>
                  <a:gd name="T2" fmla="*/ 8 w 64"/>
                  <a:gd name="T3" fmla="*/ 68 h 80"/>
                  <a:gd name="T4" fmla="*/ 8 w 64"/>
                  <a:gd name="T5" fmla="*/ 12 h 80"/>
                  <a:gd name="T6" fmla="*/ 56 w 64"/>
                  <a:gd name="T7" fmla="*/ 12 h 80"/>
                  <a:gd name="T8" fmla="*/ 56 w 64"/>
                  <a:gd name="T9" fmla="*/ 24 h 80"/>
                  <a:gd name="T10" fmla="*/ 64 w 64"/>
                  <a:gd name="T11" fmla="*/ 24 h 80"/>
                  <a:gd name="T12" fmla="*/ 64 w 64"/>
                  <a:gd name="T13" fmla="*/ 8 h 80"/>
                  <a:gd name="T14" fmla="*/ 56 w 64"/>
                  <a:gd name="T15" fmla="*/ 0 h 80"/>
                  <a:gd name="T16" fmla="*/ 8 w 64"/>
                  <a:gd name="T17" fmla="*/ 0 h 80"/>
                  <a:gd name="T18" fmla="*/ 0 w 64"/>
                  <a:gd name="T19" fmla="*/ 8 h 80"/>
                  <a:gd name="T20" fmla="*/ 0 w 64"/>
                  <a:gd name="T21" fmla="*/ 72 h 80"/>
                  <a:gd name="T22" fmla="*/ 8 w 64"/>
                  <a:gd name="T23" fmla="*/ 80 h 80"/>
                  <a:gd name="T24" fmla="*/ 40 w 64"/>
                  <a:gd name="T25" fmla="*/ 80 h 80"/>
                  <a:gd name="T26" fmla="*/ 40 w 64"/>
                  <a:gd name="T27" fmla="*/ 6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80">
                    <a:moveTo>
                      <a:pt x="40" y="68"/>
                    </a:moveTo>
                    <a:cubicBezTo>
                      <a:pt x="8" y="68"/>
                      <a:pt x="8" y="68"/>
                      <a:pt x="8" y="68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40" y="80"/>
                      <a:pt x="40" y="80"/>
                      <a:pt x="40" y="80"/>
                    </a:cubicBezTo>
                    <a:lnTo>
                      <a:pt x="40" y="6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Freeform 8"/>
              <p:cNvSpPr>
                <a:spLocks noEditPoints="1"/>
              </p:cNvSpPr>
              <p:nvPr/>
            </p:nvSpPr>
            <p:spPr bwMode="auto">
              <a:xfrm>
                <a:off x="4616451" y="1860550"/>
                <a:ext cx="101600" cy="153988"/>
              </a:xfrm>
              <a:custGeom>
                <a:avLst/>
                <a:gdLst>
                  <a:gd name="T0" fmla="*/ 32 w 32"/>
                  <a:gd name="T1" fmla="*/ 8 h 48"/>
                  <a:gd name="T2" fmla="*/ 24 w 32"/>
                  <a:gd name="T3" fmla="*/ 0 h 48"/>
                  <a:gd name="T4" fmla="*/ 8 w 32"/>
                  <a:gd name="T5" fmla="*/ 0 h 48"/>
                  <a:gd name="T6" fmla="*/ 0 w 32"/>
                  <a:gd name="T7" fmla="*/ 8 h 48"/>
                  <a:gd name="T8" fmla="*/ 0 w 32"/>
                  <a:gd name="T9" fmla="*/ 40 h 48"/>
                  <a:gd name="T10" fmla="*/ 8 w 32"/>
                  <a:gd name="T11" fmla="*/ 48 h 48"/>
                  <a:gd name="T12" fmla="*/ 24 w 32"/>
                  <a:gd name="T13" fmla="*/ 48 h 48"/>
                  <a:gd name="T14" fmla="*/ 32 w 32"/>
                  <a:gd name="T15" fmla="*/ 40 h 48"/>
                  <a:gd name="T16" fmla="*/ 32 w 32"/>
                  <a:gd name="T17" fmla="*/ 8 h 48"/>
                  <a:gd name="T18" fmla="*/ 24 w 32"/>
                  <a:gd name="T19" fmla="*/ 36 h 48"/>
                  <a:gd name="T20" fmla="*/ 8 w 32"/>
                  <a:gd name="T21" fmla="*/ 36 h 48"/>
                  <a:gd name="T22" fmla="*/ 8 w 32"/>
                  <a:gd name="T23" fmla="*/ 8 h 48"/>
                  <a:gd name="T24" fmla="*/ 24 w 32"/>
                  <a:gd name="T25" fmla="*/ 8 h 48"/>
                  <a:gd name="T26" fmla="*/ 24 w 32"/>
                  <a:gd name="T27" fmla="*/ 3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" h="48">
                    <a:moveTo>
                      <a:pt x="32" y="8"/>
                    </a:moveTo>
                    <a:cubicBezTo>
                      <a:pt x="32" y="4"/>
                      <a:pt x="28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8" y="48"/>
                      <a:pt x="32" y="44"/>
                      <a:pt x="32" y="40"/>
                    </a:cubicBezTo>
                    <a:lnTo>
                      <a:pt x="32" y="8"/>
                    </a:lnTo>
                    <a:close/>
                    <a:moveTo>
                      <a:pt x="24" y="36"/>
                    </a:moveTo>
                    <a:cubicBezTo>
                      <a:pt x="8" y="36"/>
                      <a:pt x="8" y="36"/>
                      <a:pt x="8" y="36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24" y="8"/>
                      <a:pt x="24" y="8"/>
                      <a:pt x="24" y="8"/>
                    </a:cubicBezTo>
                    <a:lnTo>
                      <a:pt x="24" y="3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4" name="组合 303"/>
            <p:cNvGrpSpPr/>
            <p:nvPr/>
          </p:nvGrpSpPr>
          <p:grpSpPr>
            <a:xfrm>
              <a:off x="5710238" y="1733550"/>
              <a:ext cx="204788" cy="306388"/>
              <a:chOff x="5710238" y="1733550"/>
              <a:chExt cx="204788" cy="306388"/>
            </a:xfrm>
          </p:grpSpPr>
          <p:sp>
            <p:nvSpPr>
              <p:cNvPr id="142" name="Freeform 9"/>
              <p:cNvSpPr>
                <a:spLocks/>
              </p:cNvSpPr>
              <p:nvPr/>
            </p:nvSpPr>
            <p:spPr bwMode="auto">
              <a:xfrm>
                <a:off x="5773738" y="1847850"/>
                <a:ext cx="77788" cy="77788"/>
              </a:xfrm>
              <a:custGeom>
                <a:avLst/>
                <a:gdLst>
                  <a:gd name="T0" fmla="*/ 0 w 49"/>
                  <a:gd name="T1" fmla="*/ 49 h 49"/>
                  <a:gd name="T2" fmla="*/ 25 w 49"/>
                  <a:gd name="T3" fmla="*/ 0 h 49"/>
                  <a:gd name="T4" fmla="*/ 49 w 49"/>
                  <a:gd name="T5" fmla="*/ 49 h 49"/>
                  <a:gd name="T6" fmla="*/ 25 w 49"/>
                  <a:gd name="T7" fmla="*/ 33 h 49"/>
                  <a:gd name="T8" fmla="*/ 0 w 49"/>
                  <a:gd name="T9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49">
                    <a:moveTo>
                      <a:pt x="0" y="49"/>
                    </a:moveTo>
                    <a:lnTo>
                      <a:pt x="25" y="0"/>
                    </a:lnTo>
                    <a:lnTo>
                      <a:pt x="49" y="49"/>
                    </a:lnTo>
                    <a:lnTo>
                      <a:pt x="25" y="33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Freeform 10"/>
              <p:cNvSpPr>
                <a:spLocks noEditPoints="1"/>
              </p:cNvSpPr>
              <p:nvPr/>
            </p:nvSpPr>
            <p:spPr bwMode="auto">
              <a:xfrm>
                <a:off x="5710238" y="1733550"/>
                <a:ext cx="204788" cy="306388"/>
              </a:xfrm>
              <a:custGeom>
                <a:avLst/>
                <a:gdLst>
                  <a:gd name="T0" fmla="*/ 49 w 64"/>
                  <a:gd name="T1" fmla="*/ 21 h 96"/>
                  <a:gd name="T2" fmla="*/ 44 w 64"/>
                  <a:gd name="T3" fmla="*/ 0 h 96"/>
                  <a:gd name="T4" fmla="*/ 20 w 64"/>
                  <a:gd name="T5" fmla="*/ 0 h 96"/>
                  <a:gd name="T6" fmla="*/ 15 w 64"/>
                  <a:gd name="T7" fmla="*/ 21 h 96"/>
                  <a:gd name="T8" fmla="*/ 0 w 64"/>
                  <a:gd name="T9" fmla="*/ 48 h 96"/>
                  <a:gd name="T10" fmla="*/ 15 w 64"/>
                  <a:gd name="T11" fmla="*/ 75 h 96"/>
                  <a:gd name="T12" fmla="*/ 20 w 64"/>
                  <a:gd name="T13" fmla="*/ 96 h 96"/>
                  <a:gd name="T14" fmla="*/ 44 w 64"/>
                  <a:gd name="T15" fmla="*/ 96 h 96"/>
                  <a:gd name="T16" fmla="*/ 49 w 64"/>
                  <a:gd name="T17" fmla="*/ 75 h 96"/>
                  <a:gd name="T18" fmla="*/ 64 w 64"/>
                  <a:gd name="T19" fmla="*/ 48 h 96"/>
                  <a:gd name="T20" fmla="*/ 49 w 64"/>
                  <a:gd name="T21" fmla="*/ 21 h 96"/>
                  <a:gd name="T22" fmla="*/ 32 w 64"/>
                  <a:gd name="T23" fmla="*/ 72 h 96"/>
                  <a:gd name="T24" fmla="*/ 8 w 64"/>
                  <a:gd name="T25" fmla="*/ 48 h 96"/>
                  <a:gd name="T26" fmla="*/ 32 w 64"/>
                  <a:gd name="T27" fmla="*/ 24 h 96"/>
                  <a:gd name="T28" fmla="*/ 56 w 64"/>
                  <a:gd name="T29" fmla="*/ 48 h 96"/>
                  <a:gd name="T30" fmla="*/ 32 w 64"/>
                  <a:gd name="T31" fmla="*/ 7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4" h="96">
                    <a:moveTo>
                      <a:pt x="49" y="21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5" y="21"/>
                      <a:pt x="15" y="21"/>
                      <a:pt x="15" y="21"/>
                    </a:cubicBezTo>
                    <a:cubicBezTo>
                      <a:pt x="6" y="27"/>
                      <a:pt x="0" y="37"/>
                      <a:pt x="0" y="48"/>
                    </a:cubicBezTo>
                    <a:cubicBezTo>
                      <a:pt x="0" y="59"/>
                      <a:pt x="6" y="69"/>
                      <a:pt x="15" y="75"/>
                    </a:cubicBezTo>
                    <a:cubicBezTo>
                      <a:pt x="20" y="96"/>
                      <a:pt x="20" y="96"/>
                      <a:pt x="20" y="96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49" y="75"/>
                      <a:pt x="49" y="75"/>
                      <a:pt x="49" y="75"/>
                    </a:cubicBezTo>
                    <a:cubicBezTo>
                      <a:pt x="58" y="69"/>
                      <a:pt x="64" y="59"/>
                      <a:pt x="64" y="48"/>
                    </a:cubicBezTo>
                    <a:cubicBezTo>
                      <a:pt x="64" y="37"/>
                      <a:pt x="58" y="27"/>
                      <a:pt x="49" y="21"/>
                    </a:cubicBezTo>
                    <a:close/>
                    <a:moveTo>
                      <a:pt x="32" y="72"/>
                    </a:moveTo>
                    <a:cubicBezTo>
                      <a:pt x="19" y="72"/>
                      <a:pt x="8" y="61"/>
                      <a:pt x="8" y="48"/>
                    </a:cubicBezTo>
                    <a:cubicBezTo>
                      <a:pt x="8" y="35"/>
                      <a:pt x="19" y="24"/>
                      <a:pt x="32" y="24"/>
                    </a:cubicBezTo>
                    <a:cubicBezTo>
                      <a:pt x="45" y="24"/>
                      <a:pt x="56" y="35"/>
                      <a:pt x="56" y="48"/>
                    </a:cubicBezTo>
                    <a:cubicBezTo>
                      <a:pt x="56" y="61"/>
                      <a:pt x="45" y="72"/>
                      <a:pt x="32" y="7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3" name="组合 302"/>
            <p:cNvGrpSpPr/>
            <p:nvPr/>
          </p:nvGrpSpPr>
          <p:grpSpPr>
            <a:xfrm>
              <a:off x="5089526" y="1733550"/>
              <a:ext cx="239712" cy="306388"/>
              <a:chOff x="5089526" y="1733550"/>
              <a:chExt cx="239712" cy="306388"/>
            </a:xfrm>
          </p:grpSpPr>
          <p:sp>
            <p:nvSpPr>
              <p:cNvPr id="144" name="Freeform 11"/>
              <p:cNvSpPr>
                <a:spLocks/>
              </p:cNvSpPr>
              <p:nvPr/>
            </p:nvSpPr>
            <p:spPr bwMode="auto">
              <a:xfrm>
                <a:off x="5089526" y="1733550"/>
                <a:ext cx="198438" cy="60325"/>
              </a:xfrm>
              <a:custGeom>
                <a:avLst/>
                <a:gdLst>
                  <a:gd name="T0" fmla="*/ 7 w 62"/>
                  <a:gd name="T1" fmla="*/ 19 h 19"/>
                  <a:gd name="T2" fmla="*/ 0 w 62"/>
                  <a:gd name="T3" fmla="*/ 14 h 19"/>
                  <a:gd name="T4" fmla="*/ 31 w 62"/>
                  <a:gd name="T5" fmla="*/ 0 h 19"/>
                  <a:gd name="T6" fmla="*/ 62 w 62"/>
                  <a:gd name="T7" fmla="*/ 14 h 19"/>
                  <a:gd name="T8" fmla="*/ 55 w 62"/>
                  <a:gd name="T9" fmla="*/ 19 h 19"/>
                  <a:gd name="T10" fmla="*/ 31 w 62"/>
                  <a:gd name="T11" fmla="*/ 8 h 19"/>
                  <a:gd name="T12" fmla="*/ 7 w 62"/>
                  <a:gd name="T13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19">
                    <a:moveTo>
                      <a:pt x="7" y="19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8" y="5"/>
                      <a:pt x="19" y="0"/>
                      <a:pt x="31" y="0"/>
                    </a:cubicBezTo>
                    <a:cubicBezTo>
                      <a:pt x="43" y="0"/>
                      <a:pt x="54" y="5"/>
                      <a:pt x="62" y="14"/>
                    </a:cubicBezTo>
                    <a:cubicBezTo>
                      <a:pt x="55" y="19"/>
                      <a:pt x="55" y="19"/>
                      <a:pt x="55" y="19"/>
                    </a:cubicBezTo>
                    <a:cubicBezTo>
                      <a:pt x="49" y="12"/>
                      <a:pt x="40" y="8"/>
                      <a:pt x="31" y="8"/>
                    </a:cubicBezTo>
                    <a:cubicBezTo>
                      <a:pt x="22" y="8"/>
                      <a:pt x="13" y="12"/>
                      <a:pt x="7" y="19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Freeform 12"/>
              <p:cNvSpPr>
                <a:spLocks/>
              </p:cNvSpPr>
              <p:nvPr/>
            </p:nvSpPr>
            <p:spPr bwMode="auto">
              <a:xfrm>
                <a:off x="5127626" y="1784350"/>
                <a:ext cx="122238" cy="44450"/>
              </a:xfrm>
              <a:custGeom>
                <a:avLst/>
                <a:gdLst>
                  <a:gd name="T0" fmla="*/ 32 w 38"/>
                  <a:gd name="T1" fmla="*/ 14 h 14"/>
                  <a:gd name="T2" fmla="*/ 19 w 38"/>
                  <a:gd name="T3" fmla="*/ 8 h 14"/>
                  <a:gd name="T4" fmla="*/ 6 w 38"/>
                  <a:gd name="T5" fmla="*/ 14 h 14"/>
                  <a:gd name="T6" fmla="*/ 0 w 38"/>
                  <a:gd name="T7" fmla="*/ 10 h 14"/>
                  <a:gd name="T8" fmla="*/ 19 w 38"/>
                  <a:gd name="T9" fmla="*/ 0 h 14"/>
                  <a:gd name="T10" fmla="*/ 38 w 38"/>
                  <a:gd name="T11" fmla="*/ 10 h 14"/>
                  <a:gd name="T12" fmla="*/ 32 w 38"/>
                  <a:gd name="T13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" h="14">
                    <a:moveTo>
                      <a:pt x="32" y="14"/>
                    </a:moveTo>
                    <a:cubicBezTo>
                      <a:pt x="29" y="10"/>
                      <a:pt x="24" y="8"/>
                      <a:pt x="19" y="8"/>
                    </a:cubicBezTo>
                    <a:cubicBezTo>
                      <a:pt x="14" y="8"/>
                      <a:pt x="9" y="10"/>
                      <a:pt x="6" y="14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4" y="4"/>
                      <a:pt x="12" y="0"/>
                      <a:pt x="19" y="0"/>
                    </a:cubicBezTo>
                    <a:cubicBezTo>
                      <a:pt x="27" y="0"/>
                      <a:pt x="34" y="4"/>
                      <a:pt x="38" y="10"/>
                    </a:cubicBezTo>
                    <a:lnTo>
                      <a:pt x="32" y="1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Freeform 13"/>
              <p:cNvSpPr>
                <a:spLocks noEditPoints="1"/>
              </p:cNvSpPr>
              <p:nvPr/>
            </p:nvSpPr>
            <p:spPr bwMode="auto">
              <a:xfrm>
                <a:off x="5124451" y="1847850"/>
                <a:ext cx="128588" cy="179388"/>
              </a:xfrm>
              <a:custGeom>
                <a:avLst/>
                <a:gdLst>
                  <a:gd name="T0" fmla="*/ 40 w 40"/>
                  <a:gd name="T1" fmla="*/ 46 h 56"/>
                  <a:gd name="T2" fmla="*/ 26 w 40"/>
                  <a:gd name="T3" fmla="*/ 32 h 56"/>
                  <a:gd name="T4" fmla="*/ 35 w 40"/>
                  <a:gd name="T5" fmla="*/ 23 h 56"/>
                  <a:gd name="T6" fmla="*/ 40 w 40"/>
                  <a:gd name="T7" fmla="*/ 26 h 56"/>
                  <a:gd name="T8" fmla="*/ 40 w 40"/>
                  <a:gd name="T9" fmla="*/ 8 h 56"/>
                  <a:gd name="T10" fmla="*/ 32 w 40"/>
                  <a:gd name="T11" fmla="*/ 0 h 56"/>
                  <a:gd name="T12" fmla="*/ 8 w 40"/>
                  <a:gd name="T13" fmla="*/ 0 h 56"/>
                  <a:gd name="T14" fmla="*/ 0 w 40"/>
                  <a:gd name="T15" fmla="*/ 8 h 56"/>
                  <a:gd name="T16" fmla="*/ 0 w 40"/>
                  <a:gd name="T17" fmla="*/ 48 h 56"/>
                  <a:gd name="T18" fmla="*/ 8 w 40"/>
                  <a:gd name="T19" fmla="*/ 56 h 56"/>
                  <a:gd name="T20" fmla="*/ 32 w 40"/>
                  <a:gd name="T21" fmla="*/ 56 h 56"/>
                  <a:gd name="T22" fmla="*/ 40 w 40"/>
                  <a:gd name="T23" fmla="*/ 48 h 56"/>
                  <a:gd name="T24" fmla="*/ 40 w 40"/>
                  <a:gd name="T25" fmla="*/ 46 h 56"/>
                  <a:gd name="T26" fmla="*/ 20 w 40"/>
                  <a:gd name="T27" fmla="*/ 41 h 56"/>
                  <a:gd name="T28" fmla="*/ 15 w 40"/>
                  <a:gd name="T29" fmla="*/ 36 h 56"/>
                  <a:gd name="T30" fmla="*/ 20 w 40"/>
                  <a:gd name="T31" fmla="*/ 31 h 56"/>
                  <a:gd name="T32" fmla="*/ 25 w 40"/>
                  <a:gd name="T33" fmla="*/ 36 h 56"/>
                  <a:gd name="T34" fmla="*/ 20 w 40"/>
                  <a:gd name="T35" fmla="*/ 41 h 56"/>
                  <a:gd name="T36" fmla="*/ 20 w 40"/>
                  <a:gd name="T37" fmla="*/ 25 h 56"/>
                  <a:gd name="T38" fmla="*/ 15 w 40"/>
                  <a:gd name="T39" fmla="*/ 20 h 56"/>
                  <a:gd name="T40" fmla="*/ 20 w 40"/>
                  <a:gd name="T41" fmla="*/ 15 h 56"/>
                  <a:gd name="T42" fmla="*/ 25 w 40"/>
                  <a:gd name="T43" fmla="*/ 20 h 56"/>
                  <a:gd name="T44" fmla="*/ 20 w 40"/>
                  <a:gd name="T45" fmla="*/ 2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0" h="56">
                    <a:moveTo>
                      <a:pt x="40" y="46"/>
                    </a:moveTo>
                    <a:cubicBezTo>
                      <a:pt x="26" y="32"/>
                      <a:pt x="26" y="32"/>
                      <a:pt x="26" y="32"/>
                    </a:cubicBezTo>
                    <a:cubicBezTo>
                      <a:pt x="35" y="23"/>
                      <a:pt x="35" y="23"/>
                      <a:pt x="35" y="23"/>
                    </a:cubicBezTo>
                    <a:cubicBezTo>
                      <a:pt x="40" y="26"/>
                      <a:pt x="40" y="26"/>
                      <a:pt x="40" y="2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3"/>
                      <a:pt x="36" y="0"/>
                      <a:pt x="3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6" y="56"/>
                      <a:pt x="40" y="53"/>
                      <a:pt x="40" y="48"/>
                    </a:cubicBezTo>
                    <a:lnTo>
                      <a:pt x="40" y="46"/>
                    </a:lnTo>
                    <a:close/>
                    <a:moveTo>
                      <a:pt x="20" y="41"/>
                    </a:moveTo>
                    <a:cubicBezTo>
                      <a:pt x="17" y="41"/>
                      <a:pt x="15" y="39"/>
                      <a:pt x="15" y="36"/>
                    </a:cubicBezTo>
                    <a:cubicBezTo>
                      <a:pt x="15" y="33"/>
                      <a:pt x="17" y="31"/>
                      <a:pt x="20" y="31"/>
                    </a:cubicBezTo>
                    <a:cubicBezTo>
                      <a:pt x="23" y="31"/>
                      <a:pt x="25" y="33"/>
                      <a:pt x="25" y="36"/>
                    </a:cubicBezTo>
                    <a:cubicBezTo>
                      <a:pt x="25" y="39"/>
                      <a:pt x="23" y="41"/>
                      <a:pt x="20" y="41"/>
                    </a:cubicBezTo>
                    <a:close/>
                    <a:moveTo>
                      <a:pt x="20" y="25"/>
                    </a:moveTo>
                    <a:cubicBezTo>
                      <a:pt x="17" y="25"/>
                      <a:pt x="15" y="23"/>
                      <a:pt x="15" y="20"/>
                    </a:cubicBezTo>
                    <a:cubicBezTo>
                      <a:pt x="15" y="17"/>
                      <a:pt x="17" y="15"/>
                      <a:pt x="20" y="15"/>
                    </a:cubicBezTo>
                    <a:cubicBezTo>
                      <a:pt x="23" y="15"/>
                      <a:pt x="25" y="17"/>
                      <a:pt x="25" y="20"/>
                    </a:cubicBezTo>
                    <a:cubicBezTo>
                      <a:pt x="25" y="23"/>
                      <a:pt x="23" y="25"/>
                      <a:pt x="20" y="25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Freeform 14"/>
              <p:cNvSpPr>
                <a:spLocks/>
              </p:cNvSpPr>
              <p:nvPr/>
            </p:nvSpPr>
            <p:spPr bwMode="auto">
              <a:xfrm>
                <a:off x="5227638" y="1873250"/>
                <a:ext cx="101600" cy="166688"/>
              </a:xfrm>
              <a:custGeom>
                <a:avLst/>
                <a:gdLst>
                  <a:gd name="T0" fmla="*/ 24 w 64"/>
                  <a:gd name="T1" fmla="*/ 0 h 105"/>
                  <a:gd name="T2" fmla="*/ 48 w 64"/>
                  <a:gd name="T3" fmla="*/ 25 h 105"/>
                  <a:gd name="T4" fmla="*/ 48 w 64"/>
                  <a:gd name="T5" fmla="*/ 65 h 105"/>
                  <a:gd name="T6" fmla="*/ 64 w 64"/>
                  <a:gd name="T7" fmla="*/ 105 h 105"/>
                  <a:gd name="T8" fmla="*/ 24 w 64"/>
                  <a:gd name="T9" fmla="*/ 105 h 105"/>
                  <a:gd name="T10" fmla="*/ 24 w 64"/>
                  <a:gd name="T11" fmla="*/ 73 h 105"/>
                  <a:gd name="T12" fmla="*/ 0 w 64"/>
                  <a:gd name="T13" fmla="*/ 49 h 105"/>
                  <a:gd name="T14" fmla="*/ 8 w 64"/>
                  <a:gd name="T15" fmla="*/ 41 h 105"/>
                  <a:gd name="T16" fmla="*/ 24 w 64"/>
                  <a:gd name="T17" fmla="*/ 49 h 105"/>
                  <a:gd name="T18" fmla="*/ 24 w 64"/>
                  <a:gd name="T1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4" h="105">
                    <a:moveTo>
                      <a:pt x="24" y="0"/>
                    </a:moveTo>
                    <a:lnTo>
                      <a:pt x="48" y="25"/>
                    </a:lnTo>
                    <a:lnTo>
                      <a:pt x="48" y="65"/>
                    </a:lnTo>
                    <a:lnTo>
                      <a:pt x="64" y="105"/>
                    </a:lnTo>
                    <a:lnTo>
                      <a:pt x="24" y="105"/>
                    </a:lnTo>
                    <a:lnTo>
                      <a:pt x="24" y="73"/>
                    </a:lnTo>
                    <a:lnTo>
                      <a:pt x="0" y="49"/>
                    </a:lnTo>
                    <a:lnTo>
                      <a:pt x="8" y="41"/>
                    </a:lnTo>
                    <a:lnTo>
                      <a:pt x="24" y="49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5" name="组合 304"/>
            <p:cNvGrpSpPr/>
            <p:nvPr/>
          </p:nvGrpSpPr>
          <p:grpSpPr>
            <a:xfrm>
              <a:off x="6907213" y="1746250"/>
              <a:ext cx="268288" cy="293688"/>
              <a:chOff x="6907213" y="1746250"/>
              <a:chExt cx="268288" cy="293688"/>
            </a:xfrm>
          </p:grpSpPr>
          <p:sp>
            <p:nvSpPr>
              <p:cNvPr id="148" name="Freeform 15"/>
              <p:cNvSpPr>
                <a:spLocks/>
              </p:cNvSpPr>
              <p:nvPr/>
            </p:nvSpPr>
            <p:spPr bwMode="auto">
              <a:xfrm>
                <a:off x="6972301" y="1912938"/>
                <a:ext cx="76200" cy="38100"/>
              </a:xfrm>
              <a:custGeom>
                <a:avLst/>
                <a:gdLst>
                  <a:gd name="T0" fmla="*/ 0 w 24"/>
                  <a:gd name="T1" fmla="*/ 12 h 12"/>
                  <a:gd name="T2" fmla="*/ 12 w 24"/>
                  <a:gd name="T3" fmla="*/ 0 h 12"/>
                  <a:gd name="T4" fmla="*/ 12 w 24"/>
                  <a:gd name="T5" fmla="*/ 0 h 12"/>
                  <a:gd name="T6" fmla="*/ 24 w 24"/>
                  <a:gd name="T7" fmla="*/ 12 h 12"/>
                  <a:gd name="T8" fmla="*/ 0 w 24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12">
                    <a:moveTo>
                      <a:pt x="0" y="12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9" y="0"/>
                      <a:pt x="24" y="5"/>
                      <a:pt x="24" y="12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Oval 16"/>
              <p:cNvSpPr>
                <a:spLocks noChangeArrowheads="1"/>
              </p:cNvSpPr>
              <p:nvPr/>
            </p:nvSpPr>
            <p:spPr bwMode="auto">
              <a:xfrm>
                <a:off x="6985001" y="1847850"/>
                <a:ext cx="50800" cy="52388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Freeform 17"/>
              <p:cNvSpPr>
                <a:spLocks/>
              </p:cNvSpPr>
              <p:nvPr/>
            </p:nvSpPr>
            <p:spPr bwMode="auto">
              <a:xfrm>
                <a:off x="6907213" y="1758950"/>
                <a:ext cx="204788" cy="280988"/>
              </a:xfrm>
              <a:custGeom>
                <a:avLst/>
                <a:gdLst>
                  <a:gd name="T0" fmla="*/ 56 w 64"/>
                  <a:gd name="T1" fmla="*/ 28 h 88"/>
                  <a:gd name="T2" fmla="*/ 56 w 64"/>
                  <a:gd name="T3" fmla="*/ 72 h 88"/>
                  <a:gd name="T4" fmla="*/ 8 w 64"/>
                  <a:gd name="T5" fmla="*/ 72 h 88"/>
                  <a:gd name="T6" fmla="*/ 8 w 64"/>
                  <a:gd name="T7" fmla="*/ 16 h 88"/>
                  <a:gd name="T8" fmla="*/ 40 w 64"/>
                  <a:gd name="T9" fmla="*/ 16 h 88"/>
                  <a:gd name="T10" fmla="*/ 40 w 64"/>
                  <a:gd name="T11" fmla="*/ 0 h 88"/>
                  <a:gd name="T12" fmla="*/ 8 w 64"/>
                  <a:gd name="T13" fmla="*/ 0 h 88"/>
                  <a:gd name="T14" fmla="*/ 0 w 64"/>
                  <a:gd name="T15" fmla="*/ 8 h 88"/>
                  <a:gd name="T16" fmla="*/ 0 w 64"/>
                  <a:gd name="T17" fmla="*/ 80 h 88"/>
                  <a:gd name="T18" fmla="*/ 8 w 64"/>
                  <a:gd name="T19" fmla="*/ 88 h 88"/>
                  <a:gd name="T20" fmla="*/ 56 w 64"/>
                  <a:gd name="T21" fmla="*/ 88 h 88"/>
                  <a:gd name="T22" fmla="*/ 64 w 64"/>
                  <a:gd name="T23" fmla="*/ 80 h 88"/>
                  <a:gd name="T24" fmla="*/ 64 w 64"/>
                  <a:gd name="T25" fmla="*/ 28 h 88"/>
                  <a:gd name="T26" fmla="*/ 56 w 64"/>
                  <a:gd name="T27" fmla="*/ 2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88">
                    <a:moveTo>
                      <a:pt x="56" y="28"/>
                    </a:moveTo>
                    <a:cubicBezTo>
                      <a:pt x="56" y="72"/>
                      <a:pt x="56" y="72"/>
                      <a:pt x="56" y="72"/>
                    </a:cubicBezTo>
                    <a:cubicBezTo>
                      <a:pt x="8" y="72"/>
                      <a:pt x="8" y="72"/>
                      <a:pt x="8" y="72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4"/>
                      <a:pt x="4" y="88"/>
                      <a:pt x="8" y="88"/>
                    </a:cubicBezTo>
                    <a:cubicBezTo>
                      <a:pt x="56" y="88"/>
                      <a:pt x="56" y="88"/>
                      <a:pt x="56" y="88"/>
                    </a:cubicBezTo>
                    <a:cubicBezTo>
                      <a:pt x="60" y="88"/>
                      <a:pt x="64" y="84"/>
                      <a:pt x="64" y="80"/>
                    </a:cubicBezTo>
                    <a:cubicBezTo>
                      <a:pt x="64" y="28"/>
                      <a:pt x="64" y="28"/>
                      <a:pt x="64" y="28"/>
                    </a:cubicBezTo>
                    <a:lnTo>
                      <a:pt x="56" y="2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Freeform 18"/>
              <p:cNvSpPr>
                <a:spLocks/>
              </p:cNvSpPr>
              <p:nvPr/>
            </p:nvSpPr>
            <p:spPr bwMode="auto">
              <a:xfrm>
                <a:off x="7061201" y="1746250"/>
                <a:ext cx="114300" cy="76200"/>
              </a:xfrm>
              <a:custGeom>
                <a:avLst/>
                <a:gdLst>
                  <a:gd name="T0" fmla="*/ 24 w 36"/>
                  <a:gd name="T1" fmla="*/ 8 h 24"/>
                  <a:gd name="T2" fmla="*/ 24 w 36"/>
                  <a:gd name="T3" fmla="*/ 4 h 24"/>
                  <a:gd name="T4" fmla="*/ 20 w 36"/>
                  <a:gd name="T5" fmla="*/ 0 h 24"/>
                  <a:gd name="T6" fmla="*/ 4 w 36"/>
                  <a:gd name="T7" fmla="*/ 0 h 24"/>
                  <a:gd name="T8" fmla="*/ 0 w 36"/>
                  <a:gd name="T9" fmla="*/ 4 h 24"/>
                  <a:gd name="T10" fmla="*/ 0 w 36"/>
                  <a:gd name="T11" fmla="*/ 20 h 24"/>
                  <a:gd name="T12" fmla="*/ 4 w 36"/>
                  <a:gd name="T13" fmla="*/ 24 h 24"/>
                  <a:gd name="T14" fmla="*/ 20 w 36"/>
                  <a:gd name="T15" fmla="*/ 24 h 24"/>
                  <a:gd name="T16" fmla="*/ 24 w 36"/>
                  <a:gd name="T17" fmla="*/ 20 h 24"/>
                  <a:gd name="T18" fmla="*/ 24 w 36"/>
                  <a:gd name="T19" fmla="*/ 16 h 24"/>
                  <a:gd name="T20" fmla="*/ 36 w 36"/>
                  <a:gd name="T21" fmla="*/ 20 h 24"/>
                  <a:gd name="T22" fmla="*/ 36 w 36"/>
                  <a:gd name="T23" fmla="*/ 4 h 24"/>
                  <a:gd name="T24" fmla="*/ 24 w 36"/>
                  <a:gd name="T25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24">
                    <a:moveTo>
                      <a:pt x="24" y="8"/>
                    </a:move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2"/>
                      <a:pt x="2" y="24"/>
                      <a:pt x="4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2" y="24"/>
                      <a:pt x="24" y="22"/>
                      <a:pt x="24" y="20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24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2" name="Freeform 19"/>
            <p:cNvSpPr>
              <a:spLocks/>
            </p:cNvSpPr>
            <p:nvPr/>
          </p:nvSpPr>
          <p:spPr bwMode="auto">
            <a:xfrm>
              <a:off x="6321426" y="1809750"/>
              <a:ext cx="217488" cy="153988"/>
            </a:xfrm>
            <a:custGeom>
              <a:avLst/>
              <a:gdLst>
                <a:gd name="T0" fmla="*/ 66 w 68"/>
                <a:gd name="T1" fmla="*/ 9 h 48"/>
                <a:gd name="T2" fmla="*/ 62 w 68"/>
                <a:gd name="T3" fmla="*/ 8 h 48"/>
                <a:gd name="T4" fmla="*/ 52 w 68"/>
                <a:gd name="T5" fmla="*/ 14 h 48"/>
                <a:gd name="T6" fmla="*/ 52 w 68"/>
                <a:gd name="T7" fmla="*/ 8 h 48"/>
                <a:gd name="T8" fmla="*/ 44 w 68"/>
                <a:gd name="T9" fmla="*/ 0 h 48"/>
                <a:gd name="T10" fmla="*/ 8 w 68"/>
                <a:gd name="T11" fmla="*/ 0 h 48"/>
                <a:gd name="T12" fmla="*/ 0 w 68"/>
                <a:gd name="T13" fmla="*/ 8 h 48"/>
                <a:gd name="T14" fmla="*/ 0 w 68"/>
                <a:gd name="T15" fmla="*/ 40 h 48"/>
                <a:gd name="T16" fmla="*/ 8 w 68"/>
                <a:gd name="T17" fmla="*/ 48 h 48"/>
                <a:gd name="T18" fmla="*/ 44 w 68"/>
                <a:gd name="T19" fmla="*/ 48 h 48"/>
                <a:gd name="T20" fmla="*/ 52 w 68"/>
                <a:gd name="T21" fmla="*/ 40 h 48"/>
                <a:gd name="T22" fmla="*/ 52 w 68"/>
                <a:gd name="T23" fmla="*/ 34 h 48"/>
                <a:gd name="T24" fmla="*/ 62 w 68"/>
                <a:gd name="T25" fmla="*/ 40 h 48"/>
                <a:gd name="T26" fmla="*/ 64 w 68"/>
                <a:gd name="T27" fmla="*/ 40 h 48"/>
                <a:gd name="T28" fmla="*/ 66 w 68"/>
                <a:gd name="T29" fmla="*/ 39 h 48"/>
                <a:gd name="T30" fmla="*/ 68 w 68"/>
                <a:gd name="T31" fmla="*/ 36 h 48"/>
                <a:gd name="T32" fmla="*/ 68 w 68"/>
                <a:gd name="T33" fmla="*/ 12 h 48"/>
                <a:gd name="T34" fmla="*/ 66 w 68"/>
                <a:gd name="T35" fmla="*/ 9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48">
                  <a:moveTo>
                    <a:pt x="66" y="9"/>
                  </a:moveTo>
                  <a:cubicBezTo>
                    <a:pt x="65" y="8"/>
                    <a:pt x="63" y="8"/>
                    <a:pt x="62" y="8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4"/>
                    <a:pt x="48" y="0"/>
                    <a:pt x="4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4"/>
                    <a:pt x="4" y="48"/>
                    <a:pt x="8" y="48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8" y="48"/>
                    <a:pt x="52" y="44"/>
                    <a:pt x="52" y="40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2" y="40"/>
                    <a:pt x="62" y="40"/>
                    <a:pt x="62" y="40"/>
                  </a:cubicBezTo>
                  <a:cubicBezTo>
                    <a:pt x="63" y="40"/>
                    <a:pt x="63" y="40"/>
                    <a:pt x="64" y="40"/>
                  </a:cubicBezTo>
                  <a:cubicBezTo>
                    <a:pt x="65" y="40"/>
                    <a:pt x="65" y="40"/>
                    <a:pt x="66" y="39"/>
                  </a:cubicBezTo>
                  <a:cubicBezTo>
                    <a:pt x="67" y="39"/>
                    <a:pt x="68" y="37"/>
                    <a:pt x="68" y="36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68" y="11"/>
                    <a:pt x="67" y="9"/>
                    <a:pt x="66" y="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3" name="Freeform 20"/>
            <p:cNvSpPr>
              <a:spLocks/>
            </p:cNvSpPr>
            <p:nvPr/>
          </p:nvSpPr>
          <p:spPr bwMode="auto">
            <a:xfrm>
              <a:off x="7545388" y="1784350"/>
              <a:ext cx="203200" cy="204788"/>
            </a:xfrm>
            <a:custGeom>
              <a:avLst/>
              <a:gdLst>
                <a:gd name="T0" fmla="*/ 128 w 128"/>
                <a:gd name="T1" fmla="*/ 113 h 129"/>
                <a:gd name="T2" fmla="*/ 80 w 128"/>
                <a:gd name="T3" fmla="*/ 64 h 129"/>
                <a:gd name="T4" fmla="*/ 112 w 128"/>
                <a:gd name="T5" fmla="*/ 32 h 129"/>
                <a:gd name="T6" fmla="*/ 0 w 128"/>
                <a:gd name="T7" fmla="*/ 0 h 129"/>
                <a:gd name="T8" fmla="*/ 32 w 128"/>
                <a:gd name="T9" fmla="*/ 113 h 129"/>
                <a:gd name="T10" fmla="*/ 64 w 128"/>
                <a:gd name="T11" fmla="*/ 81 h 129"/>
                <a:gd name="T12" fmla="*/ 112 w 128"/>
                <a:gd name="T13" fmla="*/ 129 h 129"/>
                <a:gd name="T14" fmla="*/ 128 w 128"/>
                <a:gd name="T15" fmla="*/ 113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8" h="129">
                  <a:moveTo>
                    <a:pt x="128" y="113"/>
                  </a:moveTo>
                  <a:lnTo>
                    <a:pt x="80" y="64"/>
                  </a:lnTo>
                  <a:lnTo>
                    <a:pt x="112" y="32"/>
                  </a:lnTo>
                  <a:lnTo>
                    <a:pt x="0" y="0"/>
                  </a:lnTo>
                  <a:lnTo>
                    <a:pt x="32" y="113"/>
                  </a:lnTo>
                  <a:lnTo>
                    <a:pt x="64" y="81"/>
                  </a:lnTo>
                  <a:lnTo>
                    <a:pt x="112" y="129"/>
                  </a:lnTo>
                  <a:lnTo>
                    <a:pt x="128" y="11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4" name="Freeform 21"/>
            <p:cNvSpPr>
              <a:spLocks/>
            </p:cNvSpPr>
            <p:nvPr/>
          </p:nvSpPr>
          <p:spPr bwMode="auto">
            <a:xfrm>
              <a:off x="8156576" y="1784350"/>
              <a:ext cx="228600" cy="230188"/>
            </a:xfrm>
            <a:custGeom>
              <a:avLst/>
              <a:gdLst>
                <a:gd name="T0" fmla="*/ 0 w 144"/>
                <a:gd name="T1" fmla="*/ 0 h 145"/>
                <a:gd name="T2" fmla="*/ 56 w 144"/>
                <a:gd name="T3" fmla="*/ 145 h 145"/>
                <a:gd name="T4" fmla="*/ 72 w 144"/>
                <a:gd name="T5" fmla="*/ 73 h 145"/>
                <a:gd name="T6" fmla="*/ 144 w 144"/>
                <a:gd name="T7" fmla="*/ 56 h 145"/>
                <a:gd name="T8" fmla="*/ 0 w 144"/>
                <a:gd name="T9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145">
                  <a:moveTo>
                    <a:pt x="0" y="0"/>
                  </a:moveTo>
                  <a:lnTo>
                    <a:pt x="56" y="145"/>
                  </a:lnTo>
                  <a:lnTo>
                    <a:pt x="72" y="73"/>
                  </a:lnTo>
                  <a:lnTo>
                    <a:pt x="144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06" name="组合 305"/>
            <p:cNvGrpSpPr/>
            <p:nvPr/>
          </p:nvGrpSpPr>
          <p:grpSpPr>
            <a:xfrm>
              <a:off x="8767763" y="1758950"/>
              <a:ext cx="203200" cy="255588"/>
              <a:chOff x="8767763" y="1758950"/>
              <a:chExt cx="203200" cy="255588"/>
            </a:xfrm>
          </p:grpSpPr>
          <p:sp>
            <p:nvSpPr>
              <p:cNvPr id="155" name="Freeform 22"/>
              <p:cNvSpPr>
                <a:spLocks/>
              </p:cNvSpPr>
              <p:nvPr/>
            </p:nvSpPr>
            <p:spPr bwMode="auto">
              <a:xfrm>
                <a:off x="8818563" y="1835150"/>
                <a:ext cx="152400" cy="179388"/>
              </a:xfrm>
              <a:custGeom>
                <a:avLst/>
                <a:gdLst>
                  <a:gd name="T0" fmla="*/ 45 w 48"/>
                  <a:gd name="T1" fmla="*/ 24 h 56"/>
                  <a:gd name="T2" fmla="*/ 28 w 48"/>
                  <a:gd name="T3" fmla="*/ 21 h 56"/>
                  <a:gd name="T4" fmla="*/ 28 w 48"/>
                  <a:gd name="T5" fmla="*/ 4 h 56"/>
                  <a:gd name="T6" fmla="*/ 24 w 48"/>
                  <a:gd name="T7" fmla="*/ 0 h 56"/>
                  <a:gd name="T8" fmla="*/ 16 w 48"/>
                  <a:gd name="T9" fmla="*/ 0 h 56"/>
                  <a:gd name="T10" fmla="*/ 12 w 48"/>
                  <a:gd name="T11" fmla="*/ 4 h 56"/>
                  <a:gd name="T12" fmla="*/ 12 w 48"/>
                  <a:gd name="T13" fmla="*/ 24 h 56"/>
                  <a:gd name="T14" fmla="*/ 4 w 48"/>
                  <a:gd name="T15" fmla="*/ 24 h 56"/>
                  <a:gd name="T16" fmla="*/ 1 w 48"/>
                  <a:gd name="T17" fmla="*/ 26 h 56"/>
                  <a:gd name="T18" fmla="*/ 0 w 48"/>
                  <a:gd name="T19" fmla="*/ 30 h 56"/>
                  <a:gd name="T20" fmla="*/ 12 w 48"/>
                  <a:gd name="T21" fmla="*/ 54 h 56"/>
                  <a:gd name="T22" fmla="*/ 16 w 48"/>
                  <a:gd name="T23" fmla="*/ 56 h 56"/>
                  <a:gd name="T24" fmla="*/ 44 w 48"/>
                  <a:gd name="T25" fmla="*/ 56 h 56"/>
                  <a:gd name="T26" fmla="*/ 48 w 48"/>
                  <a:gd name="T27" fmla="*/ 52 h 56"/>
                  <a:gd name="T28" fmla="*/ 48 w 48"/>
                  <a:gd name="T29" fmla="*/ 28 h 56"/>
                  <a:gd name="T30" fmla="*/ 45 w 48"/>
                  <a:gd name="T31" fmla="*/ 2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" h="56">
                    <a:moveTo>
                      <a:pt x="45" y="24"/>
                    </a:move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2"/>
                      <a:pt x="26" y="0"/>
                      <a:pt x="24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4" y="0"/>
                      <a:pt x="12" y="2"/>
                      <a:pt x="12" y="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3" y="24"/>
                      <a:pt x="1" y="25"/>
                      <a:pt x="1" y="26"/>
                    </a:cubicBezTo>
                    <a:cubicBezTo>
                      <a:pt x="0" y="27"/>
                      <a:pt x="0" y="29"/>
                      <a:pt x="0" y="30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3" y="55"/>
                      <a:pt x="14" y="56"/>
                      <a:pt x="16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46" y="56"/>
                      <a:pt x="48" y="54"/>
                      <a:pt x="48" y="52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6"/>
                      <a:pt x="47" y="24"/>
                      <a:pt x="45" y="2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Freeform 23"/>
              <p:cNvSpPr>
                <a:spLocks/>
              </p:cNvSpPr>
              <p:nvPr/>
            </p:nvSpPr>
            <p:spPr bwMode="auto">
              <a:xfrm>
                <a:off x="8767763" y="1758950"/>
                <a:ext cx="203200" cy="141288"/>
              </a:xfrm>
              <a:custGeom>
                <a:avLst/>
                <a:gdLst>
                  <a:gd name="T0" fmla="*/ 56 w 64"/>
                  <a:gd name="T1" fmla="*/ 0 h 44"/>
                  <a:gd name="T2" fmla="*/ 8 w 64"/>
                  <a:gd name="T3" fmla="*/ 0 h 44"/>
                  <a:gd name="T4" fmla="*/ 0 w 64"/>
                  <a:gd name="T5" fmla="*/ 8 h 44"/>
                  <a:gd name="T6" fmla="*/ 0 w 64"/>
                  <a:gd name="T7" fmla="*/ 36 h 44"/>
                  <a:gd name="T8" fmla="*/ 8 w 64"/>
                  <a:gd name="T9" fmla="*/ 44 h 44"/>
                  <a:gd name="T10" fmla="*/ 20 w 64"/>
                  <a:gd name="T11" fmla="*/ 44 h 44"/>
                  <a:gd name="T12" fmla="*/ 20 w 64"/>
                  <a:gd name="T13" fmla="*/ 36 h 44"/>
                  <a:gd name="T14" fmla="*/ 8 w 64"/>
                  <a:gd name="T15" fmla="*/ 36 h 44"/>
                  <a:gd name="T16" fmla="*/ 8 w 64"/>
                  <a:gd name="T17" fmla="*/ 8 h 44"/>
                  <a:gd name="T18" fmla="*/ 56 w 64"/>
                  <a:gd name="T19" fmla="*/ 8 h 44"/>
                  <a:gd name="T20" fmla="*/ 56 w 64"/>
                  <a:gd name="T21" fmla="*/ 36 h 44"/>
                  <a:gd name="T22" fmla="*/ 64 w 64"/>
                  <a:gd name="T23" fmla="*/ 36 h 44"/>
                  <a:gd name="T24" fmla="*/ 64 w 64"/>
                  <a:gd name="T25" fmla="*/ 8 h 44"/>
                  <a:gd name="T26" fmla="*/ 56 w 64"/>
                  <a:gd name="T27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44">
                    <a:moveTo>
                      <a:pt x="5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7" name="组合 306"/>
            <p:cNvGrpSpPr/>
            <p:nvPr/>
          </p:nvGrpSpPr>
          <p:grpSpPr>
            <a:xfrm>
              <a:off x="4462463" y="2397125"/>
              <a:ext cx="242888" cy="212725"/>
              <a:chOff x="4462463" y="2397125"/>
              <a:chExt cx="242888" cy="212725"/>
            </a:xfrm>
          </p:grpSpPr>
          <p:sp>
            <p:nvSpPr>
              <p:cNvPr id="157" name="Freeform 24"/>
              <p:cNvSpPr>
                <a:spLocks/>
              </p:cNvSpPr>
              <p:nvPr/>
            </p:nvSpPr>
            <p:spPr bwMode="auto">
              <a:xfrm>
                <a:off x="4462463" y="2397125"/>
                <a:ext cx="114300" cy="212725"/>
              </a:xfrm>
              <a:custGeom>
                <a:avLst/>
                <a:gdLst>
                  <a:gd name="T0" fmla="*/ 36 w 36"/>
                  <a:gd name="T1" fmla="*/ 5 h 67"/>
                  <a:gd name="T2" fmla="*/ 30 w 36"/>
                  <a:gd name="T3" fmla="*/ 1 h 67"/>
                  <a:gd name="T4" fmla="*/ 28 w 36"/>
                  <a:gd name="T5" fmla="*/ 0 h 67"/>
                  <a:gd name="T6" fmla="*/ 4 w 36"/>
                  <a:gd name="T7" fmla="*/ 0 h 67"/>
                  <a:gd name="T8" fmla="*/ 0 w 36"/>
                  <a:gd name="T9" fmla="*/ 4 h 67"/>
                  <a:gd name="T10" fmla="*/ 0 w 36"/>
                  <a:gd name="T11" fmla="*/ 56 h 67"/>
                  <a:gd name="T12" fmla="*/ 4 w 36"/>
                  <a:gd name="T13" fmla="*/ 60 h 67"/>
                  <a:gd name="T14" fmla="*/ 27 w 36"/>
                  <a:gd name="T15" fmla="*/ 60 h 67"/>
                  <a:gd name="T16" fmla="*/ 36 w 36"/>
                  <a:gd name="T17" fmla="*/ 67 h 67"/>
                  <a:gd name="T18" fmla="*/ 36 w 36"/>
                  <a:gd name="T19" fmla="*/ 5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67">
                    <a:moveTo>
                      <a:pt x="36" y="5"/>
                    </a:moveTo>
                    <a:cubicBezTo>
                      <a:pt x="30" y="1"/>
                      <a:pt x="30" y="1"/>
                      <a:pt x="30" y="1"/>
                    </a:cubicBezTo>
                    <a:cubicBezTo>
                      <a:pt x="30" y="0"/>
                      <a:pt x="29" y="0"/>
                      <a:pt x="2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8"/>
                      <a:pt x="2" y="60"/>
                      <a:pt x="4" y="60"/>
                    </a:cubicBezTo>
                    <a:cubicBezTo>
                      <a:pt x="27" y="60"/>
                      <a:pt x="27" y="60"/>
                      <a:pt x="27" y="60"/>
                    </a:cubicBezTo>
                    <a:cubicBezTo>
                      <a:pt x="36" y="67"/>
                      <a:pt x="36" y="67"/>
                      <a:pt x="36" y="67"/>
                    </a:cubicBezTo>
                    <a:lnTo>
                      <a:pt x="36" y="5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Freeform 25"/>
              <p:cNvSpPr>
                <a:spLocks/>
              </p:cNvSpPr>
              <p:nvPr/>
            </p:nvSpPr>
            <p:spPr bwMode="auto">
              <a:xfrm>
                <a:off x="4589463" y="2397125"/>
                <a:ext cx="115888" cy="212725"/>
              </a:xfrm>
              <a:custGeom>
                <a:avLst/>
                <a:gdLst>
                  <a:gd name="T0" fmla="*/ 32 w 36"/>
                  <a:gd name="T1" fmla="*/ 0 h 67"/>
                  <a:gd name="T2" fmla="*/ 8 w 36"/>
                  <a:gd name="T3" fmla="*/ 0 h 67"/>
                  <a:gd name="T4" fmla="*/ 6 w 36"/>
                  <a:gd name="T5" fmla="*/ 1 h 67"/>
                  <a:gd name="T6" fmla="*/ 0 w 36"/>
                  <a:gd name="T7" fmla="*/ 5 h 67"/>
                  <a:gd name="T8" fmla="*/ 0 w 36"/>
                  <a:gd name="T9" fmla="*/ 67 h 67"/>
                  <a:gd name="T10" fmla="*/ 9 w 36"/>
                  <a:gd name="T11" fmla="*/ 60 h 67"/>
                  <a:gd name="T12" fmla="*/ 32 w 36"/>
                  <a:gd name="T13" fmla="*/ 60 h 67"/>
                  <a:gd name="T14" fmla="*/ 36 w 36"/>
                  <a:gd name="T15" fmla="*/ 56 h 67"/>
                  <a:gd name="T16" fmla="*/ 36 w 36"/>
                  <a:gd name="T17" fmla="*/ 4 h 67"/>
                  <a:gd name="T18" fmla="*/ 32 w 36"/>
                  <a:gd name="T19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67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6" y="0"/>
                      <a:pt x="6" y="1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9" y="60"/>
                      <a:pt x="9" y="60"/>
                      <a:pt x="9" y="60"/>
                    </a:cubicBezTo>
                    <a:cubicBezTo>
                      <a:pt x="32" y="60"/>
                      <a:pt x="32" y="60"/>
                      <a:pt x="32" y="60"/>
                    </a:cubicBezTo>
                    <a:cubicBezTo>
                      <a:pt x="34" y="60"/>
                      <a:pt x="36" y="58"/>
                      <a:pt x="36" y="56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2"/>
                      <a:pt x="34" y="0"/>
                      <a:pt x="32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8" name="组合 307"/>
            <p:cNvGrpSpPr/>
            <p:nvPr/>
          </p:nvGrpSpPr>
          <p:grpSpPr>
            <a:xfrm>
              <a:off x="5086351" y="2371725"/>
              <a:ext cx="230188" cy="254000"/>
              <a:chOff x="5086351" y="2371725"/>
              <a:chExt cx="230188" cy="254000"/>
            </a:xfrm>
          </p:grpSpPr>
          <p:sp>
            <p:nvSpPr>
              <p:cNvPr id="159" name="Freeform 26"/>
              <p:cNvSpPr>
                <a:spLocks/>
              </p:cNvSpPr>
              <p:nvPr/>
            </p:nvSpPr>
            <p:spPr bwMode="auto">
              <a:xfrm>
                <a:off x="5162551" y="2371725"/>
                <a:ext cx="153988" cy="254000"/>
              </a:xfrm>
              <a:custGeom>
                <a:avLst/>
                <a:gdLst>
                  <a:gd name="T0" fmla="*/ 44 w 48"/>
                  <a:gd name="T1" fmla="*/ 0 h 80"/>
                  <a:gd name="T2" fmla="*/ 0 w 48"/>
                  <a:gd name="T3" fmla="*/ 0 h 80"/>
                  <a:gd name="T4" fmla="*/ 0 w 48"/>
                  <a:gd name="T5" fmla="*/ 80 h 80"/>
                  <a:gd name="T6" fmla="*/ 44 w 48"/>
                  <a:gd name="T7" fmla="*/ 80 h 80"/>
                  <a:gd name="T8" fmla="*/ 48 w 48"/>
                  <a:gd name="T9" fmla="*/ 76 h 80"/>
                  <a:gd name="T10" fmla="*/ 48 w 48"/>
                  <a:gd name="T11" fmla="*/ 4 h 80"/>
                  <a:gd name="T12" fmla="*/ 44 w 48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80">
                    <a:moveTo>
                      <a:pt x="4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46" y="80"/>
                      <a:pt x="48" y="78"/>
                      <a:pt x="48" y="76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6" y="0"/>
                      <a:pt x="44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Freeform 27"/>
              <p:cNvSpPr>
                <a:spLocks/>
              </p:cNvSpPr>
              <p:nvPr/>
            </p:nvSpPr>
            <p:spPr bwMode="auto">
              <a:xfrm>
                <a:off x="5086351" y="2371725"/>
                <a:ext cx="50800" cy="254000"/>
              </a:xfrm>
              <a:custGeom>
                <a:avLst/>
                <a:gdLst>
                  <a:gd name="T0" fmla="*/ 4 w 16"/>
                  <a:gd name="T1" fmla="*/ 0 h 80"/>
                  <a:gd name="T2" fmla="*/ 0 w 16"/>
                  <a:gd name="T3" fmla="*/ 4 h 80"/>
                  <a:gd name="T4" fmla="*/ 0 w 16"/>
                  <a:gd name="T5" fmla="*/ 76 h 80"/>
                  <a:gd name="T6" fmla="*/ 4 w 16"/>
                  <a:gd name="T7" fmla="*/ 80 h 80"/>
                  <a:gd name="T8" fmla="*/ 16 w 16"/>
                  <a:gd name="T9" fmla="*/ 80 h 80"/>
                  <a:gd name="T10" fmla="*/ 16 w 16"/>
                  <a:gd name="T11" fmla="*/ 0 h 80"/>
                  <a:gd name="T12" fmla="*/ 4 w 16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0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8"/>
                      <a:pt x="2" y="80"/>
                      <a:pt x="4" y="80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09" name="组合 308"/>
            <p:cNvGrpSpPr/>
            <p:nvPr/>
          </p:nvGrpSpPr>
          <p:grpSpPr>
            <a:xfrm>
              <a:off x="5697538" y="2371725"/>
              <a:ext cx="230188" cy="254000"/>
              <a:chOff x="5697538" y="2371725"/>
              <a:chExt cx="230188" cy="254000"/>
            </a:xfrm>
          </p:grpSpPr>
          <p:sp>
            <p:nvSpPr>
              <p:cNvPr id="161" name="Freeform 28"/>
              <p:cNvSpPr>
                <a:spLocks/>
              </p:cNvSpPr>
              <p:nvPr/>
            </p:nvSpPr>
            <p:spPr bwMode="auto">
              <a:xfrm>
                <a:off x="5697538" y="2371725"/>
                <a:ext cx="50800" cy="254000"/>
              </a:xfrm>
              <a:custGeom>
                <a:avLst/>
                <a:gdLst>
                  <a:gd name="T0" fmla="*/ 16 w 16"/>
                  <a:gd name="T1" fmla="*/ 0 h 80"/>
                  <a:gd name="T2" fmla="*/ 4 w 16"/>
                  <a:gd name="T3" fmla="*/ 0 h 80"/>
                  <a:gd name="T4" fmla="*/ 0 w 16"/>
                  <a:gd name="T5" fmla="*/ 4 h 80"/>
                  <a:gd name="T6" fmla="*/ 0 w 16"/>
                  <a:gd name="T7" fmla="*/ 76 h 80"/>
                  <a:gd name="T8" fmla="*/ 4 w 16"/>
                  <a:gd name="T9" fmla="*/ 80 h 80"/>
                  <a:gd name="T10" fmla="*/ 16 w 16"/>
                  <a:gd name="T11" fmla="*/ 80 h 80"/>
                  <a:gd name="T12" fmla="*/ 16 w 16"/>
                  <a:gd name="T1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80">
                    <a:moveTo>
                      <a:pt x="1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78"/>
                      <a:pt x="2" y="80"/>
                      <a:pt x="4" y="80"/>
                    </a:cubicBezTo>
                    <a:cubicBezTo>
                      <a:pt x="16" y="80"/>
                      <a:pt x="16" y="80"/>
                      <a:pt x="16" y="8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Freeform 29"/>
              <p:cNvSpPr>
                <a:spLocks/>
              </p:cNvSpPr>
              <p:nvPr/>
            </p:nvSpPr>
            <p:spPr bwMode="auto">
              <a:xfrm>
                <a:off x="5773738" y="2371725"/>
                <a:ext cx="153988" cy="254000"/>
              </a:xfrm>
              <a:custGeom>
                <a:avLst/>
                <a:gdLst>
                  <a:gd name="T0" fmla="*/ 44 w 48"/>
                  <a:gd name="T1" fmla="*/ 0 h 80"/>
                  <a:gd name="T2" fmla="*/ 32 w 48"/>
                  <a:gd name="T3" fmla="*/ 0 h 80"/>
                  <a:gd name="T4" fmla="*/ 32 w 48"/>
                  <a:gd name="T5" fmla="*/ 44 h 80"/>
                  <a:gd name="T6" fmla="*/ 22 w 48"/>
                  <a:gd name="T7" fmla="*/ 36 h 80"/>
                  <a:gd name="T8" fmla="*/ 12 w 48"/>
                  <a:gd name="T9" fmla="*/ 44 h 80"/>
                  <a:gd name="T10" fmla="*/ 12 w 48"/>
                  <a:gd name="T11" fmla="*/ 0 h 80"/>
                  <a:gd name="T12" fmla="*/ 0 w 48"/>
                  <a:gd name="T13" fmla="*/ 0 h 80"/>
                  <a:gd name="T14" fmla="*/ 0 w 48"/>
                  <a:gd name="T15" fmla="*/ 80 h 80"/>
                  <a:gd name="T16" fmla="*/ 44 w 48"/>
                  <a:gd name="T17" fmla="*/ 80 h 80"/>
                  <a:gd name="T18" fmla="*/ 48 w 48"/>
                  <a:gd name="T19" fmla="*/ 76 h 80"/>
                  <a:gd name="T20" fmla="*/ 48 w 48"/>
                  <a:gd name="T21" fmla="*/ 4 h 80"/>
                  <a:gd name="T22" fmla="*/ 44 w 48"/>
                  <a:gd name="T23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" h="80">
                    <a:moveTo>
                      <a:pt x="44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46" y="80"/>
                      <a:pt x="48" y="78"/>
                      <a:pt x="48" y="76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6" y="0"/>
                      <a:pt x="44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0" name="组合 309"/>
            <p:cNvGrpSpPr/>
            <p:nvPr/>
          </p:nvGrpSpPr>
          <p:grpSpPr>
            <a:xfrm>
              <a:off x="6907213" y="2368550"/>
              <a:ext cx="255588" cy="257175"/>
              <a:chOff x="6907213" y="2368550"/>
              <a:chExt cx="255588" cy="257175"/>
            </a:xfrm>
          </p:grpSpPr>
          <p:sp>
            <p:nvSpPr>
              <p:cNvPr id="163" name="Freeform 30"/>
              <p:cNvSpPr>
                <a:spLocks/>
              </p:cNvSpPr>
              <p:nvPr/>
            </p:nvSpPr>
            <p:spPr bwMode="auto">
              <a:xfrm>
                <a:off x="6919913" y="2524125"/>
                <a:ext cx="103188" cy="101600"/>
              </a:xfrm>
              <a:custGeom>
                <a:avLst/>
                <a:gdLst>
                  <a:gd name="T0" fmla="*/ 0 w 32"/>
                  <a:gd name="T1" fmla="*/ 0 h 32"/>
                  <a:gd name="T2" fmla="*/ 0 w 32"/>
                  <a:gd name="T3" fmla="*/ 24 h 32"/>
                  <a:gd name="T4" fmla="*/ 8 w 32"/>
                  <a:gd name="T5" fmla="*/ 32 h 32"/>
                  <a:gd name="T6" fmla="*/ 32 w 32"/>
                  <a:gd name="T7" fmla="*/ 32 h 32"/>
                  <a:gd name="T8" fmla="*/ 32 w 32"/>
                  <a:gd name="T9" fmla="*/ 0 h 32"/>
                  <a:gd name="T10" fmla="*/ 0 w 32"/>
                  <a:gd name="T1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8"/>
                      <a:pt x="4" y="32"/>
                      <a:pt x="8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Freeform 31"/>
              <p:cNvSpPr>
                <a:spLocks/>
              </p:cNvSpPr>
              <p:nvPr/>
            </p:nvSpPr>
            <p:spPr bwMode="auto">
              <a:xfrm>
                <a:off x="7048501" y="2524125"/>
                <a:ext cx="101600" cy="101600"/>
              </a:xfrm>
              <a:custGeom>
                <a:avLst/>
                <a:gdLst>
                  <a:gd name="T0" fmla="*/ 0 w 32"/>
                  <a:gd name="T1" fmla="*/ 0 h 32"/>
                  <a:gd name="T2" fmla="*/ 0 w 32"/>
                  <a:gd name="T3" fmla="*/ 32 h 32"/>
                  <a:gd name="T4" fmla="*/ 24 w 32"/>
                  <a:gd name="T5" fmla="*/ 32 h 32"/>
                  <a:gd name="T6" fmla="*/ 32 w 32"/>
                  <a:gd name="T7" fmla="*/ 24 h 32"/>
                  <a:gd name="T8" fmla="*/ 32 w 32"/>
                  <a:gd name="T9" fmla="*/ 0 h 32"/>
                  <a:gd name="T10" fmla="*/ 0 w 32"/>
                  <a:gd name="T1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2">
                    <a:moveTo>
                      <a:pt x="0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8" y="32"/>
                      <a:pt x="32" y="28"/>
                      <a:pt x="32" y="24"/>
                    </a:cubicBezTo>
                    <a:cubicBezTo>
                      <a:pt x="32" y="0"/>
                      <a:pt x="32" y="0"/>
                      <a:pt x="3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Freeform 32"/>
              <p:cNvSpPr>
                <a:spLocks noEditPoints="1"/>
              </p:cNvSpPr>
              <p:nvPr/>
            </p:nvSpPr>
            <p:spPr bwMode="auto">
              <a:xfrm>
                <a:off x="6907213" y="2368550"/>
                <a:ext cx="255588" cy="142875"/>
              </a:xfrm>
              <a:custGeom>
                <a:avLst/>
                <a:gdLst>
                  <a:gd name="T0" fmla="*/ 72 w 80"/>
                  <a:gd name="T1" fmla="*/ 25 h 45"/>
                  <a:gd name="T2" fmla="*/ 60 w 80"/>
                  <a:gd name="T3" fmla="*/ 25 h 45"/>
                  <a:gd name="T4" fmla="*/ 64 w 80"/>
                  <a:gd name="T5" fmla="*/ 21 h 45"/>
                  <a:gd name="T6" fmla="*/ 64 w 80"/>
                  <a:gd name="T7" fmla="*/ 5 h 45"/>
                  <a:gd name="T8" fmla="*/ 48 w 80"/>
                  <a:gd name="T9" fmla="*/ 5 h 45"/>
                  <a:gd name="T10" fmla="*/ 40 w 80"/>
                  <a:gd name="T11" fmla="*/ 25 h 45"/>
                  <a:gd name="T12" fmla="*/ 40 w 80"/>
                  <a:gd name="T13" fmla="*/ 25 h 45"/>
                  <a:gd name="T14" fmla="*/ 40 w 80"/>
                  <a:gd name="T15" fmla="*/ 25 h 45"/>
                  <a:gd name="T16" fmla="*/ 40 w 80"/>
                  <a:gd name="T17" fmla="*/ 25 h 45"/>
                  <a:gd name="T18" fmla="*/ 32 w 80"/>
                  <a:gd name="T19" fmla="*/ 5 h 45"/>
                  <a:gd name="T20" fmla="*/ 16 w 80"/>
                  <a:gd name="T21" fmla="*/ 5 h 45"/>
                  <a:gd name="T22" fmla="*/ 16 w 80"/>
                  <a:gd name="T23" fmla="*/ 21 h 45"/>
                  <a:gd name="T24" fmla="*/ 20 w 80"/>
                  <a:gd name="T25" fmla="*/ 25 h 45"/>
                  <a:gd name="T26" fmla="*/ 8 w 80"/>
                  <a:gd name="T27" fmla="*/ 25 h 45"/>
                  <a:gd name="T28" fmla="*/ 0 w 80"/>
                  <a:gd name="T29" fmla="*/ 33 h 45"/>
                  <a:gd name="T30" fmla="*/ 0 w 80"/>
                  <a:gd name="T31" fmla="*/ 45 h 45"/>
                  <a:gd name="T32" fmla="*/ 36 w 80"/>
                  <a:gd name="T33" fmla="*/ 45 h 45"/>
                  <a:gd name="T34" fmla="*/ 36 w 80"/>
                  <a:gd name="T35" fmla="*/ 29 h 45"/>
                  <a:gd name="T36" fmla="*/ 44 w 80"/>
                  <a:gd name="T37" fmla="*/ 29 h 45"/>
                  <a:gd name="T38" fmla="*/ 44 w 80"/>
                  <a:gd name="T39" fmla="*/ 45 h 45"/>
                  <a:gd name="T40" fmla="*/ 80 w 80"/>
                  <a:gd name="T41" fmla="*/ 45 h 45"/>
                  <a:gd name="T42" fmla="*/ 80 w 80"/>
                  <a:gd name="T43" fmla="*/ 33 h 45"/>
                  <a:gd name="T44" fmla="*/ 72 w 80"/>
                  <a:gd name="T45" fmla="*/ 25 h 45"/>
                  <a:gd name="T46" fmla="*/ 21 w 80"/>
                  <a:gd name="T47" fmla="*/ 16 h 45"/>
                  <a:gd name="T48" fmla="*/ 21 w 80"/>
                  <a:gd name="T49" fmla="*/ 10 h 45"/>
                  <a:gd name="T50" fmla="*/ 24 w 80"/>
                  <a:gd name="T51" fmla="*/ 9 h 45"/>
                  <a:gd name="T52" fmla="*/ 27 w 80"/>
                  <a:gd name="T53" fmla="*/ 10 h 45"/>
                  <a:gd name="T54" fmla="*/ 31 w 80"/>
                  <a:gd name="T55" fmla="*/ 20 h 45"/>
                  <a:gd name="T56" fmla="*/ 21 w 80"/>
                  <a:gd name="T57" fmla="*/ 16 h 45"/>
                  <a:gd name="T58" fmla="*/ 49 w 80"/>
                  <a:gd name="T59" fmla="*/ 20 h 45"/>
                  <a:gd name="T60" fmla="*/ 53 w 80"/>
                  <a:gd name="T61" fmla="*/ 10 h 45"/>
                  <a:gd name="T62" fmla="*/ 56 w 80"/>
                  <a:gd name="T63" fmla="*/ 9 h 45"/>
                  <a:gd name="T64" fmla="*/ 59 w 80"/>
                  <a:gd name="T65" fmla="*/ 10 h 45"/>
                  <a:gd name="T66" fmla="*/ 59 w 80"/>
                  <a:gd name="T67" fmla="*/ 16 h 45"/>
                  <a:gd name="T68" fmla="*/ 49 w 80"/>
                  <a:gd name="T69" fmla="*/ 2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0" h="45">
                    <a:moveTo>
                      <a:pt x="72" y="25"/>
                    </a:moveTo>
                    <a:cubicBezTo>
                      <a:pt x="60" y="25"/>
                      <a:pt x="60" y="25"/>
                      <a:pt x="60" y="25"/>
                    </a:cubicBezTo>
                    <a:cubicBezTo>
                      <a:pt x="61" y="24"/>
                      <a:pt x="63" y="23"/>
                      <a:pt x="64" y="21"/>
                    </a:cubicBezTo>
                    <a:cubicBezTo>
                      <a:pt x="69" y="17"/>
                      <a:pt x="69" y="9"/>
                      <a:pt x="64" y="5"/>
                    </a:cubicBezTo>
                    <a:cubicBezTo>
                      <a:pt x="60" y="0"/>
                      <a:pt x="52" y="0"/>
                      <a:pt x="48" y="5"/>
                    </a:cubicBezTo>
                    <a:cubicBezTo>
                      <a:pt x="41" y="11"/>
                      <a:pt x="40" y="23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3"/>
                      <a:pt x="39" y="11"/>
                      <a:pt x="32" y="5"/>
                    </a:cubicBezTo>
                    <a:cubicBezTo>
                      <a:pt x="28" y="0"/>
                      <a:pt x="20" y="0"/>
                      <a:pt x="16" y="5"/>
                    </a:cubicBezTo>
                    <a:cubicBezTo>
                      <a:pt x="11" y="9"/>
                      <a:pt x="11" y="17"/>
                      <a:pt x="16" y="21"/>
                    </a:cubicBezTo>
                    <a:cubicBezTo>
                      <a:pt x="17" y="23"/>
                      <a:pt x="19" y="24"/>
                      <a:pt x="20" y="25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4" y="25"/>
                      <a:pt x="0" y="29"/>
                      <a:pt x="0" y="3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36" y="45"/>
                      <a:pt x="36" y="45"/>
                      <a:pt x="36" y="45"/>
                    </a:cubicBezTo>
                    <a:cubicBezTo>
                      <a:pt x="36" y="29"/>
                      <a:pt x="36" y="29"/>
                      <a:pt x="36" y="29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80" y="45"/>
                      <a:pt x="80" y="45"/>
                      <a:pt x="80" y="45"/>
                    </a:cubicBezTo>
                    <a:cubicBezTo>
                      <a:pt x="80" y="33"/>
                      <a:pt x="80" y="33"/>
                      <a:pt x="80" y="33"/>
                    </a:cubicBezTo>
                    <a:cubicBezTo>
                      <a:pt x="80" y="29"/>
                      <a:pt x="76" y="25"/>
                      <a:pt x="72" y="25"/>
                    </a:cubicBezTo>
                    <a:close/>
                    <a:moveTo>
                      <a:pt x="21" y="16"/>
                    </a:moveTo>
                    <a:cubicBezTo>
                      <a:pt x="20" y="14"/>
                      <a:pt x="20" y="12"/>
                      <a:pt x="21" y="10"/>
                    </a:cubicBezTo>
                    <a:cubicBezTo>
                      <a:pt x="22" y="9"/>
                      <a:pt x="23" y="9"/>
                      <a:pt x="24" y="9"/>
                    </a:cubicBezTo>
                    <a:cubicBezTo>
                      <a:pt x="25" y="9"/>
                      <a:pt x="26" y="9"/>
                      <a:pt x="27" y="10"/>
                    </a:cubicBezTo>
                    <a:cubicBezTo>
                      <a:pt x="29" y="13"/>
                      <a:pt x="31" y="17"/>
                      <a:pt x="31" y="20"/>
                    </a:cubicBezTo>
                    <a:cubicBezTo>
                      <a:pt x="28" y="20"/>
                      <a:pt x="24" y="18"/>
                      <a:pt x="21" y="16"/>
                    </a:cubicBezTo>
                    <a:close/>
                    <a:moveTo>
                      <a:pt x="49" y="20"/>
                    </a:moveTo>
                    <a:cubicBezTo>
                      <a:pt x="49" y="17"/>
                      <a:pt x="51" y="13"/>
                      <a:pt x="53" y="10"/>
                    </a:cubicBezTo>
                    <a:cubicBezTo>
                      <a:pt x="54" y="9"/>
                      <a:pt x="55" y="9"/>
                      <a:pt x="56" y="9"/>
                    </a:cubicBezTo>
                    <a:cubicBezTo>
                      <a:pt x="57" y="9"/>
                      <a:pt x="58" y="9"/>
                      <a:pt x="59" y="10"/>
                    </a:cubicBezTo>
                    <a:cubicBezTo>
                      <a:pt x="60" y="12"/>
                      <a:pt x="60" y="14"/>
                      <a:pt x="59" y="16"/>
                    </a:cubicBezTo>
                    <a:cubicBezTo>
                      <a:pt x="56" y="18"/>
                      <a:pt x="52" y="20"/>
                      <a:pt x="49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1" name="组合 310"/>
            <p:cNvGrpSpPr/>
            <p:nvPr/>
          </p:nvGrpSpPr>
          <p:grpSpPr>
            <a:xfrm>
              <a:off x="7558088" y="2359025"/>
              <a:ext cx="177800" cy="279400"/>
              <a:chOff x="7558088" y="2359025"/>
              <a:chExt cx="177800" cy="279400"/>
            </a:xfrm>
          </p:grpSpPr>
          <p:sp>
            <p:nvSpPr>
              <p:cNvPr id="166" name="Freeform 33"/>
              <p:cNvSpPr>
                <a:spLocks/>
              </p:cNvSpPr>
              <p:nvPr/>
            </p:nvSpPr>
            <p:spPr bwMode="auto">
              <a:xfrm>
                <a:off x="7558088" y="2359025"/>
                <a:ext cx="177800" cy="152400"/>
              </a:xfrm>
              <a:custGeom>
                <a:avLst/>
                <a:gdLst>
                  <a:gd name="T0" fmla="*/ 11 w 56"/>
                  <a:gd name="T1" fmla="*/ 48 h 48"/>
                  <a:gd name="T2" fmla="*/ 19 w 56"/>
                  <a:gd name="T3" fmla="*/ 48 h 48"/>
                  <a:gd name="T4" fmla="*/ 9 w 56"/>
                  <a:gd name="T5" fmla="*/ 8 h 48"/>
                  <a:gd name="T6" fmla="*/ 21 w 56"/>
                  <a:gd name="T7" fmla="*/ 8 h 48"/>
                  <a:gd name="T8" fmla="*/ 24 w 56"/>
                  <a:gd name="T9" fmla="*/ 32 h 48"/>
                  <a:gd name="T10" fmla="*/ 32 w 56"/>
                  <a:gd name="T11" fmla="*/ 32 h 48"/>
                  <a:gd name="T12" fmla="*/ 35 w 56"/>
                  <a:gd name="T13" fmla="*/ 8 h 48"/>
                  <a:gd name="T14" fmla="*/ 47 w 56"/>
                  <a:gd name="T15" fmla="*/ 8 h 48"/>
                  <a:gd name="T16" fmla="*/ 37 w 56"/>
                  <a:gd name="T17" fmla="*/ 48 h 48"/>
                  <a:gd name="T18" fmla="*/ 45 w 56"/>
                  <a:gd name="T19" fmla="*/ 48 h 48"/>
                  <a:gd name="T20" fmla="*/ 56 w 56"/>
                  <a:gd name="T21" fmla="*/ 5 h 48"/>
                  <a:gd name="T22" fmla="*/ 55 w 56"/>
                  <a:gd name="T23" fmla="*/ 2 h 48"/>
                  <a:gd name="T24" fmla="*/ 52 w 56"/>
                  <a:gd name="T25" fmla="*/ 0 h 48"/>
                  <a:gd name="T26" fmla="*/ 4 w 56"/>
                  <a:gd name="T27" fmla="*/ 0 h 48"/>
                  <a:gd name="T28" fmla="*/ 1 w 56"/>
                  <a:gd name="T29" fmla="*/ 2 h 48"/>
                  <a:gd name="T30" fmla="*/ 0 w 56"/>
                  <a:gd name="T31" fmla="*/ 5 h 48"/>
                  <a:gd name="T32" fmla="*/ 11 w 56"/>
                  <a:gd name="T3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6" h="48">
                    <a:moveTo>
                      <a:pt x="11" y="48"/>
                    </a:moveTo>
                    <a:cubicBezTo>
                      <a:pt x="19" y="48"/>
                      <a:pt x="19" y="48"/>
                      <a:pt x="19" y="48"/>
                    </a:cubicBezTo>
                    <a:cubicBezTo>
                      <a:pt x="9" y="8"/>
                      <a:pt x="9" y="8"/>
                      <a:pt x="9" y="8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45" y="48"/>
                      <a:pt x="45" y="48"/>
                      <a:pt x="45" y="48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56" y="4"/>
                      <a:pt x="56" y="3"/>
                      <a:pt x="55" y="2"/>
                    </a:cubicBezTo>
                    <a:cubicBezTo>
                      <a:pt x="54" y="1"/>
                      <a:pt x="53" y="0"/>
                      <a:pt x="5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2"/>
                    </a:cubicBezTo>
                    <a:cubicBezTo>
                      <a:pt x="0" y="3"/>
                      <a:pt x="0" y="4"/>
                      <a:pt x="0" y="5"/>
                    </a:cubicBezTo>
                    <a:lnTo>
                      <a:pt x="11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Freeform 34"/>
              <p:cNvSpPr>
                <a:spLocks/>
              </p:cNvSpPr>
              <p:nvPr/>
            </p:nvSpPr>
            <p:spPr bwMode="auto">
              <a:xfrm>
                <a:off x="7570788" y="2486025"/>
                <a:ext cx="152400" cy="152400"/>
              </a:xfrm>
              <a:custGeom>
                <a:avLst/>
                <a:gdLst>
                  <a:gd name="T0" fmla="*/ 48 w 96"/>
                  <a:gd name="T1" fmla="*/ 0 h 96"/>
                  <a:gd name="T2" fmla="*/ 62 w 96"/>
                  <a:gd name="T3" fmla="*/ 34 h 96"/>
                  <a:gd name="T4" fmla="*/ 96 w 96"/>
                  <a:gd name="T5" fmla="*/ 34 h 96"/>
                  <a:gd name="T6" fmla="*/ 66 w 96"/>
                  <a:gd name="T7" fmla="*/ 60 h 96"/>
                  <a:gd name="T8" fmla="*/ 82 w 96"/>
                  <a:gd name="T9" fmla="*/ 96 h 96"/>
                  <a:gd name="T10" fmla="*/ 48 w 96"/>
                  <a:gd name="T11" fmla="*/ 74 h 96"/>
                  <a:gd name="T12" fmla="*/ 14 w 96"/>
                  <a:gd name="T13" fmla="*/ 96 h 96"/>
                  <a:gd name="T14" fmla="*/ 30 w 96"/>
                  <a:gd name="T15" fmla="*/ 60 h 96"/>
                  <a:gd name="T16" fmla="*/ 0 w 96"/>
                  <a:gd name="T17" fmla="*/ 34 h 96"/>
                  <a:gd name="T18" fmla="*/ 34 w 96"/>
                  <a:gd name="T19" fmla="*/ 34 h 96"/>
                  <a:gd name="T20" fmla="*/ 48 w 96"/>
                  <a:gd name="T21" fmla="*/ 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lnTo>
                      <a:pt x="62" y="34"/>
                    </a:lnTo>
                    <a:lnTo>
                      <a:pt x="96" y="34"/>
                    </a:lnTo>
                    <a:lnTo>
                      <a:pt x="66" y="60"/>
                    </a:lnTo>
                    <a:lnTo>
                      <a:pt x="82" y="96"/>
                    </a:lnTo>
                    <a:lnTo>
                      <a:pt x="48" y="74"/>
                    </a:lnTo>
                    <a:lnTo>
                      <a:pt x="14" y="96"/>
                    </a:lnTo>
                    <a:lnTo>
                      <a:pt x="30" y="60"/>
                    </a:lnTo>
                    <a:lnTo>
                      <a:pt x="0" y="34"/>
                    </a:lnTo>
                    <a:lnTo>
                      <a:pt x="34" y="34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8" name="Freeform 35"/>
            <p:cNvSpPr>
              <a:spLocks noEditPoints="1"/>
            </p:cNvSpPr>
            <p:nvPr/>
          </p:nvSpPr>
          <p:spPr bwMode="auto">
            <a:xfrm>
              <a:off x="8181976" y="2371725"/>
              <a:ext cx="177800" cy="254000"/>
            </a:xfrm>
            <a:custGeom>
              <a:avLst/>
              <a:gdLst>
                <a:gd name="T0" fmla="*/ 48 w 56"/>
                <a:gd name="T1" fmla="*/ 0 h 80"/>
                <a:gd name="T2" fmla="*/ 8 w 56"/>
                <a:gd name="T3" fmla="*/ 0 h 80"/>
                <a:gd name="T4" fmla="*/ 0 w 56"/>
                <a:gd name="T5" fmla="*/ 8 h 80"/>
                <a:gd name="T6" fmla="*/ 0 w 56"/>
                <a:gd name="T7" fmla="*/ 76 h 80"/>
                <a:gd name="T8" fmla="*/ 2 w 56"/>
                <a:gd name="T9" fmla="*/ 80 h 80"/>
                <a:gd name="T10" fmla="*/ 6 w 56"/>
                <a:gd name="T11" fmla="*/ 79 h 80"/>
                <a:gd name="T12" fmla="*/ 28 w 56"/>
                <a:gd name="T13" fmla="*/ 65 h 80"/>
                <a:gd name="T14" fmla="*/ 50 w 56"/>
                <a:gd name="T15" fmla="*/ 79 h 80"/>
                <a:gd name="T16" fmla="*/ 52 w 56"/>
                <a:gd name="T17" fmla="*/ 80 h 80"/>
                <a:gd name="T18" fmla="*/ 54 w 56"/>
                <a:gd name="T19" fmla="*/ 80 h 80"/>
                <a:gd name="T20" fmla="*/ 56 w 56"/>
                <a:gd name="T21" fmla="*/ 76 h 80"/>
                <a:gd name="T22" fmla="*/ 56 w 56"/>
                <a:gd name="T23" fmla="*/ 8 h 80"/>
                <a:gd name="T24" fmla="*/ 48 w 56"/>
                <a:gd name="T25" fmla="*/ 0 h 80"/>
                <a:gd name="T26" fmla="*/ 24 w 56"/>
                <a:gd name="T27" fmla="*/ 47 h 80"/>
                <a:gd name="T28" fmla="*/ 8 w 56"/>
                <a:gd name="T29" fmla="*/ 32 h 80"/>
                <a:gd name="T30" fmla="*/ 16 w 56"/>
                <a:gd name="T31" fmla="*/ 24 h 80"/>
                <a:gd name="T32" fmla="*/ 24 w 56"/>
                <a:gd name="T33" fmla="*/ 33 h 80"/>
                <a:gd name="T34" fmla="*/ 40 w 56"/>
                <a:gd name="T35" fmla="*/ 16 h 80"/>
                <a:gd name="T36" fmla="*/ 48 w 56"/>
                <a:gd name="T37" fmla="*/ 24 h 80"/>
                <a:gd name="T38" fmla="*/ 24 w 56"/>
                <a:gd name="T39" fmla="*/ 4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80">
                  <a:moveTo>
                    <a:pt x="4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7"/>
                    <a:pt x="1" y="79"/>
                    <a:pt x="2" y="80"/>
                  </a:cubicBezTo>
                  <a:cubicBezTo>
                    <a:pt x="3" y="80"/>
                    <a:pt x="5" y="80"/>
                    <a:pt x="6" y="79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50" y="79"/>
                    <a:pt x="50" y="79"/>
                    <a:pt x="50" y="79"/>
                  </a:cubicBezTo>
                  <a:cubicBezTo>
                    <a:pt x="50" y="80"/>
                    <a:pt x="51" y="80"/>
                    <a:pt x="52" y="80"/>
                  </a:cubicBezTo>
                  <a:cubicBezTo>
                    <a:pt x="53" y="80"/>
                    <a:pt x="53" y="80"/>
                    <a:pt x="54" y="80"/>
                  </a:cubicBezTo>
                  <a:cubicBezTo>
                    <a:pt x="55" y="79"/>
                    <a:pt x="56" y="77"/>
                    <a:pt x="56" y="76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52" y="0"/>
                    <a:pt x="48" y="0"/>
                  </a:cubicBezTo>
                  <a:close/>
                  <a:moveTo>
                    <a:pt x="24" y="47"/>
                  </a:moveTo>
                  <a:cubicBezTo>
                    <a:pt x="8" y="32"/>
                    <a:pt x="8" y="32"/>
                    <a:pt x="8" y="32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8" y="24"/>
                    <a:pt x="48" y="24"/>
                    <a:pt x="48" y="24"/>
                  </a:cubicBezTo>
                  <a:lnTo>
                    <a:pt x="24" y="47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12" name="组合 311"/>
            <p:cNvGrpSpPr/>
            <p:nvPr/>
          </p:nvGrpSpPr>
          <p:grpSpPr>
            <a:xfrm>
              <a:off x="8742363" y="2371725"/>
              <a:ext cx="254000" cy="254000"/>
              <a:chOff x="8742363" y="2371725"/>
              <a:chExt cx="254000" cy="254000"/>
            </a:xfrm>
          </p:grpSpPr>
          <p:sp>
            <p:nvSpPr>
              <p:cNvPr id="169" name="Rectangle 36"/>
              <p:cNvSpPr>
                <a:spLocks noChangeArrowheads="1"/>
              </p:cNvSpPr>
              <p:nvPr/>
            </p:nvSpPr>
            <p:spPr bwMode="auto">
              <a:xfrm>
                <a:off x="8805863" y="2600325"/>
                <a:ext cx="1270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Freeform 37"/>
              <p:cNvSpPr>
                <a:spLocks noEditPoints="1"/>
              </p:cNvSpPr>
              <p:nvPr/>
            </p:nvSpPr>
            <p:spPr bwMode="auto">
              <a:xfrm>
                <a:off x="8742363" y="2371725"/>
                <a:ext cx="254000" cy="215900"/>
              </a:xfrm>
              <a:custGeom>
                <a:avLst/>
                <a:gdLst>
                  <a:gd name="T0" fmla="*/ 76 w 80"/>
                  <a:gd name="T1" fmla="*/ 4 h 68"/>
                  <a:gd name="T2" fmla="*/ 63 w 80"/>
                  <a:gd name="T3" fmla="*/ 4 h 68"/>
                  <a:gd name="T4" fmla="*/ 56 w 80"/>
                  <a:gd name="T5" fmla="*/ 0 h 68"/>
                  <a:gd name="T6" fmla="*/ 24 w 80"/>
                  <a:gd name="T7" fmla="*/ 0 h 68"/>
                  <a:gd name="T8" fmla="*/ 17 w 80"/>
                  <a:gd name="T9" fmla="*/ 4 h 68"/>
                  <a:gd name="T10" fmla="*/ 4 w 80"/>
                  <a:gd name="T11" fmla="*/ 4 h 68"/>
                  <a:gd name="T12" fmla="*/ 0 w 80"/>
                  <a:gd name="T13" fmla="*/ 8 h 68"/>
                  <a:gd name="T14" fmla="*/ 0 w 80"/>
                  <a:gd name="T15" fmla="*/ 24 h 68"/>
                  <a:gd name="T16" fmla="*/ 2 w 80"/>
                  <a:gd name="T17" fmla="*/ 27 h 68"/>
                  <a:gd name="T18" fmla="*/ 21 w 80"/>
                  <a:gd name="T19" fmla="*/ 43 h 68"/>
                  <a:gd name="T20" fmla="*/ 36 w 80"/>
                  <a:gd name="T21" fmla="*/ 52 h 68"/>
                  <a:gd name="T22" fmla="*/ 36 w 80"/>
                  <a:gd name="T23" fmla="*/ 56 h 68"/>
                  <a:gd name="T24" fmla="*/ 28 w 80"/>
                  <a:gd name="T25" fmla="*/ 56 h 68"/>
                  <a:gd name="T26" fmla="*/ 24 w 80"/>
                  <a:gd name="T27" fmla="*/ 60 h 68"/>
                  <a:gd name="T28" fmla="*/ 24 w 80"/>
                  <a:gd name="T29" fmla="*/ 68 h 68"/>
                  <a:gd name="T30" fmla="*/ 56 w 80"/>
                  <a:gd name="T31" fmla="*/ 68 h 68"/>
                  <a:gd name="T32" fmla="*/ 56 w 80"/>
                  <a:gd name="T33" fmla="*/ 60 h 68"/>
                  <a:gd name="T34" fmla="*/ 52 w 80"/>
                  <a:gd name="T35" fmla="*/ 56 h 68"/>
                  <a:gd name="T36" fmla="*/ 44 w 80"/>
                  <a:gd name="T37" fmla="*/ 56 h 68"/>
                  <a:gd name="T38" fmla="*/ 44 w 80"/>
                  <a:gd name="T39" fmla="*/ 52 h 68"/>
                  <a:gd name="T40" fmla="*/ 59 w 80"/>
                  <a:gd name="T41" fmla="*/ 43 h 68"/>
                  <a:gd name="T42" fmla="*/ 78 w 80"/>
                  <a:gd name="T43" fmla="*/ 27 h 68"/>
                  <a:gd name="T44" fmla="*/ 80 w 80"/>
                  <a:gd name="T45" fmla="*/ 24 h 68"/>
                  <a:gd name="T46" fmla="*/ 80 w 80"/>
                  <a:gd name="T47" fmla="*/ 8 h 68"/>
                  <a:gd name="T48" fmla="*/ 76 w 80"/>
                  <a:gd name="T49" fmla="*/ 4 h 68"/>
                  <a:gd name="T50" fmla="*/ 8 w 80"/>
                  <a:gd name="T51" fmla="*/ 22 h 68"/>
                  <a:gd name="T52" fmla="*/ 8 w 80"/>
                  <a:gd name="T53" fmla="*/ 12 h 68"/>
                  <a:gd name="T54" fmla="*/ 16 w 80"/>
                  <a:gd name="T55" fmla="*/ 12 h 68"/>
                  <a:gd name="T56" fmla="*/ 16 w 80"/>
                  <a:gd name="T57" fmla="*/ 28 h 68"/>
                  <a:gd name="T58" fmla="*/ 16 w 80"/>
                  <a:gd name="T59" fmla="*/ 28 h 68"/>
                  <a:gd name="T60" fmla="*/ 8 w 80"/>
                  <a:gd name="T61" fmla="*/ 22 h 68"/>
                  <a:gd name="T62" fmla="*/ 72 w 80"/>
                  <a:gd name="T63" fmla="*/ 22 h 68"/>
                  <a:gd name="T64" fmla="*/ 64 w 80"/>
                  <a:gd name="T65" fmla="*/ 28 h 68"/>
                  <a:gd name="T66" fmla="*/ 64 w 80"/>
                  <a:gd name="T67" fmla="*/ 28 h 68"/>
                  <a:gd name="T68" fmla="*/ 64 w 80"/>
                  <a:gd name="T69" fmla="*/ 12 h 68"/>
                  <a:gd name="T70" fmla="*/ 72 w 80"/>
                  <a:gd name="T71" fmla="*/ 12 h 68"/>
                  <a:gd name="T72" fmla="*/ 72 w 80"/>
                  <a:gd name="T73" fmla="*/ 22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0" h="68">
                    <a:moveTo>
                      <a:pt x="76" y="4"/>
                    </a:moveTo>
                    <a:cubicBezTo>
                      <a:pt x="63" y="4"/>
                      <a:pt x="63" y="4"/>
                      <a:pt x="63" y="4"/>
                    </a:cubicBezTo>
                    <a:cubicBezTo>
                      <a:pt x="61" y="2"/>
                      <a:pt x="59" y="0"/>
                      <a:pt x="56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1" y="0"/>
                      <a:pt x="18" y="2"/>
                      <a:pt x="17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2" y="4"/>
                      <a:pt x="0" y="6"/>
                      <a:pt x="0" y="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5"/>
                      <a:pt x="1" y="26"/>
                      <a:pt x="2" y="27"/>
                    </a:cubicBezTo>
                    <a:cubicBezTo>
                      <a:pt x="21" y="43"/>
                      <a:pt x="21" y="43"/>
                      <a:pt x="21" y="43"/>
                    </a:cubicBezTo>
                    <a:cubicBezTo>
                      <a:pt x="25" y="47"/>
                      <a:pt x="30" y="51"/>
                      <a:pt x="36" y="52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6" y="56"/>
                      <a:pt x="24" y="58"/>
                      <a:pt x="24" y="60"/>
                    </a:cubicBezTo>
                    <a:cubicBezTo>
                      <a:pt x="24" y="68"/>
                      <a:pt x="24" y="68"/>
                      <a:pt x="24" y="68"/>
                    </a:cubicBezTo>
                    <a:cubicBezTo>
                      <a:pt x="56" y="68"/>
                      <a:pt x="56" y="68"/>
                      <a:pt x="56" y="68"/>
                    </a:cubicBezTo>
                    <a:cubicBezTo>
                      <a:pt x="56" y="60"/>
                      <a:pt x="56" y="60"/>
                      <a:pt x="56" y="60"/>
                    </a:cubicBezTo>
                    <a:cubicBezTo>
                      <a:pt x="56" y="58"/>
                      <a:pt x="54" y="56"/>
                      <a:pt x="52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44" y="52"/>
                      <a:pt x="44" y="52"/>
                      <a:pt x="44" y="52"/>
                    </a:cubicBezTo>
                    <a:cubicBezTo>
                      <a:pt x="50" y="51"/>
                      <a:pt x="55" y="47"/>
                      <a:pt x="59" y="43"/>
                    </a:cubicBezTo>
                    <a:cubicBezTo>
                      <a:pt x="78" y="27"/>
                      <a:pt x="78" y="27"/>
                      <a:pt x="78" y="27"/>
                    </a:cubicBezTo>
                    <a:cubicBezTo>
                      <a:pt x="79" y="26"/>
                      <a:pt x="80" y="25"/>
                      <a:pt x="80" y="24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6"/>
                      <a:pt x="78" y="4"/>
                      <a:pt x="76" y="4"/>
                    </a:cubicBezTo>
                    <a:close/>
                    <a:moveTo>
                      <a:pt x="8" y="22"/>
                    </a:moveTo>
                    <a:cubicBezTo>
                      <a:pt x="8" y="12"/>
                      <a:pt x="8" y="12"/>
                      <a:pt x="8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8"/>
                      <a:pt x="16" y="28"/>
                      <a:pt x="16" y="28"/>
                    </a:cubicBezTo>
                    <a:lnTo>
                      <a:pt x="8" y="22"/>
                    </a:lnTo>
                    <a:close/>
                    <a:moveTo>
                      <a:pt x="72" y="22"/>
                    </a:moveTo>
                    <a:cubicBezTo>
                      <a:pt x="64" y="28"/>
                      <a:pt x="64" y="28"/>
                      <a:pt x="64" y="28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72" y="12"/>
                      <a:pt x="72" y="12"/>
                      <a:pt x="72" y="12"/>
                    </a:cubicBezTo>
                    <a:lnTo>
                      <a:pt x="72" y="2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3" name="组合 312"/>
            <p:cNvGrpSpPr/>
            <p:nvPr/>
          </p:nvGrpSpPr>
          <p:grpSpPr>
            <a:xfrm>
              <a:off x="3240088" y="3035300"/>
              <a:ext cx="255588" cy="165100"/>
              <a:chOff x="3240088" y="3035300"/>
              <a:chExt cx="255588" cy="165100"/>
            </a:xfrm>
          </p:grpSpPr>
          <p:sp>
            <p:nvSpPr>
              <p:cNvPr id="171" name="Freeform 38"/>
              <p:cNvSpPr>
                <a:spLocks/>
              </p:cNvSpPr>
              <p:nvPr/>
            </p:nvSpPr>
            <p:spPr bwMode="auto">
              <a:xfrm>
                <a:off x="3240088" y="3086100"/>
                <a:ext cx="76200" cy="114300"/>
              </a:xfrm>
              <a:custGeom>
                <a:avLst/>
                <a:gdLst>
                  <a:gd name="T0" fmla="*/ 20 w 24"/>
                  <a:gd name="T1" fmla="*/ 0 h 36"/>
                  <a:gd name="T2" fmla="*/ 4 w 24"/>
                  <a:gd name="T3" fmla="*/ 0 h 36"/>
                  <a:gd name="T4" fmla="*/ 0 w 24"/>
                  <a:gd name="T5" fmla="*/ 4 h 36"/>
                  <a:gd name="T6" fmla="*/ 0 w 24"/>
                  <a:gd name="T7" fmla="*/ 32 h 36"/>
                  <a:gd name="T8" fmla="*/ 4 w 24"/>
                  <a:gd name="T9" fmla="*/ 36 h 36"/>
                  <a:gd name="T10" fmla="*/ 20 w 24"/>
                  <a:gd name="T11" fmla="*/ 36 h 36"/>
                  <a:gd name="T12" fmla="*/ 24 w 24"/>
                  <a:gd name="T13" fmla="*/ 32 h 36"/>
                  <a:gd name="T14" fmla="*/ 24 w 24"/>
                  <a:gd name="T15" fmla="*/ 4 h 36"/>
                  <a:gd name="T16" fmla="*/ 20 w 24"/>
                  <a:gd name="T1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36">
                    <a:moveTo>
                      <a:pt x="2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2" y="36"/>
                      <a:pt x="24" y="34"/>
                      <a:pt x="24" y="3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Freeform 39"/>
              <p:cNvSpPr>
                <a:spLocks/>
              </p:cNvSpPr>
              <p:nvPr/>
            </p:nvSpPr>
            <p:spPr bwMode="auto">
              <a:xfrm>
                <a:off x="3328988" y="3035300"/>
                <a:ext cx="76200" cy="165100"/>
              </a:xfrm>
              <a:custGeom>
                <a:avLst/>
                <a:gdLst>
                  <a:gd name="T0" fmla="*/ 20 w 24"/>
                  <a:gd name="T1" fmla="*/ 0 h 52"/>
                  <a:gd name="T2" fmla="*/ 4 w 24"/>
                  <a:gd name="T3" fmla="*/ 0 h 52"/>
                  <a:gd name="T4" fmla="*/ 0 w 24"/>
                  <a:gd name="T5" fmla="*/ 4 h 52"/>
                  <a:gd name="T6" fmla="*/ 0 w 24"/>
                  <a:gd name="T7" fmla="*/ 48 h 52"/>
                  <a:gd name="T8" fmla="*/ 4 w 24"/>
                  <a:gd name="T9" fmla="*/ 52 h 52"/>
                  <a:gd name="T10" fmla="*/ 20 w 24"/>
                  <a:gd name="T11" fmla="*/ 52 h 52"/>
                  <a:gd name="T12" fmla="*/ 24 w 24"/>
                  <a:gd name="T13" fmla="*/ 48 h 52"/>
                  <a:gd name="T14" fmla="*/ 24 w 24"/>
                  <a:gd name="T15" fmla="*/ 4 h 52"/>
                  <a:gd name="T16" fmla="*/ 20 w 24"/>
                  <a:gd name="T1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52">
                    <a:moveTo>
                      <a:pt x="2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0"/>
                      <a:pt x="2" y="52"/>
                      <a:pt x="4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2"/>
                      <a:pt x="24" y="50"/>
                      <a:pt x="24" y="48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Freeform 40"/>
              <p:cNvSpPr>
                <a:spLocks/>
              </p:cNvSpPr>
              <p:nvPr/>
            </p:nvSpPr>
            <p:spPr bwMode="auto">
              <a:xfrm>
                <a:off x="3417888" y="3098800"/>
                <a:ext cx="77788" cy="101600"/>
              </a:xfrm>
              <a:custGeom>
                <a:avLst/>
                <a:gdLst>
                  <a:gd name="T0" fmla="*/ 20 w 24"/>
                  <a:gd name="T1" fmla="*/ 0 h 32"/>
                  <a:gd name="T2" fmla="*/ 4 w 24"/>
                  <a:gd name="T3" fmla="*/ 0 h 32"/>
                  <a:gd name="T4" fmla="*/ 0 w 24"/>
                  <a:gd name="T5" fmla="*/ 4 h 32"/>
                  <a:gd name="T6" fmla="*/ 0 w 24"/>
                  <a:gd name="T7" fmla="*/ 28 h 32"/>
                  <a:gd name="T8" fmla="*/ 4 w 24"/>
                  <a:gd name="T9" fmla="*/ 32 h 32"/>
                  <a:gd name="T10" fmla="*/ 20 w 24"/>
                  <a:gd name="T11" fmla="*/ 32 h 32"/>
                  <a:gd name="T12" fmla="*/ 24 w 24"/>
                  <a:gd name="T13" fmla="*/ 28 h 32"/>
                  <a:gd name="T14" fmla="*/ 24 w 24"/>
                  <a:gd name="T15" fmla="*/ 4 h 32"/>
                  <a:gd name="T16" fmla="*/ 20 w 24"/>
                  <a:gd name="T1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32">
                    <a:moveTo>
                      <a:pt x="2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22" y="32"/>
                      <a:pt x="24" y="30"/>
                      <a:pt x="24" y="28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4" name="组合 313"/>
            <p:cNvGrpSpPr/>
            <p:nvPr/>
          </p:nvGrpSpPr>
          <p:grpSpPr>
            <a:xfrm>
              <a:off x="3851276" y="2982913"/>
              <a:ext cx="255588" cy="255588"/>
              <a:chOff x="3851276" y="2982913"/>
              <a:chExt cx="255588" cy="255588"/>
            </a:xfrm>
          </p:grpSpPr>
          <p:sp>
            <p:nvSpPr>
              <p:cNvPr id="174" name="Freeform 41"/>
              <p:cNvSpPr>
                <a:spLocks noEditPoints="1"/>
              </p:cNvSpPr>
              <p:nvPr/>
            </p:nvSpPr>
            <p:spPr bwMode="auto">
              <a:xfrm>
                <a:off x="3851276" y="2982913"/>
                <a:ext cx="255588" cy="255588"/>
              </a:xfrm>
              <a:custGeom>
                <a:avLst/>
                <a:gdLst>
                  <a:gd name="T0" fmla="*/ 40 w 80"/>
                  <a:gd name="T1" fmla="*/ 80 h 80"/>
                  <a:gd name="T2" fmla="*/ 0 w 80"/>
                  <a:gd name="T3" fmla="*/ 40 h 80"/>
                  <a:gd name="T4" fmla="*/ 40 w 80"/>
                  <a:gd name="T5" fmla="*/ 0 h 80"/>
                  <a:gd name="T6" fmla="*/ 80 w 80"/>
                  <a:gd name="T7" fmla="*/ 40 h 80"/>
                  <a:gd name="T8" fmla="*/ 40 w 80"/>
                  <a:gd name="T9" fmla="*/ 80 h 80"/>
                  <a:gd name="T10" fmla="*/ 40 w 80"/>
                  <a:gd name="T11" fmla="*/ 8 h 80"/>
                  <a:gd name="T12" fmla="*/ 8 w 80"/>
                  <a:gd name="T13" fmla="*/ 40 h 80"/>
                  <a:gd name="T14" fmla="*/ 40 w 80"/>
                  <a:gd name="T15" fmla="*/ 72 h 80"/>
                  <a:gd name="T16" fmla="*/ 72 w 80"/>
                  <a:gd name="T17" fmla="*/ 40 h 80"/>
                  <a:gd name="T18" fmla="*/ 40 w 80"/>
                  <a:gd name="T19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80">
                    <a:moveTo>
                      <a:pt x="40" y="80"/>
                    </a:moveTo>
                    <a:cubicBezTo>
                      <a:pt x="18" y="80"/>
                      <a:pt x="0" y="62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62" y="0"/>
                      <a:pt x="80" y="18"/>
                      <a:pt x="80" y="40"/>
                    </a:cubicBezTo>
                    <a:cubicBezTo>
                      <a:pt x="80" y="62"/>
                      <a:pt x="62" y="80"/>
                      <a:pt x="40" y="80"/>
                    </a:cubicBezTo>
                    <a:close/>
                    <a:moveTo>
                      <a:pt x="40" y="8"/>
                    </a:moveTo>
                    <a:cubicBezTo>
                      <a:pt x="22" y="8"/>
                      <a:pt x="8" y="22"/>
                      <a:pt x="8" y="40"/>
                    </a:cubicBezTo>
                    <a:cubicBezTo>
                      <a:pt x="8" y="58"/>
                      <a:pt x="22" y="72"/>
                      <a:pt x="40" y="72"/>
                    </a:cubicBezTo>
                    <a:cubicBezTo>
                      <a:pt x="58" y="72"/>
                      <a:pt x="72" y="58"/>
                      <a:pt x="72" y="40"/>
                    </a:cubicBezTo>
                    <a:cubicBezTo>
                      <a:pt x="72" y="22"/>
                      <a:pt x="58" y="8"/>
                      <a:pt x="40" y="8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Freeform 42"/>
              <p:cNvSpPr>
                <a:spLocks noEditPoints="1"/>
              </p:cNvSpPr>
              <p:nvPr/>
            </p:nvSpPr>
            <p:spPr bwMode="auto">
              <a:xfrm>
                <a:off x="3902076" y="3048000"/>
                <a:ext cx="153988" cy="139700"/>
              </a:xfrm>
              <a:custGeom>
                <a:avLst/>
                <a:gdLst>
                  <a:gd name="T0" fmla="*/ 24 w 48"/>
                  <a:gd name="T1" fmla="*/ 44 h 44"/>
                  <a:gd name="T2" fmla="*/ 22 w 48"/>
                  <a:gd name="T3" fmla="*/ 43 h 44"/>
                  <a:gd name="T4" fmla="*/ 0 w 48"/>
                  <a:gd name="T5" fmla="*/ 16 h 44"/>
                  <a:gd name="T6" fmla="*/ 16 w 48"/>
                  <a:gd name="T7" fmla="*/ 0 h 44"/>
                  <a:gd name="T8" fmla="*/ 24 w 48"/>
                  <a:gd name="T9" fmla="*/ 3 h 44"/>
                  <a:gd name="T10" fmla="*/ 32 w 48"/>
                  <a:gd name="T11" fmla="*/ 0 h 44"/>
                  <a:gd name="T12" fmla="*/ 48 w 48"/>
                  <a:gd name="T13" fmla="*/ 16 h 44"/>
                  <a:gd name="T14" fmla="*/ 26 w 48"/>
                  <a:gd name="T15" fmla="*/ 43 h 44"/>
                  <a:gd name="T16" fmla="*/ 24 w 48"/>
                  <a:gd name="T17" fmla="*/ 44 h 44"/>
                  <a:gd name="T18" fmla="*/ 16 w 48"/>
                  <a:gd name="T19" fmla="*/ 8 h 44"/>
                  <a:gd name="T20" fmla="*/ 8 w 48"/>
                  <a:gd name="T21" fmla="*/ 16 h 44"/>
                  <a:gd name="T22" fmla="*/ 24 w 48"/>
                  <a:gd name="T23" fmla="*/ 35 h 44"/>
                  <a:gd name="T24" fmla="*/ 40 w 48"/>
                  <a:gd name="T25" fmla="*/ 16 h 44"/>
                  <a:gd name="T26" fmla="*/ 32 w 48"/>
                  <a:gd name="T27" fmla="*/ 8 h 44"/>
                  <a:gd name="T28" fmla="*/ 28 w 48"/>
                  <a:gd name="T29" fmla="*/ 12 h 44"/>
                  <a:gd name="T30" fmla="*/ 24 w 48"/>
                  <a:gd name="T31" fmla="*/ 16 h 44"/>
                  <a:gd name="T32" fmla="*/ 20 w 48"/>
                  <a:gd name="T33" fmla="*/ 12 h 44"/>
                  <a:gd name="T34" fmla="*/ 16 w 48"/>
                  <a:gd name="T35" fmla="*/ 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8" h="44">
                    <a:moveTo>
                      <a:pt x="24" y="44"/>
                    </a:moveTo>
                    <a:cubicBezTo>
                      <a:pt x="23" y="44"/>
                      <a:pt x="23" y="44"/>
                      <a:pt x="22" y="43"/>
                    </a:cubicBezTo>
                    <a:cubicBezTo>
                      <a:pt x="20" y="42"/>
                      <a:pt x="0" y="30"/>
                      <a:pt x="0" y="16"/>
                    </a:cubicBezTo>
                    <a:cubicBezTo>
                      <a:pt x="0" y="6"/>
                      <a:pt x="6" y="0"/>
                      <a:pt x="16" y="0"/>
                    </a:cubicBezTo>
                    <a:cubicBezTo>
                      <a:pt x="19" y="0"/>
                      <a:pt x="22" y="1"/>
                      <a:pt x="24" y="3"/>
                    </a:cubicBezTo>
                    <a:cubicBezTo>
                      <a:pt x="26" y="1"/>
                      <a:pt x="29" y="0"/>
                      <a:pt x="32" y="0"/>
                    </a:cubicBezTo>
                    <a:cubicBezTo>
                      <a:pt x="42" y="0"/>
                      <a:pt x="48" y="6"/>
                      <a:pt x="48" y="16"/>
                    </a:cubicBezTo>
                    <a:cubicBezTo>
                      <a:pt x="48" y="30"/>
                      <a:pt x="28" y="42"/>
                      <a:pt x="26" y="43"/>
                    </a:cubicBezTo>
                    <a:cubicBezTo>
                      <a:pt x="25" y="44"/>
                      <a:pt x="25" y="44"/>
                      <a:pt x="24" y="44"/>
                    </a:cubicBezTo>
                    <a:close/>
                    <a:moveTo>
                      <a:pt x="16" y="8"/>
                    </a:moveTo>
                    <a:cubicBezTo>
                      <a:pt x="9" y="8"/>
                      <a:pt x="8" y="14"/>
                      <a:pt x="8" y="16"/>
                    </a:cubicBezTo>
                    <a:cubicBezTo>
                      <a:pt x="8" y="23"/>
                      <a:pt x="18" y="31"/>
                      <a:pt x="24" y="35"/>
                    </a:cubicBezTo>
                    <a:cubicBezTo>
                      <a:pt x="30" y="31"/>
                      <a:pt x="40" y="23"/>
                      <a:pt x="40" y="16"/>
                    </a:cubicBezTo>
                    <a:cubicBezTo>
                      <a:pt x="40" y="14"/>
                      <a:pt x="39" y="8"/>
                      <a:pt x="32" y="8"/>
                    </a:cubicBezTo>
                    <a:cubicBezTo>
                      <a:pt x="30" y="8"/>
                      <a:pt x="28" y="10"/>
                      <a:pt x="28" y="12"/>
                    </a:cubicBezTo>
                    <a:cubicBezTo>
                      <a:pt x="28" y="14"/>
                      <a:pt x="26" y="16"/>
                      <a:pt x="24" y="16"/>
                    </a:cubicBezTo>
                    <a:cubicBezTo>
                      <a:pt x="22" y="16"/>
                      <a:pt x="20" y="14"/>
                      <a:pt x="20" y="12"/>
                    </a:cubicBezTo>
                    <a:cubicBezTo>
                      <a:pt x="20" y="10"/>
                      <a:pt x="18" y="8"/>
                      <a:pt x="16" y="8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5" name="组合 314"/>
            <p:cNvGrpSpPr/>
            <p:nvPr/>
          </p:nvGrpSpPr>
          <p:grpSpPr>
            <a:xfrm>
              <a:off x="4437063" y="2982913"/>
              <a:ext cx="293688" cy="230188"/>
              <a:chOff x="4437063" y="2982913"/>
              <a:chExt cx="293688" cy="230188"/>
            </a:xfrm>
          </p:grpSpPr>
          <p:sp>
            <p:nvSpPr>
              <p:cNvPr id="176" name="Freeform 43"/>
              <p:cNvSpPr>
                <a:spLocks/>
              </p:cNvSpPr>
              <p:nvPr/>
            </p:nvSpPr>
            <p:spPr bwMode="auto">
              <a:xfrm>
                <a:off x="4437063" y="3060700"/>
                <a:ext cx="76200" cy="152400"/>
              </a:xfrm>
              <a:custGeom>
                <a:avLst/>
                <a:gdLst>
                  <a:gd name="T0" fmla="*/ 20 w 24"/>
                  <a:gd name="T1" fmla="*/ 0 h 48"/>
                  <a:gd name="T2" fmla="*/ 4 w 24"/>
                  <a:gd name="T3" fmla="*/ 0 h 48"/>
                  <a:gd name="T4" fmla="*/ 0 w 24"/>
                  <a:gd name="T5" fmla="*/ 4 h 48"/>
                  <a:gd name="T6" fmla="*/ 0 w 24"/>
                  <a:gd name="T7" fmla="*/ 44 h 48"/>
                  <a:gd name="T8" fmla="*/ 4 w 24"/>
                  <a:gd name="T9" fmla="*/ 48 h 48"/>
                  <a:gd name="T10" fmla="*/ 20 w 24"/>
                  <a:gd name="T11" fmla="*/ 48 h 48"/>
                  <a:gd name="T12" fmla="*/ 24 w 24"/>
                  <a:gd name="T13" fmla="*/ 44 h 48"/>
                  <a:gd name="T14" fmla="*/ 24 w 24"/>
                  <a:gd name="T15" fmla="*/ 4 h 48"/>
                  <a:gd name="T16" fmla="*/ 20 w 24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48">
                    <a:moveTo>
                      <a:pt x="2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2" y="48"/>
                      <a:pt x="24" y="46"/>
                      <a:pt x="24" y="4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Freeform 44"/>
              <p:cNvSpPr>
                <a:spLocks/>
              </p:cNvSpPr>
              <p:nvPr/>
            </p:nvSpPr>
            <p:spPr bwMode="auto">
              <a:xfrm>
                <a:off x="4538663" y="2982913"/>
                <a:ext cx="192088" cy="230188"/>
              </a:xfrm>
              <a:custGeom>
                <a:avLst/>
                <a:gdLst>
                  <a:gd name="T0" fmla="*/ 59 w 60"/>
                  <a:gd name="T1" fmla="*/ 21 h 72"/>
                  <a:gd name="T2" fmla="*/ 56 w 60"/>
                  <a:gd name="T3" fmla="*/ 20 h 72"/>
                  <a:gd name="T4" fmla="*/ 32 w 60"/>
                  <a:gd name="T5" fmla="*/ 20 h 72"/>
                  <a:gd name="T6" fmla="*/ 32 w 60"/>
                  <a:gd name="T7" fmla="*/ 4 h 72"/>
                  <a:gd name="T8" fmla="*/ 28 w 60"/>
                  <a:gd name="T9" fmla="*/ 0 h 72"/>
                  <a:gd name="T10" fmla="*/ 16 w 60"/>
                  <a:gd name="T11" fmla="*/ 0 h 72"/>
                  <a:gd name="T12" fmla="*/ 12 w 60"/>
                  <a:gd name="T13" fmla="*/ 2 h 72"/>
                  <a:gd name="T14" fmla="*/ 0 w 60"/>
                  <a:gd name="T15" fmla="*/ 28 h 72"/>
                  <a:gd name="T16" fmla="*/ 0 w 60"/>
                  <a:gd name="T17" fmla="*/ 66 h 72"/>
                  <a:gd name="T18" fmla="*/ 15 w 60"/>
                  <a:gd name="T19" fmla="*/ 72 h 72"/>
                  <a:gd name="T20" fmla="*/ 16 w 60"/>
                  <a:gd name="T21" fmla="*/ 72 h 72"/>
                  <a:gd name="T22" fmla="*/ 48 w 60"/>
                  <a:gd name="T23" fmla="*/ 72 h 72"/>
                  <a:gd name="T24" fmla="*/ 52 w 60"/>
                  <a:gd name="T25" fmla="*/ 69 h 72"/>
                  <a:gd name="T26" fmla="*/ 60 w 60"/>
                  <a:gd name="T27" fmla="*/ 25 h 72"/>
                  <a:gd name="T28" fmla="*/ 59 w 60"/>
                  <a:gd name="T29" fmla="*/ 2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72">
                    <a:moveTo>
                      <a:pt x="59" y="21"/>
                    </a:moveTo>
                    <a:cubicBezTo>
                      <a:pt x="58" y="21"/>
                      <a:pt x="57" y="20"/>
                      <a:pt x="56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2"/>
                      <a:pt x="30" y="0"/>
                      <a:pt x="28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4" y="0"/>
                      <a:pt x="13" y="1"/>
                      <a:pt x="12" y="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5" y="72"/>
                      <a:pt x="15" y="72"/>
                      <a:pt x="15" y="72"/>
                    </a:cubicBezTo>
                    <a:cubicBezTo>
                      <a:pt x="15" y="72"/>
                      <a:pt x="15" y="72"/>
                      <a:pt x="16" y="72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0" y="72"/>
                      <a:pt x="52" y="71"/>
                      <a:pt x="52" y="69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24"/>
                      <a:pt x="60" y="22"/>
                      <a:pt x="59" y="21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6" name="组合 315"/>
            <p:cNvGrpSpPr/>
            <p:nvPr/>
          </p:nvGrpSpPr>
          <p:grpSpPr>
            <a:xfrm>
              <a:off x="5060951" y="2982913"/>
              <a:ext cx="293687" cy="230188"/>
              <a:chOff x="5060951" y="2982913"/>
              <a:chExt cx="293687" cy="230188"/>
            </a:xfrm>
          </p:grpSpPr>
          <p:sp>
            <p:nvSpPr>
              <p:cNvPr id="178" name="Freeform 45"/>
              <p:cNvSpPr>
                <a:spLocks/>
              </p:cNvSpPr>
              <p:nvPr/>
            </p:nvSpPr>
            <p:spPr bwMode="auto">
              <a:xfrm>
                <a:off x="5278438" y="2982913"/>
                <a:ext cx="76200" cy="153988"/>
              </a:xfrm>
              <a:custGeom>
                <a:avLst/>
                <a:gdLst>
                  <a:gd name="T0" fmla="*/ 4 w 24"/>
                  <a:gd name="T1" fmla="*/ 48 h 48"/>
                  <a:gd name="T2" fmla="*/ 20 w 24"/>
                  <a:gd name="T3" fmla="*/ 48 h 48"/>
                  <a:gd name="T4" fmla="*/ 24 w 24"/>
                  <a:gd name="T5" fmla="*/ 44 h 48"/>
                  <a:gd name="T6" fmla="*/ 24 w 24"/>
                  <a:gd name="T7" fmla="*/ 4 h 48"/>
                  <a:gd name="T8" fmla="*/ 20 w 24"/>
                  <a:gd name="T9" fmla="*/ 0 h 48"/>
                  <a:gd name="T10" fmla="*/ 4 w 24"/>
                  <a:gd name="T11" fmla="*/ 0 h 48"/>
                  <a:gd name="T12" fmla="*/ 0 w 24"/>
                  <a:gd name="T13" fmla="*/ 4 h 48"/>
                  <a:gd name="T14" fmla="*/ 0 w 24"/>
                  <a:gd name="T15" fmla="*/ 44 h 48"/>
                  <a:gd name="T16" fmla="*/ 4 w 24"/>
                  <a:gd name="T17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48">
                    <a:moveTo>
                      <a:pt x="4" y="48"/>
                    </a:moveTo>
                    <a:cubicBezTo>
                      <a:pt x="20" y="48"/>
                      <a:pt x="20" y="48"/>
                      <a:pt x="20" y="48"/>
                    </a:cubicBezTo>
                    <a:cubicBezTo>
                      <a:pt x="22" y="48"/>
                      <a:pt x="24" y="46"/>
                      <a:pt x="24" y="44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Freeform 46"/>
              <p:cNvSpPr>
                <a:spLocks/>
              </p:cNvSpPr>
              <p:nvPr/>
            </p:nvSpPr>
            <p:spPr bwMode="auto">
              <a:xfrm>
                <a:off x="5060951" y="2982913"/>
                <a:ext cx="192088" cy="230188"/>
              </a:xfrm>
              <a:custGeom>
                <a:avLst/>
                <a:gdLst>
                  <a:gd name="T0" fmla="*/ 1 w 60"/>
                  <a:gd name="T1" fmla="*/ 51 h 72"/>
                  <a:gd name="T2" fmla="*/ 4 w 60"/>
                  <a:gd name="T3" fmla="*/ 52 h 72"/>
                  <a:gd name="T4" fmla="*/ 28 w 60"/>
                  <a:gd name="T5" fmla="*/ 52 h 72"/>
                  <a:gd name="T6" fmla="*/ 28 w 60"/>
                  <a:gd name="T7" fmla="*/ 68 h 72"/>
                  <a:gd name="T8" fmla="*/ 32 w 60"/>
                  <a:gd name="T9" fmla="*/ 72 h 72"/>
                  <a:gd name="T10" fmla="*/ 44 w 60"/>
                  <a:gd name="T11" fmla="*/ 72 h 72"/>
                  <a:gd name="T12" fmla="*/ 48 w 60"/>
                  <a:gd name="T13" fmla="*/ 70 h 72"/>
                  <a:gd name="T14" fmla="*/ 60 w 60"/>
                  <a:gd name="T15" fmla="*/ 44 h 72"/>
                  <a:gd name="T16" fmla="*/ 60 w 60"/>
                  <a:gd name="T17" fmla="*/ 6 h 72"/>
                  <a:gd name="T18" fmla="*/ 45 w 60"/>
                  <a:gd name="T19" fmla="*/ 0 h 72"/>
                  <a:gd name="T20" fmla="*/ 44 w 60"/>
                  <a:gd name="T21" fmla="*/ 0 h 72"/>
                  <a:gd name="T22" fmla="*/ 12 w 60"/>
                  <a:gd name="T23" fmla="*/ 0 h 72"/>
                  <a:gd name="T24" fmla="*/ 8 w 60"/>
                  <a:gd name="T25" fmla="*/ 3 h 72"/>
                  <a:gd name="T26" fmla="*/ 0 w 60"/>
                  <a:gd name="T27" fmla="*/ 47 h 72"/>
                  <a:gd name="T28" fmla="*/ 1 w 60"/>
                  <a:gd name="T29" fmla="*/ 51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0" h="72">
                    <a:moveTo>
                      <a:pt x="1" y="51"/>
                    </a:moveTo>
                    <a:cubicBezTo>
                      <a:pt x="2" y="51"/>
                      <a:pt x="3" y="52"/>
                      <a:pt x="4" y="52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68"/>
                      <a:pt x="28" y="68"/>
                      <a:pt x="28" y="68"/>
                    </a:cubicBezTo>
                    <a:cubicBezTo>
                      <a:pt x="28" y="70"/>
                      <a:pt x="30" y="72"/>
                      <a:pt x="32" y="72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6" y="72"/>
                      <a:pt x="47" y="71"/>
                      <a:pt x="48" y="70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4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8" y="1"/>
                      <a:pt x="8" y="3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8"/>
                      <a:pt x="0" y="50"/>
                      <a:pt x="1" y="51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0" name="Freeform 47"/>
            <p:cNvSpPr>
              <a:spLocks noEditPoints="1"/>
            </p:cNvSpPr>
            <p:nvPr/>
          </p:nvSpPr>
          <p:spPr bwMode="auto">
            <a:xfrm>
              <a:off x="5722938" y="2982913"/>
              <a:ext cx="179388" cy="255588"/>
            </a:xfrm>
            <a:custGeom>
              <a:avLst/>
              <a:gdLst>
                <a:gd name="T0" fmla="*/ 48 w 56"/>
                <a:gd name="T1" fmla="*/ 36 h 80"/>
                <a:gd name="T2" fmla="*/ 48 w 56"/>
                <a:gd name="T3" fmla="*/ 20 h 80"/>
                <a:gd name="T4" fmla="*/ 28 w 56"/>
                <a:gd name="T5" fmla="*/ 0 h 80"/>
                <a:gd name="T6" fmla="*/ 8 w 56"/>
                <a:gd name="T7" fmla="*/ 20 h 80"/>
                <a:gd name="T8" fmla="*/ 8 w 56"/>
                <a:gd name="T9" fmla="*/ 36 h 80"/>
                <a:gd name="T10" fmla="*/ 0 w 56"/>
                <a:gd name="T11" fmla="*/ 44 h 80"/>
                <a:gd name="T12" fmla="*/ 0 w 56"/>
                <a:gd name="T13" fmla="*/ 72 h 80"/>
                <a:gd name="T14" fmla="*/ 8 w 56"/>
                <a:gd name="T15" fmla="*/ 80 h 80"/>
                <a:gd name="T16" fmla="*/ 48 w 56"/>
                <a:gd name="T17" fmla="*/ 80 h 80"/>
                <a:gd name="T18" fmla="*/ 56 w 56"/>
                <a:gd name="T19" fmla="*/ 72 h 80"/>
                <a:gd name="T20" fmla="*/ 56 w 56"/>
                <a:gd name="T21" fmla="*/ 44 h 80"/>
                <a:gd name="T22" fmla="*/ 48 w 56"/>
                <a:gd name="T23" fmla="*/ 36 h 80"/>
                <a:gd name="T24" fmla="*/ 28 w 56"/>
                <a:gd name="T25" fmla="*/ 64 h 80"/>
                <a:gd name="T26" fmla="*/ 22 w 56"/>
                <a:gd name="T27" fmla="*/ 58 h 80"/>
                <a:gd name="T28" fmla="*/ 28 w 56"/>
                <a:gd name="T29" fmla="*/ 52 h 80"/>
                <a:gd name="T30" fmla="*/ 34 w 56"/>
                <a:gd name="T31" fmla="*/ 58 h 80"/>
                <a:gd name="T32" fmla="*/ 28 w 56"/>
                <a:gd name="T33" fmla="*/ 64 h 80"/>
                <a:gd name="T34" fmla="*/ 40 w 56"/>
                <a:gd name="T35" fmla="*/ 36 h 80"/>
                <a:gd name="T36" fmla="*/ 16 w 56"/>
                <a:gd name="T37" fmla="*/ 36 h 80"/>
                <a:gd name="T38" fmla="*/ 16 w 56"/>
                <a:gd name="T39" fmla="*/ 20 h 80"/>
                <a:gd name="T40" fmla="*/ 28 w 56"/>
                <a:gd name="T41" fmla="*/ 8 h 80"/>
                <a:gd name="T42" fmla="*/ 40 w 56"/>
                <a:gd name="T43" fmla="*/ 20 h 80"/>
                <a:gd name="T44" fmla="*/ 40 w 56"/>
                <a:gd name="T45" fmla="*/ 3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6" h="80">
                  <a:moveTo>
                    <a:pt x="48" y="36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48" y="9"/>
                    <a:pt x="39" y="0"/>
                    <a:pt x="28" y="0"/>
                  </a:cubicBezTo>
                  <a:cubicBezTo>
                    <a:pt x="17" y="0"/>
                    <a:pt x="8" y="9"/>
                    <a:pt x="8" y="2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4" y="36"/>
                    <a:pt x="0" y="40"/>
                    <a:pt x="0" y="4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52" y="80"/>
                    <a:pt x="56" y="76"/>
                    <a:pt x="56" y="72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0"/>
                    <a:pt x="52" y="36"/>
                    <a:pt x="48" y="36"/>
                  </a:cubicBezTo>
                  <a:close/>
                  <a:moveTo>
                    <a:pt x="28" y="64"/>
                  </a:moveTo>
                  <a:cubicBezTo>
                    <a:pt x="25" y="64"/>
                    <a:pt x="22" y="61"/>
                    <a:pt x="22" y="58"/>
                  </a:cubicBezTo>
                  <a:cubicBezTo>
                    <a:pt x="22" y="55"/>
                    <a:pt x="25" y="52"/>
                    <a:pt x="28" y="52"/>
                  </a:cubicBezTo>
                  <a:cubicBezTo>
                    <a:pt x="31" y="52"/>
                    <a:pt x="34" y="55"/>
                    <a:pt x="34" y="58"/>
                  </a:cubicBezTo>
                  <a:cubicBezTo>
                    <a:pt x="34" y="61"/>
                    <a:pt x="31" y="64"/>
                    <a:pt x="28" y="64"/>
                  </a:cubicBezTo>
                  <a:close/>
                  <a:moveTo>
                    <a:pt x="40" y="36"/>
                  </a:moveTo>
                  <a:cubicBezTo>
                    <a:pt x="16" y="36"/>
                    <a:pt x="16" y="36"/>
                    <a:pt x="16" y="36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3"/>
                    <a:pt x="21" y="8"/>
                    <a:pt x="28" y="8"/>
                  </a:cubicBezTo>
                  <a:cubicBezTo>
                    <a:pt x="35" y="8"/>
                    <a:pt x="40" y="13"/>
                    <a:pt x="40" y="20"/>
                  </a:cubicBezTo>
                  <a:lnTo>
                    <a:pt x="40" y="3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1" name="Freeform 48"/>
            <p:cNvSpPr>
              <a:spLocks noEditPoints="1"/>
            </p:cNvSpPr>
            <p:nvPr/>
          </p:nvSpPr>
          <p:spPr bwMode="auto">
            <a:xfrm>
              <a:off x="6334126" y="2982913"/>
              <a:ext cx="179388" cy="255588"/>
            </a:xfrm>
            <a:custGeom>
              <a:avLst/>
              <a:gdLst>
                <a:gd name="T0" fmla="*/ 48 w 56"/>
                <a:gd name="T1" fmla="*/ 36 h 80"/>
                <a:gd name="T2" fmla="*/ 16 w 56"/>
                <a:gd name="T3" fmla="*/ 36 h 80"/>
                <a:gd name="T4" fmla="*/ 16 w 56"/>
                <a:gd name="T5" fmla="*/ 20 h 80"/>
                <a:gd name="T6" fmla="*/ 28 w 56"/>
                <a:gd name="T7" fmla="*/ 8 h 80"/>
                <a:gd name="T8" fmla="*/ 40 w 56"/>
                <a:gd name="T9" fmla="*/ 20 h 80"/>
                <a:gd name="T10" fmla="*/ 40 w 56"/>
                <a:gd name="T11" fmla="*/ 24 h 80"/>
                <a:gd name="T12" fmla="*/ 48 w 56"/>
                <a:gd name="T13" fmla="*/ 24 h 80"/>
                <a:gd name="T14" fmla="*/ 48 w 56"/>
                <a:gd name="T15" fmla="*/ 20 h 80"/>
                <a:gd name="T16" fmla="*/ 28 w 56"/>
                <a:gd name="T17" fmla="*/ 0 h 80"/>
                <a:gd name="T18" fmla="*/ 8 w 56"/>
                <a:gd name="T19" fmla="*/ 20 h 80"/>
                <a:gd name="T20" fmla="*/ 8 w 56"/>
                <a:gd name="T21" fmla="*/ 36 h 80"/>
                <a:gd name="T22" fmla="*/ 0 w 56"/>
                <a:gd name="T23" fmla="*/ 44 h 80"/>
                <a:gd name="T24" fmla="*/ 0 w 56"/>
                <a:gd name="T25" fmla="*/ 72 h 80"/>
                <a:gd name="T26" fmla="*/ 8 w 56"/>
                <a:gd name="T27" fmla="*/ 80 h 80"/>
                <a:gd name="T28" fmla="*/ 48 w 56"/>
                <a:gd name="T29" fmla="*/ 80 h 80"/>
                <a:gd name="T30" fmla="*/ 56 w 56"/>
                <a:gd name="T31" fmla="*/ 72 h 80"/>
                <a:gd name="T32" fmla="*/ 56 w 56"/>
                <a:gd name="T33" fmla="*/ 44 h 80"/>
                <a:gd name="T34" fmla="*/ 48 w 56"/>
                <a:gd name="T35" fmla="*/ 36 h 80"/>
                <a:gd name="T36" fmla="*/ 28 w 56"/>
                <a:gd name="T37" fmla="*/ 64 h 80"/>
                <a:gd name="T38" fmla="*/ 22 w 56"/>
                <a:gd name="T39" fmla="*/ 58 h 80"/>
                <a:gd name="T40" fmla="*/ 28 w 56"/>
                <a:gd name="T41" fmla="*/ 52 h 80"/>
                <a:gd name="T42" fmla="*/ 34 w 56"/>
                <a:gd name="T43" fmla="*/ 58 h 80"/>
                <a:gd name="T44" fmla="*/ 28 w 56"/>
                <a:gd name="T45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6" h="80">
                  <a:moveTo>
                    <a:pt x="48" y="36"/>
                  </a:moveTo>
                  <a:cubicBezTo>
                    <a:pt x="16" y="36"/>
                    <a:pt x="16" y="36"/>
                    <a:pt x="16" y="36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3"/>
                    <a:pt x="21" y="8"/>
                    <a:pt x="28" y="8"/>
                  </a:cubicBezTo>
                  <a:cubicBezTo>
                    <a:pt x="35" y="8"/>
                    <a:pt x="40" y="13"/>
                    <a:pt x="40" y="20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9"/>
                    <a:pt x="39" y="0"/>
                    <a:pt x="28" y="0"/>
                  </a:cubicBezTo>
                  <a:cubicBezTo>
                    <a:pt x="17" y="0"/>
                    <a:pt x="8" y="9"/>
                    <a:pt x="8" y="2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4" y="36"/>
                    <a:pt x="0" y="40"/>
                    <a:pt x="0" y="44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52" y="80"/>
                    <a:pt x="56" y="76"/>
                    <a:pt x="56" y="72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0"/>
                    <a:pt x="52" y="36"/>
                    <a:pt x="48" y="36"/>
                  </a:cubicBezTo>
                  <a:close/>
                  <a:moveTo>
                    <a:pt x="28" y="64"/>
                  </a:moveTo>
                  <a:cubicBezTo>
                    <a:pt x="25" y="64"/>
                    <a:pt x="22" y="61"/>
                    <a:pt x="22" y="58"/>
                  </a:cubicBezTo>
                  <a:cubicBezTo>
                    <a:pt x="22" y="55"/>
                    <a:pt x="25" y="52"/>
                    <a:pt x="28" y="52"/>
                  </a:cubicBezTo>
                  <a:cubicBezTo>
                    <a:pt x="31" y="52"/>
                    <a:pt x="34" y="55"/>
                    <a:pt x="34" y="58"/>
                  </a:cubicBezTo>
                  <a:cubicBezTo>
                    <a:pt x="34" y="61"/>
                    <a:pt x="31" y="64"/>
                    <a:pt x="28" y="6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18" name="组合 317"/>
            <p:cNvGrpSpPr/>
            <p:nvPr/>
          </p:nvGrpSpPr>
          <p:grpSpPr>
            <a:xfrm>
              <a:off x="7519988" y="2982913"/>
              <a:ext cx="254000" cy="255587"/>
              <a:chOff x="7519988" y="2982913"/>
              <a:chExt cx="254000" cy="255587"/>
            </a:xfrm>
          </p:grpSpPr>
          <p:sp>
            <p:nvSpPr>
              <p:cNvPr id="182" name="Freeform 49"/>
              <p:cNvSpPr>
                <a:spLocks/>
              </p:cNvSpPr>
              <p:nvPr/>
            </p:nvSpPr>
            <p:spPr bwMode="auto">
              <a:xfrm>
                <a:off x="7573963" y="2982913"/>
                <a:ext cx="200025" cy="201613"/>
              </a:xfrm>
              <a:custGeom>
                <a:avLst/>
                <a:gdLst>
                  <a:gd name="T0" fmla="*/ 62 w 63"/>
                  <a:gd name="T1" fmla="*/ 46 h 63"/>
                  <a:gd name="T2" fmla="*/ 17 w 63"/>
                  <a:gd name="T3" fmla="*/ 1 h 63"/>
                  <a:gd name="T4" fmla="*/ 11 w 63"/>
                  <a:gd name="T5" fmla="*/ 1 h 63"/>
                  <a:gd name="T6" fmla="*/ 0 w 63"/>
                  <a:gd name="T7" fmla="*/ 27 h 63"/>
                  <a:gd name="T8" fmla="*/ 11 w 63"/>
                  <a:gd name="T9" fmla="*/ 52 h 63"/>
                  <a:gd name="T10" fmla="*/ 36 w 63"/>
                  <a:gd name="T11" fmla="*/ 63 h 63"/>
                  <a:gd name="T12" fmla="*/ 62 w 63"/>
                  <a:gd name="T13" fmla="*/ 52 h 63"/>
                  <a:gd name="T14" fmla="*/ 63 w 63"/>
                  <a:gd name="T15" fmla="*/ 49 h 63"/>
                  <a:gd name="T16" fmla="*/ 62 w 63"/>
                  <a:gd name="T17" fmla="*/ 46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3" h="63">
                    <a:moveTo>
                      <a:pt x="62" y="46"/>
                    </a:moveTo>
                    <a:cubicBezTo>
                      <a:pt x="17" y="1"/>
                      <a:pt x="17" y="1"/>
                      <a:pt x="17" y="1"/>
                    </a:cubicBezTo>
                    <a:cubicBezTo>
                      <a:pt x="15" y="0"/>
                      <a:pt x="12" y="0"/>
                      <a:pt x="11" y="1"/>
                    </a:cubicBezTo>
                    <a:cubicBezTo>
                      <a:pt x="4" y="8"/>
                      <a:pt x="0" y="17"/>
                      <a:pt x="0" y="27"/>
                    </a:cubicBezTo>
                    <a:cubicBezTo>
                      <a:pt x="0" y="36"/>
                      <a:pt x="4" y="45"/>
                      <a:pt x="11" y="52"/>
                    </a:cubicBezTo>
                    <a:cubicBezTo>
                      <a:pt x="18" y="59"/>
                      <a:pt x="27" y="63"/>
                      <a:pt x="36" y="63"/>
                    </a:cubicBezTo>
                    <a:cubicBezTo>
                      <a:pt x="46" y="63"/>
                      <a:pt x="55" y="59"/>
                      <a:pt x="62" y="52"/>
                    </a:cubicBezTo>
                    <a:cubicBezTo>
                      <a:pt x="63" y="51"/>
                      <a:pt x="63" y="50"/>
                      <a:pt x="63" y="49"/>
                    </a:cubicBezTo>
                    <a:cubicBezTo>
                      <a:pt x="63" y="48"/>
                      <a:pt x="63" y="47"/>
                      <a:pt x="62" y="4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Freeform 50"/>
              <p:cNvSpPr>
                <a:spLocks/>
              </p:cNvSpPr>
              <p:nvPr/>
            </p:nvSpPr>
            <p:spPr bwMode="auto">
              <a:xfrm>
                <a:off x="7700963" y="2995613"/>
                <a:ext cx="60325" cy="61913"/>
              </a:xfrm>
              <a:custGeom>
                <a:avLst/>
                <a:gdLst>
                  <a:gd name="T0" fmla="*/ 6 w 19"/>
                  <a:gd name="T1" fmla="*/ 19 h 19"/>
                  <a:gd name="T2" fmla="*/ 9 w 19"/>
                  <a:gd name="T3" fmla="*/ 16 h 19"/>
                  <a:gd name="T4" fmla="*/ 11 w 19"/>
                  <a:gd name="T5" fmla="*/ 16 h 19"/>
                  <a:gd name="T6" fmla="*/ 19 w 19"/>
                  <a:gd name="T7" fmla="*/ 8 h 19"/>
                  <a:gd name="T8" fmla="*/ 11 w 19"/>
                  <a:gd name="T9" fmla="*/ 0 h 19"/>
                  <a:gd name="T10" fmla="*/ 3 w 19"/>
                  <a:gd name="T11" fmla="*/ 8 h 19"/>
                  <a:gd name="T12" fmla="*/ 3 w 19"/>
                  <a:gd name="T13" fmla="*/ 10 h 19"/>
                  <a:gd name="T14" fmla="*/ 0 w 19"/>
                  <a:gd name="T15" fmla="*/ 13 h 19"/>
                  <a:gd name="T16" fmla="*/ 6 w 19"/>
                  <a:gd name="T17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19">
                    <a:moveTo>
                      <a:pt x="6" y="19"/>
                    </a:moveTo>
                    <a:cubicBezTo>
                      <a:pt x="9" y="16"/>
                      <a:pt x="9" y="16"/>
                      <a:pt x="9" y="16"/>
                    </a:cubicBezTo>
                    <a:cubicBezTo>
                      <a:pt x="9" y="16"/>
                      <a:pt x="10" y="16"/>
                      <a:pt x="11" y="16"/>
                    </a:cubicBezTo>
                    <a:cubicBezTo>
                      <a:pt x="15" y="16"/>
                      <a:pt x="19" y="12"/>
                      <a:pt x="19" y="8"/>
                    </a:cubicBezTo>
                    <a:cubicBezTo>
                      <a:pt x="19" y="4"/>
                      <a:pt x="15" y="0"/>
                      <a:pt x="11" y="0"/>
                    </a:cubicBezTo>
                    <a:cubicBezTo>
                      <a:pt x="7" y="0"/>
                      <a:pt x="3" y="4"/>
                      <a:pt x="3" y="8"/>
                    </a:cubicBezTo>
                    <a:cubicBezTo>
                      <a:pt x="3" y="9"/>
                      <a:pt x="3" y="9"/>
                      <a:pt x="3" y="10"/>
                    </a:cubicBezTo>
                    <a:cubicBezTo>
                      <a:pt x="0" y="13"/>
                      <a:pt x="0" y="13"/>
                      <a:pt x="0" y="13"/>
                    </a:cubicBezTo>
                    <a:lnTo>
                      <a:pt x="6" y="1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Freeform 51"/>
              <p:cNvSpPr>
                <a:spLocks/>
              </p:cNvSpPr>
              <p:nvPr/>
            </p:nvSpPr>
            <p:spPr bwMode="auto">
              <a:xfrm>
                <a:off x="7519988" y="3136900"/>
                <a:ext cx="139700" cy="101600"/>
              </a:xfrm>
              <a:custGeom>
                <a:avLst/>
                <a:gdLst>
                  <a:gd name="T0" fmla="*/ 19 w 44"/>
                  <a:gd name="T1" fmla="*/ 1 h 32"/>
                  <a:gd name="T2" fmla="*/ 15 w 44"/>
                  <a:gd name="T3" fmla="*/ 0 h 32"/>
                  <a:gd name="T4" fmla="*/ 12 w 44"/>
                  <a:gd name="T5" fmla="*/ 2 h 32"/>
                  <a:gd name="T6" fmla="*/ 0 w 44"/>
                  <a:gd name="T7" fmla="*/ 26 h 32"/>
                  <a:gd name="T8" fmla="*/ 1 w 44"/>
                  <a:gd name="T9" fmla="*/ 30 h 32"/>
                  <a:gd name="T10" fmla="*/ 4 w 44"/>
                  <a:gd name="T11" fmla="*/ 32 h 32"/>
                  <a:gd name="T12" fmla="*/ 40 w 44"/>
                  <a:gd name="T13" fmla="*/ 32 h 32"/>
                  <a:gd name="T14" fmla="*/ 44 w 44"/>
                  <a:gd name="T15" fmla="*/ 30 h 32"/>
                  <a:gd name="T16" fmla="*/ 43 w 44"/>
                  <a:gd name="T17" fmla="*/ 25 h 32"/>
                  <a:gd name="T18" fmla="*/ 19 w 44"/>
                  <a:gd name="T19" fmla="*/ 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" h="32">
                    <a:moveTo>
                      <a:pt x="19" y="1"/>
                    </a:moveTo>
                    <a:cubicBezTo>
                      <a:pt x="18" y="0"/>
                      <a:pt x="17" y="0"/>
                      <a:pt x="15" y="0"/>
                    </a:cubicBezTo>
                    <a:cubicBezTo>
                      <a:pt x="14" y="0"/>
                      <a:pt x="13" y="1"/>
                      <a:pt x="12" y="2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0" y="29"/>
                      <a:pt x="1" y="30"/>
                    </a:cubicBezTo>
                    <a:cubicBezTo>
                      <a:pt x="1" y="31"/>
                      <a:pt x="3" y="32"/>
                      <a:pt x="4" y="32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42" y="32"/>
                      <a:pt x="43" y="31"/>
                      <a:pt x="44" y="30"/>
                    </a:cubicBezTo>
                    <a:cubicBezTo>
                      <a:pt x="44" y="28"/>
                      <a:pt x="44" y="26"/>
                      <a:pt x="43" y="25"/>
                    </a:cubicBezTo>
                    <a:lnTo>
                      <a:pt x="19" y="1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9" name="组合 318"/>
            <p:cNvGrpSpPr/>
            <p:nvPr/>
          </p:nvGrpSpPr>
          <p:grpSpPr>
            <a:xfrm>
              <a:off x="8131176" y="2982913"/>
              <a:ext cx="266700" cy="280987"/>
              <a:chOff x="8131176" y="2982913"/>
              <a:chExt cx="266700" cy="280987"/>
            </a:xfrm>
          </p:grpSpPr>
          <p:sp>
            <p:nvSpPr>
              <p:cNvPr id="185" name="Freeform 52"/>
              <p:cNvSpPr>
                <a:spLocks/>
              </p:cNvSpPr>
              <p:nvPr/>
            </p:nvSpPr>
            <p:spPr bwMode="auto">
              <a:xfrm>
                <a:off x="8181976" y="3175000"/>
                <a:ext cx="152400" cy="88900"/>
              </a:xfrm>
              <a:custGeom>
                <a:avLst/>
                <a:gdLst>
                  <a:gd name="T0" fmla="*/ 28 w 48"/>
                  <a:gd name="T1" fmla="*/ 0 h 28"/>
                  <a:gd name="T2" fmla="*/ 20 w 48"/>
                  <a:gd name="T3" fmla="*/ 0 h 28"/>
                  <a:gd name="T4" fmla="*/ 0 w 48"/>
                  <a:gd name="T5" fmla="*/ 20 h 28"/>
                  <a:gd name="T6" fmla="*/ 0 w 48"/>
                  <a:gd name="T7" fmla="*/ 28 h 28"/>
                  <a:gd name="T8" fmla="*/ 48 w 48"/>
                  <a:gd name="T9" fmla="*/ 28 h 28"/>
                  <a:gd name="T10" fmla="*/ 48 w 48"/>
                  <a:gd name="T11" fmla="*/ 20 h 28"/>
                  <a:gd name="T12" fmla="*/ 28 w 48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28">
                    <a:moveTo>
                      <a:pt x="28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9"/>
                      <a:pt x="39" y="0"/>
                      <a:pt x="28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Freeform 53"/>
              <p:cNvSpPr>
                <a:spLocks/>
              </p:cNvSpPr>
              <p:nvPr/>
            </p:nvSpPr>
            <p:spPr bwMode="auto">
              <a:xfrm>
                <a:off x="8169276" y="3032125"/>
                <a:ext cx="177800" cy="136525"/>
              </a:xfrm>
              <a:custGeom>
                <a:avLst/>
                <a:gdLst>
                  <a:gd name="T0" fmla="*/ 13 w 56"/>
                  <a:gd name="T1" fmla="*/ 39 h 43"/>
                  <a:gd name="T2" fmla="*/ 15 w 56"/>
                  <a:gd name="T3" fmla="*/ 16 h 43"/>
                  <a:gd name="T4" fmla="*/ 41 w 56"/>
                  <a:gd name="T5" fmla="*/ 16 h 43"/>
                  <a:gd name="T6" fmla="*/ 43 w 56"/>
                  <a:gd name="T7" fmla="*/ 39 h 43"/>
                  <a:gd name="T8" fmla="*/ 50 w 56"/>
                  <a:gd name="T9" fmla="*/ 43 h 43"/>
                  <a:gd name="T10" fmla="*/ 46 w 56"/>
                  <a:gd name="T11" fmla="*/ 10 h 43"/>
                  <a:gd name="T12" fmla="*/ 10 w 56"/>
                  <a:gd name="T13" fmla="*/ 10 h 43"/>
                  <a:gd name="T14" fmla="*/ 6 w 56"/>
                  <a:gd name="T15" fmla="*/ 43 h 43"/>
                  <a:gd name="T16" fmla="*/ 13 w 56"/>
                  <a:gd name="T17" fmla="*/ 39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43">
                    <a:moveTo>
                      <a:pt x="13" y="39"/>
                    </a:moveTo>
                    <a:cubicBezTo>
                      <a:pt x="8" y="32"/>
                      <a:pt x="9" y="22"/>
                      <a:pt x="15" y="16"/>
                    </a:cubicBezTo>
                    <a:cubicBezTo>
                      <a:pt x="22" y="9"/>
                      <a:pt x="34" y="9"/>
                      <a:pt x="41" y="16"/>
                    </a:cubicBezTo>
                    <a:cubicBezTo>
                      <a:pt x="47" y="22"/>
                      <a:pt x="48" y="32"/>
                      <a:pt x="43" y="39"/>
                    </a:cubicBezTo>
                    <a:cubicBezTo>
                      <a:pt x="45" y="40"/>
                      <a:pt x="47" y="42"/>
                      <a:pt x="50" y="43"/>
                    </a:cubicBezTo>
                    <a:cubicBezTo>
                      <a:pt x="56" y="33"/>
                      <a:pt x="55" y="19"/>
                      <a:pt x="46" y="10"/>
                    </a:cubicBezTo>
                    <a:cubicBezTo>
                      <a:pt x="36" y="0"/>
                      <a:pt x="20" y="0"/>
                      <a:pt x="10" y="10"/>
                    </a:cubicBezTo>
                    <a:cubicBezTo>
                      <a:pt x="1" y="19"/>
                      <a:pt x="0" y="33"/>
                      <a:pt x="6" y="43"/>
                    </a:cubicBezTo>
                    <a:cubicBezTo>
                      <a:pt x="9" y="42"/>
                      <a:pt x="11" y="40"/>
                      <a:pt x="13" y="39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Freeform 54"/>
              <p:cNvSpPr>
                <a:spLocks/>
              </p:cNvSpPr>
              <p:nvPr/>
            </p:nvSpPr>
            <p:spPr bwMode="auto">
              <a:xfrm>
                <a:off x="8131176" y="2982913"/>
                <a:ext cx="266700" cy="223838"/>
              </a:xfrm>
              <a:custGeom>
                <a:avLst/>
                <a:gdLst>
                  <a:gd name="T0" fmla="*/ 14 w 84"/>
                  <a:gd name="T1" fmla="*/ 63 h 70"/>
                  <a:gd name="T2" fmla="*/ 8 w 84"/>
                  <a:gd name="T3" fmla="*/ 44 h 70"/>
                  <a:gd name="T4" fmla="*/ 17 w 84"/>
                  <a:gd name="T5" fmla="*/ 21 h 70"/>
                  <a:gd name="T6" fmla="*/ 63 w 84"/>
                  <a:gd name="T7" fmla="*/ 21 h 70"/>
                  <a:gd name="T8" fmla="*/ 66 w 84"/>
                  <a:gd name="T9" fmla="*/ 63 h 70"/>
                  <a:gd name="T10" fmla="*/ 70 w 84"/>
                  <a:gd name="T11" fmla="*/ 70 h 70"/>
                  <a:gd name="T12" fmla="*/ 68 w 84"/>
                  <a:gd name="T13" fmla="*/ 16 h 70"/>
                  <a:gd name="T14" fmla="*/ 12 w 84"/>
                  <a:gd name="T15" fmla="*/ 16 h 70"/>
                  <a:gd name="T16" fmla="*/ 0 w 84"/>
                  <a:gd name="T17" fmla="*/ 44 h 70"/>
                  <a:gd name="T18" fmla="*/ 10 w 84"/>
                  <a:gd name="T19" fmla="*/ 70 h 70"/>
                  <a:gd name="T20" fmla="*/ 14 w 84"/>
                  <a:gd name="T21" fmla="*/ 63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" h="70">
                    <a:moveTo>
                      <a:pt x="14" y="63"/>
                    </a:moveTo>
                    <a:cubicBezTo>
                      <a:pt x="10" y="57"/>
                      <a:pt x="8" y="51"/>
                      <a:pt x="8" y="44"/>
                    </a:cubicBezTo>
                    <a:cubicBezTo>
                      <a:pt x="8" y="35"/>
                      <a:pt x="11" y="27"/>
                      <a:pt x="17" y="21"/>
                    </a:cubicBezTo>
                    <a:cubicBezTo>
                      <a:pt x="30" y="9"/>
                      <a:pt x="50" y="9"/>
                      <a:pt x="63" y="21"/>
                    </a:cubicBezTo>
                    <a:cubicBezTo>
                      <a:pt x="74" y="33"/>
                      <a:pt x="75" y="50"/>
                      <a:pt x="66" y="63"/>
                    </a:cubicBezTo>
                    <a:cubicBezTo>
                      <a:pt x="68" y="65"/>
                      <a:pt x="69" y="67"/>
                      <a:pt x="70" y="70"/>
                    </a:cubicBezTo>
                    <a:cubicBezTo>
                      <a:pt x="84" y="54"/>
                      <a:pt x="83" y="31"/>
                      <a:pt x="68" y="16"/>
                    </a:cubicBezTo>
                    <a:cubicBezTo>
                      <a:pt x="53" y="0"/>
                      <a:pt x="27" y="0"/>
                      <a:pt x="12" y="16"/>
                    </a:cubicBezTo>
                    <a:cubicBezTo>
                      <a:pt x="4" y="23"/>
                      <a:pt x="0" y="33"/>
                      <a:pt x="0" y="44"/>
                    </a:cubicBezTo>
                    <a:cubicBezTo>
                      <a:pt x="0" y="54"/>
                      <a:pt x="3" y="63"/>
                      <a:pt x="10" y="70"/>
                    </a:cubicBezTo>
                    <a:cubicBezTo>
                      <a:pt x="11" y="67"/>
                      <a:pt x="12" y="65"/>
                      <a:pt x="14" y="63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Oval 55"/>
              <p:cNvSpPr>
                <a:spLocks noChangeArrowheads="1"/>
              </p:cNvSpPr>
              <p:nvPr/>
            </p:nvSpPr>
            <p:spPr bwMode="auto">
              <a:xfrm>
                <a:off x="8220076" y="3086100"/>
                <a:ext cx="76200" cy="762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7" name="组合 316"/>
            <p:cNvGrpSpPr/>
            <p:nvPr/>
          </p:nvGrpSpPr>
          <p:grpSpPr>
            <a:xfrm>
              <a:off x="6907213" y="2995613"/>
              <a:ext cx="255588" cy="217488"/>
              <a:chOff x="6907213" y="2995613"/>
              <a:chExt cx="255588" cy="217488"/>
            </a:xfrm>
          </p:grpSpPr>
          <p:sp>
            <p:nvSpPr>
              <p:cNvPr id="189" name="Rectangle 56"/>
              <p:cNvSpPr>
                <a:spLocks noChangeArrowheads="1"/>
              </p:cNvSpPr>
              <p:nvPr/>
            </p:nvSpPr>
            <p:spPr bwMode="auto">
              <a:xfrm>
                <a:off x="6907213" y="3048000"/>
                <a:ext cx="25400" cy="1016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Freeform 57"/>
              <p:cNvSpPr>
                <a:spLocks noEditPoints="1"/>
              </p:cNvSpPr>
              <p:nvPr/>
            </p:nvSpPr>
            <p:spPr bwMode="auto">
              <a:xfrm>
                <a:off x="6946901" y="2995613"/>
                <a:ext cx="215900" cy="217488"/>
              </a:xfrm>
              <a:custGeom>
                <a:avLst/>
                <a:gdLst>
                  <a:gd name="T0" fmla="*/ 60 w 68"/>
                  <a:gd name="T1" fmla="*/ 0 h 68"/>
                  <a:gd name="T2" fmla="*/ 60 w 68"/>
                  <a:gd name="T3" fmla="*/ 5 h 68"/>
                  <a:gd name="T4" fmla="*/ 0 w 68"/>
                  <a:gd name="T5" fmla="*/ 18 h 68"/>
                  <a:gd name="T6" fmla="*/ 0 w 68"/>
                  <a:gd name="T7" fmla="*/ 60 h 68"/>
                  <a:gd name="T8" fmla="*/ 3 w 68"/>
                  <a:gd name="T9" fmla="*/ 64 h 68"/>
                  <a:gd name="T10" fmla="*/ 19 w 68"/>
                  <a:gd name="T11" fmla="*/ 68 h 68"/>
                  <a:gd name="T12" fmla="*/ 20 w 68"/>
                  <a:gd name="T13" fmla="*/ 68 h 68"/>
                  <a:gd name="T14" fmla="*/ 23 w 68"/>
                  <a:gd name="T15" fmla="*/ 66 h 68"/>
                  <a:gd name="T16" fmla="*/ 33 w 68"/>
                  <a:gd name="T17" fmla="*/ 53 h 68"/>
                  <a:gd name="T18" fmla="*/ 60 w 68"/>
                  <a:gd name="T19" fmla="*/ 59 h 68"/>
                  <a:gd name="T20" fmla="*/ 60 w 68"/>
                  <a:gd name="T21" fmla="*/ 64 h 68"/>
                  <a:gd name="T22" fmla="*/ 68 w 68"/>
                  <a:gd name="T23" fmla="*/ 64 h 68"/>
                  <a:gd name="T24" fmla="*/ 68 w 68"/>
                  <a:gd name="T25" fmla="*/ 0 h 68"/>
                  <a:gd name="T26" fmla="*/ 60 w 68"/>
                  <a:gd name="T27" fmla="*/ 0 h 68"/>
                  <a:gd name="T28" fmla="*/ 18 w 68"/>
                  <a:gd name="T29" fmla="*/ 59 h 68"/>
                  <a:gd name="T30" fmla="*/ 8 w 68"/>
                  <a:gd name="T31" fmla="*/ 57 h 68"/>
                  <a:gd name="T32" fmla="*/ 8 w 68"/>
                  <a:gd name="T33" fmla="*/ 48 h 68"/>
                  <a:gd name="T34" fmla="*/ 25 w 68"/>
                  <a:gd name="T35" fmla="*/ 51 h 68"/>
                  <a:gd name="T36" fmla="*/ 18 w 68"/>
                  <a:gd name="T37" fmla="*/ 59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8" h="68">
                    <a:moveTo>
                      <a:pt x="60" y="0"/>
                    </a:moveTo>
                    <a:cubicBezTo>
                      <a:pt x="60" y="5"/>
                      <a:pt x="60" y="5"/>
                      <a:pt x="60" y="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19" y="68"/>
                      <a:pt x="20" y="68"/>
                      <a:pt x="20" y="68"/>
                    </a:cubicBezTo>
                    <a:cubicBezTo>
                      <a:pt x="21" y="68"/>
                      <a:pt x="22" y="67"/>
                      <a:pt x="23" y="66"/>
                    </a:cubicBezTo>
                    <a:cubicBezTo>
                      <a:pt x="33" y="53"/>
                      <a:pt x="33" y="53"/>
                      <a:pt x="33" y="53"/>
                    </a:cubicBezTo>
                    <a:cubicBezTo>
                      <a:pt x="60" y="59"/>
                      <a:pt x="60" y="59"/>
                      <a:pt x="60" y="59"/>
                    </a:cubicBezTo>
                    <a:cubicBezTo>
                      <a:pt x="60" y="64"/>
                      <a:pt x="60" y="64"/>
                      <a:pt x="60" y="64"/>
                    </a:cubicBezTo>
                    <a:cubicBezTo>
                      <a:pt x="68" y="64"/>
                      <a:pt x="68" y="64"/>
                      <a:pt x="68" y="64"/>
                    </a:cubicBezTo>
                    <a:cubicBezTo>
                      <a:pt x="68" y="0"/>
                      <a:pt x="68" y="0"/>
                      <a:pt x="68" y="0"/>
                    </a:cubicBezTo>
                    <a:lnTo>
                      <a:pt x="60" y="0"/>
                    </a:lnTo>
                    <a:close/>
                    <a:moveTo>
                      <a:pt x="18" y="59"/>
                    </a:moveTo>
                    <a:cubicBezTo>
                      <a:pt x="8" y="57"/>
                      <a:pt x="8" y="57"/>
                      <a:pt x="8" y="57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25" y="51"/>
                      <a:pt x="25" y="51"/>
                      <a:pt x="25" y="51"/>
                    </a:cubicBezTo>
                    <a:lnTo>
                      <a:pt x="18" y="5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0" name="组合 319"/>
            <p:cNvGrpSpPr/>
            <p:nvPr/>
          </p:nvGrpSpPr>
          <p:grpSpPr>
            <a:xfrm>
              <a:off x="8716963" y="2982913"/>
              <a:ext cx="279400" cy="255587"/>
              <a:chOff x="8716963" y="2982913"/>
              <a:chExt cx="279400" cy="255587"/>
            </a:xfrm>
          </p:grpSpPr>
          <p:sp>
            <p:nvSpPr>
              <p:cNvPr id="191" name="Rectangle 58"/>
              <p:cNvSpPr>
                <a:spLocks noChangeArrowheads="1"/>
              </p:cNvSpPr>
              <p:nvPr/>
            </p:nvSpPr>
            <p:spPr bwMode="auto">
              <a:xfrm>
                <a:off x="8805863" y="3086100"/>
                <a:ext cx="50800" cy="508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Freeform 59"/>
              <p:cNvSpPr>
                <a:spLocks/>
              </p:cNvSpPr>
              <p:nvPr/>
            </p:nvSpPr>
            <p:spPr bwMode="auto">
              <a:xfrm>
                <a:off x="8716963" y="3086100"/>
                <a:ext cx="63500" cy="50800"/>
              </a:xfrm>
              <a:custGeom>
                <a:avLst/>
                <a:gdLst>
                  <a:gd name="T0" fmla="*/ 20 w 20"/>
                  <a:gd name="T1" fmla="*/ 0 h 16"/>
                  <a:gd name="T2" fmla="*/ 1 w 20"/>
                  <a:gd name="T3" fmla="*/ 0 h 16"/>
                  <a:gd name="T4" fmla="*/ 0 w 20"/>
                  <a:gd name="T5" fmla="*/ 8 h 16"/>
                  <a:gd name="T6" fmla="*/ 1 w 20"/>
                  <a:gd name="T7" fmla="*/ 16 h 16"/>
                  <a:gd name="T8" fmla="*/ 20 w 20"/>
                  <a:gd name="T9" fmla="*/ 16 h 16"/>
                  <a:gd name="T10" fmla="*/ 20 w 20"/>
                  <a:gd name="T1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16">
                    <a:moveTo>
                      <a:pt x="2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3"/>
                      <a:pt x="0" y="5"/>
                      <a:pt x="0" y="8"/>
                    </a:cubicBezTo>
                    <a:cubicBezTo>
                      <a:pt x="0" y="11"/>
                      <a:pt x="0" y="13"/>
                      <a:pt x="1" y="16"/>
                    </a:cubicBezTo>
                    <a:cubicBezTo>
                      <a:pt x="20" y="16"/>
                      <a:pt x="20" y="16"/>
                      <a:pt x="20" y="16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Freeform 60"/>
              <p:cNvSpPr>
                <a:spLocks/>
              </p:cNvSpPr>
              <p:nvPr/>
            </p:nvSpPr>
            <p:spPr bwMode="auto">
              <a:xfrm>
                <a:off x="8805863" y="2982913"/>
                <a:ext cx="50800" cy="77788"/>
              </a:xfrm>
              <a:custGeom>
                <a:avLst/>
                <a:gdLst>
                  <a:gd name="T0" fmla="*/ 0 w 16"/>
                  <a:gd name="T1" fmla="*/ 24 h 24"/>
                  <a:gd name="T2" fmla="*/ 16 w 16"/>
                  <a:gd name="T3" fmla="*/ 24 h 24"/>
                  <a:gd name="T4" fmla="*/ 16 w 16"/>
                  <a:gd name="T5" fmla="*/ 0 h 24"/>
                  <a:gd name="T6" fmla="*/ 12 w 16"/>
                  <a:gd name="T7" fmla="*/ 0 h 24"/>
                  <a:gd name="T8" fmla="*/ 0 w 16"/>
                  <a:gd name="T9" fmla="*/ 2 h 24"/>
                  <a:gd name="T10" fmla="*/ 0 w 16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4">
                    <a:moveTo>
                      <a:pt x="0" y="24"/>
                    </a:move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0"/>
                      <a:pt x="4" y="1"/>
                      <a:pt x="0" y="2"/>
                    </a:cubicBez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Freeform 61"/>
              <p:cNvSpPr>
                <a:spLocks/>
              </p:cNvSpPr>
              <p:nvPr/>
            </p:nvSpPr>
            <p:spPr bwMode="auto">
              <a:xfrm>
                <a:off x="8805863" y="3162300"/>
                <a:ext cx="50800" cy="76200"/>
              </a:xfrm>
              <a:custGeom>
                <a:avLst/>
                <a:gdLst>
                  <a:gd name="T0" fmla="*/ 0 w 16"/>
                  <a:gd name="T1" fmla="*/ 0 h 24"/>
                  <a:gd name="T2" fmla="*/ 0 w 16"/>
                  <a:gd name="T3" fmla="*/ 22 h 24"/>
                  <a:gd name="T4" fmla="*/ 12 w 16"/>
                  <a:gd name="T5" fmla="*/ 24 h 24"/>
                  <a:gd name="T6" fmla="*/ 16 w 16"/>
                  <a:gd name="T7" fmla="*/ 24 h 24"/>
                  <a:gd name="T8" fmla="*/ 16 w 16"/>
                  <a:gd name="T9" fmla="*/ 0 h 24"/>
                  <a:gd name="T10" fmla="*/ 0 w 16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4">
                    <a:moveTo>
                      <a:pt x="0" y="0"/>
                    </a:moveTo>
                    <a:cubicBezTo>
                      <a:pt x="0" y="22"/>
                      <a:pt x="0" y="22"/>
                      <a:pt x="0" y="22"/>
                    </a:cubicBezTo>
                    <a:cubicBezTo>
                      <a:pt x="4" y="23"/>
                      <a:pt x="8" y="24"/>
                      <a:pt x="12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Freeform 62"/>
              <p:cNvSpPr>
                <a:spLocks/>
              </p:cNvSpPr>
              <p:nvPr/>
            </p:nvSpPr>
            <p:spPr bwMode="auto">
              <a:xfrm>
                <a:off x="8726488" y="2998788"/>
                <a:ext cx="53975" cy="61913"/>
              </a:xfrm>
              <a:custGeom>
                <a:avLst/>
                <a:gdLst>
                  <a:gd name="T0" fmla="*/ 17 w 17"/>
                  <a:gd name="T1" fmla="*/ 19 h 19"/>
                  <a:gd name="T2" fmla="*/ 17 w 17"/>
                  <a:gd name="T3" fmla="*/ 0 h 19"/>
                  <a:gd name="T4" fmla="*/ 0 w 17"/>
                  <a:gd name="T5" fmla="*/ 19 h 19"/>
                  <a:gd name="T6" fmla="*/ 17 w 17"/>
                  <a:gd name="T7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19">
                    <a:moveTo>
                      <a:pt x="17" y="19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0" y="5"/>
                      <a:pt x="4" y="11"/>
                      <a:pt x="0" y="19"/>
                    </a:cubicBezTo>
                    <a:lnTo>
                      <a:pt x="17" y="1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Freeform 63"/>
              <p:cNvSpPr>
                <a:spLocks/>
              </p:cNvSpPr>
              <p:nvPr/>
            </p:nvSpPr>
            <p:spPr bwMode="auto">
              <a:xfrm>
                <a:off x="8726488" y="3162300"/>
                <a:ext cx="53975" cy="60325"/>
              </a:xfrm>
              <a:custGeom>
                <a:avLst/>
                <a:gdLst>
                  <a:gd name="T0" fmla="*/ 17 w 17"/>
                  <a:gd name="T1" fmla="*/ 0 h 19"/>
                  <a:gd name="T2" fmla="*/ 0 w 17"/>
                  <a:gd name="T3" fmla="*/ 0 h 19"/>
                  <a:gd name="T4" fmla="*/ 17 w 17"/>
                  <a:gd name="T5" fmla="*/ 19 h 19"/>
                  <a:gd name="T6" fmla="*/ 17 w 17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19">
                    <a:moveTo>
                      <a:pt x="1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" y="8"/>
                      <a:pt x="10" y="14"/>
                      <a:pt x="17" y="19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Oval 64"/>
              <p:cNvSpPr>
                <a:spLocks noChangeArrowheads="1"/>
              </p:cNvSpPr>
              <p:nvPr/>
            </p:nvSpPr>
            <p:spPr bwMode="auto">
              <a:xfrm>
                <a:off x="8894763" y="2982913"/>
                <a:ext cx="76200" cy="77788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Freeform 65"/>
              <p:cNvSpPr>
                <a:spLocks/>
              </p:cNvSpPr>
              <p:nvPr/>
            </p:nvSpPr>
            <p:spPr bwMode="auto">
              <a:xfrm>
                <a:off x="8869363" y="3060700"/>
                <a:ext cx="127000" cy="177800"/>
              </a:xfrm>
              <a:custGeom>
                <a:avLst/>
                <a:gdLst>
                  <a:gd name="T0" fmla="*/ 20 w 40"/>
                  <a:gd name="T1" fmla="*/ 0 h 56"/>
                  <a:gd name="T2" fmla="*/ 0 w 40"/>
                  <a:gd name="T3" fmla="*/ 20 h 56"/>
                  <a:gd name="T4" fmla="*/ 0 w 40"/>
                  <a:gd name="T5" fmla="*/ 32 h 56"/>
                  <a:gd name="T6" fmla="*/ 4 w 40"/>
                  <a:gd name="T7" fmla="*/ 36 h 56"/>
                  <a:gd name="T8" fmla="*/ 8 w 40"/>
                  <a:gd name="T9" fmla="*/ 36 h 56"/>
                  <a:gd name="T10" fmla="*/ 8 w 40"/>
                  <a:gd name="T11" fmla="*/ 52 h 56"/>
                  <a:gd name="T12" fmla="*/ 12 w 40"/>
                  <a:gd name="T13" fmla="*/ 56 h 56"/>
                  <a:gd name="T14" fmla="*/ 28 w 40"/>
                  <a:gd name="T15" fmla="*/ 56 h 56"/>
                  <a:gd name="T16" fmla="*/ 32 w 40"/>
                  <a:gd name="T17" fmla="*/ 52 h 56"/>
                  <a:gd name="T18" fmla="*/ 32 w 40"/>
                  <a:gd name="T19" fmla="*/ 36 h 56"/>
                  <a:gd name="T20" fmla="*/ 36 w 40"/>
                  <a:gd name="T21" fmla="*/ 36 h 56"/>
                  <a:gd name="T22" fmla="*/ 40 w 40"/>
                  <a:gd name="T23" fmla="*/ 32 h 56"/>
                  <a:gd name="T24" fmla="*/ 40 w 40"/>
                  <a:gd name="T25" fmla="*/ 20 h 56"/>
                  <a:gd name="T26" fmla="*/ 20 w 40"/>
                  <a:gd name="T2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" h="56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4"/>
                      <a:pt x="10" y="56"/>
                      <a:pt x="12" y="56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30" y="56"/>
                      <a:pt x="32" y="54"/>
                      <a:pt x="32" y="52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8" y="36"/>
                      <a:pt x="40" y="34"/>
                      <a:pt x="40" y="32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9" name="Freeform 66"/>
            <p:cNvSpPr>
              <a:spLocks noEditPoints="1"/>
            </p:cNvSpPr>
            <p:nvPr/>
          </p:nvSpPr>
          <p:spPr bwMode="auto">
            <a:xfrm>
              <a:off x="5697538" y="3608388"/>
              <a:ext cx="230188" cy="230188"/>
            </a:xfrm>
            <a:custGeom>
              <a:avLst/>
              <a:gdLst>
                <a:gd name="T0" fmla="*/ 64 w 72"/>
                <a:gd name="T1" fmla="*/ 0 h 72"/>
                <a:gd name="T2" fmla="*/ 8 w 72"/>
                <a:gd name="T3" fmla="*/ 0 h 72"/>
                <a:gd name="T4" fmla="*/ 0 w 72"/>
                <a:gd name="T5" fmla="*/ 8 h 72"/>
                <a:gd name="T6" fmla="*/ 0 w 72"/>
                <a:gd name="T7" fmla="*/ 64 h 72"/>
                <a:gd name="T8" fmla="*/ 8 w 72"/>
                <a:gd name="T9" fmla="*/ 72 h 72"/>
                <a:gd name="T10" fmla="*/ 64 w 72"/>
                <a:gd name="T11" fmla="*/ 72 h 72"/>
                <a:gd name="T12" fmla="*/ 72 w 72"/>
                <a:gd name="T13" fmla="*/ 64 h 72"/>
                <a:gd name="T14" fmla="*/ 72 w 72"/>
                <a:gd name="T15" fmla="*/ 8 h 72"/>
                <a:gd name="T16" fmla="*/ 64 w 72"/>
                <a:gd name="T17" fmla="*/ 0 h 72"/>
                <a:gd name="T18" fmla="*/ 49 w 72"/>
                <a:gd name="T19" fmla="*/ 39 h 72"/>
                <a:gd name="T20" fmla="*/ 40 w 72"/>
                <a:gd name="T21" fmla="*/ 30 h 72"/>
                <a:gd name="T22" fmla="*/ 40 w 72"/>
                <a:gd name="T23" fmla="*/ 56 h 72"/>
                <a:gd name="T24" fmla="*/ 32 w 72"/>
                <a:gd name="T25" fmla="*/ 56 h 72"/>
                <a:gd name="T26" fmla="*/ 32 w 72"/>
                <a:gd name="T27" fmla="*/ 30 h 72"/>
                <a:gd name="T28" fmla="*/ 23 w 72"/>
                <a:gd name="T29" fmla="*/ 39 h 72"/>
                <a:gd name="T30" fmla="*/ 17 w 72"/>
                <a:gd name="T31" fmla="*/ 33 h 72"/>
                <a:gd name="T32" fmla="*/ 36 w 72"/>
                <a:gd name="T33" fmla="*/ 14 h 72"/>
                <a:gd name="T34" fmla="*/ 55 w 72"/>
                <a:gd name="T35" fmla="*/ 33 h 72"/>
                <a:gd name="T36" fmla="*/ 49 w 72"/>
                <a:gd name="T37" fmla="*/ 39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2">
                  <a:moveTo>
                    <a:pt x="6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4" y="72"/>
                    <a:pt x="8" y="72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8" y="72"/>
                    <a:pt x="72" y="68"/>
                    <a:pt x="72" y="64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4"/>
                    <a:pt x="68" y="0"/>
                    <a:pt x="64" y="0"/>
                  </a:cubicBezTo>
                  <a:close/>
                  <a:moveTo>
                    <a:pt x="49" y="39"/>
                  </a:moveTo>
                  <a:cubicBezTo>
                    <a:pt x="40" y="30"/>
                    <a:pt x="40" y="30"/>
                    <a:pt x="40" y="30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23" y="39"/>
                    <a:pt x="23" y="39"/>
                    <a:pt x="23" y="39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55" y="33"/>
                    <a:pt x="55" y="33"/>
                    <a:pt x="55" y="33"/>
                  </a:cubicBezTo>
                  <a:lnTo>
                    <a:pt x="49" y="39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0" name="Freeform 67"/>
            <p:cNvSpPr>
              <a:spLocks noEditPoints="1"/>
            </p:cNvSpPr>
            <p:nvPr/>
          </p:nvSpPr>
          <p:spPr bwMode="auto">
            <a:xfrm>
              <a:off x="5086351" y="3608388"/>
              <a:ext cx="230188" cy="230188"/>
            </a:xfrm>
            <a:custGeom>
              <a:avLst/>
              <a:gdLst>
                <a:gd name="T0" fmla="*/ 64 w 72"/>
                <a:gd name="T1" fmla="*/ 0 h 72"/>
                <a:gd name="T2" fmla="*/ 8 w 72"/>
                <a:gd name="T3" fmla="*/ 0 h 72"/>
                <a:gd name="T4" fmla="*/ 0 w 72"/>
                <a:gd name="T5" fmla="*/ 8 h 72"/>
                <a:gd name="T6" fmla="*/ 0 w 72"/>
                <a:gd name="T7" fmla="*/ 64 h 72"/>
                <a:gd name="T8" fmla="*/ 8 w 72"/>
                <a:gd name="T9" fmla="*/ 72 h 72"/>
                <a:gd name="T10" fmla="*/ 64 w 72"/>
                <a:gd name="T11" fmla="*/ 72 h 72"/>
                <a:gd name="T12" fmla="*/ 72 w 72"/>
                <a:gd name="T13" fmla="*/ 64 h 72"/>
                <a:gd name="T14" fmla="*/ 72 w 72"/>
                <a:gd name="T15" fmla="*/ 8 h 72"/>
                <a:gd name="T16" fmla="*/ 64 w 72"/>
                <a:gd name="T17" fmla="*/ 0 h 72"/>
                <a:gd name="T18" fmla="*/ 36 w 72"/>
                <a:gd name="T19" fmla="*/ 58 h 72"/>
                <a:gd name="T20" fmla="*/ 17 w 72"/>
                <a:gd name="T21" fmla="*/ 39 h 72"/>
                <a:gd name="T22" fmla="*/ 23 w 72"/>
                <a:gd name="T23" fmla="*/ 33 h 72"/>
                <a:gd name="T24" fmla="*/ 32 w 72"/>
                <a:gd name="T25" fmla="*/ 42 h 72"/>
                <a:gd name="T26" fmla="*/ 32 w 72"/>
                <a:gd name="T27" fmla="*/ 16 h 72"/>
                <a:gd name="T28" fmla="*/ 40 w 72"/>
                <a:gd name="T29" fmla="*/ 16 h 72"/>
                <a:gd name="T30" fmla="*/ 40 w 72"/>
                <a:gd name="T31" fmla="*/ 42 h 72"/>
                <a:gd name="T32" fmla="*/ 49 w 72"/>
                <a:gd name="T33" fmla="*/ 33 h 72"/>
                <a:gd name="T34" fmla="*/ 55 w 72"/>
                <a:gd name="T35" fmla="*/ 39 h 72"/>
                <a:gd name="T36" fmla="*/ 36 w 72"/>
                <a:gd name="T37" fmla="*/ 5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2" h="72">
                  <a:moveTo>
                    <a:pt x="6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4" y="72"/>
                    <a:pt x="8" y="72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8" y="72"/>
                    <a:pt x="72" y="68"/>
                    <a:pt x="72" y="64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4"/>
                    <a:pt x="68" y="0"/>
                    <a:pt x="64" y="0"/>
                  </a:cubicBezTo>
                  <a:close/>
                  <a:moveTo>
                    <a:pt x="36" y="58"/>
                  </a:moveTo>
                  <a:cubicBezTo>
                    <a:pt x="17" y="39"/>
                    <a:pt x="17" y="39"/>
                    <a:pt x="17" y="39"/>
                  </a:cubicBezTo>
                  <a:cubicBezTo>
                    <a:pt x="23" y="33"/>
                    <a:pt x="23" y="33"/>
                    <a:pt x="23" y="33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0" y="42"/>
                    <a:pt x="40" y="42"/>
                    <a:pt x="40" y="42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5" y="39"/>
                    <a:pt x="55" y="39"/>
                    <a:pt x="55" y="39"/>
                  </a:cubicBezTo>
                  <a:lnTo>
                    <a:pt x="36" y="5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23" name="组合 322"/>
            <p:cNvGrpSpPr/>
            <p:nvPr/>
          </p:nvGrpSpPr>
          <p:grpSpPr>
            <a:xfrm>
              <a:off x="4475163" y="3576638"/>
              <a:ext cx="230188" cy="300038"/>
              <a:chOff x="4475163" y="3576638"/>
              <a:chExt cx="230188" cy="300038"/>
            </a:xfrm>
          </p:grpSpPr>
          <p:sp>
            <p:nvSpPr>
              <p:cNvPr id="201" name="Freeform 68"/>
              <p:cNvSpPr>
                <a:spLocks/>
              </p:cNvSpPr>
              <p:nvPr/>
            </p:nvSpPr>
            <p:spPr bwMode="auto">
              <a:xfrm>
                <a:off x="4475163" y="3671888"/>
                <a:ext cx="230188" cy="204788"/>
              </a:xfrm>
              <a:custGeom>
                <a:avLst/>
                <a:gdLst>
                  <a:gd name="T0" fmla="*/ 64 w 72"/>
                  <a:gd name="T1" fmla="*/ 0 h 64"/>
                  <a:gd name="T2" fmla="*/ 56 w 72"/>
                  <a:gd name="T3" fmla="*/ 0 h 64"/>
                  <a:gd name="T4" fmla="*/ 56 w 72"/>
                  <a:gd name="T5" fmla="*/ 8 h 64"/>
                  <a:gd name="T6" fmla="*/ 64 w 72"/>
                  <a:gd name="T7" fmla="*/ 8 h 64"/>
                  <a:gd name="T8" fmla="*/ 64 w 72"/>
                  <a:gd name="T9" fmla="*/ 32 h 64"/>
                  <a:gd name="T10" fmla="*/ 8 w 72"/>
                  <a:gd name="T11" fmla="*/ 32 h 64"/>
                  <a:gd name="T12" fmla="*/ 8 w 72"/>
                  <a:gd name="T13" fmla="*/ 8 h 64"/>
                  <a:gd name="T14" fmla="*/ 16 w 72"/>
                  <a:gd name="T15" fmla="*/ 8 h 64"/>
                  <a:gd name="T16" fmla="*/ 16 w 72"/>
                  <a:gd name="T17" fmla="*/ 0 h 64"/>
                  <a:gd name="T18" fmla="*/ 8 w 72"/>
                  <a:gd name="T19" fmla="*/ 0 h 64"/>
                  <a:gd name="T20" fmla="*/ 0 w 72"/>
                  <a:gd name="T21" fmla="*/ 8 h 64"/>
                  <a:gd name="T22" fmla="*/ 0 w 72"/>
                  <a:gd name="T23" fmla="*/ 44 h 64"/>
                  <a:gd name="T24" fmla="*/ 8 w 72"/>
                  <a:gd name="T25" fmla="*/ 52 h 64"/>
                  <a:gd name="T26" fmla="*/ 32 w 72"/>
                  <a:gd name="T27" fmla="*/ 52 h 64"/>
                  <a:gd name="T28" fmla="*/ 32 w 72"/>
                  <a:gd name="T29" fmla="*/ 56 h 64"/>
                  <a:gd name="T30" fmla="*/ 20 w 72"/>
                  <a:gd name="T31" fmla="*/ 56 h 64"/>
                  <a:gd name="T32" fmla="*/ 20 w 72"/>
                  <a:gd name="T33" fmla="*/ 64 h 64"/>
                  <a:gd name="T34" fmla="*/ 52 w 72"/>
                  <a:gd name="T35" fmla="*/ 64 h 64"/>
                  <a:gd name="T36" fmla="*/ 52 w 72"/>
                  <a:gd name="T37" fmla="*/ 56 h 64"/>
                  <a:gd name="T38" fmla="*/ 40 w 72"/>
                  <a:gd name="T39" fmla="*/ 56 h 64"/>
                  <a:gd name="T40" fmla="*/ 40 w 72"/>
                  <a:gd name="T41" fmla="*/ 52 h 64"/>
                  <a:gd name="T42" fmla="*/ 64 w 72"/>
                  <a:gd name="T43" fmla="*/ 52 h 64"/>
                  <a:gd name="T44" fmla="*/ 72 w 72"/>
                  <a:gd name="T45" fmla="*/ 44 h 64"/>
                  <a:gd name="T46" fmla="*/ 72 w 72"/>
                  <a:gd name="T47" fmla="*/ 8 h 64"/>
                  <a:gd name="T48" fmla="*/ 64 w 72"/>
                  <a:gd name="T4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2" h="64">
                    <a:moveTo>
                      <a:pt x="64" y="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52" y="64"/>
                      <a:pt x="52" y="64"/>
                      <a:pt x="52" y="64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72" y="48"/>
                      <a:pt x="72" y="4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Freeform 69"/>
              <p:cNvSpPr>
                <a:spLocks/>
              </p:cNvSpPr>
              <p:nvPr/>
            </p:nvSpPr>
            <p:spPr bwMode="auto">
              <a:xfrm>
                <a:off x="4529138" y="3576638"/>
                <a:ext cx="122238" cy="158750"/>
              </a:xfrm>
              <a:custGeom>
                <a:avLst/>
                <a:gdLst>
                  <a:gd name="T0" fmla="*/ 30 w 77"/>
                  <a:gd name="T1" fmla="*/ 32 h 100"/>
                  <a:gd name="T2" fmla="*/ 30 w 77"/>
                  <a:gd name="T3" fmla="*/ 100 h 100"/>
                  <a:gd name="T4" fmla="*/ 46 w 77"/>
                  <a:gd name="T5" fmla="*/ 100 h 100"/>
                  <a:gd name="T6" fmla="*/ 46 w 77"/>
                  <a:gd name="T7" fmla="*/ 32 h 100"/>
                  <a:gd name="T8" fmla="*/ 65 w 77"/>
                  <a:gd name="T9" fmla="*/ 50 h 100"/>
                  <a:gd name="T10" fmla="*/ 77 w 77"/>
                  <a:gd name="T11" fmla="*/ 38 h 100"/>
                  <a:gd name="T12" fmla="*/ 38 w 77"/>
                  <a:gd name="T13" fmla="*/ 0 h 100"/>
                  <a:gd name="T14" fmla="*/ 0 w 77"/>
                  <a:gd name="T15" fmla="*/ 38 h 100"/>
                  <a:gd name="T16" fmla="*/ 12 w 77"/>
                  <a:gd name="T17" fmla="*/ 50 h 100"/>
                  <a:gd name="T18" fmla="*/ 30 w 77"/>
                  <a:gd name="T19" fmla="*/ 3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7" h="100">
                    <a:moveTo>
                      <a:pt x="30" y="32"/>
                    </a:moveTo>
                    <a:lnTo>
                      <a:pt x="30" y="100"/>
                    </a:lnTo>
                    <a:lnTo>
                      <a:pt x="46" y="100"/>
                    </a:lnTo>
                    <a:lnTo>
                      <a:pt x="46" y="32"/>
                    </a:lnTo>
                    <a:lnTo>
                      <a:pt x="65" y="50"/>
                    </a:lnTo>
                    <a:lnTo>
                      <a:pt x="77" y="38"/>
                    </a:lnTo>
                    <a:lnTo>
                      <a:pt x="38" y="0"/>
                    </a:lnTo>
                    <a:lnTo>
                      <a:pt x="0" y="38"/>
                    </a:lnTo>
                    <a:lnTo>
                      <a:pt x="12" y="50"/>
                    </a:lnTo>
                    <a:lnTo>
                      <a:pt x="30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2" name="组合 321"/>
            <p:cNvGrpSpPr/>
            <p:nvPr/>
          </p:nvGrpSpPr>
          <p:grpSpPr>
            <a:xfrm>
              <a:off x="3863976" y="3570288"/>
              <a:ext cx="230188" cy="306388"/>
              <a:chOff x="3863976" y="3570288"/>
              <a:chExt cx="230188" cy="306388"/>
            </a:xfrm>
          </p:grpSpPr>
          <p:sp>
            <p:nvSpPr>
              <p:cNvPr id="203" name="Freeform 70"/>
              <p:cNvSpPr>
                <a:spLocks/>
              </p:cNvSpPr>
              <p:nvPr/>
            </p:nvSpPr>
            <p:spPr bwMode="auto">
              <a:xfrm>
                <a:off x="3863976" y="3671888"/>
                <a:ext cx="230188" cy="204788"/>
              </a:xfrm>
              <a:custGeom>
                <a:avLst/>
                <a:gdLst>
                  <a:gd name="T0" fmla="*/ 64 w 72"/>
                  <a:gd name="T1" fmla="*/ 0 h 64"/>
                  <a:gd name="T2" fmla="*/ 60 w 72"/>
                  <a:gd name="T3" fmla="*/ 0 h 64"/>
                  <a:gd name="T4" fmla="*/ 60 w 72"/>
                  <a:gd name="T5" fmla="*/ 8 h 64"/>
                  <a:gd name="T6" fmla="*/ 64 w 72"/>
                  <a:gd name="T7" fmla="*/ 8 h 64"/>
                  <a:gd name="T8" fmla="*/ 64 w 72"/>
                  <a:gd name="T9" fmla="*/ 32 h 64"/>
                  <a:gd name="T10" fmla="*/ 8 w 72"/>
                  <a:gd name="T11" fmla="*/ 32 h 64"/>
                  <a:gd name="T12" fmla="*/ 8 w 72"/>
                  <a:gd name="T13" fmla="*/ 8 h 64"/>
                  <a:gd name="T14" fmla="*/ 12 w 72"/>
                  <a:gd name="T15" fmla="*/ 8 h 64"/>
                  <a:gd name="T16" fmla="*/ 12 w 72"/>
                  <a:gd name="T17" fmla="*/ 0 h 64"/>
                  <a:gd name="T18" fmla="*/ 8 w 72"/>
                  <a:gd name="T19" fmla="*/ 0 h 64"/>
                  <a:gd name="T20" fmla="*/ 0 w 72"/>
                  <a:gd name="T21" fmla="*/ 8 h 64"/>
                  <a:gd name="T22" fmla="*/ 0 w 72"/>
                  <a:gd name="T23" fmla="*/ 44 h 64"/>
                  <a:gd name="T24" fmla="*/ 8 w 72"/>
                  <a:gd name="T25" fmla="*/ 52 h 64"/>
                  <a:gd name="T26" fmla="*/ 32 w 72"/>
                  <a:gd name="T27" fmla="*/ 52 h 64"/>
                  <a:gd name="T28" fmla="*/ 32 w 72"/>
                  <a:gd name="T29" fmla="*/ 56 h 64"/>
                  <a:gd name="T30" fmla="*/ 20 w 72"/>
                  <a:gd name="T31" fmla="*/ 56 h 64"/>
                  <a:gd name="T32" fmla="*/ 20 w 72"/>
                  <a:gd name="T33" fmla="*/ 64 h 64"/>
                  <a:gd name="T34" fmla="*/ 52 w 72"/>
                  <a:gd name="T35" fmla="*/ 64 h 64"/>
                  <a:gd name="T36" fmla="*/ 52 w 72"/>
                  <a:gd name="T37" fmla="*/ 56 h 64"/>
                  <a:gd name="T38" fmla="*/ 40 w 72"/>
                  <a:gd name="T39" fmla="*/ 56 h 64"/>
                  <a:gd name="T40" fmla="*/ 40 w 72"/>
                  <a:gd name="T41" fmla="*/ 52 h 64"/>
                  <a:gd name="T42" fmla="*/ 64 w 72"/>
                  <a:gd name="T43" fmla="*/ 52 h 64"/>
                  <a:gd name="T44" fmla="*/ 72 w 72"/>
                  <a:gd name="T45" fmla="*/ 44 h 64"/>
                  <a:gd name="T46" fmla="*/ 72 w 72"/>
                  <a:gd name="T47" fmla="*/ 8 h 64"/>
                  <a:gd name="T48" fmla="*/ 64 w 72"/>
                  <a:gd name="T4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72" h="64">
                    <a:moveTo>
                      <a:pt x="64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52" y="64"/>
                      <a:pt x="52" y="64"/>
                      <a:pt x="52" y="64"/>
                    </a:cubicBezTo>
                    <a:cubicBezTo>
                      <a:pt x="52" y="56"/>
                      <a:pt x="52" y="56"/>
                      <a:pt x="52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8" y="52"/>
                      <a:pt x="72" y="48"/>
                      <a:pt x="72" y="4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Freeform 71"/>
              <p:cNvSpPr>
                <a:spLocks/>
              </p:cNvSpPr>
              <p:nvPr/>
            </p:nvSpPr>
            <p:spPr bwMode="auto">
              <a:xfrm>
                <a:off x="3917951" y="3570288"/>
                <a:ext cx="122238" cy="158750"/>
              </a:xfrm>
              <a:custGeom>
                <a:avLst/>
                <a:gdLst>
                  <a:gd name="T0" fmla="*/ 77 w 77"/>
                  <a:gd name="T1" fmla="*/ 62 h 100"/>
                  <a:gd name="T2" fmla="*/ 64 w 77"/>
                  <a:gd name="T3" fmla="*/ 50 h 100"/>
                  <a:gd name="T4" fmla="*/ 46 w 77"/>
                  <a:gd name="T5" fmla="*/ 68 h 100"/>
                  <a:gd name="T6" fmla="*/ 46 w 77"/>
                  <a:gd name="T7" fmla="*/ 0 h 100"/>
                  <a:gd name="T8" fmla="*/ 30 w 77"/>
                  <a:gd name="T9" fmla="*/ 0 h 100"/>
                  <a:gd name="T10" fmla="*/ 30 w 77"/>
                  <a:gd name="T11" fmla="*/ 68 h 100"/>
                  <a:gd name="T12" fmla="*/ 12 w 77"/>
                  <a:gd name="T13" fmla="*/ 50 h 100"/>
                  <a:gd name="T14" fmla="*/ 0 w 77"/>
                  <a:gd name="T15" fmla="*/ 62 h 100"/>
                  <a:gd name="T16" fmla="*/ 38 w 77"/>
                  <a:gd name="T17" fmla="*/ 100 h 100"/>
                  <a:gd name="T18" fmla="*/ 77 w 77"/>
                  <a:gd name="T19" fmla="*/ 62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7" h="100">
                    <a:moveTo>
                      <a:pt x="77" y="62"/>
                    </a:moveTo>
                    <a:lnTo>
                      <a:pt x="64" y="50"/>
                    </a:lnTo>
                    <a:lnTo>
                      <a:pt x="46" y="68"/>
                    </a:lnTo>
                    <a:lnTo>
                      <a:pt x="46" y="0"/>
                    </a:lnTo>
                    <a:lnTo>
                      <a:pt x="30" y="0"/>
                    </a:lnTo>
                    <a:lnTo>
                      <a:pt x="30" y="68"/>
                    </a:lnTo>
                    <a:lnTo>
                      <a:pt x="12" y="50"/>
                    </a:lnTo>
                    <a:lnTo>
                      <a:pt x="0" y="62"/>
                    </a:lnTo>
                    <a:lnTo>
                      <a:pt x="38" y="100"/>
                    </a:lnTo>
                    <a:lnTo>
                      <a:pt x="77" y="6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1" name="组合 320"/>
            <p:cNvGrpSpPr/>
            <p:nvPr/>
          </p:nvGrpSpPr>
          <p:grpSpPr>
            <a:xfrm>
              <a:off x="3230563" y="3582988"/>
              <a:ext cx="274638" cy="280988"/>
              <a:chOff x="3230563" y="3582988"/>
              <a:chExt cx="274638" cy="280988"/>
            </a:xfrm>
          </p:grpSpPr>
          <p:sp>
            <p:nvSpPr>
              <p:cNvPr id="205" name="Oval 72"/>
              <p:cNvSpPr>
                <a:spLocks noChangeArrowheads="1"/>
              </p:cNvSpPr>
              <p:nvPr/>
            </p:nvSpPr>
            <p:spPr bwMode="auto">
              <a:xfrm>
                <a:off x="3457576" y="38385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Oval 73"/>
              <p:cNvSpPr>
                <a:spLocks noChangeArrowheads="1"/>
              </p:cNvSpPr>
              <p:nvPr/>
            </p:nvSpPr>
            <p:spPr bwMode="auto">
              <a:xfrm>
                <a:off x="3252788" y="38385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Freeform 74"/>
              <p:cNvSpPr>
                <a:spLocks/>
              </p:cNvSpPr>
              <p:nvPr/>
            </p:nvSpPr>
            <p:spPr bwMode="auto">
              <a:xfrm>
                <a:off x="3252788" y="3582988"/>
                <a:ext cx="230188" cy="127000"/>
              </a:xfrm>
              <a:custGeom>
                <a:avLst/>
                <a:gdLst>
                  <a:gd name="T0" fmla="*/ 72 w 72"/>
                  <a:gd name="T1" fmla="*/ 4 h 40"/>
                  <a:gd name="T2" fmla="*/ 68 w 72"/>
                  <a:gd name="T3" fmla="*/ 0 h 40"/>
                  <a:gd name="T4" fmla="*/ 4 w 72"/>
                  <a:gd name="T5" fmla="*/ 0 h 40"/>
                  <a:gd name="T6" fmla="*/ 0 w 72"/>
                  <a:gd name="T7" fmla="*/ 4 h 40"/>
                  <a:gd name="T8" fmla="*/ 0 w 72"/>
                  <a:gd name="T9" fmla="*/ 40 h 40"/>
                  <a:gd name="T10" fmla="*/ 72 w 72"/>
                  <a:gd name="T11" fmla="*/ 40 h 40"/>
                  <a:gd name="T12" fmla="*/ 72 w 72"/>
                  <a:gd name="T13" fmla="*/ 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40">
                    <a:moveTo>
                      <a:pt x="72" y="4"/>
                    </a:moveTo>
                    <a:cubicBezTo>
                      <a:pt x="72" y="2"/>
                      <a:pt x="70" y="0"/>
                      <a:pt x="6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72" y="40"/>
                      <a:pt x="72" y="40"/>
                      <a:pt x="72" y="40"/>
                    </a:cubicBezTo>
                    <a:lnTo>
                      <a:pt x="72" y="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Freeform 75"/>
              <p:cNvSpPr>
                <a:spLocks noEditPoints="1"/>
              </p:cNvSpPr>
              <p:nvPr/>
            </p:nvSpPr>
            <p:spPr bwMode="auto">
              <a:xfrm>
                <a:off x="3230563" y="3722688"/>
                <a:ext cx="274638" cy="141288"/>
              </a:xfrm>
              <a:custGeom>
                <a:avLst/>
                <a:gdLst>
                  <a:gd name="T0" fmla="*/ 86 w 86"/>
                  <a:gd name="T1" fmla="*/ 15 h 44"/>
                  <a:gd name="T2" fmla="*/ 80 w 86"/>
                  <a:gd name="T3" fmla="*/ 0 h 44"/>
                  <a:gd name="T4" fmla="*/ 6 w 86"/>
                  <a:gd name="T5" fmla="*/ 0 h 44"/>
                  <a:gd name="T6" fmla="*/ 0 w 86"/>
                  <a:gd name="T7" fmla="*/ 15 h 44"/>
                  <a:gd name="T8" fmla="*/ 1 w 86"/>
                  <a:gd name="T9" fmla="*/ 21 h 44"/>
                  <a:gd name="T10" fmla="*/ 7 w 86"/>
                  <a:gd name="T11" fmla="*/ 24 h 44"/>
                  <a:gd name="T12" fmla="*/ 39 w 86"/>
                  <a:gd name="T13" fmla="*/ 24 h 44"/>
                  <a:gd name="T14" fmla="*/ 39 w 86"/>
                  <a:gd name="T15" fmla="*/ 36 h 44"/>
                  <a:gd name="T16" fmla="*/ 19 w 86"/>
                  <a:gd name="T17" fmla="*/ 36 h 44"/>
                  <a:gd name="T18" fmla="*/ 19 w 86"/>
                  <a:gd name="T19" fmla="*/ 44 h 44"/>
                  <a:gd name="T20" fmla="*/ 67 w 86"/>
                  <a:gd name="T21" fmla="*/ 44 h 44"/>
                  <a:gd name="T22" fmla="*/ 67 w 86"/>
                  <a:gd name="T23" fmla="*/ 36 h 44"/>
                  <a:gd name="T24" fmla="*/ 47 w 86"/>
                  <a:gd name="T25" fmla="*/ 36 h 44"/>
                  <a:gd name="T26" fmla="*/ 47 w 86"/>
                  <a:gd name="T27" fmla="*/ 24 h 44"/>
                  <a:gd name="T28" fmla="*/ 79 w 86"/>
                  <a:gd name="T29" fmla="*/ 24 h 44"/>
                  <a:gd name="T30" fmla="*/ 85 w 86"/>
                  <a:gd name="T31" fmla="*/ 21 h 44"/>
                  <a:gd name="T32" fmla="*/ 86 w 86"/>
                  <a:gd name="T33" fmla="*/ 15 h 44"/>
                  <a:gd name="T34" fmla="*/ 51 w 86"/>
                  <a:gd name="T35" fmla="*/ 16 h 44"/>
                  <a:gd name="T36" fmla="*/ 35 w 86"/>
                  <a:gd name="T37" fmla="*/ 16 h 44"/>
                  <a:gd name="T38" fmla="*/ 35 w 86"/>
                  <a:gd name="T39" fmla="*/ 8 h 44"/>
                  <a:gd name="T40" fmla="*/ 51 w 86"/>
                  <a:gd name="T41" fmla="*/ 8 h 44"/>
                  <a:gd name="T42" fmla="*/ 51 w 86"/>
                  <a:gd name="T43" fmla="*/ 1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6" h="44">
                    <a:moveTo>
                      <a:pt x="86" y="15"/>
                    </a:moveTo>
                    <a:cubicBezTo>
                      <a:pt x="80" y="0"/>
                      <a:pt x="80" y="0"/>
                      <a:pt x="8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7"/>
                      <a:pt x="0" y="19"/>
                      <a:pt x="1" y="21"/>
                    </a:cubicBezTo>
                    <a:cubicBezTo>
                      <a:pt x="3" y="23"/>
                      <a:pt x="5" y="24"/>
                      <a:pt x="7" y="24"/>
                    </a:cubicBezTo>
                    <a:cubicBezTo>
                      <a:pt x="39" y="24"/>
                      <a:pt x="39" y="24"/>
                      <a:pt x="39" y="24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19" y="44"/>
                      <a:pt x="19" y="44"/>
                      <a:pt x="19" y="44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67" y="36"/>
                      <a:pt x="67" y="36"/>
                      <a:pt x="67" y="36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81" y="24"/>
                      <a:pt x="83" y="23"/>
                      <a:pt x="85" y="21"/>
                    </a:cubicBezTo>
                    <a:cubicBezTo>
                      <a:pt x="86" y="19"/>
                      <a:pt x="86" y="17"/>
                      <a:pt x="86" y="15"/>
                    </a:cubicBezTo>
                    <a:close/>
                    <a:moveTo>
                      <a:pt x="51" y="16"/>
                    </a:moveTo>
                    <a:cubicBezTo>
                      <a:pt x="35" y="16"/>
                      <a:pt x="35" y="16"/>
                      <a:pt x="35" y="16"/>
                    </a:cubicBezTo>
                    <a:cubicBezTo>
                      <a:pt x="35" y="8"/>
                      <a:pt x="35" y="8"/>
                      <a:pt x="35" y="8"/>
                    </a:cubicBezTo>
                    <a:cubicBezTo>
                      <a:pt x="51" y="8"/>
                      <a:pt x="51" y="8"/>
                      <a:pt x="51" y="8"/>
                    </a:cubicBezTo>
                    <a:lnTo>
                      <a:pt x="51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9" name="Freeform 76"/>
            <p:cNvSpPr>
              <a:spLocks noEditPoints="1"/>
            </p:cNvSpPr>
            <p:nvPr/>
          </p:nvSpPr>
          <p:spPr bwMode="auto">
            <a:xfrm>
              <a:off x="6308726" y="2384425"/>
              <a:ext cx="230188" cy="228600"/>
            </a:xfrm>
            <a:custGeom>
              <a:avLst/>
              <a:gdLst>
                <a:gd name="T0" fmla="*/ 60 w 72"/>
                <a:gd name="T1" fmla="*/ 0 h 72"/>
                <a:gd name="T2" fmla="*/ 12 w 72"/>
                <a:gd name="T3" fmla="*/ 0 h 72"/>
                <a:gd name="T4" fmla="*/ 0 w 72"/>
                <a:gd name="T5" fmla="*/ 12 h 72"/>
                <a:gd name="T6" fmla="*/ 0 w 72"/>
                <a:gd name="T7" fmla="*/ 64 h 72"/>
                <a:gd name="T8" fmla="*/ 8 w 72"/>
                <a:gd name="T9" fmla="*/ 72 h 72"/>
                <a:gd name="T10" fmla="*/ 64 w 72"/>
                <a:gd name="T11" fmla="*/ 72 h 72"/>
                <a:gd name="T12" fmla="*/ 72 w 72"/>
                <a:gd name="T13" fmla="*/ 64 h 72"/>
                <a:gd name="T14" fmla="*/ 72 w 72"/>
                <a:gd name="T15" fmla="*/ 12 h 72"/>
                <a:gd name="T16" fmla="*/ 60 w 72"/>
                <a:gd name="T17" fmla="*/ 0 h 72"/>
                <a:gd name="T18" fmla="*/ 28 w 72"/>
                <a:gd name="T19" fmla="*/ 8 h 72"/>
                <a:gd name="T20" fmla="*/ 44 w 72"/>
                <a:gd name="T21" fmla="*/ 8 h 72"/>
                <a:gd name="T22" fmla="*/ 44 w 72"/>
                <a:gd name="T23" fmla="*/ 16 h 72"/>
                <a:gd name="T24" fmla="*/ 28 w 72"/>
                <a:gd name="T25" fmla="*/ 16 h 72"/>
                <a:gd name="T26" fmla="*/ 28 w 72"/>
                <a:gd name="T27" fmla="*/ 8 h 72"/>
                <a:gd name="T28" fmla="*/ 8 w 72"/>
                <a:gd name="T29" fmla="*/ 12 h 72"/>
                <a:gd name="T30" fmla="*/ 12 w 72"/>
                <a:gd name="T31" fmla="*/ 8 h 72"/>
                <a:gd name="T32" fmla="*/ 20 w 72"/>
                <a:gd name="T33" fmla="*/ 8 h 72"/>
                <a:gd name="T34" fmla="*/ 20 w 72"/>
                <a:gd name="T35" fmla="*/ 16 h 72"/>
                <a:gd name="T36" fmla="*/ 8 w 72"/>
                <a:gd name="T37" fmla="*/ 16 h 72"/>
                <a:gd name="T38" fmla="*/ 8 w 72"/>
                <a:gd name="T39" fmla="*/ 12 h 72"/>
                <a:gd name="T40" fmla="*/ 36 w 72"/>
                <a:gd name="T41" fmla="*/ 48 h 72"/>
                <a:gd name="T42" fmla="*/ 28 w 72"/>
                <a:gd name="T43" fmla="*/ 48 h 72"/>
                <a:gd name="T44" fmla="*/ 28 w 72"/>
                <a:gd name="T45" fmla="*/ 56 h 72"/>
                <a:gd name="T46" fmla="*/ 20 w 72"/>
                <a:gd name="T47" fmla="*/ 56 h 72"/>
                <a:gd name="T48" fmla="*/ 20 w 72"/>
                <a:gd name="T49" fmla="*/ 48 h 72"/>
                <a:gd name="T50" fmla="*/ 12 w 72"/>
                <a:gd name="T51" fmla="*/ 48 h 72"/>
                <a:gd name="T52" fmla="*/ 12 w 72"/>
                <a:gd name="T53" fmla="*/ 40 h 72"/>
                <a:gd name="T54" fmla="*/ 20 w 72"/>
                <a:gd name="T55" fmla="*/ 40 h 72"/>
                <a:gd name="T56" fmla="*/ 20 w 72"/>
                <a:gd name="T57" fmla="*/ 32 h 72"/>
                <a:gd name="T58" fmla="*/ 28 w 72"/>
                <a:gd name="T59" fmla="*/ 32 h 72"/>
                <a:gd name="T60" fmla="*/ 28 w 72"/>
                <a:gd name="T61" fmla="*/ 40 h 72"/>
                <a:gd name="T62" fmla="*/ 36 w 72"/>
                <a:gd name="T63" fmla="*/ 40 h 72"/>
                <a:gd name="T64" fmla="*/ 36 w 72"/>
                <a:gd name="T65" fmla="*/ 48 h 72"/>
                <a:gd name="T66" fmla="*/ 56 w 72"/>
                <a:gd name="T67" fmla="*/ 60 h 72"/>
                <a:gd name="T68" fmla="*/ 48 w 72"/>
                <a:gd name="T69" fmla="*/ 60 h 72"/>
                <a:gd name="T70" fmla="*/ 48 w 72"/>
                <a:gd name="T71" fmla="*/ 38 h 72"/>
                <a:gd name="T72" fmla="*/ 42 w 72"/>
                <a:gd name="T73" fmla="*/ 41 h 72"/>
                <a:gd name="T74" fmla="*/ 39 w 72"/>
                <a:gd name="T75" fmla="*/ 34 h 72"/>
                <a:gd name="T76" fmla="*/ 50 w 72"/>
                <a:gd name="T77" fmla="*/ 28 h 72"/>
                <a:gd name="T78" fmla="*/ 54 w 72"/>
                <a:gd name="T79" fmla="*/ 29 h 72"/>
                <a:gd name="T80" fmla="*/ 56 w 72"/>
                <a:gd name="T81" fmla="*/ 32 h 72"/>
                <a:gd name="T82" fmla="*/ 56 w 72"/>
                <a:gd name="T83" fmla="*/ 60 h 72"/>
                <a:gd name="T84" fmla="*/ 64 w 72"/>
                <a:gd name="T85" fmla="*/ 16 h 72"/>
                <a:gd name="T86" fmla="*/ 52 w 72"/>
                <a:gd name="T87" fmla="*/ 16 h 72"/>
                <a:gd name="T88" fmla="*/ 52 w 72"/>
                <a:gd name="T89" fmla="*/ 8 h 72"/>
                <a:gd name="T90" fmla="*/ 60 w 72"/>
                <a:gd name="T91" fmla="*/ 8 h 72"/>
                <a:gd name="T92" fmla="*/ 64 w 72"/>
                <a:gd name="T93" fmla="*/ 12 h 72"/>
                <a:gd name="T94" fmla="*/ 64 w 72"/>
                <a:gd name="T95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2" h="72">
                  <a:moveTo>
                    <a:pt x="6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4" y="72"/>
                    <a:pt x="8" y="72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8" y="72"/>
                    <a:pt x="72" y="68"/>
                    <a:pt x="72" y="64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5"/>
                    <a:pt x="67" y="0"/>
                    <a:pt x="60" y="0"/>
                  </a:cubicBezTo>
                  <a:close/>
                  <a:moveTo>
                    <a:pt x="28" y="8"/>
                  </a:moveTo>
                  <a:cubicBezTo>
                    <a:pt x="44" y="8"/>
                    <a:pt x="44" y="8"/>
                    <a:pt x="44" y="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28" y="16"/>
                    <a:pt x="28" y="16"/>
                    <a:pt x="28" y="16"/>
                  </a:cubicBezTo>
                  <a:lnTo>
                    <a:pt x="28" y="8"/>
                  </a:lnTo>
                  <a:close/>
                  <a:moveTo>
                    <a:pt x="8" y="12"/>
                  </a:moveTo>
                  <a:cubicBezTo>
                    <a:pt x="8" y="10"/>
                    <a:pt x="10" y="8"/>
                    <a:pt x="12" y="8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8" y="16"/>
                    <a:pt x="8" y="16"/>
                    <a:pt x="8" y="16"/>
                  </a:cubicBezTo>
                  <a:lnTo>
                    <a:pt x="8" y="12"/>
                  </a:lnTo>
                  <a:close/>
                  <a:moveTo>
                    <a:pt x="36" y="48"/>
                  </a:moveTo>
                  <a:cubicBezTo>
                    <a:pt x="28" y="48"/>
                    <a:pt x="28" y="48"/>
                    <a:pt x="28" y="48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36" y="40"/>
                    <a:pt x="36" y="40"/>
                    <a:pt x="36" y="40"/>
                  </a:cubicBezTo>
                  <a:lnTo>
                    <a:pt x="36" y="48"/>
                  </a:lnTo>
                  <a:close/>
                  <a:moveTo>
                    <a:pt x="56" y="60"/>
                  </a:moveTo>
                  <a:cubicBezTo>
                    <a:pt x="48" y="60"/>
                    <a:pt x="48" y="60"/>
                    <a:pt x="48" y="60"/>
                  </a:cubicBezTo>
                  <a:cubicBezTo>
                    <a:pt x="48" y="38"/>
                    <a:pt x="48" y="38"/>
                    <a:pt x="48" y="38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51" y="28"/>
                    <a:pt x="53" y="28"/>
                    <a:pt x="54" y="29"/>
                  </a:cubicBezTo>
                  <a:cubicBezTo>
                    <a:pt x="55" y="29"/>
                    <a:pt x="56" y="31"/>
                    <a:pt x="56" y="32"/>
                  </a:cubicBezTo>
                  <a:lnTo>
                    <a:pt x="56" y="60"/>
                  </a:lnTo>
                  <a:close/>
                  <a:moveTo>
                    <a:pt x="64" y="16"/>
                  </a:moveTo>
                  <a:cubicBezTo>
                    <a:pt x="52" y="16"/>
                    <a:pt x="52" y="16"/>
                    <a:pt x="52" y="16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2" y="8"/>
                    <a:pt x="64" y="10"/>
                    <a:pt x="64" y="12"/>
                  </a:cubicBezTo>
                  <a:lnTo>
                    <a:pt x="64" y="16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0" name="Freeform 77"/>
            <p:cNvSpPr>
              <a:spLocks noEditPoints="1"/>
            </p:cNvSpPr>
            <p:nvPr/>
          </p:nvSpPr>
          <p:spPr bwMode="auto">
            <a:xfrm>
              <a:off x="3227388" y="2359025"/>
              <a:ext cx="280988" cy="279400"/>
            </a:xfrm>
            <a:custGeom>
              <a:avLst/>
              <a:gdLst>
                <a:gd name="T0" fmla="*/ 44 w 88"/>
                <a:gd name="T1" fmla="*/ 0 h 88"/>
                <a:gd name="T2" fmla="*/ 0 w 88"/>
                <a:gd name="T3" fmla="*/ 44 h 88"/>
                <a:gd name="T4" fmla="*/ 44 w 88"/>
                <a:gd name="T5" fmla="*/ 88 h 88"/>
                <a:gd name="T6" fmla="*/ 88 w 88"/>
                <a:gd name="T7" fmla="*/ 44 h 88"/>
                <a:gd name="T8" fmla="*/ 44 w 88"/>
                <a:gd name="T9" fmla="*/ 0 h 88"/>
                <a:gd name="T10" fmla="*/ 52 w 88"/>
                <a:gd name="T11" fmla="*/ 64 h 88"/>
                <a:gd name="T12" fmla="*/ 48 w 88"/>
                <a:gd name="T13" fmla="*/ 64 h 88"/>
                <a:gd name="T14" fmla="*/ 48 w 88"/>
                <a:gd name="T15" fmla="*/ 56 h 88"/>
                <a:gd name="T16" fmla="*/ 52 w 88"/>
                <a:gd name="T17" fmla="*/ 56 h 88"/>
                <a:gd name="T18" fmla="*/ 60 w 88"/>
                <a:gd name="T19" fmla="*/ 48 h 88"/>
                <a:gd name="T20" fmla="*/ 52 w 88"/>
                <a:gd name="T21" fmla="*/ 40 h 88"/>
                <a:gd name="T22" fmla="*/ 30 w 88"/>
                <a:gd name="T23" fmla="*/ 40 h 88"/>
                <a:gd name="T24" fmla="*/ 38 w 88"/>
                <a:gd name="T25" fmla="*/ 48 h 88"/>
                <a:gd name="T26" fmla="*/ 32 w 88"/>
                <a:gd name="T27" fmla="*/ 54 h 88"/>
                <a:gd name="T28" fmla="*/ 14 w 88"/>
                <a:gd name="T29" fmla="*/ 36 h 88"/>
                <a:gd name="T30" fmla="*/ 32 w 88"/>
                <a:gd name="T31" fmla="*/ 18 h 88"/>
                <a:gd name="T32" fmla="*/ 38 w 88"/>
                <a:gd name="T33" fmla="*/ 24 h 88"/>
                <a:gd name="T34" fmla="*/ 30 w 88"/>
                <a:gd name="T35" fmla="*/ 32 h 88"/>
                <a:gd name="T36" fmla="*/ 52 w 88"/>
                <a:gd name="T37" fmla="*/ 32 h 88"/>
                <a:gd name="T38" fmla="*/ 68 w 88"/>
                <a:gd name="T39" fmla="*/ 48 h 88"/>
                <a:gd name="T40" fmla="*/ 52 w 88"/>
                <a:gd name="T41" fmla="*/ 6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88">
                  <a:moveTo>
                    <a:pt x="44" y="0"/>
                  </a:moveTo>
                  <a:cubicBezTo>
                    <a:pt x="20" y="0"/>
                    <a:pt x="0" y="20"/>
                    <a:pt x="0" y="44"/>
                  </a:cubicBezTo>
                  <a:cubicBezTo>
                    <a:pt x="0" y="68"/>
                    <a:pt x="20" y="88"/>
                    <a:pt x="44" y="88"/>
                  </a:cubicBezTo>
                  <a:cubicBezTo>
                    <a:pt x="68" y="88"/>
                    <a:pt x="88" y="68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lose/>
                  <a:moveTo>
                    <a:pt x="52" y="64"/>
                  </a:moveTo>
                  <a:cubicBezTo>
                    <a:pt x="48" y="64"/>
                    <a:pt x="48" y="64"/>
                    <a:pt x="48" y="6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6" y="56"/>
                    <a:pt x="60" y="52"/>
                    <a:pt x="60" y="48"/>
                  </a:cubicBezTo>
                  <a:cubicBezTo>
                    <a:pt x="60" y="44"/>
                    <a:pt x="56" y="40"/>
                    <a:pt x="52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61" y="32"/>
                    <a:pt x="68" y="39"/>
                    <a:pt x="68" y="48"/>
                  </a:cubicBezTo>
                  <a:cubicBezTo>
                    <a:pt x="68" y="57"/>
                    <a:pt x="61" y="64"/>
                    <a:pt x="52" y="64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1" name="Freeform 78"/>
            <p:cNvSpPr>
              <a:spLocks noEditPoints="1"/>
            </p:cNvSpPr>
            <p:nvPr/>
          </p:nvSpPr>
          <p:spPr bwMode="auto">
            <a:xfrm>
              <a:off x="3838576" y="2359025"/>
              <a:ext cx="280988" cy="279400"/>
            </a:xfrm>
            <a:custGeom>
              <a:avLst/>
              <a:gdLst>
                <a:gd name="T0" fmla="*/ 44 w 88"/>
                <a:gd name="T1" fmla="*/ 0 h 88"/>
                <a:gd name="T2" fmla="*/ 0 w 88"/>
                <a:gd name="T3" fmla="*/ 44 h 88"/>
                <a:gd name="T4" fmla="*/ 44 w 88"/>
                <a:gd name="T5" fmla="*/ 88 h 88"/>
                <a:gd name="T6" fmla="*/ 88 w 88"/>
                <a:gd name="T7" fmla="*/ 44 h 88"/>
                <a:gd name="T8" fmla="*/ 44 w 88"/>
                <a:gd name="T9" fmla="*/ 0 h 88"/>
                <a:gd name="T10" fmla="*/ 56 w 88"/>
                <a:gd name="T11" fmla="*/ 54 h 88"/>
                <a:gd name="T12" fmla="*/ 50 w 88"/>
                <a:gd name="T13" fmla="*/ 48 h 88"/>
                <a:gd name="T14" fmla="*/ 58 w 88"/>
                <a:gd name="T15" fmla="*/ 40 h 88"/>
                <a:gd name="T16" fmla="*/ 36 w 88"/>
                <a:gd name="T17" fmla="*/ 40 h 88"/>
                <a:gd name="T18" fmla="*/ 28 w 88"/>
                <a:gd name="T19" fmla="*/ 48 h 88"/>
                <a:gd name="T20" fmla="*/ 36 w 88"/>
                <a:gd name="T21" fmla="*/ 56 h 88"/>
                <a:gd name="T22" fmla="*/ 40 w 88"/>
                <a:gd name="T23" fmla="*/ 56 h 88"/>
                <a:gd name="T24" fmla="*/ 40 w 88"/>
                <a:gd name="T25" fmla="*/ 64 h 88"/>
                <a:gd name="T26" fmla="*/ 36 w 88"/>
                <a:gd name="T27" fmla="*/ 64 h 88"/>
                <a:gd name="T28" fmla="*/ 20 w 88"/>
                <a:gd name="T29" fmla="*/ 48 h 88"/>
                <a:gd name="T30" fmla="*/ 36 w 88"/>
                <a:gd name="T31" fmla="*/ 32 h 88"/>
                <a:gd name="T32" fmla="*/ 58 w 88"/>
                <a:gd name="T33" fmla="*/ 32 h 88"/>
                <a:gd name="T34" fmla="*/ 50 w 88"/>
                <a:gd name="T35" fmla="*/ 24 h 88"/>
                <a:gd name="T36" fmla="*/ 56 w 88"/>
                <a:gd name="T37" fmla="*/ 18 h 88"/>
                <a:gd name="T38" fmla="*/ 74 w 88"/>
                <a:gd name="T39" fmla="*/ 36 h 88"/>
                <a:gd name="T40" fmla="*/ 56 w 88"/>
                <a:gd name="T41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88">
                  <a:moveTo>
                    <a:pt x="44" y="0"/>
                  </a:moveTo>
                  <a:cubicBezTo>
                    <a:pt x="20" y="0"/>
                    <a:pt x="0" y="20"/>
                    <a:pt x="0" y="44"/>
                  </a:cubicBezTo>
                  <a:cubicBezTo>
                    <a:pt x="0" y="68"/>
                    <a:pt x="20" y="88"/>
                    <a:pt x="44" y="88"/>
                  </a:cubicBezTo>
                  <a:cubicBezTo>
                    <a:pt x="68" y="88"/>
                    <a:pt x="88" y="68"/>
                    <a:pt x="88" y="44"/>
                  </a:cubicBezTo>
                  <a:cubicBezTo>
                    <a:pt x="88" y="20"/>
                    <a:pt x="68" y="0"/>
                    <a:pt x="44" y="0"/>
                  </a:cubicBezTo>
                  <a:close/>
                  <a:moveTo>
                    <a:pt x="56" y="54"/>
                  </a:moveTo>
                  <a:cubicBezTo>
                    <a:pt x="50" y="48"/>
                    <a:pt x="50" y="48"/>
                    <a:pt x="50" y="48"/>
                  </a:cubicBezTo>
                  <a:cubicBezTo>
                    <a:pt x="58" y="40"/>
                    <a:pt x="58" y="40"/>
                    <a:pt x="58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2" y="40"/>
                    <a:pt x="28" y="44"/>
                    <a:pt x="28" y="48"/>
                  </a:cubicBezTo>
                  <a:cubicBezTo>
                    <a:pt x="28" y="52"/>
                    <a:pt x="32" y="56"/>
                    <a:pt x="36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27" y="64"/>
                    <a:pt x="20" y="57"/>
                    <a:pt x="20" y="48"/>
                  </a:cubicBezTo>
                  <a:cubicBezTo>
                    <a:pt x="20" y="39"/>
                    <a:pt x="27" y="32"/>
                    <a:pt x="36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6" y="18"/>
                    <a:pt x="56" y="18"/>
                    <a:pt x="56" y="18"/>
                  </a:cubicBezTo>
                  <a:cubicBezTo>
                    <a:pt x="74" y="36"/>
                    <a:pt x="74" y="36"/>
                    <a:pt x="74" y="36"/>
                  </a:cubicBezTo>
                  <a:lnTo>
                    <a:pt x="56" y="5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2" name="Freeform 79"/>
            <p:cNvSpPr>
              <a:spLocks/>
            </p:cNvSpPr>
            <p:nvPr/>
          </p:nvSpPr>
          <p:spPr bwMode="auto">
            <a:xfrm>
              <a:off x="6296026" y="3633788"/>
              <a:ext cx="255588" cy="179388"/>
            </a:xfrm>
            <a:custGeom>
              <a:avLst/>
              <a:gdLst>
                <a:gd name="T0" fmla="*/ 52 w 80"/>
                <a:gd name="T1" fmla="*/ 0 h 56"/>
                <a:gd name="T2" fmla="*/ 28 w 80"/>
                <a:gd name="T3" fmla="*/ 13 h 56"/>
                <a:gd name="T4" fmla="*/ 40 w 80"/>
                <a:gd name="T5" fmla="*/ 24 h 56"/>
                <a:gd name="T6" fmla="*/ 37 w 80"/>
                <a:gd name="T7" fmla="*/ 26 h 56"/>
                <a:gd name="T8" fmla="*/ 20 w 80"/>
                <a:gd name="T9" fmla="*/ 16 h 56"/>
                <a:gd name="T10" fmla="*/ 0 w 80"/>
                <a:gd name="T11" fmla="*/ 36 h 56"/>
                <a:gd name="T12" fmla="*/ 20 w 80"/>
                <a:gd name="T13" fmla="*/ 56 h 56"/>
                <a:gd name="T14" fmla="*/ 52 w 80"/>
                <a:gd name="T15" fmla="*/ 56 h 56"/>
                <a:gd name="T16" fmla="*/ 80 w 80"/>
                <a:gd name="T17" fmla="*/ 28 h 56"/>
                <a:gd name="T18" fmla="*/ 52 w 80"/>
                <a:gd name="T1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56">
                  <a:moveTo>
                    <a:pt x="52" y="0"/>
                  </a:moveTo>
                  <a:cubicBezTo>
                    <a:pt x="42" y="0"/>
                    <a:pt x="33" y="5"/>
                    <a:pt x="28" y="13"/>
                  </a:cubicBezTo>
                  <a:cubicBezTo>
                    <a:pt x="32" y="15"/>
                    <a:pt x="36" y="18"/>
                    <a:pt x="40" y="24"/>
                  </a:cubicBezTo>
                  <a:cubicBezTo>
                    <a:pt x="37" y="26"/>
                    <a:pt x="37" y="26"/>
                    <a:pt x="37" y="26"/>
                  </a:cubicBezTo>
                  <a:cubicBezTo>
                    <a:pt x="31" y="18"/>
                    <a:pt x="26" y="16"/>
                    <a:pt x="20" y="16"/>
                  </a:cubicBezTo>
                  <a:cubicBezTo>
                    <a:pt x="9" y="16"/>
                    <a:pt x="0" y="25"/>
                    <a:pt x="0" y="36"/>
                  </a:cubicBezTo>
                  <a:cubicBezTo>
                    <a:pt x="0" y="47"/>
                    <a:pt x="9" y="56"/>
                    <a:pt x="20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67" y="56"/>
                    <a:pt x="80" y="43"/>
                    <a:pt x="80" y="28"/>
                  </a:cubicBezTo>
                  <a:cubicBezTo>
                    <a:pt x="80" y="13"/>
                    <a:pt x="67" y="0"/>
                    <a:pt x="52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24" name="组合 323"/>
            <p:cNvGrpSpPr/>
            <p:nvPr/>
          </p:nvGrpSpPr>
          <p:grpSpPr>
            <a:xfrm>
              <a:off x="6919913" y="3570288"/>
              <a:ext cx="230188" cy="306387"/>
              <a:chOff x="6919913" y="3570288"/>
              <a:chExt cx="230188" cy="306387"/>
            </a:xfrm>
          </p:grpSpPr>
          <p:sp>
            <p:nvSpPr>
              <p:cNvPr id="213" name="Freeform 80"/>
              <p:cNvSpPr>
                <a:spLocks noEditPoints="1"/>
              </p:cNvSpPr>
              <p:nvPr/>
            </p:nvSpPr>
            <p:spPr bwMode="auto">
              <a:xfrm>
                <a:off x="6919913" y="3722688"/>
                <a:ext cx="230188" cy="65088"/>
              </a:xfrm>
              <a:custGeom>
                <a:avLst/>
                <a:gdLst>
                  <a:gd name="T0" fmla="*/ 72 w 72"/>
                  <a:gd name="T1" fmla="*/ 20 h 20"/>
                  <a:gd name="T2" fmla="*/ 72 w 72"/>
                  <a:gd name="T3" fmla="*/ 8 h 20"/>
                  <a:gd name="T4" fmla="*/ 64 w 72"/>
                  <a:gd name="T5" fmla="*/ 0 h 20"/>
                  <a:gd name="T6" fmla="*/ 8 w 72"/>
                  <a:gd name="T7" fmla="*/ 0 h 20"/>
                  <a:gd name="T8" fmla="*/ 0 w 72"/>
                  <a:gd name="T9" fmla="*/ 8 h 20"/>
                  <a:gd name="T10" fmla="*/ 0 w 72"/>
                  <a:gd name="T11" fmla="*/ 20 h 20"/>
                  <a:gd name="T12" fmla="*/ 72 w 72"/>
                  <a:gd name="T13" fmla="*/ 20 h 20"/>
                  <a:gd name="T14" fmla="*/ 54 w 72"/>
                  <a:gd name="T15" fmla="*/ 6 h 20"/>
                  <a:gd name="T16" fmla="*/ 58 w 72"/>
                  <a:gd name="T17" fmla="*/ 10 h 20"/>
                  <a:gd name="T18" fmla="*/ 54 w 72"/>
                  <a:gd name="T19" fmla="*/ 14 h 20"/>
                  <a:gd name="T20" fmla="*/ 50 w 72"/>
                  <a:gd name="T21" fmla="*/ 10 h 20"/>
                  <a:gd name="T22" fmla="*/ 54 w 72"/>
                  <a:gd name="T23" fmla="*/ 6 h 20"/>
                  <a:gd name="T24" fmla="*/ 42 w 72"/>
                  <a:gd name="T25" fmla="*/ 6 h 20"/>
                  <a:gd name="T26" fmla="*/ 46 w 72"/>
                  <a:gd name="T27" fmla="*/ 10 h 20"/>
                  <a:gd name="T28" fmla="*/ 42 w 72"/>
                  <a:gd name="T29" fmla="*/ 14 h 20"/>
                  <a:gd name="T30" fmla="*/ 38 w 72"/>
                  <a:gd name="T31" fmla="*/ 10 h 20"/>
                  <a:gd name="T32" fmla="*/ 42 w 72"/>
                  <a:gd name="T33" fmla="*/ 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20">
                    <a:moveTo>
                      <a:pt x="72" y="20"/>
                    </a:move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0"/>
                      <a:pt x="0" y="20"/>
                      <a:pt x="0" y="20"/>
                    </a:cubicBezTo>
                    <a:lnTo>
                      <a:pt x="72" y="20"/>
                    </a:lnTo>
                    <a:close/>
                    <a:moveTo>
                      <a:pt x="54" y="6"/>
                    </a:moveTo>
                    <a:cubicBezTo>
                      <a:pt x="56" y="6"/>
                      <a:pt x="58" y="8"/>
                      <a:pt x="58" y="10"/>
                    </a:cubicBezTo>
                    <a:cubicBezTo>
                      <a:pt x="58" y="12"/>
                      <a:pt x="56" y="14"/>
                      <a:pt x="54" y="14"/>
                    </a:cubicBezTo>
                    <a:cubicBezTo>
                      <a:pt x="52" y="14"/>
                      <a:pt x="50" y="12"/>
                      <a:pt x="50" y="10"/>
                    </a:cubicBezTo>
                    <a:cubicBezTo>
                      <a:pt x="50" y="8"/>
                      <a:pt x="52" y="6"/>
                      <a:pt x="54" y="6"/>
                    </a:cubicBezTo>
                    <a:close/>
                    <a:moveTo>
                      <a:pt x="42" y="6"/>
                    </a:moveTo>
                    <a:cubicBezTo>
                      <a:pt x="44" y="6"/>
                      <a:pt x="46" y="8"/>
                      <a:pt x="46" y="10"/>
                    </a:cubicBezTo>
                    <a:cubicBezTo>
                      <a:pt x="46" y="12"/>
                      <a:pt x="44" y="14"/>
                      <a:pt x="42" y="14"/>
                    </a:cubicBezTo>
                    <a:cubicBezTo>
                      <a:pt x="40" y="14"/>
                      <a:pt x="38" y="12"/>
                      <a:pt x="38" y="10"/>
                    </a:cubicBezTo>
                    <a:cubicBezTo>
                      <a:pt x="38" y="8"/>
                      <a:pt x="40" y="6"/>
                      <a:pt x="42" y="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Freeform 81"/>
              <p:cNvSpPr>
                <a:spLocks noEditPoints="1"/>
              </p:cNvSpPr>
              <p:nvPr/>
            </p:nvSpPr>
            <p:spPr bwMode="auto">
              <a:xfrm>
                <a:off x="6919913" y="3813175"/>
                <a:ext cx="230188" cy="63500"/>
              </a:xfrm>
              <a:custGeom>
                <a:avLst/>
                <a:gdLst>
                  <a:gd name="T0" fmla="*/ 72 w 72"/>
                  <a:gd name="T1" fmla="*/ 0 h 20"/>
                  <a:gd name="T2" fmla="*/ 0 w 72"/>
                  <a:gd name="T3" fmla="*/ 0 h 20"/>
                  <a:gd name="T4" fmla="*/ 0 w 72"/>
                  <a:gd name="T5" fmla="*/ 12 h 20"/>
                  <a:gd name="T6" fmla="*/ 8 w 72"/>
                  <a:gd name="T7" fmla="*/ 20 h 20"/>
                  <a:gd name="T8" fmla="*/ 64 w 72"/>
                  <a:gd name="T9" fmla="*/ 20 h 20"/>
                  <a:gd name="T10" fmla="*/ 72 w 72"/>
                  <a:gd name="T11" fmla="*/ 12 h 20"/>
                  <a:gd name="T12" fmla="*/ 72 w 72"/>
                  <a:gd name="T13" fmla="*/ 0 h 20"/>
                  <a:gd name="T14" fmla="*/ 42 w 72"/>
                  <a:gd name="T15" fmla="*/ 14 h 20"/>
                  <a:gd name="T16" fmla="*/ 38 w 72"/>
                  <a:gd name="T17" fmla="*/ 10 h 20"/>
                  <a:gd name="T18" fmla="*/ 42 w 72"/>
                  <a:gd name="T19" fmla="*/ 6 h 20"/>
                  <a:gd name="T20" fmla="*/ 46 w 72"/>
                  <a:gd name="T21" fmla="*/ 10 h 20"/>
                  <a:gd name="T22" fmla="*/ 42 w 72"/>
                  <a:gd name="T23" fmla="*/ 14 h 20"/>
                  <a:gd name="T24" fmla="*/ 54 w 72"/>
                  <a:gd name="T25" fmla="*/ 14 h 20"/>
                  <a:gd name="T26" fmla="*/ 50 w 72"/>
                  <a:gd name="T27" fmla="*/ 10 h 20"/>
                  <a:gd name="T28" fmla="*/ 54 w 72"/>
                  <a:gd name="T29" fmla="*/ 6 h 20"/>
                  <a:gd name="T30" fmla="*/ 58 w 72"/>
                  <a:gd name="T31" fmla="*/ 10 h 20"/>
                  <a:gd name="T32" fmla="*/ 54 w 72"/>
                  <a:gd name="T33" fmla="*/ 1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20">
                    <a:moveTo>
                      <a:pt x="7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6"/>
                      <a:pt x="4" y="20"/>
                      <a:pt x="8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8" y="20"/>
                      <a:pt x="72" y="16"/>
                      <a:pt x="72" y="12"/>
                    </a:cubicBezTo>
                    <a:lnTo>
                      <a:pt x="72" y="0"/>
                    </a:lnTo>
                    <a:close/>
                    <a:moveTo>
                      <a:pt x="42" y="14"/>
                    </a:moveTo>
                    <a:cubicBezTo>
                      <a:pt x="40" y="14"/>
                      <a:pt x="38" y="12"/>
                      <a:pt x="38" y="10"/>
                    </a:cubicBezTo>
                    <a:cubicBezTo>
                      <a:pt x="38" y="8"/>
                      <a:pt x="40" y="6"/>
                      <a:pt x="42" y="6"/>
                    </a:cubicBezTo>
                    <a:cubicBezTo>
                      <a:pt x="44" y="6"/>
                      <a:pt x="46" y="8"/>
                      <a:pt x="46" y="10"/>
                    </a:cubicBezTo>
                    <a:cubicBezTo>
                      <a:pt x="46" y="12"/>
                      <a:pt x="44" y="14"/>
                      <a:pt x="42" y="14"/>
                    </a:cubicBezTo>
                    <a:close/>
                    <a:moveTo>
                      <a:pt x="54" y="14"/>
                    </a:moveTo>
                    <a:cubicBezTo>
                      <a:pt x="52" y="14"/>
                      <a:pt x="50" y="12"/>
                      <a:pt x="50" y="10"/>
                    </a:cubicBezTo>
                    <a:cubicBezTo>
                      <a:pt x="50" y="8"/>
                      <a:pt x="52" y="6"/>
                      <a:pt x="54" y="6"/>
                    </a:cubicBezTo>
                    <a:cubicBezTo>
                      <a:pt x="56" y="6"/>
                      <a:pt x="58" y="8"/>
                      <a:pt x="58" y="10"/>
                    </a:cubicBezTo>
                    <a:cubicBezTo>
                      <a:pt x="58" y="12"/>
                      <a:pt x="56" y="14"/>
                      <a:pt x="54" y="1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Freeform 82"/>
              <p:cNvSpPr>
                <a:spLocks/>
              </p:cNvSpPr>
              <p:nvPr/>
            </p:nvSpPr>
            <p:spPr bwMode="auto">
              <a:xfrm>
                <a:off x="6946901" y="3570288"/>
                <a:ext cx="177800" cy="127000"/>
              </a:xfrm>
              <a:custGeom>
                <a:avLst/>
                <a:gdLst>
                  <a:gd name="T0" fmla="*/ 36 w 56"/>
                  <a:gd name="T1" fmla="*/ 0 h 40"/>
                  <a:gd name="T2" fmla="*/ 20 w 56"/>
                  <a:gd name="T3" fmla="*/ 8 h 40"/>
                  <a:gd name="T4" fmla="*/ 29 w 56"/>
                  <a:gd name="T5" fmla="*/ 16 h 40"/>
                  <a:gd name="T6" fmla="*/ 26 w 56"/>
                  <a:gd name="T7" fmla="*/ 19 h 40"/>
                  <a:gd name="T8" fmla="*/ 14 w 56"/>
                  <a:gd name="T9" fmla="*/ 11 h 40"/>
                  <a:gd name="T10" fmla="*/ 0 w 56"/>
                  <a:gd name="T11" fmla="*/ 26 h 40"/>
                  <a:gd name="T12" fmla="*/ 14 w 56"/>
                  <a:gd name="T13" fmla="*/ 40 h 40"/>
                  <a:gd name="T14" fmla="*/ 36 w 56"/>
                  <a:gd name="T15" fmla="*/ 40 h 40"/>
                  <a:gd name="T16" fmla="*/ 56 w 56"/>
                  <a:gd name="T17" fmla="*/ 20 h 40"/>
                  <a:gd name="T18" fmla="*/ 36 w 56"/>
                  <a:gd name="T1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6" h="40">
                    <a:moveTo>
                      <a:pt x="36" y="0"/>
                    </a:moveTo>
                    <a:cubicBezTo>
                      <a:pt x="30" y="0"/>
                      <a:pt x="24" y="3"/>
                      <a:pt x="20" y="8"/>
                    </a:cubicBezTo>
                    <a:cubicBezTo>
                      <a:pt x="25" y="10"/>
                      <a:pt x="28" y="14"/>
                      <a:pt x="29" y="16"/>
                    </a:cubicBezTo>
                    <a:cubicBezTo>
                      <a:pt x="29" y="16"/>
                      <a:pt x="26" y="19"/>
                      <a:pt x="26" y="19"/>
                    </a:cubicBezTo>
                    <a:cubicBezTo>
                      <a:pt x="21" y="13"/>
                      <a:pt x="18" y="11"/>
                      <a:pt x="14" y="11"/>
                    </a:cubicBezTo>
                    <a:cubicBezTo>
                      <a:pt x="6" y="11"/>
                      <a:pt x="0" y="18"/>
                      <a:pt x="0" y="26"/>
                    </a:cubicBezTo>
                    <a:cubicBezTo>
                      <a:pt x="0" y="34"/>
                      <a:pt x="6" y="40"/>
                      <a:pt x="14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47" y="40"/>
                      <a:pt x="56" y="31"/>
                      <a:pt x="56" y="20"/>
                    </a:cubicBezTo>
                    <a:cubicBezTo>
                      <a:pt x="56" y="9"/>
                      <a:pt x="47" y="0"/>
                      <a:pt x="36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6" name="Freeform 83"/>
            <p:cNvSpPr>
              <a:spLocks/>
            </p:cNvSpPr>
            <p:nvPr/>
          </p:nvSpPr>
          <p:spPr bwMode="auto">
            <a:xfrm>
              <a:off x="7519988" y="3595688"/>
              <a:ext cx="254000" cy="255588"/>
            </a:xfrm>
            <a:custGeom>
              <a:avLst/>
              <a:gdLst>
                <a:gd name="T0" fmla="*/ 40 w 80"/>
                <a:gd name="T1" fmla="*/ 0 h 80"/>
                <a:gd name="T2" fmla="*/ 12 w 80"/>
                <a:gd name="T3" fmla="*/ 12 h 80"/>
                <a:gd name="T4" fmla="*/ 4 w 80"/>
                <a:gd name="T5" fmla="*/ 4 h 80"/>
                <a:gd name="T6" fmla="*/ 4 w 80"/>
                <a:gd name="T7" fmla="*/ 28 h 80"/>
                <a:gd name="T8" fmla="*/ 28 w 80"/>
                <a:gd name="T9" fmla="*/ 28 h 80"/>
                <a:gd name="T10" fmla="*/ 17 w 80"/>
                <a:gd name="T11" fmla="*/ 17 h 80"/>
                <a:gd name="T12" fmla="*/ 40 w 80"/>
                <a:gd name="T13" fmla="*/ 8 h 80"/>
                <a:gd name="T14" fmla="*/ 72 w 80"/>
                <a:gd name="T15" fmla="*/ 40 h 80"/>
                <a:gd name="T16" fmla="*/ 40 w 80"/>
                <a:gd name="T17" fmla="*/ 72 h 80"/>
                <a:gd name="T18" fmla="*/ 8 w 80"/>
                <a:gd name="T19" fmla="*/ 40 h 80"/>
                <a:gd name="T20" fmla="*/ 0 w 80"/>
                <a:gd name="T21" fmla="*/ 40 h 80"/>
                <a:gd name="T22" fmla="*/ 40 w 80"/>
                <a:gd name="T23" fmla="*/ 80 h 80"/>
                <a:gd name="T24" fmla="*/ 80 w 80"/>
                <a:gd name="T25" fmla="*/ 40 h 80"/>
                <a:gd name="T26" fmla="*/ 40 w 80"/>
                <a:gd name="T27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29" y="0"/>
                    <a:pt x="19" y="4"/>
                    <a:pt x="12" y="12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23" y="11"/>
                    <a:pt x="31" y="8"/>
                    <a:pt x="40" y="8"/>
                  </a:cubicBezTo>
                  <a:cubicBezTo>
                    <a:pt x="58" y="8"/>
                    <a:pt x="72" y="22"/>
                    <a:pt x="72" y="40"/>
                  </a:cubicBezTo>
                  <a:cubicBezTo>
                    <a:pt x="72" y="58"/>
                    <a:pt x="58" y="72"/>
                    <a:pt x="40" y="72"/>
                  </a:cubicBezTo>
                  <a:cubicBezTo>
                    <a:pt x="22" y="72"/>
                    <a:pt x="8" y="58"/>
                    <a:pt x="8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25" name="组合 324"/>
            <p:cNvGrpSpPr/>
            <p:nvPr/>
          </p:nvGrpSpPr>
          <p:grpSpPr>
            <a:xfrm>
              <a:off x="8131176" y="3595688"/>
              <a:ext cx="254000" cy="255588"/>
              <a:chOff x="8131176" y="3595688"/>
              <a:chExt cx="254000" cy="255588"/>
            </a:xfrm>
          </p:grpSpPr>
          <p:sp>
            <p:nvSpPr>
              <p:cNvPr id="217" name="Freeform 84"/>
              <p:cNvSpPr>
                <a:spLocks/>
              </p:cNvSpPr>
              <p:nvPr/>
            </p:nvSpPr>
            <p:spPr bwMode="auto">
              <a:xfrm>
                <a:off x="8143876" y="3595688"/>
                <a:ext cx="241300" cy="127000"/>
              </a:xfrm>
              <a:custGeom>
                <a:avLst/>
                <a:gdLst>
                  <a:gd name="T0" fmla="*/ 13 w 76"/>
                  <a:gd name="T1" fmla="*/ 17 h 40"/>
                  <a:gd name="T2" fmla="*/ 36 w 76"/>
                  <a:gd name="T3" fmla="*/ 8 h 40"/>
                  <a:gd name="T4" fmla="*/ 68 w 76"/>
                  <a:gd name="T5" fmla="*/ 40 h 40"/>
                  <a:gd name="T6" fmla="*/ 76 w 76"/>
                  <a:gd name="T7" fmla="*/ 40 h 40"/>
                  <a:gd name="T8" fmla="*/ 36 w 76"/>
                  <a:gd name="T9" fmla="*/ 0 h 40"/>
                  <a:gd name="T10" fmla="*/ 8 w 76"/>
                  <a:gd name="T11" fmla="*/ 12 h 40"/>
                  <a:gd name="T12" fmla="*/ 0 w 76"/>
                  <a:gd name="T13" fmla="*/ 4 h 40"/>
                  <a:gd name="T14" fmla="*/ 0 w 76"/>
                  <a:gd name="T15" fmla="*/ 28 h 40"/>
                  <a:gd name="T16" fmla="*/ 24 w 76"/>
                  <a:gd name="T17" fmla="*/ 28 h 40"/>
                  <a:gd name="T18" fmla="*/ 13 w 76"/>
                  <a:gd name="T19" fmla="*/ 1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40">
                    <a:moveTo>
                      <a:pt x="13" y="17"/>
                    </a:moveTo>
                    <a:cubicBezTo>
                      <a:pt x="19" y="11"/>
                      <a:pt x="27" y="8"/>
                      <a:pt x="36" y="8"/>
                    </a:cubicBezTo>
                    <a:cubicBezTo>
                      <a:pt x="54" y="8"/>
                      <a:pt x="68" y="22"/>
                      <a:pt x="68" y="40"/>
                    </a:cubicBezTo>
                    <a:cubicBezTo>
                      <a:pt x="76" y="40"/>
                      <a:pt x="76" y="40"/>
                      <a:pt x="76" y="40"/>
                    </a:cubicBezTo>
                    <a:cubicBezTo>
                      <a:pt x="76" y="18"/>
                      <a:pt x="58" y="0"/>
                      <a:pt x="36" y="0"/>
                    </a:cubicBezTo>
                    <a:cubicBezTo>
                      <a:pt x="25" y="0"/>
                      <a:pt x="15" y="4"/>
                      <a:pt x="8" y="12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24" y="28"/>
                      <a:pt x="24" y="28"/>
                      <a:pt x="24" y="28"/>
                    </a:cubicBezTo>
                    <a:lnTo>
                      <a:pt x="13" y="1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Freeform 85"/>
              <p:cNvSpPr>
                <a:spLocks/>
              </p:cNvSpPr>
              <p:nvPr/>
            </p:nvSpPr>
            <p:spPr bwMode="auto">
              <a:xfrm>
                <a:off x="8131176" y="3722688"/>
                <a:ext cx="241300" cy="128588"/>
              </a:xfrm>
              <a:custGeom>
                <a:avLst/>
                <a:gdLst>
                  <a:gd name="T0" fmla="*/ 63 w 76"/>
                  <a:gd name="T1" fmla="*/ 23 h 40"/>
                  <a:gd name="T2" fmla="*/ 40 w 76"/>
                  <a:gd name="T3" fmla="*/ 32 h 40"/>
                  <a:gd name="T4" fmla="*/ 8 w 76"/>
                  <a:gd name="T5" fmla="*/ 0 h 40"/>
                  <a:gd name="T6" fmla="*/ 0 w 76"/>
                  <a:gd name="T7" fmla="*/ 0 h 40"/>
                  <a:gd name="T8" fmla="*/ 40 w 76"/>
                  <a:gd name="T9" fmla="*/ 40 h 40"/>
                  <a:gd name="T10" fmla="*/ 68 w 76"/>
                  <a:gd name="T11" fmla="*/ 28 h 40"/>
                  <a:gd name="T12" fmla="*/ 76 w 76"/>
                  <a:gd name="T13" fmla="*/ 36 h 40"/>
                  <a:gd name="T14" fmla="*/ 76 w 76"/>
                  <a:gd name="T15" fmla="*/ 12 h 40"/>
                  <a:gd name="T16" fmla="*/ 52 w 76"/>
                  <a:gd name="T17" fmla="*/ 12 h 40"/>
                  <a:gd name="T18" fmla="*/ 63 w 76"/>
                  <a:gd name="T19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6" h="40">
                    <a:moveTo>
                      <a:pt x="63" y="23"/>
                    </a:moveTo>
                    <a:cubicBezTo>
                      <a:pt x="57" y="29"/>
                      <a:pt x="49" y="32"/>
                      <a:pt x="40" y="32"/>
                    </a:cubicBezTo>
                    <a:cubicBezTo>
                      <a:pt x="22" y="32"/>
                      <a:pt x="8" y="18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2"/>
                      <a:pt x="18" y="40"/>
                      <a:pt x="40" y="40"/>
                    </a:cubicBezTo>
                    <a:cubicBezTo>
                      <a:pt x="51" y="40"/>
                      <a:pt x="61" y="36"/>
                      <a:pt x="68" y="28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52" y="12"/>
                      <a:pt x="52" y="12"/>
                      <a:pt x="52" y="12"/>
                    </a:cubicBezTo>
                    <a:lnTo>
                      <a:pt x="63" y="23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Oval 86"/>
              <p:cNvSpPr>
                <a:spLocks noChangeArrowheads="1"/>
              </p:cNvSpPr>
              <p:nvPr/>
            </p:nvSpPr>
            <p:spPr bwMode="auto">
              <a:xfrm>
                <a:off x="8232776" y="3697288"/>
                <a:ext cx="50800" cy="508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7" name="组合 326"/>
            <p:cNvGrpSpPr/>
            <p:nvPr/>
          </p:nvGrpSpPr>
          <p:grpSpPr>
            <a:xfrm>
              <a:off x="3252788" y="4208463"/>
              <a:ext cx="230188" cy="254000"/>
              <a:chOff x="3252788" y="4208463"/>
              <a:chExt cx="230188" cy="254000"/>
            </a:xfrm>
          </p:grpSpPr>
          <p:sp>
            <p:nvSpPr>
              <p:cNvPr id="220" name="Freeform 87"/>
              <p:cNvSpPr>
                <a:spLocks/>
              </p:cNvSpPr>
              <p:nvPr/>
            </p:nvSpPr>
            <p:spPr bwMode="auto">
              <a:xfrm>
                <a:off x="3252788" y="4271963"/>
                <a:ext cx="230188" cy="63500"/>
              </a:xfrm>
              <a:custGeom>
                <a:avLst/>
                <a:gdLst>
                  <a:gd name="T0" fmla="*/ 36 w 72"/>
                  <a:gd name="T1" fmla="*/ 8 h 20"/>
                  <a:gd name="T2" fmla="*/ 0 w 72"/>
                  <a:gd name="T3" fmla="*/ 0 h 20"/>
                  <a:gd name="T4" fmla="*/ 0 w 72"/>
                  <a:gd name="T5" fmla="*/ 8 h 20"/>
                  <a:gd name="T6" fmla="*/ 36 w 72"/>
                  <a:gd name="T7" fmla="*/ 20 h 20"/>
                  <a:gd name="T8" fmla="*/ 72 w 72"/>
                  <a:gd name="T9" fmla="*/ 8 h 20"/>
                  <a:gd name="T10" fmla="*/ 72 w 72"/>
                  <a:gd name="T11" fmla="*/ 0 h 20"/>
                  <a:gd name="T12" fmla="*/ 36 w 72"/>
                  <a:gd name="T13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8"/>
                    </a:move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Freeform 88"/>
              <p:cNvSpPr>
                <a:spLocks/>
              </p:cNvSpPr>
              <p:nvPr/>
            </p:nvSpPr>
            <p:spPr bwMode="auto">
              <a:xfrm>
                <a:off x="3252788" y="43354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Freeform 89"/>
              <p:cNvSpPr>
                <a:spLocks/>
              </p:cNvSpPr>
              <p:nvPr/>
            </p:nvSpPr>
            <p:spPr bwMode="auto">
              <a:xfrm>
                <a:off x="3259138" y="4208463"/>
                <a:ext cx="217488" cy="63500"/>
              </a:xfrm>
              <a:custGeom>
                <a:avLst/>
                <a:gdLst>
                  <a:gd name="T0" fmla="*/ 34 w 68"/>
                  <a:gd name="T1" fmla="*/ 20 h 20"/>
                  <a:gd name="T2" fmla="*/ 68 w 68"/>
                  <a:gd name="T3" fmla="*/ 11 h 20"/>
                  <a:gd name="T4" fmla="*/ 34 w 68"/>
                  <a:gd name="T5" fmla="*/ 0 h 20"/>
                  <a:gd name="T6" fmla="*/ 0 w 68"/>
                  <a:gd name="T7" fmla="*/ 11 h 20"/>
                  <a:gd name="T8" fmla="*/ 34 w 68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0">
                    <a:moveTo>
                      <a:pt x="34" y="20"/>
                    </a:moveTo>
                    <a:cubicBezTo>
                      <a:pt x="55" y="20"/>
                      <a:pt x="65" y="15"/>
                      <a:pt x="68" y="11"/>
                    </a:cubicBezTo>
                    <a:cubicBezTo>
                      <a:pt x="64" y="4"/>
                      <a:pt x="49" y="0"/>
                      <a:pt x="34" y="0"/>
                    </a:cubicBezTo>
                    <a:cubicBezTo>
                      <a:pt x="19" y="0"/>
                      <a:pt x="4" y="4"/>
                      <a:pt x="0" y="11"/>
                    </a:cubicBezTo>
                    <a:cubicBezTo>
                      <a:pt x="3" y="15"/>
                      <a:pt x="13" y="20"/>
                      <a:pt x="34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Freeform 90"/>
              <p:cNvSpPr>
                <a:spLocks/>
              </p:cNvSpPr>
              <p:nvPr/>
            </p:nvSpPr>
            <p:spPr bwMode="auto">
              <a:xfrm>
                <a:off x="3252788" y="4398963"/>
                <a:ext cx="230188" cy="63500"/>
              </a:xfrm>
              <a:custGeom>
                <a:avLst/>
                <a:gdLst>
                  <a:gd name="T0" fmla="*/ 36 w 72"/>
                  <a:gd name="T1" fmla="*/ 8 h 20"/>
                  <a:gd name="T2" fmla="*/ 0 w 72"/>
                  <a:gd name="T3" fmla="*/ 0 h 20"/>
                  <a:gd name="T4" fmla="*/ 0 w 72"/>
                  <a:gd name="T5" fmla="*/ 4 h 20"/>
                  <a:gd name="T6" fmla="*/ 36 w 72"/>
                  <a:gd name="T7" fmla="*/ 20 h 20"/>
                  <a:gd name="T8" fmla="*/ 72 w 72"/>
                  <a:gd name="T9" fmla="*/ 4 h 20"/>
                  <a:gd name="T10" fmla="*/ 72 w 72"/>
                  <a:gd name="T11" fmla="*/ 0 h 20"/>
                  <a:gd name="T12" fmla="*/ 36 w 72"/>
                  <a:gd name="T13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8"/>
                    </a:moveTo>
                    <a:cubicBezTo>
                      <a:pt x="19" y="8"/>
                      <a:pt x="7" y="5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5"/>
                      <a:pt x="18" y="20"/>
                      <a:pt x="36" y="20"/>
                    </a:cubicBezTo>
                    <a:cubicBezTo>
                      <a:pt x="54" y="20"/>
                      <a:pt x="72" y="15"/>
                      <a:pt x="72" y="4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8" name="Freeform 95"/>
            <p:cNvSpPr>
              <a:spLocks/>
            </p:cNvSpPr>
            <p:nvPr/>
          </p:nvSpPr>
          <p:spPr bwMode="auto">
            <a:xfrm>
              <a:off x="3978276" y="4386263"/>
              <a:ext cx="153988" cy="101600"/>
            </a:xfrm>
            <a:custGeom>
              <a:avLst/>
              <a:gdLst>
                <a:gd name="T0" fmla="*/ 36 w 48"/>
                <a:gd name="T1" fmla="*/ 0 h 32"/>
                <a:gd name="T2" fmla="*/ 12 w 48"/>
                <a:gd name="T3" fmla="*/ 0 h 32"/>
                <a:gd name="T4" fmla="*/ 0 w 48"/>
                <a:gd name="T5" fmla="*/ 0 h 32"/>
                <a:gd name="T6" fmla="*/ 0 w 48"/>
                <a:gd name="T7" fmla="*/ 8 h 32"/>
                <a:gd name="T8" fmla="*/ 8 w 48"/>
                <a:gd name="T9" fmla="*/ 8 h 32"/>
                <a:gd name="T10" fmla="*/ 8 w 48"/>
                <a:gd name="T11" fmla="*/ 12 h 32"/>
                <a:gd name="T12" fmla="*/ 0 w 48"/>
                <a:gd name="T13" fmla="*/ 12 h 32"/>
                <a:gd name="T14" fmla="*/ 0 w 48"/>
                <a:gd name="T15" fmla="*/ 20 h 32"/>
                <a:gd name="T16" fmla="*/ 8 w 48"/>
                <a:gd name="T17" fmla="*/ 20 h 32"/>
                <a:gd name="T18" fmla="*/ 10 w 48"/>
                <a:gd name="T19" fmla="*/ 23 h 32"/>
                <a:gd name="T20" fmla="*/ 22 w 48"/>
                <a:gd name="T21" fmla="*/ 31 h 32"/>
                <a:gd name="T22" fmla="*/ 24 w 48"/>
                <a:gd name="T23" fmla="*/ 32 h 32"/>
                <a:gd name="T24" fmla="*/ 26 w 48"/>
                <a:gd name="T25" fmla="*/ 31 h 32"/>
                <a:gd name="T26" fmla="*/ 38 w 48"/>
                <a:gd name="T27" fmla="*/ 23 h 32"/>
                <a:gd name="T28" fmla="*/ 40 w 48"/>
                <a:gd name="T29" fmla="*/ 20 h 32"/>
                <a:gd name="T30" fmla="*/ 48 w 48"/>
                <a:gd name="T31" fmla="*/ 20 h 32"/>
                <a:gd name="T32" fmla="*/ 48 w 48"/>
                <a:gd name="T33" fmla="*/ 12 h 32"/>
                <a:gd name="T34" fmla="*/ 40 w 48"/>
                <a:gd name="T35" fmla="*/ 12 h 32"/>
                <a:gd name="T36" fmla="*/ 40 w 48"/>
                <a:gd name="T37" fmla="*/ 8 h 32"/>
                <a:gd name="T38" fmla="*/ 48 w 48"/>
                <a:gd name="T39" fmla="*/ 8 h 32"/>
                <a:gd name="T40" fmla="*/ 48 w 48"/>
                <a:gd name="T41" fmla="*/ 0 h 32"/>
                <a:gd name="T42" fmla="*/ 36 w 48"/>
                <a:gd name="T43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8" h="32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1"/>
                    <a:pt x="9" y="23"/>
                    <a:pt x="10" y="23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2"/>
                    <a:pt x="23" y="32"/>
                    <a:pt x="24" y="32"/>
                  </a:cubicBezTo>
                  <a:cubicBezTo>
                    <a:pt x="25" y="32"/>
                    <a:pt x="26" y="32"/>
                    <a:pt x="26" y="31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9" y="23"/>
                    <a:pt x="40" y="21"/>
                    <a:pt x="40" y="2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28" name="组合 327"/>
            <p:cNvGrpSpPr/>
            <p:nvPr/>
          </p:nvGrpSpPr>
          <p:grpSpPr>
            <a:xfrm>
              <a:off x="3825876" y="4183063"/>
              <a:ext cx="280988" cy="254000"/>
              <a:chOff x="3825876" y="4183063"/>
              <a:chExt cx="280988" cy="254000"/>
            </a:xfrm>
          </p:grpSpPr>
          <p:sp>
            <p:nvSpPr>
              <p:cNvPr id="224" name="Freeform 91"/>
              <p:cNvSpPr>
                <a:spLocks/>
              </p:cNvSpPr>
              <p:nvPr/>
            </p:nvSpPr>
            <p:spPr bwMode="auto">
              <a:xfrm>
                <a:off x="3825876" y="4310063"/>
                <a:ext cx="165100" cy="63500"/>
              </a:xfrm>
              <a:custGeom>
                <a:avLst/>
                <a:gdLst>
                  <a:gd name="T0" fmla="*/ 36 w 52"/>
                  <a:gd name="T1" fmla="*/ 20 h 20"/>
                  <a:gd name="T2" fmla="*/ 52 w 52"/>
                  <a:gd name="T3" fmla="*/ 19 h 20"/>
                  <a:gd name="T4" fmla="*/ 52 w 52"/>
                  <a:gd name="T5" fmla="*/ 7 h 20"/>
                  <a:gd name="T6" fmla="*/ 36 w 52"/>
                  <a:gd name="T7" fmla="*/ 8 h 20"/>
                  <a:gd name="T8" fmla="*/ 0 w 52"/>
                  <a:gd name="T9" fmla="*/ 0 h 20"/>
                  <a:gd name="T10" fmla="*/ 0 w 52"/>
                  <a:gd name="T11" fmla="*/ 8 h 20"/>
                  <a:gd name="T12" fmla="*/ 36 w 5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20">
                    <a:moveTo>
                      <a:pt x="36" y="20"/>
                    </a:moveTo>
                    <a:cubicBezTo>
                      <a:pt x="42" y="20"/>
                      <a:pt x="48" y="20"/>
                      <a:pt x="52" y="19"/>
                    </a:cubicBezTo>
                    <a:cubicBezTo>
                      <a:pt x="52" y="7"/>
                      <a:pt x="52" y="7"/>
                      <a:pt x="52" y="7"/>
                    </a:cubicBezTo>
                    <a:cubicBezTo>
                      <a:pt x="47" y="8"/>
                      <a:pt x="42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Freeform 92"/>
              <p:cNvSpPr>
                <a:spLocks/>
              </p:cNvSpPr>
              <p:nvPr/>
            </p:nvSpPr>
            <p:spPr bwMode="auto">
              <a:xfrm>
                <a:off x="3825876" y="42465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Freeform 93"/>
              <p:cNvSpPr>
                <a:spLocks/>
              </p:cNvSpPr>
              <p:nvPr/>
            </p:nvSpPr>
            <p:spPr bwMode="auto">
              <a:xfrm>
                <a:off x="3825876" y="4373563"/>
                <a:ext cx="139700" cy="63500"/>
              </a:xfrm>
              <a:custGeom>
                <a:avLst/>
                <a:gdLst>
                  <a:gd name="T0" fmla="*/ 44 w 44"/>
                  <a:gd name="T1" fmla="*/ 8 h 20"/>
                  <a:gd name="T2" fmla="*/ 36 w 44"/>
                  <a:gd name="T3" fmla="*/ 8 h 20"/>
                  <a:gd name="T4" fmla="*/ 0 w 44"/>
                  <a:gd name="T5" fmla="*/ 0 h 20"/>
                  <a:gd name="T6" fmla="*/ 0 w 44"/>
                  <a:gd name="T7" fmla="*/ 4 h 20"/>
                  <a:gd name="T8" fmla="*/ 36 w 44"/>
                  <a:gd name="T9" fmla="*/ 20 h 20"/>
                  <a:gd name="T10" fmla="*/ 44 w 44"/>
                  <a:gd name="T11" fmla="*/ 20 h 20"/>
                  <a:gd name="T12" fmla="*/ 44 w 44"/>
                  <a:gd name="T13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20">
                    <a:moveTo>
                      <a:pt x="44" y="8"/>
                    </a:moveTo>
                    <a:cubicBezTo>
                      <a:pt x="41" y="8"/>
                      <a:pt x="39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5"/>
                      <a:pt x="18" y="20"/>
                      <a:pt x="36" y="20"/>
                    </a:cubicBezTo>
                    <a:cubicBezTo>
                      <a:pt x="39" y="20"/>
                      <a:pt x="41" y="20"/>
                      <a:pt x="44" y="20"/>
                    </a:cubicBezTo>
                    <a:lnTo>
                      <a:pt x="44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" name="Freeform 94"/>
              <p:cNvSpPr>
                <a:spLocks/>
              </p:cNvSpPr>
              <p:nvPr/>
            </p:nvSpPr>
            <p:spPr bwMode="auto">
              <a:xfrm>
                <a:off x="3832226" y="4183063"/>
                <a:ext cx="217488" cy="63500"/>
              </a:xfrm>
              <a:custGeom>
                <a:avLst/>
                <a:gdLst>
                  <a:gd name="T0" fmla="*/ 34 w 68"/>
                  <a:gd name="T1" fmla="*/ 20 h 20"/>
                  <a:gd name="T2" fmla="*/ 68 w 68"/>
                  <a:gd name="T3" fmla="*/ 11 h 20"/>
                  <a:gd name="T4" fmla="*/ 34 w 68"/>
                  <a:gd name="T5" fmla="*/ 0 h 20"/>
                  <a:gd name="T6" fmla="*/ 0 w 68"/>
                  <a:gd name="T7" fmla="*/ 11 h 20"/>
                  <a:gd name="T8" fmla="*/ 34 w 68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0">
                    <a:moveTo>
                      <a:pt x="34" y="20"/>
                    </a:moveTo>
                    <a:cubicBezTo>
                      <a:pt x="55" y="20"/>
                      <a:pt x="65" y="15"/>
                      <a:pt x="68" y="11"/>
                    </a:cubicBezTo>
                    <a:cubicBezTo>
                      <a:pt x="64" y="4"/>
                      <a:pt x="49" y="0"/>
                      <a:pt x="34" y="0"/>
                    </a:cubicBezTo>
                    <a:cubicBezTo>
                      <a:pt x="19" y="0"/>
                      <a:pt x="4" y="4"/>
                      <a:pt x="0" y="11"/>
                    </a:cubicBezTo>
                    <a:cubicBezTo>
                      <a:pt x="3" y="15"/>
                      <a:pt x="13" y="20"/>
                      <a:pt x="34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Freeform 96"/>
              <p:cNvSpPr>
                <a:spLocks/>
              </p:cNvSpPr>
              <p:nvPr/>
            </p:nvSpPr>
            <p:spPr bwMode="auto">
              <a:xfrm>
                <a:off x="4003676" y="4322763"/>
                <a:ext cx="103188" cy="50800"/>
              </a:xfrm>
              <a:custGeom>
                <a:avLst/>
                <a:gdLst>
                  <a:gd name="T0" fmla="*/ 0 w 32"/>
                  <a:gd name="T1" fmla="*/ 16 h 16"/>
                  <a:gd name="T2" fmla="*/ 16 w 32"/>
                  <a:gd name="T3" fmla="*/ 0 h 16"/>
                  <a:gd name="T4" fmla="*/ 32 w 32"/>
                  <a:gd name="T5" fmla="*/ 16 h 16"/>
                  <a:gd name="T6" fmla="*/ 0 w 32"/>
                  <a:gd name="T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16">
                    <a:moveTo>
                      <a:pt x="0" y="16"/>
                    </a:moveTo>
                    <a:cubicBezTo>
                      <a:pt x="0" y="7"/>
                      <a:pt x="7" y="0"/>
                      <a:pt x="16" y="0"/>
                    </a:cubicBezTo>
                    <a:cubicBezTo>
                      <a:pt x="25" y="0"/>
                      <a:pt x="32" y="7"/>
                      <a:pt x="32" y="16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9" name="组合 328"/>
            <p:cNvGrpSpPr/>
            <p:nvPr/>
          </p:nvGrpSpPr>
          <p:grpSpPr>
            <a:xfrm>
              <a:off x="4437063" y="4183063"/>
              <a:ext cx="306388" cy="304800"/>
              <a:chOff x="4437063" y="4183063"/>
              <a:chExt cx="306388" cy="304800"/>
            </a:xfrm>
          </p:grpSpPr>
          <p:sp>
            <p:nvSpPr>
              <p:cNvPr id="230" name="Freeform 97"/>
              <p:cNvSpPr>
                <a:spLocks/>
              </p:cNvSpPr>
              <p:nvPr/>
            </p:nvSpPr>
            <p:spPr bwMode="auto">
              <a:xfrm>
                <a:off x="4437063" y="43100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" name="Freeform 98"/>
              <p:cNvSpPr>
                <a:spLocks/>
              </p:cNvSpPr>
              <p:nvPr/>
            </p:nvSpPr>
            <p:spPr bwMode="auto">
              <a:xfrm>
                <a:off x="4437063" y="42465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Freeform 99"/>
              <p:cNvSpPr>
                <a:spLocks/>
              </p:cNvSpPr>
              <p:nvPr/>
            </p:nvSpPr>
            <p:spPr bwMode="auto">
              <a:xfrm>
                <a:off x="4437063" y="4373563"/>
                <a:ext cx="198438" cy="63500"/>
              </a:xfrm>
              <a:custGeom>
                <a:avLst/>
                <a:gdLst>
                  <a:gd name="T0" fmla="*/ 62 w 62"/>
                  <a:gd name="T1" fmla="*/ 5 h 20"/>
                  <a:gd name="T2" fmla="*/ 36 w 62"/>
                  <a:gd name="T3" fmla="*/ 8 h 20"/>
                  <a:gd name="T4" fmla="*/ 0 w 62"/>
                  <a:gd name="T5" fmla="*/ 0 h 20"/>
                  <a:gd name="T6" fmla="*/ 0 w 62"/>
                  <a:gd name="T7" fmla="*/ 4 h 20"/>
                  <a:gd name="T8" fmla="*/ 36 w 62"/>
                  <a:gd name="T9" fmla="*/ 20 h 20"/>
                  <a:gd name="T10" fmla="*/ 56 w 62"/>
                  <a:gd name="T11" fmla="*/ 17 h 20"/>
                  <a:gd name="T12" fmla="*/ 62 w 62"/>
                  <a:gd name="T13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20">
                    <a:moveTo>
                      <a:pt x="62" y="5"/>
                    </a:moveTo>
                    <a:cubicBezTo>
                      <a:pt x="55" y="7"/>
                      <a:pt x="46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5"/>
                      <a:pt x="18" y="20"/>
                      <a:pt x="36" y="20"/>
                    </a:cubicBezTo>
                    <a:cubicBezTo>
                      <a:pt x="43" y="20"/>
                      <a:pt x="50" y="19"/>
                      <a:pt x="56" y="17"/>
                    </a:cubicBezTo>
                    <a:cubicBezTo>
                      <a:pt x="57" y="13"/>
                      <a:pt x="59" y="8"/>
                      <a:pt x="62" y="5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Freeform 100"/>
              <p:cNvSpPr>
                <a:spLocks/>
              </p:cNvSpPr>
              <p:nvPr/>
            </p:nvSpPr>
            <p:spPr bwMode="auto">
              <a:xfrm>
                <a:off x="4443413" y="4183063"/>
                <a:ext cx="217488" cy="63500"/>
              </a:xfrm>
              <a:custGeom>
                <a:avLst/>
                <a:gdLst>
                  <a:gd name="T0" fmla="*/ 34 w 68"/>
                  <a:gd name="T1" fmla="*/ 20 h 20"/>
                  <a:gd name="T2" fmla="*/ 68 w 68"/>
                  <a:gd name="T3" fmla="*/ 11 h 20"/>
                  <a:gd name="T4" fmla="*/ 34 w 68"/>
                  <a:gd name="T5" fmla="*/ 0 h 20"/>
                  <a:gd name="T6" fmla="*/ 0 w 68"/>
                  <a:gd name="T7" fmla="*/ 11 h 20"/>
                  <a:gd name="T8" fmla="*/ 34 w 68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0">
                    <a:moveTo>
                      <a:pt x="34" y="20"/>
                    </a:moveTo>
                    <a:cubicBezTo>
                      <a:pt x="55" y="20"/>
                      <a:pt x="65" y="15"/>
                      <a:pt x="68" y="11"/>
                    </a:cubicBezTo>
                    <a:cubicBezTo>
                      <a:pt x="64" y="4"/>
                      <a:pt x="49" y="0"/>
                      <a:pt x="34" y="0"/>
                    </a:cubicBezTo>
                    <a:cubicBezTo>
                      <a:pt x="19" y="0"/>
                      <a:pt x="4" y="4"/>
                      <a:pt x="0" y="11"/>
                    </a:cubicBezTo>
                    <a:cubicBezTo>
                      <a:pt x="3" y="15"/>
                      <a:pt x="13" y="20"/>
                      <a:pt x="34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Freeform 101"/>
              <p:cNvSpPr>
                <a:spLocks/>
              </p:cNvSpPr>
              <p:nvPr/>
            </p:nvSpPr>
            <p:spPr bwMode="auto">
              <a:xfrm>
                <a:off x="4641851" y="4386263"/>
                <a:ext cx="101600" cy="101600"/>
              </a:xfrm>
              <a:custGeom>
                <a:avLst/>
                <a:gdLst>
                  <a:gd name="T0" fmla="*/ 64 w 64"/>
                  <a:gd name="T1" fmla="*/ 24 h 64"/>
                  <a:gd name="T2" fmla="*/ 40 w 64"/>
                  <a:gd name="T3" fmla="*/ 24 h 64"/>
                  <a:gd name="T4" fmla="*/ 40 w 64"/>
                  <a:gd name="T5" fmla="*/ 0 h 64"/>
                  <a:gd name="T6" fmla="*/ 24 w 64"/>
                  <a:gd name="T7" fmla="*/ 0 h 64"/>
                  <a:gd name="T8" fmla="*/ 24 w 64"/>
                  <a:gd name="T9" fmla="*/ 24 h 64"/>
                  <a:gd name="T10" fmla="*/ 0 w 64"/>
                  <a:gd name="T11" fmla="*/ 24 h 64"/>
                  <a:gd name="T12" fmla="*/ 0 w 64"/>
                  <a:gd name="T13" fmla="*/ 40 h 64"/>
                  <a:gd name="T14" fmla="*/ 24 w 64"/>
                  <a:gd name="T15" fmla="*/ 40 h 64"/>
                  <a:gd name="T16" fmla="*/ 24 w 64"/>
                  <a:gd name="T17" fmla="*/ 64 h 64"/>
                  <a:gd name="T18" fmla="*/ 40 w 64"/>
                  <a:gd name="T19" fmla="*/ 64 h 64"/>
                  <a:gd name="T20" fmla="*/ 40 w 64"/>
                  <a:gd name="T21" fmla="*/ 40 h 64"/>
                  <a:gd name="T22" fmla="*/ 64 w 64"/>
                  <a:gd name="T23" fmla="*/ 40 h 64"/>
                  <a:gd name="T24" fmla="*/ 64 w 64"/>
                  <a:gd name="T25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64" y="24"/>
                    </a:moveTo>
                    <a:lnTo>
                      <a:pt x="40" y="24"/>
                    </a:ln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0" name="组合 329"/>
            <p:cNvGrpSpPr/>
            <p:nvPr/>
          </p:nvGrpSpPr>
          <p:grpSpPr>
            <a:xfrm>
              <a:off x="5048251" y="4183063"/>
              <a:ext cx="293687" cy="266700"/>
              <a:chOff x="5048251" y="4183063"/>
              <a:chExt cx="293687" cy="266700"/>
            </a:xfrm>
          </p:grpSpPr>
          <p:sp>
            <p:nvSpPr>
              <p:cNvPr id="235" name="Freeform 102"/>
              <p:cNvSpPr>
                <a:spLocks/>
              </p:cNvSpPr>
              <p:nvPr/>
            </p:nvSpPr>
            <p:spPr bwMode="auto">
              <a:xfrm>
                <a:off x="5048251" y="42465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Freeform 103"/>
              <p:cNvSpPr>
                <a:spLocks/>
              </p:cNvSpPr>
              <p:nvPr/>
            </p:nvSpPr>
            <p:spPr bwMode="auto">
              <a:xfrm>
                <a:off x="5048251" y="43100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Freeform 104"/>
              <p:cNvSpPr>
                <a:spLocks/>
              </p:cNvSpPr>
              <p:nvPr/>
            </p:nvSpPr>
            <p:spPr bwMode="auto">
              <a:xfrm>
                <a:off x="5048251" y="4373563"/>
                <a:ext cx="230188" cy="63500"/>
              </a:xfrm>
              <a:custGeom>
                <a:avLst/>
                <a:gdLst>
                  <a:gd name="T0" fmla="*/ 72 w 72"/>
                  <a:gd name="T1" fmla="*/ 2 h 20"/>
                  <a:gd name="T2" fmla="*/ 72 w 72"/>
                  <a:gd name="T3" fmla="*/ 0 h 20"/>
                  <a:gd name="T4" fmla="*/ 36 w 72"/>
                  <a:gd name="T5" fmla="*/ 8 h 20"/>
                  <a:gd name="T6" fmla="*/ 0 w 72"/>
                  <a:gd name="T7" fmla="*/ 0 h 20"/>
                  <a:gd name="T8" fmla="*/ 0 w 72"/>
                  <a:gd name="T9" fmla="*/ 4 h 20"/>
                  <a:gd name="T10" fmla="*/ 36 w 72"/>
                  <a:gd name="T11" fmla="*/ 20 h 20"/>
                  <a:gd name="T12" fmla="*/ 60 w 72"/>
                  <a:gd name="T13" fmla="*/ 16 h 20"/>
                  <a:gd name="T14" fmla="*/ 72 w 72"/>
                  <a:gd name="T15" fmla="*/ 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2" h="20">
                    <a:moveTo>
                      <a:pt x="72" y="2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5"/>
                      <a:pt x="18" y="20"/>
                      <a:pt x="36" y="20"/>
                    </a:cubicBezTo>
                    <a:cubicBezTo>
                      <a:pt x="45" y="20"/>
                      <a:pt x="54" y="19"/>
                      <a:pt x="60" y="16"/>
                    </a:cubicBezTo>
                    <a:cubicBezTo>
                      <a:pt x="62" y="10"/>
                      <a:pt x="66" y="4"/>
                      <a:pt x="72" y="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Freeform 105"/>
              <p:cNvSpPr>
                <a:spLocks/>
              </p:cNvSpPr>
              <p:nvPr/>
            </p:nvSpPr>
            <p:spPr bwMode="auto">
              <a:xfrm>
                <a:off x="5054601" y="4183063"/>
                <a:ext cx="217488" cy="63500"/>
              </a:xfrm>
              <a:custGeom>
                <a:avLst/>
                <a:gdLst>
                  <a:gd name="T0" fmla="*/ 34 w 68"/>
                  <a:gd name="T1" fmla="*/ 20 h 20"/>
                  <a:gd name="T2" fmla="*/ 68 w 68"/>
                  <a:gd name="T3" fmla="*/ 11 h 20"/>
                  <a:gd name="T4" fmla="*/ 34 w 68"/>
                  <a:gd name="T5" fmla="*/ 0 h 20"/>
                  <a:gd name="T6" fmla="*/ 0 w 68"/>
                  <a:gd name="T7" fmla="*/ 11 h 20"/>
                  <a:gd name="T8" fmla="*/ 34 w 68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0">
                    <a:moveTo>
                      <a:pt x="34" y="20"/>
                    </a:moveTo>
                    <a:cubicBezTo>
                      <a:pt x="55" y="20"/>
                      <a:pt x="65" y="15"/>
                      <a:pt x="68" y="11"/>
                    </a:cubicBezTo>
                    <a:cubicBezTo>
                      <a:pt x="64" y="4"/>
                      <a:pt x="49" y="0"/>
                      <a:pt x="34" y="0"/>
                    </a:cubicBezTo>
                    <a:cubicBezTo>
                      <a:pt x="19" y="0"/>
                      <a:pt x="4" y="4"/>
                      <a:pt x="0" y="11"/>
                    </a:cubicBezTo>
                    <a:cubicBezTo>
                      <a:pt x="3" y="15"/>
                      <a:pt x="13" y="20"/>
                      <a:pt x="34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" name="Rectangle 106"/>
              <p:cNvSpPr>
                <a:spLocks noChangeArrowheads="1"/>
              </p:cNvSpPr>
              <p:nvPr/>
            </p:nvSpPr>
            <p:spPr bwMode="auto">
              <a:xfrm>
                <a:off x="5265738" y="4424363"/>
                <a:ext cx="762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1" name="组合 330"/>
            <p:cNvGrpSpPr/>
            <p:nvPr/>
          </p:nvGrpSpPr>
          <p:grpSpPr>
            <a:xfrm>
              <a:off x="5659438" y="4183063"/>
              <a:ext cx="303213" cy="298450"/>
              <a:chOff x="5659438" y="4183063"/>
              <a:chExt cx="303213" cy="298450"/>
            </a:xfrm>
          </p:grpSpPr>
          <p:sp>
            <p:nvSpPr>
              <p:cNvPr id="240" name="Freeform 107"/>
              <p:cNvSpPr>
                <a:spLocks/>
              </p:cNvSpPr>
              <p:nvPr/>
            </p:nvSpPr>
            <p:spPr bwMode="auto">
              <a:xfrm>
                <a:off x="5659438" y="43100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Freeform 108"/>
              <p:cNvSpPr>
                <a:spLocks/>
              </p:cNvSpPr>
              <p:nvPr/>
            </p:nvSpPr>
            <p:spPr bwMode="auto">
              <a:xfrm>
                <a:off x="5659438" y="42465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Freeform 109"/>
              <p:cNvSpPr>
                <a:spLocks/>
              </p:cNvSpPr>
              <p:nvPr/>
            </p:nvSpPr>
            <p:spPr bwMode="auto">
              <a:xfrm>
                <a:off x="5665788" y="4183063"/>
                <a:ext cx="217488" cy="63500"/>
              </a:xfrm>
              <a:custGeom>
                <a:avLst/>
                <a:gdLst>
                  <a:gd name="T0" fmla="*/ 34 w 68"/>
                  <a:gd name="T1" fmla="*/ 20 h 20"/>
                  <a:gd name="T2" fmla="*/ 68 w 68"/>
                  <a:gd name="T3" fmla="*/ 11 h 20"/>
                  <a:gd name="T4" fmla="*/ 34 w 68"/>
                  <a:gd name="T5" fmla="*/ 0 h 20"/>
                  <a:gd name="T6" fmla="*/ 0 w 68"/>
                  <a:gd name="T7" fmla="*/ 11 h 20"/>
                  <a:gd name="T8" fmla="*/ 34 w 68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0">
                    <a:moveTo>
                      <a:pt x="34" y="20"/>
                    </a:moveTo>
                    <a:cubicBezTo>
                      <a:pt x="55" y="20"/>
                      <a:pt x="65" y="15"/>
                      <a:pt x="68" y="11"/>
                    </a:cubicBezTo>
                    <a:cubicBezTo>
                      <a:pt x="64" y="4"/>
                      <a:pt x="49" y="0"/>
                      <a:pt x="34" y="0"/>
                    </a:cubicBezTo>
                    <a:cubicBezTo>
                      <a:pt x="19" y="0"/>
                      <a:pt x="4" y="4"/>
                      <a:pt x="0" y="11"/>
                    </a:cubicBezTo>
                    <a:cubicBezTo>
                      <a:pt x="3" y="15"/>
                      <a:pt x="13" y="20"/>
                      <a:pt x="34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" name="Freeform 110"/>
              <p:cNvSpPr>
                <a:spLocks/>
              </p:cNvSpPr>
              <p:nvPr/>
            </p:nvSpPr>
            <p:spPr bwMode="auto">
              <a:xfrm>
                <a:off x="5659438" y="4373563"/>
                <a:ext cx="182563" cy="63500"/>
              </a:xfrm>
              <a:custGeom>
                <a:avLst/>
                <a:gdLst>
                  <a:gd name="T0" fmla="*/ 57 w 57"/>
                  <a:gd name="T1" fmla="*/ 6 h 20"/>
                  <a:gd name="T2" fmla="*/ 36 w 57"/>
                  <a:gd name="T3" fmla="*/ 8 h 20"/>
                  <a:gd name="T4" fmla="*/ 0 w 57"/>
                  <a:gd name="T5" fmla="*/ 0 h 20"/>
                  <a:gd name="T6" fmla="*/ 0 w 57"/>
                  <a:gd name="T7" fmla="*/ 4 h 20"/>
                  <a:gd name="T8" fmla="*/ 36 w 57"/>
                  <a:gd name="T9" fmla="*/ 20 h 20"/>
                  <a:gd name="T10" fmla="*/ 52 w 57"/>
                  <a:gd name="T11" fmla="*/ 18 h 20"/>
                  <a:gd name="T12" fmla="*/ 57 w 57"/>
                  <a:gd name="T13" fmla="*/ 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" h="20">
                    <a:moveTo>
                      <a:pt x="57" y="6"/>
                    </a:moveTo>
                    <a:cubicBezTo>
                      <a:pt x="51" y="7"/>
                      <a:pt x="44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5"/>
                      <a:pt x="18" y="20"/>
                      <a:pt x="36" y="20"/>
                    </a:cubicBezTo>
                    <a:cubicBezTo>
                      <a:pt x="42" y="20"/>
                      <a:pt x="47" y="19"/>
                      <a:pt x="52" y="18"/>
                    </a:cubicBezTo>
                    <a:cubicBezTo>
                      <a:pt x="52" y="14"/>
                      <a:pt x="54" y="9"/>
                      <a:pt x="57" y="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Freeform 111"/>
              <p:cNvSpPr>
                <a:spLocks/>
              </p:cNvSpPr>
              <p:nvPr/>
            </p:nvSpPr>
            <p:spPr bwMode="auto">
              <a:xfrm>
                <a:off x="5842001" y="4389438"/>
                <a:ext cx="120650" cy="92075"/>
              </a:xfrm>
              <a:custGeom>
                <a:avLst/>
                <a:gdLst>
                  <a:gd name="T0" fmla="*/ 30 w 76"/>
                  <a:gd name="T1" fmla="*/ 58 h 58"/>
                  <a:gd name="T2" fmla="*/ 0 w 76"/>
                  <a:gd name="T3" fmla="*/ 28 h 58"/>
                  <a:gd name="T4" fmla="*/ 12 w 76"/>
                  <a:gd name="T5" fmla="*/ 16 h 58"/>
                  <a:gd name="T6" fmla="*/ 30 w 76"/>
                  <a:gd name="T7" fmla="*/ 34 h 58"/>
                  <a:gd name="T8" fmla="*/ 64 w 76"/>
                  <a:gd name="T9" fmla="*/ 0 h 58"/>
                  <a:gd name="T10" fmla="*/ 76 w 76"/>
                  <a:gd name="T11" fmla="*/ 12 h 58"/>
                  <a:gd name="T12" fmla="*/ 30 w 76"/>
                  <a:gd name="T13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58">
                    <a:moveTo>
                      <a:pt x="30" y="58"/>
                    </a:moveTo>
                    <a:lnTo>
                      <a:pt x="0" y="28"/>
                    </a:lnTo>
                    <a:lnTo>
                      <a:pt x="12" y="16"/>
                    </a:lnTo>
                    <a:lnTo>
                      <a:pt x="30" y="34"/>
                    </a:lnTo>
                    <a:lnTo>
                      <a:pt x="64" y="0"/>
                    </a:lnTo>
                    <a:lnTo>
                      <a:pt x="76" y="12"/>
                    </a:lnTo>
                    <a:lnTo>
                      <a:pt x="30" y="5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2" name="组合 331"/>
            <p:cNvGrpSpPr/>
            <p:nvPr/>
          </p:nvGrpSpPr>
          <p:grpSpPr>
            <a:xfrm>
              <a:off x="6270626" y="4183063"/>
              <a:ext cx="303212" cy="301625"/>
              <a:chOff x="6270626" y="4183063"/>
              <a:chExt cx="303212" cy="301625"/>
            </a:xfrm>
          </p:grpSpPr>
          <p:sp>
            <p:nvSpPr>
              <p:cNvPr id="245" name="Freeform 112"/>
              <p:cNvSpPr>
                <a:spLocks/>
              </p:cNvSpPr>
              <p:nvPr/>
            </p:nvSpPr>
            <p:spPr bwMode="auto">
              <a:xfrm>
                <a:off x="6270626" y="43100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Freeform 113"/>
              <p:cNvSpPr>
                <a:spLocks/>
              </p:cNvSpPr>
              <p:nvPr/>
            </p:nvSpPr>
            <p:spPr bwMode="auto">
              <a:xfrm>
                <a:off x="6270626" y="4246563"/>
                <a:ext cx="230188" cy="63500"/>
              </a:xfrm>
              <a:custGeom>
                <a:avLst/>
                <a:gdLst>
                  <a:gd name="T0" fmla="*/ 36 w 72"/>
                  <a:gd name="T1" fmla="*/ 20 h 20"/>
                  <a:gd name="T2" fmla="*/ 72 w 72"/>
                  <a:gd name="T3" fmla="*/ 8 h 20"/>
                  <a:gd name="T4" fmla="*/ 72 w 72"/>
                  <a:gd name="T5" fmla="*/ 0 h 20"/>
                  <a:gd name="T6" fmla="*/ 36 w 72"/>
                  <a:gd name="T7" fmla="*/ 8 h 20"/>
                  <a:gd name="T8" fmla="*/ 0 w 72"/>
                  <a:gd name="T9" fmla="*/ 0 h 20"/>
                  <a:gd name="T10" fmla="*/ 0 w 72"/>
                  <a:gd name="T11" fmla="*/ 8 h 20"/>
                  <a:gd name="T12" fmla="*/ 36 w 72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20">
                    <a:moveTo>
                      <a:pt x="36" y="20"/>
                    </a:moveTo>
                    <a:cubicBezTo>
                      <a:pt x="63" y="20"/>
                      <a:pt x="72" y="11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65" y="5"/>
                      <a:pt x="53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1"/>
                      <a:pt x="9" y="20"/>
                      <a:pt x="36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Freeform 114"/>
              <p:cNvSpPr>
                <a:spLocks/>
              </p:cNvSpPr>
              <p:nvPr/>
            </p:nvSpPr>
            <p:spPr bwMode="auto">
              <a:xfrm>
                <a:off x="6276976" y="4183063"/>
                <a:ext cx="217488" cy="63500"/>
              </a:xfrm>
              <a:custGeom>
                <a:avLst/>
                <a:gdLst>
                  <a:gd name="T0" fmla="*/ 34 w 68"/>
                  <a:gd name="T1" fmla="*/ 20 h 20"/>
                  <a:gd name="T2" fmla="*/ 68 w 68"/>
                  <a:gd name="T3" fmla="*/ 11 h 20"/>
                  <a:gd name="T4" fmla="*/ 34 w 68"/>
                  <a:gd name="T5" fmla="*/ 0 h 20"/>
                  <a:gd name="T6" fmla="*/ 0 w 68"/>
                  <a:gd name="T7" fmla="*/ 11 h 20"/>
                  <a:gd name="T8" fmla="*/ 34 w 68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20">
                    <a:moveTo>
                      <a:pt x="34" y="20"/>
                    </a:moveTo>
                    <a:cubicBezTo>
                      <a:pt x="55" y="20"/>
                      <a:pt x="65" y="15"/>
                      <a:pt x="68" y="11"/>
                    </a:cubicBezTo>
                    <a:cubicBezTo>
                      <a:pt x="64" y="4"/>
                      <a:pt x="49" y="0"/>
                      <a:pt x="34" y="0"/>
                    </a:cubicBezTo>
                    <a:cubicBezTo>
                      <a:pt x="19" y="0"/>
                      <a:pt x="4" y="4"/>
                      <a:pt x="0" y="11"/>
                    </a:cubicBezTo>
                    <a:cubicBezTo>
                      <a:pt x="3" y="15"/>
                      <a:pt x="13" y="20"/>
                      <a:pt x="34" y="2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Freeform 115"/>
              <p:cNvSpPr>
                <a:spLocks/>
              </p:cNvSpPr>
              <p:nvPr/>
            </p:nvSpPr>
            <p:spPr bwMode="auto">
              <a:xfrm>
                <a:off x="6270626" y="4373563"/>
                <a:ext cx="198438" cy="63500"/>
              </a:xfrm>
              <a:custGeom>
                <a:avLst/>
                <a:gdLst>
                  <a:gd name="T0" fmla="*/ 62 w 62"/>
                  <a:gd name="T1" fmla="*/ 5 h 20"/>
                  <a:gd name="T2" fmla="*/ 36 w 62"/>
                  <a:gd name="T3" fmla="*/ 8 h 20"/>
                  <a:gd name="T4" fmla="*/ 0 w 62"/>
                  <a:gd name="T5" fmla="*/ 0 h 20"/>
                  <a:gd name="T6" fmla="*/ 0 w 62"/>
                  <a:gd name="T7" fmla="*/ 4 h 20"/>
                  <a:gd name="T8" fmla="*/ 36 w 62"/>
                  <a:gd name="T9" fmla="*/ 20 h 20"/>
                  <a:gd name="T10" fmla="*/ 56 w 62"/>
                  <a:gd name="T11" fmla="*/ 17 h 20"/>
                  <a:gd name="T12" fmla="*/ 62 w 62"/>
                  <a:gd name="T13" fmla="*/ 5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20">
                    <a:moveTo>
                      <a:pt x="62" y="5"/>
                    </a:moveTo>
                    <a:cubicBezTo>
                      <a:pt x="55" y="7"/>
                      <a:pt x="46" y="8"/>
                      <a:pt x="36" y="8"/>
                    </a:cubicBezTo>
                    <a:cubicBezTo>
                      <a:pt x="19" y="8"/>
                      <a:pt x="7" y="5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5"/>
                      <a:pt x="18" y="20"/>
                      <a:pt x="36" y="20"/>
                    </a:cubicBezTo>
                    <a:cubicBezTo>
                      <a:pt x="43" y="20"/>
                      <a:pt x="50" y="19"/>
                      <a:pt x="56" y="17"/>
                    </a:cubicBezTo>
                    <a:cubicBezTo>
                      <a:pt x="57" y="13"/>
                      <a:pt x="59" y="8"/>
                      <a:pt x="62" y="5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Freeform 116"/>
              <p:cNvSpPr>
                <a:spLocks/>
              </p:cNvSpPr>
              <p:nvPr/>
            </p:nvSpPr>
            <p:spPr bwMode="auto">
              <a:xfrm>
                <a:off x="6478588" y="4389438"/>
                <a:ext cx="95250" cy="95250"/>
              </a:xfrm>
              <a:custGeom>
                <a:avLst/>
                <a:gdLst>
                  <a:gd name="T0" fmla="*/ 60 w 60"/>
                  <a:gd name="T1" fmla="*/ 12 h 60"/>
                  <a:gd name="T2" fmla="*/ 48 w 60"/>
                  <a:gd name="T3" fmla="*/ 0 h 60"/>
                  <a:gd name="T4" fmla="*/ 30 w 60"/>
                  <a:gd name="T5" fmla="*/ 18 h 60"/>
                  <a:gd name="T6" fmla="*/ 12 w 60"/>
                  <a:gd name="T7" fmla="*/ 0 h 60"/>
                  <a:gd name="T8" fmla="*/ 0 w 60"/>
                  <a:gd name="T9" fmla="*/ 12 h 60"/>
                  <a:gd name="T10" fmla="*/ 18 w 60"/>
                  <a:gd name="T11" fmla="*/ 30 h 60"/>
                  <a:gd name="T12" fmla="*/ 0 w 60"/>
                  <a:gd name="T13" fmla="*/ 48 h 60"/>
                  <a:gd name="T14" fmla="*/ 12 w 60"/>
                  <a:gd name="T15" fmla="*/ 60 h 60"/>
                  <a:gd name="T16" fmla="*/ 30 w 60"/>
                  <a:gd name="T17" fmla="*/ 42 h 60"/>
                  <a:gd name="T18" fmla="*/ 48 w 60"/>
                  <a:gd name="T19" fmla="*/ 60 h 60"/>
                  <a:gd name="T20" fmla="*/ 60 w 60"/>
                  <a:gd name="T21" fmla="*/ 48 h 60"/>
                  <a:gd name="T22" fmla="*/ 42 w 60"/>
                  <a:gd name="T23" fmla="*/ 30 h 60"/>
                  <a:gd name="T24" fmla="*/ 60 w 60"/>
                  <a:gd name="T25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60">
                    <a:moveTo>
                      <a:pt x="60" y="12"/>
                    </a:moveTo>
                    <a:lnTo>
                      <a:pt x="48" y="0"/>
                    </a:lnTo>
                    <a:lnTo>
                      <a:pt x="30" y="18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8" y="30"/>
                    </a:lnTo>
                    <a:lnTo>
                      <a:pt x="0" y="48"/>
                    </a:lnTo>
                    <a:lnTo>
                      <a:pt x="12" y="60"/>
                    </a:lnTo>
                    <a:lnTo>
                      <a:pt x="30" y="42"/>
                    </a:lnTo>
                    <a:lnTo>
                      <a:pt x="48" y="60"/>
                    </a:lnTo>
                    <a:lnTo>
                      <a:pt x="60" y="48"/>
                    </a:lnTo>
                    <a:lnTo>
                      <a:pt x="42" y="30"/>
                    </a:lnTo>
                    <a:lnTo>
                      <a:pt x="60" y="1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6" name="组合 325"/>
            <p:cNvGrpSpPr/>
            <p:nvPr/>
          </p:nvGrpSpPr>
          <p:grpSpPr>
            <a:xfrm>
              <a:off x="8742363" y="3595688"/>
              <a:ext cx="254000" cy="255588"/>
              <a:chOff x="8742363" y="3595688"/>
              <a:chExt cx="254000" cy="255588"/>
            </a:xfrm>
          </p:grpSpPr>
          <p:sp>
            <p:nvSpPr>
              <p:cNvPr id="250" name="Oval 117"/>
              <p:cNvSpPr>
                <a:spLocks noChangeArrowheads="1"/>
              </p:cNvSpPr>
              <p:nvPr/>
            </p:nvSpPr>
            <p:spPr bwMode="auto">
              <a:xfrm>
                <a:off x="8958263" y="38258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" name="Oval 118"/>
              <p:cNvSpPr>
                <a:spLocks noChangeArrowheads="1"/>
              </p:cNvSpPr>
              <p:nvPr/>
            </p:nvSpPr>
            <p:spPr bwMode="auto">
              <a:xfrm>
                <a:off x="8755063" y="3825875"/>
                <a:ext cx="25400" cy="25400"/>
              </a:xfrm>
              <a:prstGeom prst="ellipse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" name="Freeform 119"/>
              <p:cNvSpPr>
                <a:spLocks noEditPoints="1"/>
              </p:cNvSpPr>
              <p:nvPr/>
            </p:nvSpPr>
            <p:spPr bwMode="auto">
              <a:xfrm>
                <a:off x="8742363" y="3697288"/>
                <a:ext cx="254000" cy="153988"/>
              </a:xfrm>
              <a:custGeom>
                <a:avLst/>
                <a:gdLst>
                  <a:gd name="T0" fmla="*/ 0 w 80"/>
                  <a:gd name="T1" fmla="*/ 0 h 48"/>
                  <a:gd name="T2" fmla="*/ 0 w 80"/>
                  <a:gd name="T3" fmla="*/ 16 h 48"/>
                  <a:gd name="T4" fmla="*/ 8 w 80"/>
                  <a:gd name="T5" fmla="*/ 24 h 48"/>
                  <a:gd name="T6" fmla="*/ 36 w 80"/>
                  <a:gd name="T7" fmla="*/ 24 h 48"/>
                  <a:gd name="T8" fmla="*/ 36 w 80"/>
                  <a:gd name="T9" fmla="*/ 40 h 48"/>
                  <a:gd name="T10" fmla="*/ 16 w 80"/>
                  <a:gd name="T11" fmla="*/ 40 h 48"/>
                  <a:gd name="T12" fmla="*/ 16 w 80"/>
                  <a:gd name="T13" fmla="*/ 48 h 48"/>
                  <a:gd name="T14" fmla="*/ 64 w 80"/>
                  <a:gd name="T15" fmla="*/ 48 h 48"/>
                  <a:gd name="T16" fmla="*/ 64 w 80"/>
                  <a:gd name="T17" fmla="*/ 40 h 48"/>
                  <a:gd name="T18" fmla="*/ 44 w 80"/>
                  <a:gd name="T19" fmla="*/ 40 h 48"/>
                  <a:gd name="T20" fmla="*/ 44 w 80"/>
                  <a:gd name="T21" fmla="*/ 24 h 48"/>
                  <a:gd name="T22" fmla="*/ 72 w 80"/>
                  <a:gd name="T23" fmla="*/ 24 h 48"/>
                  <a:gd name="T24" fmla="*/ 80 w 80"/>
                  <a:gd name="T25" fmla="*/ 16 h 48"/>
                  <a:gd name="T26" fmla="*/ 80 w 80"/>
                  <a:gd name="T27" fmla="*/ 0 h 48"/>
                  <a:gd name="T28" fmla="*/ 0 w 80"/>
                  <a:gd name="T29" fmla="*/ 0 h 48"/>
                  <a:gd name="T30" fmla="*/ 32 w 80"/>
                  <a:gd name="T31" fmla="*/ 16 h 48"/>
                  <a:gd name="T32" fmla="*/ 12 w 80"/>
                  <a:gd name="T33" fmla="*/ 16 h 48"/>
                  <a:gd name="T34" fmla="*/ 12 w 80"/>
                  <a:gd name="T35" fmla="*/ 8 h 48"/>
                  <a:gd name="T36" fmla="*/ 32 w 80"/>
                  <a:gd name="T37" fmla="*/ 8 h 48"/>
                  <a:gd name="T38" fmla="*/ 32 w 80"/>
                  <a:gd name="T39" fmla="*/ 16 h 48"/>
                  <a:gd name="T40" fmla="*/ 52 w 80"/>
                  <a:gd name="T41" fmla="*/ 16 h 48"/>
                  <a:gd name="T42" fmla="*/ 48 w 80"/>
                  <a:gd name="T43" fmla="*/ 12 h 48"/>
                  <a:gd name="T44" fmla="*/ 52 w 80"/>
                  <a:gd name="T45" fmla="*/ 8 h 48"/>
                  <a:gd name="T46" fmla="*/ 56 w 80"/>
                  <a:gd name="T47" fmla="*/ 12 h 48"/>
                  <a:gd name="T48" fmla="*/ 52 w 80"/>
                  <a:gd name="T49" fmla="*/ 16 h 48"/>
                  <a:gd name="T50" fmla="*/ 64 w 80"/>
                  <a:gd name="T51" fmla="*/ 16 h 48"/>
                  <a:gd name="T52" fmla="*/ 60 w 80"/>
                  <a:gd name="T53" fmla="*/ 12 h 48"/>
                  <a:gd name="T54" fmla="*/ 64 w 80"/>
                  <a:gd name="T55" fmla="*/ 8 h 48"/>
                  <a:gd name="T56" fmla="*/ 68 w 80"/>
                  <a:gd name="T57" fmla="*/ 12 h 48"/>
                  <a:gd name="T58" fmla="*/ 64 w 80"/>
                  <a:gd name="T59" fmla="*/ 1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0" h="48">
                    <a:moveTo>
                      <a:pt x="0" y="0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20"/>
                      <a:pt x="4" y="24"/>
                      <a:pt x="8" y="2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6" y="24"/>
                      <a:pt x="80" y="20"/>
                      <a:pt x="80" y="16"/>
                    </a:cubicBezTo>
                    <a:cubicBezTo>
                      <a:pt x="80" y="0"/>
                      <a:pt x="80" y="0"/>
                      <a:pt x="80" y="0"/>
                    </a:cubicBezTo>
                    <a:lnTo>
                      <a:pt x="0" y="0"/>
                    </a:lnTo>
                    <a:close/>
                    <a:moveTo>
                      <a:pt x="32" y="16"/>
                    </a:moveTo>
                    <a:cubicBezTo>
                      <a:pt x="12" y="16"/>
                      <a:pt x="12" y="16"/>
                      <a:pt x="12" y="16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6"/>
                    </a:lnTo>
                    <a:close/>
                    <a:moveTo>
                      <a:pt x="52" y="16"/>
                    </a:moveTo>
                    <a:cubicBezTo>
                      <a:pt x="50" y="16"/>
                      <a:pt x="48" y="14"/>
                      <a:pt x="48" y="12"/>
                    </a:cubicBezTo>
                    <a:cubicBezTo>
                      <a:pt x="48" y="10"/>
                      <a:pt x="50" y="8"/>
                      <a:pt x="52" y="8"/>
                    </a:cubicBezTo>
                    <a:cubicBezTo>
                      <a:pt x="54" y="8"/>
                      <a:pt x="56" y="10"/>
                      <a:pt x="56" y="12"/>
                    </a:cubicBezTo>
                    <a:cubicBezTo>
                      <a:pt x="56" y="14"/>
                      <a:pt x="54" y="16"/>
                      <a:pt x="52" y="16"/>
                    </a:cubicBezTo>
                    <a:close/>
                    <a:moveTo>
                      <a:pt x="64" y="16"/>
                    </a:moveTo>
                    <a:cubicBezTo>
                      <a:pt x="62" y="16"/>
                      <a:pt x="60" y="14"/>
                      <a:pt x="60" y="12"/>
                    </a:cubicBezTo>
                    <a:cubicBezTo>
                      <a:pt x="60" y="10"/>
                      <a:pt x="62" y="8"/>
                      <a:pt x="64" y="8"/>
                    </a:cubicBezTo>
                    <a:cubicBezTo>
                      <a:pt x="66" y="8"/>
                      <a:pt x="68" y="10"/>
                      <a:pt x="68" y="12"/>
                    </a:cubicBezTo>
                    <a:cubicBezTo>
                      <a:pt x="68" y="14"/>
                      <a:pt x="66" y="16"/>
                      <a:pt x="64" y="16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" name="Freeform 120"/>
              <p:cNvSpPr>
                <a:spLocks noEditPoints="1"/>
              </p:cNvSpPr>
              <p:nvPr/>
            </p:nvSpPr>
            <p:spPr bwMode="auto">
              <a:xfrm>
                <a:off x="8742363" y="3595688"/>
                <a:ext cx="254000" cy="76200"/>
              </a:xfrm>
              <a:custGeom>
                <a:avLst/>
                <a:gdLst>
                  <a:gd name="T0" fmla="*/ 80 w 80"/>
                  <a:gd name="T1" fmla="*/ 24 h 24"/>
                  <a:gd name="T2" fmla="*/ 80 w 80"/>
                  <a:gd name="T3" fmla="*/ 8 h 24"/>
                  <a:gd name="T4" fmla="*/ 72 w 80"/>
                  <a:gd name="T5" fmla="*/ 0 h 24"/>
                  <a:gd name="T6" fmla="*/ 8 w 80"/>
                  <a:gd name="T7" fmla="*/ 0 h 24"/>
                  <a:gd name="T8" fmla="*/ 0 w 80"/>
                  <a:gd name="T9" fmla="*/ 8 h 24"/>
                  <a:gd name="T10" fmla="*/ 0 w 80"/>
                  <a:gd name="T11" fmla="*/ 24 h 24"/>
                  <a:gd name="T12" fmla="*/ 80 w 80"/>
                  <a:gd name="T13" fmla="*/ 24 h 24"/>
                  <a:gd name="T14" fmla="*/ 64 w 80"/>
                  <a:gd name="T15" fmla="*/ 8 h 24"/>
                  <a:gd name="T16" fmla="*/ 68 w 80"/>
                  <a:gd name="T17" fmla="*/ 12 h 24"/>
                  <a:gd name="T18" fmla="*/ 64 w 80"/>
                  <a:gd name="T19" fmla="*/ 16 h 24"/>
                  <a:gd name="T20" fmla="*/ 60 w 80"/>
                  <a:gd name="T21" fmla="*/ 12 h 24"/>
                  <a:gd name="T22" fmla="*/ 64 w 80"/>
                  <a:gd name="T23" fmla="*/ 8 h 24"/>
                  <a:gd name="T24" fmla="*/ 52 w 80"/>
                  <a:gd name="T25" fmla="*/ 8 h 24"/>
                  <a:gd name="T26" fmla="*/ 56 w 80"/>
                  <a:gd name="T27" fmla="*/ 12 h 24"/>
                  <a:gd name="T28" fmla="*/ 52 w 80"/>
                  <a:gd name="T29" fmla="*/ 16 h 24"/>
                  <a:gd name="T30" fmla="*/ 48 w 80"/>
                  <a:gd name="T31" fmla="*/ 12 h 24"/>
                  <a:gd name="T32" fmla="*/ 52 w 80"/>
                  <a:gd name="T33" fmla="*/ 8 h 24"/>
                  <a:gd name="T34" fmla="*/ 12 w 80"/>
                  <a:gd name="T35" fmla="*/ 8 h 24"/>
                  <a:gd name="T36" fmla="*/ 32 w 80"/>
                  <a:gd name="T37" fmla="*/ 8 h 24"/>
                  <a:gd name="T38" fmla="*/ 32 w 80"/>
                  <a:gd name="T39" fmla="*/ 16 h 24"/>
                  <a:gd name="T40" fmla="*/ 12 w 80"/>
                  <a:gd name="T41" fmla="*/ 16 h 24"/>
                  <a:gd name="T42" fmla="*/ 12 w 80"/>
                  <a:gd name="T43" fmla="*/ 8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24">
                    <a:moveTo>
                      <a:pt x="80" y="24"/>
                    </a:move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80" y="24"/>
                    </a:lnTo>
                    <a:close/>
                    <a:moveTo>
                      <a:pt x="64" y="8"/>
                    </a:moveTo>
                    <a:cubicBezTo>
                      <a:pt x="66" y="8"/>
                      <a:pt x="68" y="10"/>
                      <a:pt x="68" y="12"/>
                    </a:cubicBezTo>
                    <a:cubicBezTo>
                      <a:pt x="68" y="14"/>
                      <a:pt x="66" y="16"/>
                      <a:pt x="64" y="16"/>
                    </a:cubicBezTo>
                    <a:cubicBezTo>
                      <a:pt x="62" y="16"/>
                      <a:pt x="60" y="14"/>
                      <a:pt x="60" y="12"/>
                    </a:cubicBezTo>
                    <a:cubicBezTo>
                      <a:pt x="60" y="10"/>
                      <a:pt x="62" y="8"/>
                      <a:pt x="64" y="8"/>
                    </a:cubicBezTo>
                    <a:close/>
                    <a:moveTo>
                      <a:pt x="52" y="8"/>
                    </a:moveTo>
                    <a:cubicBezTo>
                      <a:pt x="54" y="8"/>
                      <a:pt x="56" y="10"/>
                      <a:pt x="56" y="12"/>
                    </a:cubicBezTo>
                    <a:cubicBezTo>
                      <a:pt x="56" y="14"/>
                      <a:pt x="54" y="16"/>
                      <a:pt x="52" y="16"/>
                    </a:cubicBezTo>
                    <a:cubicBezTo>
                      <a:pt x="50" y="16"/>
                      <a:pt x="48" y="14"/>
                      <a:pt x="48" y="12"/>
                    </a:cubicBezTo>
                    <a:cubicBezTo>
                      <a:pt x="48" y="10"/>
                      <a:pt x="50" y="8"/>
                      <a:pt x="52" y="8"/>
                    </a:cubicBezTo>
                    <a:close/>
                    <a:moveTo>
                      <a:pt x="12" y="8"/>
                    </a:moveTo>
                    <a:cubicBezTo>
                      <a:pt x="32" y="8"/>
                      <a:pt x="32" y="8"/>
                      <a:pt x="32" y="8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12" y="16"/>
                      <a:pt x="12" y="16"/>
                      <a:pt x="12" y="16"/>
                    </a:cubicBezTo>
                    <a:lnTo>
                      <a:pt x="12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54" name="Freeform 121"/>
            <p:cNvSpPr>
              <a:spLocks noEditPoints="1"/>
            </p:cNvSpPr>
            <p:nvPr/>
          </p:nvSpPr>
          <p:spPr bwMode="auto">
            <a:xfrm>
              <a:off x="6907213" y="4208463"/>
              <a:ext cx="255588" cy="25400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60 w 80"/>
                <a:gd name="T11" fmla="*/ 44 h 80"/>
                <a:gd name="T12" fmla="*/ 44 w 80"/>
                <a:gd name="T13" fmla="*/ 44 h 80"/>
                <a:gd name="T14" fmla="*/ 44 w 80"/>
                <a:gd name="T15" fmla="*/ 60 h 80"/>
                <a:gd name="T16" fmla="*/ 36 w 80"/>
                <a:gd name="T17" fmla="*/ 60 h 80"/>
                <a:gd name="T18" fmla="*/ 36 w 80"/>
                <a:gd name="T19" fmla="*/ 44 h 80"/>
                <a:gd name="T20" fmla="*/ 20 w 80"/>
                <a:gd name="T21" fmla="*/ 44 h 80"/>
                <a:gd name="T22" fmla="*/ 20 w 80"/>
                <a:gd name="T23" fmla="*/ 36 h 80"/>
                <a:gd name="T24" fmla="*/ 36 w 80"/>
                <a:gd name="T25" fmla="*/ 36 h 80"/>
                <a:gd name="T26" fmla="*/ 36 w 80"/>
                <a:gd name="T27" fmla="*/ 20 h 80"/>
                <a:gd name="T28" fmla="*/ 44 w 80"/>
                <a:gd name="T29" fmla="*/ 20 h 80"/>
                <a:gd name="T30" fmla="*/ 44 w 80"/>
                <a:gd name="T31" fmla="*/ 36 h 80"/>
                <a:gd name="T32" fmla="*/ 60 w 80"/>
                <a:gd name="T33" fmla="*/ 36 h 80"/>
                <a:gd name="T34" fmla="*/ 60 w 80"/>
                <a:gd name="T35" fmla="*/ 4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60" y="44"/>
                  </a:moveTo>
                  <a:cubicBezTo>
                    <a:pt x="44" y="44"/>
                    <a:pt x="44" y="44"/>
                    <a:pt x="44" y="44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60" y="36"/>
                    <a:pt x="60" y="36"/>
                    <a:pt x="60" y="36"/>
                  </a:cubicBezTo>
                  <a:lnTo>
                    <a:pt x="60" y="4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5" name="Freeform 122"/>
            <p:cNvSpPr>
              <a:spLocks noEditPoints="1"/>
            </p:cNvSpPr>
            <p:nvPr/>
          </p:nvSpPr>
          <p:spPr bwMode="auto">
            <a:xfrm>
              <a:off x="7519988" y="4208463"/>
              <a:ext cx="254000" cy="25400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60 w 80"/>
                <a:gd name="T11" fmla="*/ 44 h 80"/>
                <a:gd name="T12" fmla="*/ 20 w 80"/>
                <a:gd name="T13" fmla="*/ 44 h 80"/>
                <a:gd name="T14" fmla="*/ 20 w 80"/>
                <a:gd name="T15" fmla="*/ 36 h 80"/>
                <a:gd name="T16" fmla="*/ 60 w 80"/>
                <a:gd name="T17" fmla="*/ 36 h 80"/>
                <a:gd name="T18" fmla="*/ 60 w 80"/>
                <a:gd name="T19" fmla="*/ 4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60" y="44"/>
                  </a:moveTo>
                  <a:cubicBezTo>
                    <a:pt x="20" y="44"/>
                    <a:pt x="20" y="44"/>
                    <a:pt x="20" y="44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60" y="36"/>
                    <a:pt x="60" y="36"/>
                    <a:pt x="60" y="36"/>
                  </a:cubicBezTo>
                  <a:lnTo>
                    <a:pt x="60" y="4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6" name="Freeform 123"/>
            <p:cNvSpPr>
              <a:spLocks noEditPoints="1"/>
            </p:cNvSpPr>
            <p:nvPr/>
          </p:nvSpPr>
          <p:spPr bwMode="auto">
            <a:xfrm>
              <a:off x="8131176" y="4208463"/>
              <a:ext cx="254000" cy="25400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59 w 80"/>
                <a:gd name="T11" fmla="*/ 53 h 80"/>
                <a:gd name="T12" fmla="*/ 53 w 80"/>
                <a:gd name="T13" fmla="*/ 59 h 80"/>
                <a:gd name="T14" fmla="*/ 40 w 80"/>
                <a:gd name="T15" fmla="*/ 46 h 80"/>
                <a:gd name="T16" fmla="*/ 27 w 80"/>
                <a:gd name="T17" fmla="*/ 59 h 80"/>
                <a:gd name="T18" fmla="*/ 21 w 80"/>
                <a:gd name="T19" fmla="*/ 53 h 80"/>
                <a:gd name="T20" fmla="*/ 34 w 80"/>
                <a:gd name="T21" fmla="*/ 40 h 80"/>
                <a:gd name="T22" fmla="*/ 21 w 80"/>
                <a:gd name="T23" fmla="*/ 27 h 80"/>
                <a:gd name="T24" fmla="*/ 27 w 80"/>
                <a:gd name="T25" fmla="*/ 21 h 80"/>
                <a:gd name="T26" fmla="*/ 40 w 80"/>
                <a:gd name="T27" fmla="*/ 34 h 80"/>
                <a:gd name="T28" fmla="*/ 53 w 80"/>
                <a:gd name="T29" fmla="*/ 21 h 80"/>
                <a:gd name="T30" fmla="*/ 59 w 80"/>
                <a:gd name="T31" fmla="*/ 27 h 80"/>
                <a:gd name="T32" fmla="*/ 46 w 80"/>
                <a:gd name="T33" fmla="*/ 40 h 80"/>
                <a:gd name="T34" fmla="*/ 59 w 80"/>
                <a:gd name="T35" fmla="*/ 5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59" y="53"/>
                  </a:moveTo>
                  <a:cubicBezTo>
                    <a:pt x="53" y="59"/>
                    <a:pt x="53" y="59"/>
                    <a:pt x="53" y="59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46" y="40"/>
                    <a:pt x="46" y="40"/>
                    <a:pt x="46" y="40"/>
                  </a:cubicBezTo>
                  <a:lnTo>
                    <a:pt x="59" y="53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7" name="Freeform 124"/>
            <p:cNvSpPr>
              <a:spLocks/>
            </p:cNvSpPr>
            <p:nvPr/>
          </p:nvSpPr>
          <p:spPr bwMode="auto">
            <a:xfrm>
              <a:off x="8742363" y="4208463"/>
              <a:ext cx="254000" cy="254000"/>
            </a:xfrm>
            <a:custGeom>
              <a:avLst/>
              <a:gdLst>
                <a:gd name="T0" fmla="*/ 76 w 80"/>
                <a:gd name="T1" fmla="*/ 52 h 80"/>
                <a:gd name="T2" fmla="*/ 68 w 80"/>
                <a:gd name="T3" fmla="*/ 52 h 80"/>
                <a:gd name="T4" fmla="*/ 68 w 80"/>
                <a:gd name="T5" fmla="*/ 48 h 80"/>
                <a:gd name="T6" fmla="*/ 56 w 80"/>
                <a:gd name="T7" fmla="*/ 36 h 80"/>
                <a:gd name="T8" fmla="*/ 44 w 80"/>
                <a:gd name="T9" fmla="*/ 36 h 80"/>
                <a:gd name="T10" fmla="*/ 44 w 80"/>
                <a:gd name="T11" fmla="*/ 28 h 80"/>
                <a:gd name="T12" fmla="*/ 52 w 80"/>
                <a:gd name="T13" fmla="*/ 28 h 80"/>
                <a:gd name="T14" fmla="*/ 56 w 80"/>
                <a:gd name="T15" fmla="*/ 24 h 80"/>
                <a:gd name="T16" fmla="*/ 56 w 80"/>
                <a:gd name="T17" fmla="*/ 4 h 80"/>
                <a:gd name="T18" fmla="*/ 52 w 80"/>
                <a:gd name="T19" fmla="*/ 0 h 80"/>
                <a:gd name="T20" fmla="*/ 28 w 80"/>
                <a:gd name="T21" fmla="*/ 0 h 80"/>
                <a:gd name="T22" fmla="*/ 24 w 80"/>
                <a:gd name="T23" fmla="*/ 4 h 80"/>
                <a:gd name="T24" fmla="*/ 24 w 80"/>
                <a:gd name="T25" fmla="*/ 24 h 80"/>
                <a:gd name="T26" fmla="*/ 28 w 80"/>
                <a:gd name="T27" fmla="*/ 28 h 80"/>
                <a:gd name="T28" fmla="*/ 36 w 80"/>
                <a:gd name="T29" fmla="*/ 28 h 80"/>
                <a:gd name="T30" fmla="*/ 36 w 80"/>
                <a:gd name="T31" fmla="*/ 36 h 80"/>
                <a:gd name="T32" fmla="*/ 24 w 80"/>
                <a:gd name="T33" fmla="*/ 36 h 80"/>
                <a:gd name="T34" fmla="*/ 12 w 80"/>
                <a:gd name="T35" fmla="*/ 48 h 80"/>
                <a:gd name="T36" fmla="*/ 12 w 80"/>
                <a:gd name="T37" fmla="*/ 52 h 80"/>
                <a:gd name="T38" fmla="*/ 4 w 80"/>
                <a:gd name="T39" fmla="*/ 52 h 80"/>
                <a:gd name="T40" fmla="*/ 0 w 80"/>
                <a:gd name="T41" fmla="*/ 56 h 80"/>
                <a:gd name="T42" fmla="*/ 0 w 80"/>
                <a:gd name="T43" fmla="*/ 76 h 80"/>
                <a:gd name="T44" fmla="*/ 4 w 80"/>
                <a:gd name="T45" fmla="*/ 80 h 80"/>
                <a:gd name="T46" fmla="*/ 28 w 80"/>
                <a:gd name="T47" fmla="*/ 80 h 80"/>
                <a:gd name="T48" fmla="*/ 32 w 80"/>
                <a:gd name="T49" fmla="*/ 76 h 80"/>
                <a:gd name="T50" fmla="*/ 32 w 80"/>
                <a:gd name="T51" fmla="*/ 56 h 80"/>
                <a:gd name="T52" fmla="*/ 28 w 80"/>
                <a:gd name="T53" fmla="*/ 52 h 80"/>
                <a:gd name="T54" fmla="*/ 20 w 80"/>
                <a:gd name="T55" fmla="*/ 52 h 80"/>
                <a:gd name="T56" fmla="*/ 20 w 80"/>
                <a:gd name="T57" fmla="*/ 48 h 80"/>
                <a:gd name="T58" fmla="*/ 24 w 80"/>
                <a:gd name="T59" fmla="*/ 44 h 80"/>
                <a:gd name="T60" fmla="*/ 56 w 80"/>
                <a:gd name="T61" fmla="*/ 44 h 80"/>
                <a:gd name="T62" fmla="*/ 60 w 80"/>
                <a:gd name="T63" fmla="*/ 48 h 80"/>
                <a:gd name="T64" fmla="*/ 60 w 80"/>
                <a:gd name="T65" fmla="*/ 52 h 80"/>
                <a:gd name="T66" fmla="*/ 52 w 80"/>
                <a:gd name="T67" fmla="*/ 52 h 80"/>
                <a:gd name="T68" fmla="*/ 48 w 80"/>
                <a:gd name="T69" fmla="*/ 56 h 80"/>
                <a:gd name="T70" fmla="*/ 48 w 80"/>
                <a:gd name="T71" fmla="*/ 76 h 80"/>
                <a:gd name="T72" fmla="*/ 52 w 80"/>
                <a:gd name="T73" fmla="*/ 80 h 80"/>
                <a:gd name="T74" fmla="*/ 76 w 80"/>
                <a:gd name="T75" fmla="*/ 80 h 80"/>
                <a:gd name="T76" fmla="*/ 80 w 80"/>
                <a:gd name="T77" fmla="*/ 76 h 80"/>
                <a:gd name="T78" fmla="*/ 80 w 80"/>
                <a:gd name="T79" fmla="*/ 56 h 80"/>
                <a:gd name="T80" fmla="*/ 76 w 80"/>
                <a:gd name="T81" fmla="*/ 5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" h="80">
                  <a:moveTo>
                    <a:pt x="76" y="52"/>
                  </a:moveTo>
                  <a:cubicBezTo>
                    <a:pt x="68" y="52"/>
                    <a:pt x="68" y="52"/>
                    <a:pt x="68" y="52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41"/>
                    <a:pt x="63" y="36"/>
                    <a:pt x="56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28"/>
                    <a:pt x="44" y="28"/>
                    <a:pt x="44" y="28"/>
                  </a:cubicBezTo>
                  <a:cubicBezTo>
                    <a:pt x="52" y="28"/>
                    <a:pt x="52" y="28"/>
                    <a:pt x="52" y="28"/>
                  </a:cubicBezTo>
                  <a:cubicBezTo>
                    <a:pt x="54" y="28"/>
                    <a:pt x="56" y="26"/>
                    <a:pt x="56" y="24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6" y="0"/>
                    <a:pt x="24" y="2"/>
                    <a:pt x="24" y="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4" y="26"/>
                    <a:pt x="26" y="28"/>
                    <a:pt x="28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17" y="36"/>
                    <a:pt x="12" y="41"/>
                    <a:pt x="12" y="48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2" y="52"/>
                    <a:pt x="0" y="54"/>
                    <a:pt x="0" y="5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30" y="80"/>
                    <a:pt x="32" y="78"/>
                    <a:pt x="32" y="76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32" y="54"/>
                    <a:pt x="30" y="52"/>
                    <a:pt x="28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0" y="48"/>
                    <a:pt x="20" y="48"/>
                    <a:pt x="20" y="48"/>
                  </a:cubicBezTo>
                  <a:cubicBezTo>
                    <a:pt x="20" y="46"/>
                    <a:pt x="22" y="44"/>
                    <a:pt x="24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8" y="44"/>
                    <a:pt x="60" y="46"/>
                    <a:pt x="60" y="48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50" y="52"/>
                    <a:pt x="48" y="54"/>
                    <a:pt x="48" y="56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48" y="78"/>
                    <a:pt x="50" y="80"/>
                    <a:pt x="52" y="80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8" y="80"/>
                    <a:pt x="80" y="78"/>
                    <a:pt x="80" y="76"/>
                  </a:cubicBezTo>
                  <a:cubicBezTo>
                    <a:pt x="80" y="56"/>
                    <a:pt x="80" y="56"/>
                    <a:pt x="80" y="56"/>
                  </a:cubicBezTo>
                  <a:cubicBezTo>
                    <a:pt x="80" y="54"/>
                    <a:pt x="78" y="52"/>
                    <a:pt x="76" y="52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34" name="组合 333"/>
            <p:cNvGrpSpPr/>
            <p:nvPr/>
          </p:nvGrpSpPr>
          <p:grpSpPr>
            <a:xfrm>
              <a:off x="3838576" y="4832350"/>
              <a:ext cx="280988" cy="230188"/>
              <a:chOff x="3838576" y="4832350"/>
              <a:chExt cx="280988" cy="230188"/>
            </a:xfrm>
          </p:grpSpPr>
          <p:sp>
            <p:nvSpPr>
              <p:cNvPr id="258" name="Freeform 125"/>
              <p:cNvSpPr>
                <a:spLocks/>
              </p:cNvSpPr>
              <p:nvPr/>
            </p:nvSpPr>
            <p:spPr bwMode="auto">
              <a:xfrm>
                <a:off x="3889376" y="4832350"/>
                <a:ext cx="38100" cy="25400"/>
              </a:xfrm>
              <a:custGeom>
                <a:avLst/>
                <a:gdLst>
                  <a:gd name="T0" fmla="*/ 12 w 12"/>
                  <a:gd name="T1" fmla="*/ 6 h 8"/>
                  <a:gd name="T2" fmla="*/ 6 w 12"/>
                  <a:gd name="T3" fmla="*/ 0 h 8"/>
                  <a:gd name="T4" fmla="*/ 0 w 12"/>
                  <a:gd name="T5" fmla="*/ 6 h 8"/>
                  <a:gd name="T6" fmla="*/ 0 w 12"/>
                  <a:gd name="T7" fmla="*/ 8 h 8"/>
                  <a:gd name="T8" fmla="*/ 12 w 12"/>
                  <a:gd name="T9" fmla="*/ 8 h 8"/>
                  <a:gd name="T10" fmla="*/ 12 w 12"/>
                  <a:gd name="T11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8">
                    <a:moveTo>
                      <a:pt x="12" y="6"/>
                    </a:move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2" y="8"/>
                      <a:pt x="12" y="8"/>
                      <a:pt x="12" y="8"/>
                    </a:cubicBezTo>
                    <a:lnTo>
                      <a:pt x="12" y="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Freeform 126"/>
              <p:cNvSpPr>
                <a:spLocks/>
              </p:cNvSpPr>
              <p:nvPr/>
            </p:nvSpPr>
            <p:spPr bwMode="auto">
              <a:xfrm>
                <a:off x="3889376" y="4870450"/>
                <a:ext cx="38100" cy="153988"/>
              </a:xfrm>
              <a:custGeom>
                <a:avLst/>
                <a:gdLst>
                  <a:gd name="T0" fmla="*/ 24 w 24"/>
                  <a:gd name="T1" fmla="*/ 73 h 97"/>
                  <a:gd name="T2" fmla="*/ 24 w 24"/>
                  <a:gd name="T3" fmla="*/ 0 h 97"/>
                  <a:gd name="T4" fmla="*/ 0 w 24"/>
                  <a:gd name="T5" fmla="*/ 0 h 97"/>
                  <a:gd name="T6" fmla="*/ 0 w 24"/>
                  <a:gd name="T7" fmla="*/ 73 h 97"/>
                  <a:gd name="T8" fmla="*/ 12 w 24"/>
                  <a:gd name="T9" fmla="*/ 97 h 97"/>
                  <a:gd name="T10" fmla="*/ 24 w 24"/>
                  <a:gd name="T11" fmla="*/ 73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97">
                    <a:moveTo>
                      <a:pt x="24" y="73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0" y="73"/>
                    </a:lnTo>
                    <a:lnTo>
                      <a:pt x="12" y="97"/>
                    </a:lnTo>
                    <a:lnTo>
                      <a:pt x="24" y="73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" name="Freeform 127"/>
              <p:cNvSpPr>
                <a:spLocks noEditPoints="1"/>
              </p:cNvSpPr>
              <p:nvPr/>
            </p:nvSpPr>
            <p:spPr bwMode="auto">
              <a:xfrm>
                <a:off x="3838576" y="4883150"/>
                <a:ext cx="280988" cy="179388"/>
              </a:xfrm>
              <a:custGeom>
                <a:avLst/>
                <a:gdLst>
                  <a:gd name="T0" fmla="*/ 80 w 88"/>
                  <a:gd name="T1" fmla="*/ 0 h 56"/>
                  <a:gd name="T2" fmla="*/ 36 w 88"/>
                  <a:gd name="T3" fmla="*/ 0 h 56"/>
                  <a:gd name="T4" fmla="*/ 36 w 88"/>
                  <a:gd name="T5" fmla="*/ 8 h 56"/>
                  <a:gd name="T6" fmla="*/ 56 w 88"/>
                  <a:gd name="T7" fmla="*/ 8 h 56"/>
                  <a:gd name="T8" fmla="*/ 56 w 88"/>
                  <a:gd name="T9" fmla="*/ 48 h 56"/>
                  <a:gd name="T10" fmla="*/ 8 w 88"/>
                  <a:gd name="T11" fmla="*/ 48 h 56"/>
                  <a:gd name="T12" fmla="*/ 8 w 88"/>
                  <a:gd name="T13" fmla="*/ 0 h 56"/>
                  <a:gd name="T14" fmla="*/ 0 w 88"/>
                  <a:gd name="T15" fmla="*/ 8 h 56"/>
                  <a:gd name="T16" fmla="*/ 0 w 88"/>
                  <a:gd name="T17" fmla="*/ 48 h 56"/>
                  <a:gd name="T18" fmla="*/ 8 w 88"/>
                  <a:gd name="T19" fmla="*/ 56 h 56"/>
                  <a:gd name="T20" fmla="*/ 80 w 88"/>
                  <a:gd name="T21" fmla="*/ 56 h 56"/>
                  <a:gd name="T22" fmla="*/ 88 w 88"/>
                  <a:gd name="T23" fmla="*/ 48 h 56"/>
                  <a:gd name="T24" fmla="*/ 88 w 88"/>
                  <a:gd name="T25" fmla="*/ 8 h 56"/>
                  <a:gd name="T26" fmla="*/ 80 w 88"/>
                  <a:gd name="T27" fmla="*/ 0 h 56"/>
                  <a:gd name="T28" fmla="*/ 80 w 88"/>
                  <a:gd name="T29" fmla="*/ 32 h 56"/>
                  <a:gd name="T30" fmla="*/ 64 w 88"/>
                  <a:gd name="T31" fmla="*/ 32 h 56"/>
                  <a:gd name="T32" fmla="*/ 64 w 88"/>
                  <a:gd name="T33" fmla="*/ 24 h 56"/>
                  <a:gd name="T34" fmla="*/ 80 w 88"/>
                  <a:gd name="T35" fmla="*/ 24 h 56"/>
                  <a:gd name="T36" fmla="*/ 80 w 88"/>
                  <a:gd name="T37" fmla="*/ 3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8" h="56">
                    <a:moveTo>
                      <a:pt x="80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80" y="56"/>
                      <a:pt x="80" y="56"/>
                      <a:pt x="80" y="56"/>
                    </a:cubicBezTo>
                    <a:cubicBezTo>
                      <a:pt x="84" y="56"/>
                      <a:pt x="88" y="52"/>
                      <a:pt x="88" y="48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4"/>
                      <a:pt x="84" y="0"/>
                      <a:pt x="80" y="0"/>
                    </a:cubicBezTo>
                    <a:close/>
                    <a:moveTo>
                      <a:pt x="80" y="32"/>
                    </a:move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80" y="24"/>
                      <a:pt x="80" y="24"/>
                      <a:pt x="80" y="24"/>
                    </a:cubicBezTo>
                    <a:lnTo>
                      <a:pt x="80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5" name="组合 334"/>
            <p:cNvGrpSpPr/>
            <p:nvPr/>
          </p:nvGrpSpPr>
          <p:grpSpPr>
            <a:xfrm>
              <a:off x="4449763" y="4829175"/>
              <a:ext cx="258763" cy="261938"/>
              <a:chOff x="4449763" y="4829175"/>
              <a:chExt cx="258763" cy="261938"/>
            </a:xfrm>
          </p:grpSpPr>
          <p:sp>
            <p:nvSpPr>
              <p:cNvPr id="261" name="Freeform 128"/>
              <p:cNvSpPr>
                <a:spLocks/>
              </p:cNvSpPr>
              <p:nvPr/>
            </p:nvSpPr>
            <p:spPr bwMode="auto">
              <a:xfrm>
                <a:off x="4529138" y="4829175"/>
                <a:ext cx="179388" cy="182563"/>
              </a:xfrm>
              <a:custGeom>
                <a:avLst/>
                <a:gdLst>
                  <a:gd name="T0" fmla="*/ 52 w 56"/>
                  <a:gd name="T1" fmla="*/ 5 h 57"/>
                  <a:gd name="T2" fmla="*/ 35 w 56"/>
                  <a:gd name="T3" fmla="*/ 5 h 57"/>
                  <a:gd name="T4" fmla="*/ 0 w 56"/>
                  <a:gd name="T5" fmla="*/ 40 h 57"/>
                  <a:gd name="T6" fmla="*/ 12 w 56"/>
                  <a:gd name="T7" fmla="*/ 44 h 57"/>
                  <a:gd name="T8" fmla="*/ 17 w 56"/>
                  <a:gd name="T9" fmla="*/ 57 h 57"/>
                  <a:gd name="T10" fmla="*/ 52 w 56"/>
                  <a:gd name="T11" fmla="*/ 21 h 57"/>
                  <a:gd name="T12" fmla="*/ 56 w 56"/>
                  <a:gd name="T13" fmla="*/ 13 h 57"/>
                  <a:gd name="T14" fmla="*/ 52 w 56"/>
                  <a:gd name="T15" fmla="*/ 5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57">
                    <a:moveTo>
                      <a:pt x="52" y="5"/>
                    </a:moveTo>
                    <a:cubicBezTo>
                      <a:pt x="47" y="0"/>
                      <a:pt x="40" y="0"/>
                      <a:pt x="35" y="5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4" y="39"/>
                      <a:pt x="9" y="41"/>
                      <a:pt x="12" y="44"/>
                    </a:cubicBezTo>
                    <a:cubicBezTo>
                      <a:pt x="16" y="48"/>
                      <a:pt x="17" y="52"/>
                      <a:pt x="17" y="57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4" y="19"/>
                      <a:pt x="56" y="16"/>
                      <a:pt x="56" y="13"/>
                    </a:cubicBezTo>
                    <a:cubicBezTo>
                      <a:pt x="56" y="10"/>
                      <a:pt x="54" y="7"/>
                      <a:pt x="52" y="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" name="Freeform 129"/>
              <p:cNvSpPr>
                <a:spLocks/>
              </p:cNvSpPr>
              <p:nvPr/>
            </p:nvSpPr>
            <p:spPr bwMode="auto">
              <a:xfrm>
                <a:off x="4449763" y="4970463"/>
                <a:ext cx="120650" cy="120650"/>
              </a:xfrm>
              <a:custGeom>
                <a:avLst/>
                <a:gdLst>
                  <a:gd name="T0" fmla="*/ 11 w 38"/>
                  <a:gd name="T1" fmla="*/ 6 h 38"/>
                  <a:gd name="T2" fmla="*/ 0 w 38"/>
                  <a:gd name="T3" fmla="*/ 35 h 38"/>
                  <a:gd name="T4" fmla="*/ 32 w 38"/>
                  <a:gd name="T5" fmla="*/ 27 h 38"/>
                  <a:gd name="T6" fmla="*/ 32 w 38"/>
                  <a:gd name="T7" fmla="*/ 6 h 38"/>
                  <a:gd name="T8" fmla="*/ 11 w 38"/>
                  <a:gd name="T9" fmla="*/ 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38">
                    <a:moveTo>
                      <a:pt x="11" y="6"/>
                    </a:moveTo>
                    <a:cubicBezTo>
                      <a:pt x="0" y="17"/>
                      <a:pt x="12" y="23"/>
                      <a:pt x="0" y="35"/>
                    </a:cubicBezTo>
                    <a:cubicBezTo>
                      <a:pt x="0" y="35"/>
                      <a:pt x="21" y="38"/>
                      <a:pt x="32" y="27"/>
                    </a:cubicBezTo>
                    <a:cubicBezTo>
                      <a:pt x="38" y="21"/>
                      <a:pt x="38" y="12"/>
                      <a:pt x="32" y="6"/>
                    </a:cubicBezTo>
                    <a:cubicBezTo>
                      <a:pt x="26" y="0"/>
                      <a:pt x="17" y="0"/>
                      <a:pt x="11" y="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7" name="Oval 134"/>
            <p:cNvSpPr>
              <a:spLocks noChangeArrowheads="1"/>
            </p:cNvSpPr>
            <p:nvPr/>
          </p:nvSpPr>
          <p:spPr bwMode="auto">
            <a:xfrm>
              <a:off x="5889626" y="4819650"/>
              <a:ext cx="50800" cy="50800"/>
            </a:xfrm>
            <a:prstGeom prst="ellipse">
              <a:avLst/>
            </a:pr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9" name="Oval 136"/>
            <p:cNvSpPr>
              <a:spLocks noChangeArrowheads="1"/>
            </p:cNvSpPr>
            <p:nvPr/>
          </p:nvSpPr>
          <p:spPr bwMode="auto">
            <a:xfrm>
              <a:off x="5889626" y="5024438"/>
              <a:ext cx="50800" cy="50800"/>
            </a:xfrm>
            <a:prstGeom prst="ellipse">
              <a:avLst/>
            </a:pr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37" name="组合 336"/>
            <p:cNvGrpSpPr/>
            <p:nvPr/>
          </p:nvGrpSpPr>
          <p:grpSpPr>
            <a:xfrm>
              <a:off x="5684838" y="4819650"/>
              <a:ext cx="242888" cy="255588"/>
              <a:chOff x="5684838" y="4819650"/>
              <a:chExt cx="242888" cy="255588"/>
            </a:xfrm>
          </p:grpSpPr>
          <p:sp>
            <p:nvSpPr>
              <p:cNvPr id="263" name="Rectangle 130"/>
              <p:cNvSpPr>
                <a:spLocks noChangeArrowheads="1"/>
              </p:cNvSpPr>
              <p:nvPr/>
            </p:nvSpPr>
            <p:spPr bwMode="auto">
              <a:xfrm>
                <a:off x="5697538" y="4897438"/>
                <a:ext cx="25400" cy="1016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4" name="Rectangle 131"/>
              <p:cNvSpPr>
                <a:spLocks noChangeArrowheads="1"/>
              </p:cNvSpPr>
              <p:nvPr/>
            </p:nvSpPr>
            <p:spPr bwMode="auto">
              <a:xfrm>
                <a:off x="5761038" y="4832350"/>
                <a:ext cx="103188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Rectangle 132"/>
              <p:cNvSpPr>
                <a:spLocks noChangeArrowheads="1"/>
              </p:cNvSpPr>
              <p:nvPr/>
            </p:nvSpPr>
            <p:spPr bwMode="auto">
              <a:xfrm>
                <a:off x="5761038" y="5037138"/>
                <a:ext cx="103188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" name="Rectangle 133"/>
              <p:cNvSpPr>
                <a:spLocks noChangeArrowheads="1"/>
              </p:cNvSpPr>
              <p:nvPr/>
            </p:nvSpPr>
            <p:spPr bwMode="auto">
              <a:xfrm>
                <a:off x="5902326" y="4897438"/>
                <a:ext cx="25400" cy="1016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8" name="Oval 135"/>
              <p:cNvSpPr>
                <a:spLocks noChangeArrowheads="1"/>
              </p:cNvSpPr>
              <p:nvPr/>
            </p:nvSpPr>
            <p:spPr bwMode="auto">
              <a:xfrm>
                <a:off x="5684838" y="4819650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0" name="Oval 137"/>
              <p:cNvSpPr>
                <a:spLocks noChangeArrowheads="1"/>
              </p:cNvSpPr>
              <p:nvPr/>
            </p:nvSpPr>
            <p:spPr bwMode="auto">
              <a:xfrm>
                <a:off x="5684838" y="5024438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1" name="组合 340"/>
            <p:cNvGrpSpPr/>
            <p:nvPr/>
          </p:nvGrpSpPr>
          <p:grpSpPr>
            <a:xfrm>
              <a:off x="7505701" y="4806950"/>
              <a:ext cx="280987" cy="280988"/>
              <a:chOff x="7505701" y="4806950"/>
              <a:chExt cx="280987" cy="280988"/>
            </a:xfrm>
          </p:grpSpPr>
          <p:sp>
            <p:nvSpPr>
              <p:cNvPr id="271" name="Freeform 138"/>
              <p:cNvSpPr>
                <a:spLocks/>
              </p:cNvSpPr>
              <p:nvPr/>
            </p:nvSpPr>
            <p:spPr bwMode="auto">
              <a:xfrm>
                <a:off x="7735888" y="4922838"/>
                <a:ext cx="50800" cy="50800"/>
              </a:xfrm>
              <a:custGeom>
                <a:avLst/>
                <a:gdLst>
                  <a:gd name="T0" fmla="*/ 12 w 16"/>
                  <a:gd name="T1" fmla="*/ 0 h 16"/>
                  <a:gd name="T2" fmla="*/ 4 w 16"/>
                  <a:gd name="T3" fmla="*/ 0 h 16"/>
                  <a:gd name="T4" fmla="*/ 0 w 16"/>
                  <a:gd name="T5" fmla="*/ 4 h 16"/>
                  <a:gd name="T6" fmla="*/ 0 w 16"/>
                  <a:gd name="T7" fmla="*/ 12 h 16"/>
                  <a:gd name="T8" fmla="*/ 4 w 16"/>
                  <a:gd name="T9" fmla="*/ 16 h 16"/>
                  <a:gd name="T10" fmla="*/ 12 w 16"/>
                  <a:gd name="T11" fmla="*/ 16 h 16"/>
                  <a:gd name="T12" fmla="*/ 16 w 16"/>
                  <a:gd name="T13" fmla="*/ 12 h 16"/>
                  <a:gd name="T14" fmla="*/ 16 w 16"/>
                  <a:gd name="T15" fmla="*/ 4 h 16"/>
                  <a:gd name="T16" fmla="*/ 12 w 16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6">
                    <a:moveTo>
                      <a:pt x="1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2" y="16"/>
                      <a:pt x="4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16"/>
                      <a:pt x="16" y="14"/>
                      <a:pt x="16" y="12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2" name="Freeform 139"/>
              <p:cNvSpPr>
                <a:spLocks/>
              </p:cNvSpPr>
              <p:nvPr/>
            </p:nvSpPr>
            <p:spPr bwMode="auto">
              <a:xfrm>
                <a:off x="7505701" y="4922838"/>
                <a:ext cx="52388" cy="50800"/>
              </a:xfrm>
              <a:custGeom>
                <a:avLst/>
                <a:gdLst>
                  <a:gd name="T0" fmla="*/ 16 w 16"/>
                  <a:gd name="T1" fmla="*/ 12 h 16"/>
                  <a:gd name="T2" fmla="*/ 16 w 16"/>
                  <a:gd name="T3" fmla="*/ 4 h 16"/>
                  <a:gd name="T4" fmla="*/ 12 w 16"/>
                  <a:gd name="T5" fmla="*/ 0 h 16"/>
                  <a:gd name="T6" fmla="*/ 4 w 16"/>
                  <a:gd name="T7" fmla="*/ 0 h 16"/>
                  <a:gd name="T8" fmla="*/ 0 w 16"/>
                  <a:gd name="T9" fmla="*/ 4 h 16"/>
                  <a:gd name="T10" fmla="*/ 0 w 16"/>
                  <a:gd name="T11" fmla="*/ 12 h 16"/>
                  <a:gd name="T12" fmla="*/ 4 w 16"/>
                  <a:gd name="T13" fmla="*/ 16 h 16"/>
                  <a:gd name="T14" fmla="*/ 12 w 16"/>
                  <a:gd name="T15" fmla="*/ 16 h 16"/>
                  <a:gd name="T16" fmla="*/ 16 w 16"/>
                  <a:gd name="T17" fmla="*/ 1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6">
                    <a:moveTo>
                      <a:pt x="16" y="12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2" y="16"/>
                      <a:pt x="4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16"/>
                      <a:pt x="16" y="14"/>
                      <a:pt x="16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3" name="Freeform 140"/>
              <p:cNvSpPr>
                <a:spLocks/>
              </p:cNvSpPr>
              <p:nvPr/>
            </p:nvSpPr>
            <p:spPr bwMode="auto">
              <a:xfrm>
                <a:off x="7621588" y="4806950"/>
                <a:ext cx="50800" cy="50800"/>
              </a:xfrm>
              <a:custGeom>
                <a:avLst/>
                <a:gdLst>
                  <a:gd name="T0" fmla="*/ 12 w 16"/>
                  <a:gd name="T1" fmla="*/ 0 h 16"/>
                  <a:gd name="T2" fmla="*/ 4 w 16"/>
                  <a:gd name="T3" fmla="*/ 0 h 16"/>
                  <a:gd name="T4" fmla="*/ 0 w 16"/>
                  <a:gd name="T5" fmla="*/ 4 h 16"/>
                  <a:gd name="T6" fmla="*/ 0 w 16"/>
                  <a:gd name="T7" fmla="*/ 12 h 16"/>
                  <a:gd name="T8" fmla="*/ 4 w 16"/>
                  <a:gd name="T9" fmla="*/ 16 h 16"/>
                  <a:gd name="T10" fmla="*/ 12 w 16"/>
                  <a:gd name="T11" fmla="*/ 16 h 16"/>
                  <a:gd name="T12" fmla="*/ 16 w 16"/>
                  <a:gd name="T13" fmla="*/ 12 h 16"/>
                  <a:gd name="T14" fmla="*/ 16 w 16"/>
                  <a:gd name="T15" fmla="*/ 4 h 16"/>
                  <a:gd name="T16" fmla="*/ 12 w 16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6">
                    <a:moveTo>
                      <a:pt x="1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2" y="16"/>
                      <a:pt x="4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16"/>
                      <a:pt x="16" y="14"/>
                      <a:pt x="16" y="12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4" name="Freeform 141"/>
              <p:cNvSpPr>
                <a:spLocks/>
              </p:cNvSpPr>
              <p:nvPr/>
            </p:nvSpPr>
            <p:spPr bwMode="auto">
              <a:xfrm>
                <a:off x="7621588" y="5037138"/>
                <a:ext cx="50800" cy="50800"/>
              </a:xfrm>
              <a:custGeom>
                <a:avLst/>
                <a:gdLst>
                  <a:gd name="T0" fmla="*/ 12 w 16"/>
                  <a:gd name="T1" fmla="*/ 0 h 16"/>
                  <a:gd name="T2" fmla="*/ 4 w 16"/>
                  <a:gd name="T3" fmla="*/ 0 h 16"/>
                  <a:gd name="T4" fmla="*/ 0 w 16"/>
                  <a:gd name="T5" fmla="*/ 4 h 16"/>
                  <a:gd name="T6" fmla="*/ 0 w 16"/>
                  <a:gd name="T7" fmla="*/ 12 h 16"/>
                  <a:gd name="T8" fmla="*/ 4 w 16"/>
                  <a:gd name="T9" fmla="*/ 16 h 16"/>
                  <a:gd name="T10" fmla="*/ 12 w 16"/>
                  <a:gd name="T11" fmla="*/ 16 h 16"/>
                  <a:gd name="T12" fmla="*/ 16 w 16"/>
                  <a:gd name="T13" fmla="*/ 12 h 16"/>
                  <a:gd name="T14" fmla="*/ 16 w 16"/>
                  <a:gd name="T15" fmla="*/ 4 h 16"/>
                  <a:gd name="T16" fmla="*/ 12 w 16"/>
                  <a:gd name="T1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6">
                    <a:moveTo>
                      <a:pt x="1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2" y="16"/>
                      <a:pt x="4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16"/>
                      <a:pt x="16" y="14"/>
                      <a:pt x="16" y="12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5" name="Freeform 142"/>
              <p:cNvSpPr>
                <a:spLocks/>
              </p:cNvSpPr>
              <p:nvPr/>
            </p:nvSpPr>
            <p:spPr bwMode="auto">
              <a:xfrm>
                <a:off x="7697788" y="4829175"/>
                <a:ext cx="66675" cy="68263"/>
              </a:xfrm>
              <a:custGeom>
                <a:avLst/>
                <a:gdLst>
                  <a:gd name="T0" fmla="*/ 12 w 21"/>
                  <a:gd name="T1" fmla="*/ 21 h 21"/>
                  <a:gd name="T2" fmla="*/ 21 w 21"/>
                  <a:gd name="T3" fmla="*/ 21 h 21"/>
                  <a:gd name="T4" fmla="*/ 0 w 21"/>
                  <a:gd name="T5" fmla="*/ 0 h 21"/>
                  <a:gd name="T6" fmla="*/ 0 w 21"/>
                  <a:gd name="T7" fmla="*/ 9 h 21"/>
                  <a:gd name="T8" fmla="*/ 12 w 21"/>
                  <a:gd name="T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12" y="21"/>
                    </a:moveTo>
                    <a:cubicBezTo>
                      <a:pt x="21" y="21"/>
                      <a:pt x="21" y="21"/>
                      <a:pt x="21" y="21"/>
                    </a:cubicBezTo>
                    <a:cubicBezTo>
                      <a:pt x="17" y="12"/>
                      <a:pt x="9" y="4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5" y="12"/>
                      <a:pt x="9" y="16"/>
                      <a:pt x="12" y="2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6" name="Freeform 143"/>
              <p:cNvSpPr>
                <a:spLocks/>
              </p:cNvSpPr>
              <p:nvPr/>
            </p:nvSpPr>
            <p:spPr bwMode="auto">
              <a:xfrm>
                <a:off x="7529513" y="4829175"/>
                <a:ext cx="66675" cy="68263"/>
              </a:xfrm>
              <a:custGeom>
                <a:avLst/>
                <a:gdLst>
                  <a:gd name="T0" fmla="*/ 0 w 21"/>
                  <a:gd name="T1" fmla="*/ 21 h 21"/>
                  <a:gd name="T2" fmla="*/ 9 w 21"/>
                  <a:gd name="T3" fmla="*/ 21 h 21"/>
                  <a:gd name="T4" fmla="*/ 21 w 21"/>
                  <a:gd name="T5" fmla="*/ 9 h 21"/>
                  <a:gd name="T6" fmla="*/ 21 w 21"/>
                  <a:gd name="T7" fmla="*/ 0 h 21"/>
                  <a:gd name="T8" fmla="*/ 0 w 21"/>
                  <a:gd name="T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0" y="21"/>
                    </a:moveTo>
                    <a:cubicBezTo>
                      <a:pt x="9" y="21"/>
                      <a:pt x="9" y="21"/>
                      <a:pt x="9" y="21"/>
                    </a:cubicBezTo>
                    <a:cubicBezTo>
                      <a:pt x="12" y="16"/>
                      <a:pt x="16" y="12"/>
                      <a:pt x="21" y="9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2" y="4"/>
                      <a:pt x="4" y="12"/>
                      <a:pt x="0" y="2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7" name="Freeform 144"/>
              <p:cNvSpPr>
                <a:spLocks/>
              </p:cNvSpPr>
              <p:nvPr/>
            </p:nvSpPr>
            <p:spPr bwMode="auto">
              <a:xfrm>
                <a:off x="7697788" y="4999038"/>
                <a:ext cx="66675" cy="66675"/>
              </a:xfrm>
              <a:custGeom>
                <a:avLst/>
                <a:gdLst>
                  <a:gd name="T0" fmla="*/ 0 w 21"/>
                  <a:gd name="T1" fmla="*/ 12 h 21"/>
                  <a:gd name="T2" fmla="*/ 0 w 21"/>
                  <a:gd name="T3" fmla="*/ 21 h 21"/>
                  <a:gd name="T4" fmla="*/ 21 w 21"/>
                  <a:gd name="T5" fmla="*/ 0 h 21"/>
                  <a:gd name="T6" fmla="*/ 12 w 21"/>
                  <a:gd name="T7" fmla="*/ 0 h 21"/>
                  <a:gd name="T8" fmla="*/ 0 w 21"/>
                  <a:gd name="T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0" y="12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9" y="17"/>
                      <a:pt x="17" y="9"/>
                      <a:pt x="21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9" y="5"/>
                      <a:pt x="5" y="9"/>
                      <a:pt x="0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8" name="Freeform 145"/>
              <p:cNvSpPr>
                <a:spLocks/>
              </p:cNvSpPr>
              <p:nvPr/>
            </p:nvSpPr>
            <p:spPr bwMode="auto">
              <a:xfrm>
                <a:off x="7529513" y="4999038"/>
                <a:ext cx="66675" cy="66675"/>
              </a:xfrm>
              <a:custGeom>
                <a:avLst/>
                <a:gdLst>
                  <a:gd name="T0" fmla="*/ 9 w 21"/>
                  <a:gd name="T1" fmla="*/ 0 h 21"/>
                  <a:gd name="T2" fmla="*/ 0 w 21"/>
                  <a:gd name="T3" fmla="*/ 0 h 21"/>
                  <a:gd name="T4" fmla="*/ 21 w 21"/>
                  <a:gd name="T5" fmla="*/ 21 h 21"/>
                  <a:gd name="T6" fmla="*/ 21 w 21"/>
                  <a:gd name="T7" fmla="*/ 12 h 21"/>
                  <a:gd name="T8" fmla="*/ 9 w 21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9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" y="9"/>
                      <a:pt x="12" y="17"/>
                      <a:pt x="21" y="21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16" y="9"/>
                      <a:pt x="12" y="5"/>
                      <a:pt x="9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9" name="组合 338"/>
            <p:cNvGrpSpPr/>
            <p:nvPr/>
          </p:nvGrpSpPr>
          <p:grpSpPr>
            <a:xfrm>
              <a:off x="6296026" y="4819650"/>
              <a:ext cx="255587" cy="255588"/>
              <a:chOff x="6296026" y="4819650"/>
              <a:chExt cx="255587" cy="255588"/>
            </a:xfrm>
          </p:grpSpPr>
          <p:sp>
            <p:nvSpPr>
              <p:cNvPr id="279" name="Freeform 146"/>
              <p:cNvSpPr>
                <a:spLocks/>
              </p:cNvSpPr>
              <p:nvPr/>
            </p:nvSpPr>
            <p:spPr bwMode="auto">
              <a:xfrm>
                <a:off x="6296026" y="4973638"/>
                <a:ext cx="103188" cy="101600"/>
              </a:xfrm>
              <a:custGeom>
                <a:avLst/>
                <a:gdLst>
                  <a:gd name="T0" fmla="*/ 24 w 32"/>
                  <a:gd name="T1" fmla="*/ 0 h 32"/>
                  <a:gd name="T2" fmla="*/ 8 w 32"/>
                  <a:gd name="T3" fmla="*/ 0 h 32"/>
                  <a:gd name="T4" fmla="*/ 0 w 32"/>
                  <a:gd name="T5" fmla="*/ 8 h 32"/>
                  <a:gd name="T6" fmla="*/ 0 w 32"/>
                  <a:gd name="T7" fmla="*/ 24 h 32"/>
                  <a:gd name="T8" fmla="*/ 8 w 32"/>
                  <a:gd name="T9" fmla="*/ 32 h 32"/>
                  <a:gd name="T10" fmla="*/ 24 w 32"/>
                  <a:gd name="T11" fmla="*/ 32 h 32"/>
                  <a:gd name="T12" fmla="*/ 32 w 32"/>
                  <a:gd name="T13" fmla="*/ 24 h 32"/>
                  <a:gd name="T14" fmla="*/ 32 w 32"/>
                  <a:gd name="T15" fmla="*/ 8 h 32"/>
                  <a:gd name="T16" fmla="*/ 24 w 32"/>
                  <a:gd name="T1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32">
                    <a:moveTo>
                      <a:pt x="2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8"/>
                      <a:pt x="4" y="32"/>
                      <a:pt x="8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8" y="32"/>
                      <a:pt x="32" y="28"/>
                      <a:pt x="32" y="24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4"/>
                      <a:pt x="28" y="0"/>
                      <a:pt x="2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38" name="组合 337"/>
              <p:cNvGrpSpPr/>
              <p:nvPr/>
            </p:nvGrpSpPr>
            <p:grpSpPr>
              <a:xfrm>
                <a:off x="6396038" y="4819650"/>
                <a:ext cx="155575" cy="157163"/>
                <a:chOff x="6396038" y="4819650"/>
                <a:chExt cx="155575" cy="157163"/>
              </a:xfrm>
            </p:grpSpPr>
            <p:sp>
              <p:nvSpPr>
                <p:cNvPr id="280" name="Freeform 147"/>
                <p:cNvSpPr>
                  <a:spLocks/>
                </p:cNvSpPr>
                <p:nvPr/>
              </p:nvSpPr>
              <p:spPr bwMode="auto">
                <a:xfrm>
                  <a:off x="6450013" y="4819650"/>
                  <a:ext cx="101600" cy="103188"/>
                </a:xfrm>
                <a:custGeom>
                  <a:avLst/>
                  <a:gdLst>
                    <a:gd name="T0" fmla="*/ 24 w 32"/>
                    <a:gd name="T1" fmla="*/ 0 h 32"/>
                    <a:gd name="T2" fmla="*/ 8 w 32"/>
                    <a:gd name="T3" fmla="*/ 0 h 32"/>
                    <a:gd name="T4" fmla="*/ 0 w 32"/>
                    <a:gd name="T5" fmla="*/ 8 h 32"/>
                    <a:gd name="T6" fmla="*/ 0 w 32"/>
                    <a:gd name="T7" fmla="*/ 24 h 32"/>
                    <a:gd name="T8" fmla="*/ 8 w 32"/>
                    <a:gd name="T9" fmla="*/ 32 h 32"/>
                    <a:gd name="T10" fmla="*/ 24 w 32"/>
                    <a:gd name="T11" fmla="*/ 32 h 32"/>
                    <a:gd name="T12" fmla="*/ 32 w 32"/>
                    <a:gd name="T13" fmla="*/ 24 h 32"/>
                    <a:gd name="T14" fmla="*/ 32 w 32"/>
                    <a:gd name="T15" fmla="*/ 8 h 32"/>
                    <a:gd name="T16" fmla="*/ 24 w 32"/>
                    <a:gd name="T17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2" h="32">
                      <a:moveTo>
                        <a:pt x="24" y="0"/>
                      </a:moveTo>
                      <a:cubicBezTo>
                        <a:pt x="8" y="0"/>
                        <a:pt x="8" y="0"/>
                        <a:pt x="8" y="0"/>
                      </a:cubicBezTo>
                      <a:cubicBezTo>
                        <a:pt x="4" y="0"/>
                        <a:pt x="0" y="4"/>
                        <a:pt x="0" y="8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28"/>
                        <a:pt x="4" y="32"/>
                        <a:pt x="8" y="32"/>
                      </a:cubicBezTo>
                      <a:cubicBezTo>
                        <a:pt x="24" y="32"/>
                        <a:pt x="24" y="32"/>
                        <a:pt x="24" y="32"/>
                      </a:cubicBezTo>
                      <a:cubicBezTo>
                        <a:pt x="28" y="32"/>
                        <a:pt x="32" y="28"/>
                        <a:pt x="32" y="24"/>
                      </a:cubicBezTo>
                      <a:cubicBezTo>
                        <a:pt x="32" y="8"/>
                        <a:pt x="32" y="8"/>
                        <a:pt x="32" y="8"/>
                      </a:cubicBezTo>
                      <a:cubicBezTo>
                        <a:pt x="32" y="4"/>
                        <a:pt x="28" y="0"/>
                        <a:pt x="24" y="0"/>
                      </a:cubicBezTo>
                      <a:close/>
                    </a:path>
                  </a:pathLst>
                </a:cu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1" name="Freeform 148"/>
                <p:cNvSpPr>
                  <a:spLocks/>
                </p:cNvSpPr>
                <p:nvPr/>
              </p:nvSpPr>
              <p:spPr bwMode="auto">
                <a:xfrm>
                  <a:off x="6396038" y="4919663"/>
                  <a:ext cx="57150" cy="57150"/>
                </a:xfrm>
                <a:custGeom>
                  <a:avLst/>
                  <a:gdLst>
                    <a:gd name="T0" fmla="*/ 0 w 36"/>
                    <a:gd name="T1" fmla="*/ 24 h 36"/>
                    <a:gd name="T2" fmla="*/ 12 w 36"/>
                    <a:gd name="T3" fmla="*/ 36 h 36"/>
                    <a:gd name="T4" fmla="*/ 36 w 36"/>
                    <a:gd name="T5" fmla="*/ 12 h 36"/>
                    <a:gd name="T6" fmla="*/ 24 w 36"/>
                    <a:gd name="T7" fmla="*/ 0 h 36"/>
                    <a:gd name="T8" fmla="*/ 0 w 36"/>
                    <a:gd name="T9" fmla="*/ 24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36">
                      <a:moveTo>
                        <a:pt x="0" y="24"/>
                      </a:moveTo>
                      <a:lnTo>
                        <a:pt x="12" y="36"/>
                      </a:lnTo>
                      <a:lnTo>
                        <a:pt x="36" y="12"/>
                      </a:lnTo>
                      <a:lnTo>
                        <a:pt x="24" y="0"/>
                      </a:lnTo>
                      <a:lnTo>
                        <a:pt x="0" y="24"/>
                      </a:lnTo>
                      <a:close/>
                    </a:path>
                  </a:pathLst>
                </a:cu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340" name="组合 339"/>
            <p:cNvGrpSpPr/>
            <p:nvPr/>
          </p:nvGrpSpPr>
          <p:grpSpPr>
            <a:xfrm>
              <a:off x="6907213" y="4819650"/>
              <a:ext cx="255588" cy="255588"/>
              <a:chOff x="6907213" y="4819650"/>
              <a:chExt cx="255588" cy="255588"/>
            </a:xfrm>
          </p:grpSpPr>
          <p:sp>
            <p:nvSpPr>
              <p:cNvPr id="282" name="Freeform 149"/>
              <p:cNvSpPr>
                <a:spLocks/>
              </p:cNvSpPr>
              <p:nvPr/>
            </p:nvSpPr>
            <p:spPr bwMode="auto">
              <a:xfrm>
                <a:off x="6997701" y="4819650"/>
                <a:ext cx="76200" cy="77788"/>
              </a:xfrm>
              <a:custGeom>
                <a:avLst/>
                <a:gdLst>
                  <a:gd name="T0" fmla="*/ 7 w 24"/>
                  <a:gd name="T1" fmla="*/ 24 h 24"/>
                  <a:gd name="T2" fmla="*/ 17 w 24"/>
                  <a:gd name="T3" fmla="*/ 24 h 24"/>
                  <a:gd name="T4" fmla="*/ 24 w 24"/>
                  <a:gd name="T5" fmla="*/ 17 h 24"/>
                  <a:gd name="T6" fmla="*/ 24 w 24"/>
                  <a:gd name="T7" fmla="*/ 7 h 24"/>
                  <a:gd name="T8" fmla="*/ 17 w 24"/>
                  <a:gd name="T9" fmla="*/ 0 h 24"/>
                  <a:gd name="T10" fmla="*/ 7 w 24"/>
                  <a:gd name="T11" fmla="*/ 0 h 24"/>
                  <a:gd name="T12" fmla="*/ 0 w 24"/>
                  <a:gd name="T13" fmla="*/ 7 h 24"/>
                  <a:gd name="T14" fmla="*/ 0 w 24"/>
                  <a:gd name="T15" fmla="*/ 17 h 24"/>
                  <a:gd name="T16" fmla="*/ 7 w 24"/>
                  <a:gd name="T1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24">
                    <a:moveTo>
                      <a:pt x="7" y="24"/>
                    </a:moveTo>
                    <a:cubicBezTo>
                      <a:pt x="17" y="24"/>
                      <a:pt x="17" y="24"/>
                      <a:pt x="17" y="24"/>
                    </a:cubicBezTo>
                    <a:cubicBezTo>
                      <a:pt x="21" y="24"/>
                      <a:pt x="24" y="21"/>
                      <a:pt x="24" y="1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3"/>
                      <a:pt x="21" y="0"/>
                      <a:pt x="1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1"/>
                      <a:pt x="3" y="24"/>
                      <a:pt x="7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3" name="Freeform 150"/>
              <p:cNvSpPr>
                <a:spLocks/>
              </p:cNvSpPr>
              <p:nvPr/>
            </p:nvSpPr>
            <p:spPr bwMode="auto">
              <a:xfrm>
                <a:off x="6907213" y="4999038"/>
                <a:ext cx="77788" cy="76200"/>
              </a:xfrm>
              <a:custGeom>
                <a:avLst/>
                <a:gdLst>
                  <a:gd name="T0" fmla="*/ 17 w 24"/>
                  <a:gd name="T1" fmla="*/ 0 h 24"/>
                  <a:gd name="T2" fmla="*/ 7 w 24"/>
                  <a:gd name="T3" fmla="*/ 0 h 24"/>
                  <a:gd name="T4" fmla="*/ 0 w 24"/>
                  <a:gd name="T5" fmla="*/ 7 h 24"/>
                  <a:gd name="T6" fmla="*/ 0 w 24"/>
                  <a:gd name="T7" fmla="*/ 17 h 24"/>
                  <a:gd name="T8" fmla="*/ 7 w 24"/>
                  <a:gd name="T9" fmla="*/ 24 h 24"/>
                  <a:gd name="T10" fmla="*/ 17 w 24"/>
                  <a:gd name="T11" fmla="*/ 24 h 24"/>
                  <a:gd name="T12" fmla="*/ 24 w 24"/>
                  <a:gd name="T13" fmla="*/ 17 h 24"/>
                  <a:gd name="T14" fmla="*/ 24 w 24"/>
                  <a:gd name="T15" fmla="*/ 7 h 24"/>
                  <a:gd name="T16" fmla="*/ 17 w 24"/>
                  <a:gd name="T1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24">
                    <a:moveTo>
                      <a:pt x="17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1"/>
                      <a:pt x="3" y="24"/>
                      <a:pt x="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1" y="24"/>
                      <a:pt x="24" y="21"/>
                      <a:pt x="24" y="1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3"/>
                      <a:pt x="21" y="0"/>
                      <a:pt x="17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4" name="Freeform 151"/>
              <p:cNvSpPr>
                <a:spLocks/>
              </p:cNvSpPr>
              <p:nvPr/>
            </p:nvSpPr>
            <p:spPr bwMode="auto">
              <a:xfrm>
                <a:off x="7086601" y="4999038"/>
                <a:ext cx="76200" cy="76200"/>
              </a:xfrm>
              <a:custGeom>
                <a:avLst/>
                <a:gdLst>
                  <a:gd name="T0" fmla="*/ 17 w 24"/>
                  <a:gd name="T1" fmla="*/ 0 h 24"/>
                  <a:gd name="T2" fmla="*/ 7 w 24"/>
                  <a:gd name="T3" fmla="*/ 0 h 24"/>
                  <a:gd name="T4" fmla="*/ 0 w 24"/>
                  <a:gd name="T5" fmla="*/ 7 h 24"/>
                  <a:gd name="T6" fmla="*/ 0 w 24"/>
                  <a:gd name="T7" fmla="*/ 17 h 24"/>
                  <a:gd name="T8" fmla="*/ 7 w 24"/>
                  <a:gd name="T9" fmla="*/ 24 h 24"/>
                  <a:gd name="T10" fmla="*/ 17 w 24"/>
                  <a:gd name="T11" fmla="*/ 24 h 24"/>
                  <a:gd name="T12" fmla="*/ 24 w 24"/>
                  <a:gd name="T13" fmla="*/ 17 h 24"/>
                  <a:gd name="T14" fmla="*/ 24 w 24"/>
                  <a:gd name="T15" fmla="*/ 7 h 24"/>
                  <a:gd name="T16" fmla="*/ 17 w 24"/>
                  <a:gd name="T1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24">
                    <a:moveTo>
                      <a:pt x="17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21"/>
                      <a:pt x="3" y="24"/>
                      <a:pt x="7" y="24"/>
                    </a:cubicBezTo>
                    <a:cubicBezTo>
                      <a:pt x="17" y="24"/>
                      <a:pt x="17" y="24"/>
                      <a:pt x="17" y="24"/>
                    </a:cubicBezTo>
                    <a:cubicBezTo>
                      <a:pt x="21" y="24"/>
                      <a:pt x="24" y="21"/>
                      <a:pt x="24" y="1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3"/>
                      <a:pt x="21" y="0"/>
                      <a:pt x="17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5" name="Freeform 152"/>
              <p:cNvSpPr>
                <a:spLocks/>
              </p:cNvSpPr>
              <p:nvPr/>
            </p:nvSpPr>
            <p:spPr bwMode="auto">
              <a:xfrm>
                <a:off x="6959601" y="4903788"/>
                <a:ext cx="63500" cy="88900"/>
              </a:xfrm>
              <a:custGeom>
                <a:avLst/>
                <a:gdLst>
                  <a:gd name="T0" fmla="*/ 40 w 40"/>
                  <a:gd name="T1" fmla="*/ 8 h 56"/>
                  <a:gd name="T2" fmla="*/ 24 w 40"/>
                  <a:gd name="T3" fmla="*/ 0 h 56"/>
                  <a:gd name="T4" fmla="*/ 0 w 40"/>
                  <a:gd name="T5" fmla="*/ 48 h 56"/>
                  <a:gd name="T6" fmla="*/ 16 w 40"/>
                  <a:gd name="T7" fmla="*/ 56 h 56"/>
                  <a:gd name="T8" fmla="*/ 40 w 40"/>
                  <a:gd name="T9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56">
                    <a:moveTo>
                      <a:pt x="40" y="8"/>
                    </a:moveTo>
                    <a:lnTo>
                      <a:pt x="24" y="0"/>
                    </a:lnTo>
                    <a:lnTo>
                      <a:pt x="0" y="48"/>
                    </a:lnTo>
                    <a:lnTo>
                      <a:pt x="16" y="56"/>
                    </a:lnTo>
                    <a:lnTo>
                      <a:pt x="40" y="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6" name="Freeform 153"/>
              <p:cNvSpPr>
                <a:spLocks/>
              </p:cNvSpPr>
              <p:nvPr/>
            </p:nvSpPr>
            <p:spPr bwMode="auto">
              <a:xfrm>
                <a:off x="7048501" y="4903788"/>
                <a:ext cx="63500" cy="88900"/>
              </a:xfrm>
              <a:custGeom>
                <a:avLst/>
                <a:gdLst>
                  <a:gd name="T0" fmla="*/ 0 w 40"/>
                  <a:gd name="T1" fmla="*/ 8 h 56"/>
                  <a:gd name="T2" fmla="*/ 24 w 40"/>
                  <a:gd name="T3" fmla="*/ 56 h 56"/>
                  <a:gd name="T4" fmla="*/ 40 w 40"/>
                  <a:gd name="T5" fmla="*/ 48 h 56"/>
                  <a:gd name="T6" fmla="*/ 16 w 40"/>
                  <a:gd name="T7" fmla="*/ 0 h 56"/>
                  <a:gd name="T8" fmla="*/ 0 w 40"/>
                  <a:gd name="T9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56">
                    <a:moveTo>
                      <a:pt x="0" y="8"/>
                    </a:moveTo>
                    <a:lnTo>
                      <a:pt x="24" y="56"/>
                    </a:lnTo>
                    <a:lnTo>
                      <a:pt x="40" y="48"/>
                    </a:lnTo>
                    <a:lnTo>
                      <a:pt x="16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7" name="Rectangle 154"/>
              <p:cNvSpPr>
                <a:spLocks noChangeArrowheads="1"/>
              </p:cNvSpPr>
              <p:nvPr/>
            </p:nvSpPr>
            <p:spPr bwMode="auto">
              <a:xfrm>
                <a:off x="7010401" y="5024438"/>
                <a:ext cx="508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3" name="组合 342"/>
            <p:cNvGrpSpPr/>
            <p:nvPr/>
          </p:nvGrpSpPr>
          <p:grpSpPr>
            <a:xfrm>
              <a:off x="8742363" y="4819650"/>
              <a:ext cx="254000" cy="255588"/>
              <a:chOff x="8742363" y="4819650"/>
              <a:chExt cx="254000" cy="255588"/>
            </a:xfrm>
          </p:grpSpPr>
          <p:sp>
            <p:nvSpPr>
              <p:cNvPr id="288" name="Freeform 155"/>
              <p:cNvSpPr>
                <a:spLocks/>
              </p:cNvSpPr>
              <p:nvPr/>
            </p:nvSpPr>
            <p:spPr bwMode="auto">
              <a:xfrm>
                <a:off x="8742363" y="4819650"/>
                <a:ext cx="177800" cy="179388"/>
              </a:xfrm>
              <a:custGeom>
                <a:avLst/>
                <a:gdLst>
                  <a:gd name="T0" fmla="*/ 56 w 56"/>
                  <a:gd name="T1" fmla="*/ 48 h 56"/>
                  <a:gd name="T2" fmla="*/ 56 w 56"/>
                  <a:gd name="T3" fmla="*/ 8 h 56"/>
                  <a:gd name="T4" fmla="*/ 48 w 56"/>
                  <a:gd name="T5" fmla="*/ 0 h 56"/>
                  <a:gd name="T6" fmla="*/ 8 w 56"/>
                  <a:gd name="T7" fmla="*/ 0 h 56"/>
                  <a:gd name="T8" fmla="*/ 0 w 56"/>
                  <a:gd name="T9" fmla="*/ 8 h 56"/>
                  <a:gd name="T10" fmla="*/ 0 w 56"/>
                  <a:gd name="T11" fmla="*/ 48 h 56"/>
                  <a:gd name="T12" fmla="*/ 8 w 56"/>
                  <a:gd name="T13" fmla="*/ 56 h 56"/>
                  <a:gd name="T14" fmla="*/ 48 w 56"/>
                  <a:gd name="T15" fmla="*/ 56 h 56"/>
                  <a:gd name="T16" fmla="*/ 56 w 56"/>
                  <a:gd name="T17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56" y="48"/>
                    </a:moveTo>
                    <a:cubicBezTo>
                      <a:pt x="56" y="8"/>
                      <a:pt x="56" y="8"/>
                      <a:pt x="56" y="8"/>
                    </a:cubicBezTo>
                    <a:cubicBezTo>
                      <a:pt x="56" y="4"/>
                      <a:pt x="52" y="0"/>
                      <a:pt x="4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6" y="52"/>
                      <a:pt x="56" y="4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9" name="Freeform 156"/>
              <p:cNvSpPr>
                <a:spLocks/>
              </p:cNvSpPr>
              <p:nvPr/>
            </p:nvSpPr>
            <p:spPr bwMode="auto">
              <a:xfrm>
                <a:off x="8818563" y="4897438"/>
                <a:ext cx="177800" cy="177800"/>
              </a:xfrm>
              <a:custGeom>
                <a:avLst/>
                <a:gdLst>
                  <a:gd name="T0" fmla="*/ 48 w 56"/>
                  <a:gd name="T1" fmla="*/ 0 h 56"/>
                  <a:gd name="T2" fmla="*/ 36 w 56"/>
                  <a:gd name="T3" fmla="*/ 0 h 56"/>
                  <a:gd name="T4" fmla="*/ 36 w 56"/>
                  <a:gd name="T5" fmla="*/ 8 h 56"/>
                  <a:gd name="T6" fmla="*/ 48 w 56"/>
                  <a:gd name="T7" fmla="*/ 8 h 56"/>
                  <a:gd name="T8" fmla="*/ 48 w 56"/>
                  <a:gd name="T9" fmla="*/ 48 h 56"/>
                  <a:gd name="T10" fmla="*/ 8 w 56"/>
                  <a:gd name="T11" fmla="*/ 48 h 56"/>
                  <a:gd name="T12" fmla="*/ 8 w 56"/>
                  <a:gd name="T13" fmla="*/ 36 h 56"/>
                  <a:gd name="T14" fmla="*/ 0 w 56"/>
                  <a:gd name="T15" fmla="*/ 36 h 56"/>
                  <a:gd name="T16" fmla="*/ 0 w 56"/>
                  <a:gd name="T17" fmla="*/ 48 h 56"/>
                  <a:gd name="T18" fmla="*/ 8 w 56"/>
                  <a:gd name="T19" fmla="*/ 56 h 56"/>
                  <a:gd name="T20" fmla="*/ 48 w 56"/>
                  <a:gd name="T21" fmla="*/ 56 h 56"/>
                  <a:gd name="T22" fmla="*/ 56 w 56"/>
                  <a:gd name="T23" fmla="*/ 48 h 56"/>
                  <a:gd name="T24" fmla="*/ 56 w 56"/>
                  <a:gd name="T25" fmla="*/ 8 h 56"/>
                  <a:gd name="T26" fmla="*/ 48 w 56"/>
                  <a:gd name="T2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" h="56">
                    <a:moveTo>
                      <a:pt x="48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6" y="52"/>
                      <a:pt x="56" y="4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4"/>
                      <a:pt x="52" y="0"/>
                      <a:pt x="4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42" name="组合 341"/>
            <p:cNvGrpSpPr/>
            <p:nvPr/>
          </p:nvGrpSpPr>
          <p:grpSpPr>
            <a:xfrm>
              <a:off x="8131176" y="4819650"/>
              <a:ext cx="254000" cy="255588"/>
              <a:chOff x="8131176" y="4819650"/>
              <a:chExt cx="254000" cy="255588"/>
            </a:xfrm>
          </p:grpSpPr>
          <p:sp>
            <p:nvSpPr>
              <p:cNvPr id="290" name="Freeform 157"/>
              <p:cNvSpPr>
                <a:spLocks/>
              </p:cNvSpPr>
              <p:nvPr/>
            </p:nvSpPr>
            <p:spPr bwMode="auto">
              <a:xfrm>
                <a:off x="8207376" y="4897438"/>
                <a:ext cx="177800" cy="177800"/>
              </a:xfrm>
              <a:custGeom>
                <a:avLst/>
                <a:gdLst>
                  <a:gd name="T0" fmla="*/ 48 w 56"/>
                  <a:gd name="T1" fmla="*/ 0 h 56"/>
                  <a:gd name="T2" fmla="*/ 8 w 56"/>
                  <a:gd name="T3" fmla="*/ 0 h 56"/>
                  <a:gd name="T4" fmla="*/ 0 w 56"/>
                  <a:gd name="T5" fmla="*/ 8 h 56"/>
                  <a:gd name="T6" fmla="*/ 0 w 56"/>
                  <a:gd name="T7" fmla="*/ 48 h 56"/>
                  <a:gd name="T8" fmla="*/ 8 w 56"/>
                  <a:gd name="T9" fmla="*/ 56 h 56"/>
                  <a:gd name="T10" fmla="*/ 48 w 56"/>
                  <a:gd name="T11" fmla="*/ 56 h 56"/>
                  <a:gd name="T12" fmla="*/ 56 w 56"/>
                  <a:gd name="T13" fmla="*/ 48 h 56"/>
                  <a:gd name="T14" fmla="*/ 56 w 56"/>
                  <a:gd name="T15" fmla="*/ 8 h 56"/>
                  <a:gd name="T16" fmla="*/ 48 w 56"/>
                  <a:gd name="T1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6">
                    <a:moveTo>
                      <a:pt x="4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6" y="52"/>
                      <a:pt x="56" y="4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4"/>
                      <a:pt x="52" y="0"/>
                      <a:pt x="4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1" name="Freeform 158"/>
              <p:cNvSpPr>
                <a:spLocks/>
              </p:cNvSpPr>
              <p:nvPr/>
            </p:nvSpPr>
            <p:spPr bwMode="auto">
              <a:xfrm>
                <a:off x="8131176" y="4819650"/>
                <a:ext cx="177800" cy="179388"/>
              </a:xfrm>
              <a:custGeom>
                <a:avLst/>
                <a:gdLst>
                  <a:gd name="T0" fmla="*/ 8 w 56"/>
                  <a:gd name="T1" fmla="*/ 8 h 56"/>
                  <a:gd name="T2" fmla="*/ 48 w 56"/>
                  <a:gd name="T3" fmla="*/ 8 h 56"/>
                  <a:gd name="T4" fmla="*/ 48 w 56"/>
                  <a:gd name="T5" fmla="*/ 20 h 56"/>
                  <a:gd name="T6" fmla="*/ 56 w 56"/>
                  <a:gd name="T7" fmla="*/ 20 h 56"/>
                  <a:gd name="T8" fmla="*/ 56 w 56"/>
                  <a:gd name="T9" fmla="*/ 8 h 56"/>
                  <a:gd name="T10" fmla="*/ 48 w 56"/>
                  <a:gd name="T11" fmla="*/ 0 h 56"/>
                  <a:gd name="T12" fmla="*/ 8 w 56"/>
                  <a:gd name="T13" fmla="*/ 0 h 56"/>
                  <a:gd name="T14" fmla="*/ 0 w 56"/>
                  <a:gd name="T15" fmla="*/ 8 h 56"/>
                  <a:gd name="T16" fmla="*/ 0 w 56"/>
                  <a:gd name="T17" fmla="*/ 48 h 56"/>
                  <a:gd name="T18" fmla="*/ 8 w 56"/>
                  <a:gd name="T19" fmla="*/ 56 h 56"/>
                  <a:gd name="T20" fmla="*/ 20 w 56"/>
                  <a:gd name="T21" fmla="*/ 56 h 56"/>
                  <a:gd name="T22" fmla="*/ 20 w 56"/>
                  <a:gd name="T23" fmla="*/ 48 h 56"/>
                  <a:gd name="T24" fmla="*/ 8 w 56"/>
                  <a:gd name="T25" fmla="*/ 48 h 56"/>
                  <a:gd name="T26" fmla="*/ 8 w 56"/>
                  <a:gd name="T27" fmla="*/ 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6" h="56">
                    <a:moveTo>
                      <a:pt x="8" y="8"/>
                    </a:moveTo>
                    <a:cubicBezTo>
                      <a:pt x="48" y="8"/>
                      <a:pt x="48" y="8"/>
                      <a:pt x="48" y="8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4"/>
                      <a:pt x="52" y="0"/>
                      <a:pt x="4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8" y="48"/>
                      <a:pt x="8" y="48"/>
                      <a:pt x="8" y="48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3" name="组合 332"/>
            <p:cNvGrpSpPr/>
            <p:nvPr/>
          </p:nvGrpSpPr>
          <p:grpSpPr>
            <a:xfrm>
              <a:off x="3240088" y="4819650"/>
              <a:ext cx="271463" cy="255588"/>
              <a:chOff x="3240088" y="4819650"/>
              <a:chExt cx="271463" cy="255588"/>
            </a:xfrm>
          </p:grpSpPr>
          <p:sp>
            <p:nvSpPr>
              <p:cNvPr id="292" name="Freeform 159"/>
              <p:cNvSpPr>
                <a:spLocks/>
              </p:cNvSpPr>
              <p:nvPr/>
            </p:nvSpPr>
            <p:spPr bwMode="auto">
              <a:xfrm>
                <a:off x="3392488" y="4819650"/>
                <a:ext cx="109538" cy="185738"/>
              </a:xfrm>
              <a:custGeom>
                <a:avLst/>
                <a:gdLst>
                  <a:gd name="T0" fmla="*/ 22 w 69"/>
                  <a:gd name="T1" fmla="*/ 0 h 117"/>
                  <a:gd name="T2" fmla="*/ 0 w 69"/>
                  <a:gd name="T3" fmla="*/ 22 h 117"/>
                  <a:gd name="T4" fmla="*/ 0 w 69"/>
                  <a:gd name="T5" fmla="*/ 117 h 117"/>
                  <a:gd name="T6" fmla="*/ 69 w 69"/>
                  <a:gd name="T7" fmla="*/ 45 h 117"/>
                  <a:gd name="T8" fmla="*/ 22 w 69"/>
                  <a:gd name="T9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117">
                    <a:moveTo>
                      <a:pt x="22" y="0"/>
                    </a:moveTo>
                    <a:lnTo>
                      <a:pt x="0" y="22"/>
                    </a:lnTo>
                    <a:lnTo>
                      <a:pt x="0" y="117"/>
                    </a:lnTo>
                    <a:lnTo>
                      <a:pt x="69" y="45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3" name="Freeform 160"/>
              <p:cNvSpPr>
                <a:spLocks noEditPoints="1"/>
              </p:cNvSpPr>
              <p:nvPr/>
            </p:nvSpPr>
            <p:spPr bwMode="auto">
              <a:xfrm>
                <a:off x="3240088" y="4819650"/>
                <a:ext cx="127000" cy="255588"/>
              </a:xfrm>
              <a:custGeom>
                <a:avLst/>
                <a:gdLst>
                  <a:gd name="T0" fmla="*/ 32 w 40"/>
                  <a:gd name="T1" fmla="*/ 0 h 80"/>
                  <a:gd name="T2" fmla="*/ 8 w 40"/>
                  <a:gd name="T3" fmla="*/ 0 h 80"/>
                  <a:gd name="T4" fmla="*/ 0 w 40"/>
                  <a:gd name="T5" fmla="*/ 8 h 80"/>
                  <a:gd name="T6" fmla="*/ 0 w 40"/>
                  <a:gd name="T7" fmla="*/ 72 h 80"/>
                  <a:gd name="T8" fmla="*/ 8 w 40"/>
                  <a:gd name="T9" fmla="*/ 80 h 80"/>
                  <a:gd name="T10" fmla="*/ 32 w 40"/>
                  <a:gd name="T11" fmla="*/ 80 h 80"/>
                  <a:gd name="T12" fmla="*/ 40 w 40"/>
                  <a:gd name="T13" fmla="*/ 72 h 80"/>
                  <a:gd name="T14" fmla="*/ 40 w 40"/>
                  <a:gd name="T15" fmla="*/ 8 h 80"/>
                  <a:gd name="T16" fmla="*/ 32 w 40"/>
                  <a:gd name="T17" fmla="*/ 0 h 80"/>
                  <a:gd name="T18" fmla="*/ 8 w 40"/>
                  <a:gd name="T19" fmla="*/ 72 h 80"/>
                  <a:gd name="T20" fmla="*/ 8 w 40"/>
                  <a:gd name="T21" fmla="*/ 8 h 80"/>
                  <a:gd name="T22" fmla="*/ 32 w 40"/>
                  <a:gd name="T23" fmla="*/ 8 h 80"/>
                  <a:gd name="T24" fmla="*/ 32 w 40"/>
                  <a:gd name="T25" fmla="*/ 72 h 80"/>
                  <a:gd name="T26" fmla="*/ 8 w 40"/>
                  <a:gd name="T27" fmla="*/ 7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" h="80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36" y="80"/>
                      <a:pt x="40" y="76"/>
                      <a:pt x="40" y="72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72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72"/>
                      <a:pt x="32" y="72"/>
                      <a:pt x="32" y="72"/>
                    </a:cubicBezTo>
                    <a:lnTo>
                      <a:pt x="8" y="7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4" name="Rectangle 161"/>
              <p:cNvSpPr>
                <a:spLocks noChangeArrowheads="1"/>
              </p:cNvSpPr>
              <p:nvPr/>
            </p:nvSpPr>
            <p:spPr bwMode="auto">
              <a:xfrm>
                <a:off x="3278188" y="4870450"/>
                <a:ext cx="50800" cy="52388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5" name="Rectangle 162"/>
              <p:cNvSpPr>
                <a:spLocks noChangeArrowheads="1"/>
              </p:cNvSpPr>
              <p:nvPr/>
            </p:nvSpPr>
            <p:spPr bwMode="auto">
              <a:xfrm>
                <a:off x="3278188" y="4948238"/>
                <a:ext cx="508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6" name="Oval 163"/>
              <p:cNvSpPr>
                <a:spLocks noChangeArrowheads="1"/>
              </p:cNvSpPr>
              <p:nvPr/>
            </p:nvSpPr>
            <p:spPr bwMode="auto">
              <a:xfrm>
                <a:off x="3290888" y="50117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7" name="Freeform 164"/>
              <p:cNvSpPr>
                <a:spLocks/>
              </p:cNvSpPr>
              <p:nvPr/>
            </p:nvSpPr>
            <p:spPr bwMode="auto">
              <a:xfrm>
                <a:off x="3392488" y="4960938"/>
                <a:ext cx="119063" cy="101600"/>
              </a:xfrm>
              <a:custGeom>
                <a:avLst/>
                <a:gdLst>
                  <a:gd name="T0" fmla="*/ 69 w 75"/>
                  <a:gd name="T1" fmla="*/ 0 h 64"/>
                  <a:gd name="T2" fmla="*/ 34 w 75"/>
                  <a:gd name="T3" fmla="*/ 4 h 64"/>
                  <a:gd name="T4" fmla="*/ 0 w 75"/>
                  <a:gd name="T5" fmla="*/ 40 h 64"/>
                  <a:gd name="T6" fmla="*/ 0 w 75"/>
                  <a:gd name="T7" fmla="*/ 64 h 64"/>
                  <a:gd name="T8" fmla="*/ 75 w 75"/>
                  <a:gd name="T9" fmla="*/ 56 h 64"/>
                  <a:gd name="T10" fmla="*/ 69 w 75"/>
                  <a:gd name="T11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5" h="64">
                    <a:moveTo>
                      <a:pt x="69" y="0"/>
                    </a:moveTo>
                    <a:lnTo>
                      <a:pt x="34" y="4"/>
                    </a:lnTo>
                    <a:lnTo>
                      <a:pt x="0" y="40"/>
                    </a:lnTo>
                    <a:lnTo>
                      <a:pt x="0" y="64"/>
                    </a:lnTo>
                    <a:lnTo>
                      <a:pt x="75" y="56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36" name="组合 335"/>
            <p:cNvGrpSpPr/>
            <p:nvPr/>
          </p:nvGrpSpPr>
          <p:grpSpPr>
            <a:xfrm>
              <a:off x="5099051" y="4819650"/>
              <a:ext cx="192088" cy="268288"/>
              <a:chOff x="5099051" y="4819650"/>
              <a:chExt cx="192088" cy="268288"/>
            </a:xfrm>
          </p:grpSpPr>
          <p:sp>
            <p:nvSpPr>
              <p:cNvPr id="298" name="Freeform 165"/>
              <p:cNvSpPr>
                <a:spLocks/>
              </p:cNvSpPr>
              <p:nvPr/>
            </p:nvSpPr>
            <p:spPr bwMode="auto">
              <a:xfrm>
                <a:off x="5099051" y="5049838"/>
                <a:ext cx="50800" cy="38100"/>
              </a:xfrm>
              <a:custGeom>
                <a:avLst/>
                <a:gdLst>
                  <a:gd name="T0" fmla="*/ 16 w 32"/>
                  <a:gd name="T1" fmla="*/ 24 h 24"/>
                  <a:gd name="T2" fmla="*/ 32 w 32"/>
                  <a:gd name="T3" fmla="*/ 0 h 24"/>
                  <a:gd name="T4" fmla="*/ 0 w 32"/>
                  <a:gd name="T5" fmla="*/ 0 h 24"/>
                  <a:gd name="T6" fmla="*/ 16 w 32"/>
                  <a:gd name="T7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24">
                    <a:moveTo>
                      <a:pt x="16" y="24"/>
                    </a:moveTo>
                    <a:lnTo>
                      <a:pt x="32" y="0"/>
                    </a:lnTo>
                    <a:lnTo>
                      <a:pt x="0" y="0"/>
                    </a:lnTo>
                    <a:lnTo>
                      <a:pt x="16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9" name="Rectangle 166"/>
              <p:cNvSpPr>
                <a:spLocks noChangeArrowheads="1"/>
              </p:cNvSpPr>
              <p:nvPr/>
            </p:nvSpPr>
            <p:spPr bwMode="auto">
              <a:xfrm>
                <a:off x="5099051" y="4910138"/>
                <a:ext cx="50800" cy="1270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00" name="Freeform 167"/>
              <p:cNvSpPr>
                <a:spLocks/>
              </p:cNvSpPr>
              <p:nvPr/>
            </p:nvSpPr>
            <p:spPr bwMode="auto">
              <a:xfrm>
                <a:off x="5099051" y="4857750"/>
                <a:ext cx="50800" cy="39688"/>
              </a:xfrm>
              <a:custGeom>
                <a:avLst/>
                <a:gdLst>
                  <a:gd name="T0" fmla="*/ 8 w 16"/>
                  <a:gd name="T1" fmla="*/ 0 h 12"/>
                  <a:gd name="T2" fmla="*/ 0 w 16"/>
                  <a:gd name="T3" fmla="*/ 9 h 12"/>
                  <a:gd name="T4" fmla="*/ 0 w 16"/>
                  <a:gd name="T5" fmla="*/ 12 h 12"/>
                  <a:gd name="T6" fmla="*/ 16 w 16"/>
                  <a:gd name="T7" fmla="*/ 12 h 12"/>
                  <a:gd name="T8" fmla="*/ 16 w 16"/>
                  <a:gd name="T9" fmla="*/ 9 h 12"/>
                  <a:gd name="T10" fmla="*/ 8 w 16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12">
                    <a:moveTo>
                      <a:pt x="8" y="0"/>
                    </a:moveTo>
                    <a:cubicBezTo>
                      <a:pt x="4" y="0"/>
                      <a:pt x="0" y="4"/>
                      <a:pt x="0" y="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6" y="4"/>
                      <a:pt x="12" y="0"/>
                      <a:pt x="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01" name="Freeform 168"/>
              <p:cNvSpPr>
                <a:spLocks/>
              </p:cNvSpPr>
              <p:nvPr/>
            </p:nvSpPr>
            <p:spPr bwMode="auto">
              <a:xfrm>
                <a:off x="5187951" y="4819650"/>
                <a:ext cx="103188" cy="268288"/>
              </a:xfrm>
              <a:custGeom>
                <a:avLst/>
                <a:gdLst>
                  <a:gd name="T0" fmla="*/ 0 w 65"/>
                  <a:gd name="T1" fmla="*/ 0 h 169"/>
                  <a:gd name="T2" fmla="*/ 0 w 65"/>
                  <a:gd name="T3" fmla="*/ 16 h 169"/>
                  <a:gd name="T4" fmla="*/ 25 w 65"/>
                  <a:gd name="T5" fmla="*/ 16 h 169"/>
                  <a:gd name="T6" fmla="*/ 25 w 65"/>
                  <a:gd name="T7" fmla="*/ 32 h 169"/>
                  <a:gd name="T8" fmla="*/ 0 w 65"/>
                  <a:gd name="T9" fmla="*/ 32 h 169"/>
                  <a:gd name="T10" fmla="*/ 0 w 65"/>
                  <a:gd name="T11" fmla="*/ 57 h 169"/>
                  <a:gd name="T12" fmla="*/ 25 w 65"/>
                  <a:gd name="T13" fmla="*/ 57 h 169"/>
                  <a:gd name="T14" fmla="*/ 25 w 65"/>
                  <a:gd name="T15" fmla="*/ 73 h 169"/>
                  <a:gd name="T16" fmla="*/ 0 w 65"/>
                  <a:gd name="T17" fmla="*/ 73 h 169"/>
                  <a:gd name="T18" fmla="*/ 0 w 65"/>
                  <a:gd name="T19" fmla="*/ 97 h 169"/>
                  <a:gd name="T20" fmla="*/ 25 w 65"/>
                  <a:gd name="T21" fmla="*/ 97 h 169"/>
                  <a:gd name="T22" fmla="*/ 25 w 65"/>
                  <a:gd name="T23" fmla="*/ 113 h 169"/>
                  <a:gd name="T24" fmla="*/ 0 w 65"/>
                  <a:gd name="T25" fmla="*/ 113 h 169"/>
                  <a:gd name="T26" fmla="*/ 0 w 65"/>
                  <a:gd name="T27" fmla="*/ 137 h 169"/>
                  <a:gd name="T28" fmla="*/ 25 w 65"/>
                  <a:gd name="T29" fmla="*/ 137 h 169"/>
                  <a:gd name="T30" fmla="*/ 25 w 65"/>
                  <a:gd name="T31" fmla="*/ 153 h 169"/>
                  <a:gd name="T32" fmla="*/ 0 w 65"/>
                  <a:gd name="T33" fmla="*/ 153 h 169"/>
                  <a:gd name="T34" fmla="*/ 0 w 65"/>
                  <a:gd name="T35" fmla="*/ 169 h 169"/>
                  <a:gd name="T36" fmla="*/ 65 w 65"/>
                  <a:gd name="T37" fmla="*/ 169 h 169"/>
                  <a:gd name="T38" fmla="*/ 65 w 65"/>
                  <a:gd name="T39" fmla="*/ 0 h 169"/>
                  <a:gd name="T40" fmla="*/ 0 w 65"/>
                  <a:gd name="T41" fmla="*/ 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5" h="169">
                    <a:moveTo>
                      <a:pt x="0" y="0"/>
                    </a:moveTo>
                    <a:lnTo>
                      <a:pt x="0" y="16"/>
                    </a:lnTo>
                    <a:lnTo>
                      <a:pt x="25" y="16"/>
                    </a:lnTo>
                    <a:lnTo>
                      <a:pt x="25" y="32"/>
                    </a:lnTo>
                    <a:lnTo>
                      <a:pt x="0" y="32"/>
                    </a:lnTo>
                    <a:lnTo>
                      <a:pt x="0" y="57"/>
                    </a:lnTo>
                    <a:lnTo>
                      <a:pt x="25" y="57"/>
                    </a:lnTo>
                    <a:lnTo>
                      <a:pt x="25" y="73"/>
                    </a:lnTo>
                    <a:lnTo>
                      <a:pt x="0" y="73"/>
                    </a:lnTo>
                    <a:lnTo>
                      <a:pt x="0" y="97"/>
                    </a:lnTo>
                    <a:lnTo>
                      <a:pt x="25" y="97"/>
                    </a:lnTo>
                    <a:lnTo>
                      <a:pt x="25" y="113"/>
                    </a:lnTo>
                    <a:lnTo>
                      <a:pt x="0" y="113"/>
                    </a:lnTo>
                    <a:lnTo>
                      <a:pt x="0" y="137"/>
                    </a:lnTo>
                    <a:lnTo>
                      <a:pt x="25" y="137"/>
                    </a:lnTo>
                    <a:lnTo>
                      <a:pt x="25" y="153"/>
                    </a:lnTo>
                    <a:lnTo>
                      <a:pt x="0" y="153"/>
                    </a:lnTo>
                    <a:lnTo>
                      <a:pt x="0" y="169"/>
                    </a:lnTo>
                    <a:lnTo>
                      <a:pt x="65" y="169"/>
                    </a:lnTo>
                    <a:lnTo>
                      <a:pt x="6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466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539543" y="1116920"/>
            <a:ext cx="7200000" cy="4172818"/>
            <a:chOff x="3227388" y="1770063"/>
            <a:chExt cx="5746751" cy="3330576"/>
          </a:xfrm>
        </p:grpSpPr>
        <p:grpSp>
          <p:nvGrpSpPr>
            <p:cNvPr id="450" name="组合 449"/>
            <p:cNvGrpSpPr/>
            <p:nvPr/>
          </p:nvGrpSpPr>
          <p:grpSpPr>
            <a:xfrm>
              <a:off x="3821113" y="1782763"/>
              <a:ext cx="303213" cy="254000"/>
              <a:chOff x="3821113" y="1782763"/>
              <a:chExt cx="303213" cy="254000"/>
            </a:xfrm>
          </p:grpSpPr>
          <p:sp>
            <p:nvSpPr>
              <p:cNvPr id="5" name="Freeform 5"/>
              <p:cNvSpPr>
                <a:spLocks/>
              </p:cNvSpPr>
              <p:nvPr/>
            </p:nvSpPr>
            <p:spPr bwMode="auto">
              <a:xfrm>
                <a:off x="3821113" y="1782763"/>
                <a:ext cx="50800" cy="50800"/>
              </a:xfrm>
              <a:custGeom>
                <a:avLst/>
                <a:gdLst>
                  <a:gd name="T0" fmla="*/ 32 w 32"/>
                  <a:gd name="T1" fmla="*/ 32 h 32"/>
                  <a:gd name="T2" fmla="*/ 32 w 32"/>
                  <a:gd name="T3" fmla="*/ 0 h 32"/>
                  <a:gd name="T4" fmla="*/ 0 w 32"/>
                  <a:gd name="T5" fmla="*/ 32 h 32"/>
                  <a:gd name="T6" fmla="*/ 32 w 32"/>
                  <a:gd name="T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2" h="32">
                    <a:moveTo>
                      <a:pt x="32" y="32"/>
                    </a:moveTo>
                    <a:lnTo>
                      <a:pt x="32" y="0"/>
                    </a:lnTo>
                    <a:lnTo>
                      <a:pt x="0" y="32"/>
                    </a:lnTo>
                    <a:lnTo>
                      <a:pt x="32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Freeform 6"/>
              <p:cNvSpPr>
                <a:spLocks/>
              </p:cNvSpPr>
              <p:nvPr/>
            </p:nvSpPr>
            <p:spPr bwMode="auto">
              <a:xfrm>
                <a:off x="3897313" y="1858963"/>
                <a:ext cx="227013" cy="158750"/>
              </a:xfrm>
              <a:custGeom>
                <a:avLst/>
                <a:gdLst>
                  <a:gd name="T0" fmla="*/ 143 w 143"/>
                  <a:gd name="T1" fmla="*/ 0 h 100"/>
                  <a:gd name="T2" fmla="*/ 56 w 143"/>
                  <a:gd name="T3" fmla="*/ 0 h 100"/>
                  <a:gd name="T4" fmla="*/ 56 w 143"/>
                  <a:gd name="T5" fmla="*/ 0 h 100"/>
                  <a:gd name="T6" fmla="*/ 0 w 143"/>
                  <a:gd name="T7" fmla="*/ 56 h 100"/>
                  <a:gd name="T8" fmla="*/ 0 w 143"/>
                  <a:gd name="T9" fmla="*/ 56 h 100"/>
                  <a:gd name="T10" fmla="*/ 44 w 143"/>
                  <a:gd name="T11" fmla="*/ 100 h 100"/>
                  <a:gd name="T12" fmla="*/ 143 w 143"/>
                  <a:gd name="T13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3" h="100">
                    <a:moveTo>
                      <a:pt x="143" y="0"/>
                    </a:moveTo>
                    <a:lnTo>
                      <a:pt x="56" y="0"/>
                    </a:lnTo>
                    <a:lnTo>
                      <a:pt x="56" y="0"/>
                    </a:lnTo>
                    <a:lnTo>
                      <a:pt x="0" y="56"/>
                    </a:lnTo>
                    <a:lnTo>
                      <a:pt x="0" y="56"/>
                    </a:lnTo>
                    <a:lnTo>
                      <a:pt x="44" y="10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Freeform 7"/>
              <p:cNvSpPr>
                <a:spLocks/>
              </p:cNvSpPr>
              <p:nvPr/>
            </p:nvSpPr>
            <p:spPr bwMode="auto">
              <a:xfrm>
                <a:off x="3897313" y="1782763"/>
                <a:ext cx="73025" cy="130175"/>
              </a:xfrm>
              <a:custGeom>
                <a:avLst/>
                <a:gdLst>
                  <a:gd name="T0" fmla="*/ 16 w 46"/>
                  <a:gd name="T1" fmla="*/ 0 h 82"/>
                  <a:gd name="T2" fmla="*/ 0 w 46"/>
                  <a:gd name="T3" fmla="*/ 0 h 82"/>
                  <a:gd name="T4" fmla="*/ 0 w 46"/>
                  <a:gd name="T5" fmla="*/ 82 h 82"/>
                  <a:gd name="T6" fmla="*/ 46 w 46"/>
                  <a:gd name="T7" fmla="*/ 36 h 82"/>
                  <a:gd name="T8" fmla="*/ 16 w 46"/>
                  <a:gd name="T9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82">
                    <a:moveTo>
                      <a:pt x="16" y="0"/>
                    </a:moveTo>
                    <a:lnTo>
                      <a:pt x="0" y="0"/>
                    </a:lnTo>
                    <a:lnTo>
                      <a:pt x="0" y="82"/>
                    </a:lnTo>
                    <a:lnTo>
                      <a:pt x="46" y="36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Freeform 8"/>
              <p:cNvSpPr>
                <a:spLocks/>
              </p:cNvSpPr>
              <p:nvPr/>
            </p:nvSpPr>
            <p:spPr bwMode="auto">
              <a:xfrm>
                <a:off x="3986213" y="1985963"/>
                <a:ext cx="125413" cy="50800"/>
              </a:xfrm>
              <a:custGeom>
                <a:avLst/>
                <a:gdLst>
                  <a:gd name="T0" fmla="*/ 0 w 79"/>
                  <a:gd name="T1" fmla="*/ 32 h 32"/>
                  <a:gd name="T2" fmla="*/ 0 w 79"/>
                  <a:gd name="T3" fmla="*/ 32 h 32"/>
                  <a:gd name="T4" fmla="*/ 79 w 79"/>
                  <a:gd name="T5" fmla="*/ 32 h 32"/>
                  <a:gd name="T6" fmla="*/ 30 w 79"/>
                  <a:gd name="T7" fmla="*/ 0 h 32"/>
                  <a:gd name="T8" fmla="*/ 0 w 79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2">
                    <a:moveTo>
                      <a:pt x="0" y="32"/>
                    </a:moveTo>
                    <a:lnTo>
                      <a:pt x="0" y="32"/>
                    </a:lnTo>
                    <a:lnTo>
                      <a:pt x="79" y="32"/>
                    </a:lnTo>
                    <a:lnTo>
                      <a:pt x="30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" name="Freeform 9"/>
            <p:cNvSpPr>
              <a:spLocks noEditPoints="1"/>
            </p:cNvSpPr>
            <p:nvPr/>
          </p:nvSpPr>
          <p:spPr bwMode="auto">
            <a:xfrm>
              <a:off x="3227388" y="1770063"/>
              <a:ext cx="277813" cy="279400"/>
            </a:xfrm>
            <a:custGeom>
              <a:avLst/>
              <a:gdLst>
                <a:gd name="T0" fmla="*/ 76 w 88"/>
                <a:gd name="T1" fmla="*/ 64 h 88"/>
                <a:gd name="T2" fmla="*/ 76 w 88"/>
                <a:gd name="T3" fmla="*/ 24 h 88"/>
                <a:gd name="T4" fmla="*/ 68 w 88"/>
                <a:gd name="T5" fmla="*/ 16 h 88"/>
                <a:gd name="T6" fmla="*/ 20 w 88"/>
                <a:gd name="T7" fmla="*/ 16 h 88"/>
                <a:gd name="T8" fmla="*/ 20 w 88"/>
                <a:gd name="T9" fmla="*/ 0 h 88"/>
                <a:gd name="T10" fmla="*/ 12 w 88"/>
                <a:gd name="T11" fmla="*/ 0 h 88"/>
                <a:gd name="T12" fmla="*/ 12 w 88"/>
                <a:gd name="T13" fmla="*/ 16 h 88"/>
                <a:gd name="T14" fmla="*/ 0 w 88"/>
                <a:gd name="T15" fmla="*/ 16 h 88"/>
                <a:gd name="T16" fmla="*/ 0 w 88"/>
                <a:gd name="T17" fmla="*/ 24 h 88"/>
                <a:gd name="T18" fmla="*/ 12 w 88"/>
                <a:gd name="T19" fmla="*/ 24 h 88"/>
                <a:gd name="T20" fmla="*/ 12 w 88"/>
                <a:gd name="T21" fmla="*/ 64 h 88"/>
                <a:gd name="T22" fmla="*/ 20 w 88"/>
                <a:gd name="T23" fmla="*/ 72 h 88"/>
                <a:gd name="T24" fmla="*/ 68 w 88"/>
                <a:gd name="T25" fmla="*/ 72 h 88"/>
                <a:gd name="T26" fmla="*/ 68 w 88"/>
                <a:gd name="T27" fmla="*/ 88 h 88"/>
                <a:gd name="T28" fmla="*/ 76 w 88"/>
                <a:gd name="T29" fmla="*/ 88 h 88"/>
                <a:gd name="T30" fmla="*/ 76 w 88"/>
                <a:gd name="T31" fmla="*/ 72 h 88"/>
                <a:gd name="T32" fmla="*/ 88 w 88"/>
                <a:gd name="T33" fmla="*/ 72 h 88"/>
                <a:gd name="T34" fmla="*/ 88 w 88"/>
                <a:gd name="T35" fmla="*/ 64 h 88"/>
                <a:gd name="T36" fmla="*/ 76 w 88"/>
                <a:gd name="T37" fmla="*/ 64 h 88"/>
                <a:gd name="T38" fmla="*/ 24 w 88"/>
                <a:gd name="T39" fmla="*/ 56 h 88"/>
                <a:gd name="T40" fmla="*/ 32 w 88"/>
                <a:gd name="T41" fmla="*/ 43 h 88"/>
                <a:gd name="T42" fmla="*/ 37 w 88"/>
                <a:gd name="T43" fmla="*/ 51 h 88"/>
                <a:gd name="T44" fmla="*/ 49 w 88"/>
                <a:gd name="T45" fmla="*/ 32 h 88"/>
                <a:gd name="T46" fmla="*/ 64 w 88"/>
                <a:gd name="T47" fmla="*/ 56 h 88"/>
                <a:gd name="T48" fmla="*/ 24 w 88"/>
                <a:gd name="T49" fmla="*/ 56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8" h="88">
                  <a:moveTo>
                    <a:pt x="76" y="64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76" y="20"/>
                    <a:pt x="72" y="16"/>
                    <a:pt x="68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12" y="68"/>
                    <a:pt x="16" y="72"/>
                    <a:pt x="20" y="72"/>
                  </a:cubicBezTo>
                  <a:cubicBezTo>
                    <a:pt x="68" y="72"/>
                    <a:pt x="68" y="72"/>
                    <a:pt x="68" y="72"/>
                  </a:cubicBezTo>
                  <a:cubicBezTo>
                    <a:pt x="68" y="88"/>
                    <a:pt x="68" y="88"/>
                    <a:pt x="68" y="88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72"/>
                    <a:pt x="76" y="72"/>
                    <a:pt x="76" y="72"/>
                  </a:cubicBezTo>
                  <a:cubicBezTo>
                    <a:pt x="88" y="72"/>
                    <a:pt x="88" y="72"/>
                    <a:pt x="88" y="72"/>
                  </a:cubicBezTo>
                  <a:cubicBezTo>
                    <a:pt x="88" y="64"/>
                    <a:pt x="88" y="64"/>
                    <a:pt x="88" y="64"/>
                  </a:cubicBezTo>
                  <a:lnTo>
                    <a:pt x="76" y="64"/>
                  </a:lnTo>
                  <a:close/>
                  <a:moveTo>
                    <a:pt x="24" y="56"/>
                  </a:moveTo>
                  <a:cubicBezTo>
                    <a:pt x="32" y="43"/>
                    <a:pt x="32" y="43"/>
                    <a:pt x="32" y="43"/>
                  </a:cubicBezTo>
                  <a:cubicBezTo>
                    <a:pt x="37" y="51"/>
                    <a:pt x="37" y="51"/>
                    <a:pt x="37" y="51"/>
                  </a:cubicBezTo>
                  <a:cubicBezTo>
                    <a:pt x="49" y="32"/>
                    <a:pt x="49" y="32"/>
                    <a:pt x="49" y="32"/>
                  </a:cubicBezTo>
                  <a:cubicBezTo>
                    <a:pt x="64" y="56"/>
                    <a:pt x="64" y="56"/>
                    <a:pt x="64" y="56"/>
                  </a:cubicBezTo>
                  <a:lnTo>
                    <a:pt x="24" y="5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52" name="组合 451"/>
            <p:cNvGrpSpPr/>
            <p:nvPr/>
          </p:nvGrpSpPr>
          <p:grpSpPr>
            <a:xfrm>
              <a:off x="5072063" y="1770063"/>
              <a:ext cx="228600" cy="279400"/>
              <a:chOff x="5072063" y="1770063"/>
              <a:chExt cx="228600" cy="279400"/>
            </a:xfrm>
          </p:grpSpPr>
          <p:sp>
            <p:nvSpPr>
              <p:cNvPr id="10" name="Freeform 10"/>
              <p:cNvSpPr>
                <a:spLocks/>
              </p:cNvSpPr>
              <p:nvPr/>
            </p:nvSpPr>
            <p:spPr bwMode="auto">
              <a:xfrm>
                <a:off x="5160963" y="1884363"/>
                <a:ext cx="38100" cy="50800"/>
              </a:xfrm>
              <a:custGeom>
                <a:avLst/>
                <a:gdLst>
                  <a:gd name="T0" fmla="*/ 16 w 24"/>
                  <a:gd name="T1" fmla="*/ 0 h 32"/>
                  <a:gd name="T2" fmla="*/ 8 w 24"/>
                  <a:gd name="T3" fmla="*/ 0 h 32"/>
                  <a:gd name="T4" fmla="*/ 0 w 24"/>
                  <a:gd name="T5" fmla="*/ 32 h 32"/>
                  <a:gd name="T6" fmla="*/ 24 w 24"/>
                  <a:gd name="T7" fmla="*/ 32 h 32"/>
                  <a:gd name="T8" fmla="*/ 16 w 2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32">
                    <a:moveTo>
                      <a:pt x="16" y="0"/>
                    </a:moveTo>
                    <a:lnTo>
                      <a:pt x="8" y="0"/>
                    </a:lnTo>
                    <a:lnTo>
                      <a:pt x="0" y="32"/>
                    </a:lnTo>
                    <a:lnTo>
                      <a:pt x="24" y="32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Freeform 11"/>
              <p:cNvSpPr>
                <a:spLocks/>
              </p:cNvSpPr>
              <p:nvPr/>
            </p:nvSpPr>
            <p:spPr bwMode="auto">
              <a:xfrm>
                <a:off x="5097463" y="1884363"/>
                <a:ext cx="63500" cy="50800"/>
              </a:xfrm>
              <a:custGeom>
                <a:avLst/>
                <a:gdLst>
                  <a:gd name="T0" fmla="*/ 0 w 40"/>
                  <a:gd name="T1" fmla="*/ 32 h 32"/>
                  <a:gd name="T2" fmla="*/ 20 w 40"/>
                  <a:gd name="T3" fmla="*/ 32 h 32"/>
                  <a:gd name="T4" fmla="*/ 40 w 40"/>
                  <a:gd name="T5" fmla="*/ 0 h 32"/>
                  <a:gd name="T6" fmla="*/ 28 w 40"/>
                  <a:gd name="T7" fmla="*/ 0 h 32"/>
                  <a:gd name="T8" fmla="*/ 0 w 40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2">
                    <a:moveTo>
                      <a:pt x="0" y="32"/>
                    </a:moveTo>
                    <a:lnTo>
                      <a:pt x="20" y="32"/>
                    </a:lnTo>
                    <a:lnTo>
                      <a:pt x="40" y="0"/>
                    </a:lnTo>
                    <a:lnTo>
                      <a:pt x="28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Freeform 12"/>
              <p:cNvSpPr>
                <a:spLocks/>
              </p:cNvSpPr>
              <p:nvPr/>
            </p:nvSpPr>
            <p:spPr bwMode="auto">
              <a:xfrm>
                <a:off x="5199063" y="1884363"/>
                <a:ext cx="63500" cy="50800"/>
              </a:xfrm>
              <a:custGeom>
                <a:avLst/>
                <a:gdLst>
                  <a:gd name="T0" fmla="*/ 12 w 40"/>
                  <a:gd name="T1" fmla="*/ 0 h 32"/>
                  <a:gd name="T2" fmla="*/ 0 w 40"/>
                  <a:gd name="T3" fmla="*/ 0 h 32"/>
                  <a:gd name="T4" fmla="*/ 20 w 40"/>
                  <a:gd name="T5" fmla="*/ 32 h 32"/>
                  <a:gd name="T6" fmla="*/ 40 w 40"/>
                  <a:gd name="T7" fmla="*/ 32 h 32"/>
                  <a:gd name="T8" fmla="*/ 12 w 40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32">
                    <a:moveTo>
                      <a:pt x="12" y="0"/>
                    </a:moveTo>
                    <a:lnTo>
                      <a:pt x="0" y="0"/>
                    </a:lnTo>
                    <a:lnTo>
                      <a:pt x="20" y="32"/>
                    </a:lnTo>
                    <a:lnTo>
                      <a:pt x="40" y="3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 13"/>
              <p:cNvSpPr>
                <a:spLocks noEditPoints="1"/>
              </p:cNvSpPr>
              <p:nvPr/>
            </p:nvSpPr>
            <p:spPr bwMode="auto">
              <a:xfrm>
                <a:off x="5072063" y="1770063"/>
                <a:ext cx="228600" cy="279400"/>
              </a:xfrm>
              <a:custGeom>
                <a:avLst/>
                <a:gdLst>
                  <a:gd name="T0" fmla="*/ 64 w 72"/>
                  <a:gd name="T1" fmla="*/ 20 h 88"/>
                  <a:gd name="T2" fmla="*/ 48 w 72"/>
                  <a:gd name="T3" fmla="*/ 20 h 88"/>
                  <a:gd name="T4" fmla="*/ 48 w 72"/>
                  <a:gd name="T5" fmla="*/ 4 h 88"/>
                  <a:gd name="T6" fmla="*/ 44 w 72"/>
                  <a:gd name="T7" fmla="*/ 0 h 88"/>
                  <a:gd name="T8" fmla="*/ 24 w 72"/>
                  <a:gd name="T9" fmla="*/ 0 h 88"/>
                  <a:gd name="T10" fmla="*/ 20 w 72"/>
                  <a:gd name="T11" fmla="*/ 4 h 88"/>
                  <a:gd name="T12" fmla="*/ 20 w 72"/>
                  <a:gd name="T13" fmla="*/ 24 h 88"/>
                  <a:gd name="T14" fmla="*/ 24 w 72"/>
                  <a:gd name="T15" fmla="*/ 28 h 88"/>
                  <a:gd name="T16" fmla="*/ 64 w 72"/>
                  <a:gd name="T17" fmla="*/ 28 h 88"/>
                  <a:gd name="T18" fmla="*/ 64 w 72"/>
                  <a:gd name="T19" fmla="*/ 60 h 88"/>
                  <a:gd name="T20" fmla="*/ 0 w 72"/>
                  <a:gd name="T21" fmla="*/ 60 h 88"/>
                  <a:gd name="T22" fmla="*/ 0 w 72"/>
                  <a:gd name="T23" fmla="*/ 88 h 88"/>
                  <a:gd name="T24" fmla="*/ 72 w 72"/>
                  <a:gd name="T25" fmla="*/ 88 h 88"/>
                  <a:gd name="T26" fmla="*/ 72 w 72"/>
                  <a:gd name="T27" fmla="*/ 28 h 88"/>
                  <a:gd name="T28" fmla="*/ 64 w 72"/>
                  <a:gd name="T29" fmla="*/ 20 h 88"/>
                  <a:gd name="T30" fmla="*/ 34 w 72"/>
                  <a:gd name="T31" fmla="*/ 20 h 88"/>
                  <a:gd name="T32" fmla="*/ 28 w 72"/>
                  <a:gd name="T33" fmla="*/ 14 h 88"/>
                  <a:gd name="T34" fmla="*/ 34 w 72"/>
                  <a:gd name="T35" fmla="*/ 8 h 88"/>
                  <a:gd name="T36" fmla="*/ 40 w 72"/>
                  <a:gd name="T37" fmla="*/ 14 h 88"/>
                  <a:gd name="T38" fmla="*/ 34 w 72"/>
                  <a:gd name="T39" fmla="*/ 20 h 88"/>
                  <a:gd name="T40" fmla="*/ 44 w 72"/>
                  <a:gd name="T41" fmla="*/ 80 h 88"/>
                  <a:gd name="T42" fmla="*/ 40 w 72"/>
                  <a:gd name="T43" fmla="*/ 76 h 88"/>
                  <a:gd name="T44" fmla="*/ 44 w 72"/>
                  <a:gd name="T45" fmla="*/ 72 h 88"/>
                  <a:gd name="T46" fmla="*/ 48 w 72"/>
                  <a:gd name="T47" fmla="*/ 76 h 88"/>
                  <a:gd name="T48" fmla="*/ 44 w 72"/>
                  <a:gd name="T49" fmla="*/ 80 h 88"/>
                  <a:gd name="T50" fmla="*/ 60 w 72"/>
                  <a:gd name="T51" fmla="*/ 80 h 88"/>
                  <a:gd name="T52" fmla="*/ 56 w 72"/>
                  <a:gd name="T53" fmla="*/ 76 h 88"/>
                  <a:gd name="T54" fmla="*/ 60 w 72"/>
                  <a:gd name="T55" fmla="*/ 72 h 88"/>
                  <a:gd name="T56" fmla="*/ 64 w 72"/>
                  <a:gd name="T57" fmla="*/ 76 h 88"/>
                  <a:gd name="T58" fmla="*/ 60 w 72"/>
                  <a:gd name="T59" fmla="*/ 8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2" h="88">
                    <a:moveTo>
                      <a:pt x="64" y="20"/>
                    </a:move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6" y="0"/>
                      <a:pt x="4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2" y="0"/>
                      <a:pt x="20" y="2"/>
                      <a:pt x="20" y="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6"/>
                      <a:pt x="22" y="28"/>
                      <a:pt x="24" y="28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72" y="88"/>
                      <a:pt x="72" y="88"/>
                      <a:pt x="72" y="88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4"/>
                      <a:pt x="68" y="20"/>
                      <a:pt x="64" y="20"/>
                    </a:cubicBezTo>
                    <a:close/>
                    <a:moveTo>
                      <a:pt x="34" y="20"/>
                    </a:moveTo>
                    <a:cubicBezTo>
                      <a:pt x="31" y="20"/>
                      <a:pt x="28" y="17"/>
                      <a:pt x="28" y="14"/>
                    </a:cubicBezTo>
                    <a:cubicBezTo>
                      <a:pt x="28" y="11"/>
                      <a:pt x="31" y="8"/>
                      <a:pt x="34" y="8"/>
                    </a:cubicBezTo>
                    <a:cubicBezTo>
                      <a:pt x="37" y="8"/>
                      <a:pt x="40" y="11"/>
                      <a:pt x="40" y="14"/>
                    </a:cubicBezTo>
                    <a:cubicBezTo>
                      <a:pt x="40" y="17"/>
                      <a:pt x="37" y="20"/>
                      <a:pt x="34" y="20"/>
                    </a:cubicBezTo>
                    <a:close/>
                    <a:moveTo>
                      <a:pt x="44" y="80"/>
                    </a:moveTo>
                    <a:cubicBezTo>
                      <a:pt x="42" y="80"/>
                      <a:pt x="40" y="78"/>
                      <a:pt x="40" y="76"/>
                    </a:cubicBezTo>
                    <a:cubicBezTo>
                      <a:pt x="40" y="74"/>
                      <a:pt x="42" y="72"/>
                      <a:pt x="44" y="72"/>
                    </a:cubicBezTo>
                    <a:cubicBezTo>
                      <a:pt x="46" y="72"/>
                      <a:pt x="48" y="74"/>
                      <a:pt x="48" y="76"/>
                    </a:cubicBezTo>
                    <a:cubicBezTo>
                      <a:pt x="48" y="78"/>
                      <a:pt x="46" y="80"/>
                      <a:pt x="44" y="80"/>
                    </a:cubicBezTo>
                    <a:close/>
                    <a:moveTo>
                      <a:pt x="60" y="80"/>
                    </a:moveTo>
                    <a:cubicBezTo>
                      <a:pt x="58" y="80"/>
                      <a:pt x="56" y="78"/>
                      <a:pt x="56" y="76"/>
                    </a:cubicBezTo>
                    <a:cubicBezTo>
                      <a:pt x="56" y="74"/>
                      <a:pt x="58" y="72"/>
                      <a:pt x="60" y="72"/>
                    </a:cubicBezTo>
                    <a:cubicBezTo>
                      <a:pt x="62" y="72"/>
                      <a:pt x="64" y="74"/>
                      <a:pt x="64" y="76"/>
                    </a:cubicBezTo>
                    <a:cubicBezTo>
                      <a:pt x="64" y="78"/>
                      <a:pt x="62" y="80"/>
                      <a:pt x="60" y="8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1" name="组合 450"/>
            <p:cNvGrpSpPr/>
            <p:nvPr/>
          </p:nvGrpSpPr>
          <p:grpSpPr>
            <a:xfrm>
              <a:off x="4465638" y="1770063"/>
              <a:ext cx="214313" cy="279400"/>
              <a:chOff x="4465638" y="1770063"/>
              <a:chExt cx="214313" cy="279400"/>
            </a:xfrm>
          </p:grpSpPr>
          <p:sp>
            <p:nvSpPr>
              <p:cNvPr id="14" name="Freeform 14"/>
              <p:cNvSpPr>
                <a:spLocks/>
              </p:cNvSpPr>
              <p:nvPr/>
            </p:nvSpPr>
            <p:spPr bwMode="auto">
              <a:xfrm>
                <a:off x="4529138" y="1770063"/>
                <a:ext cx="76200" cy="127000"/>
              </a:xfrm>
              <a:custGeom>
                <a:avLst/>
                <a:gdLst>
                  <a:gd name="T0" fmla="*/ 8 w 24"/>
                  <a:gd name="T1" fmla="*/ 23 h 40"/>
                  <a:gd name="T2" fmla="*/ 8 w 24"/>
                  <a:gd name="T3" fmla="*/ 36 h 40"/>
                  <a:gd name="T4" fmla="*/ 12 w 24"/>
                  <a:gd name="T5" fmla="*/ 40 h 40"/>
                  <a:gd name="T6" fmla="*/ 16 w 24"/>
                  <a:gd name="T7" fmla="*/ 36 h 40"/>
                  <a:gd name="T8" fmla="*/ 16 w 24"/>
                  <a:gd name="T9" fmla="*/ 23 h 40"/>
                  <a:gd name="T10" fmla="*/ 24 w 24"/>
                  <a:gd name="T11" fmla="*/ 12 h 40"/>
                  <a:gd name="T12" fmla="*/ 12 w 24"/>
                  <a:gd name="T13" fmla="*/ 0 h 40"/>
                  <a:gd name="T14" fmla="*/ 0 w 24"/>
                  <a:gd name="T15" fmla="*/ 12 h 40"/>
                  <a:gd name="T16" fmla="*/ 8 w 24"/>
                  <a:gd name="T17" fmla="*/ 23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40">
                    <a:moveTo>
                      <a:pt x="8" y="23"/>
                    </a:moveTo>
                    <a:cubicBezTo>
                      <a:pt x="8" y="36"/>
                      <a:pt x="8" y="36"/>
                      <a:pt x="8" y="36"/>
                    </a:cubicBezTo>
                    <a:cubicBezTo>
                      <a:pt x="8" y="38"/>
                      <a:pt x="10" y="40"/>
                      <a:pt x="12" y="40"/>
                    </a:cubicBezTo>
                    <a:cubicBezTo>
                      <a:pt x="14" y="40"/>
                      <a:pt x="16" y="38"/>
                      <a:pt x="16" y="36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21" y="22"/>
                      <a:pt x="24" y="17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7"/>
                      <a:pt x="3" y="22"/>
                      <a:pt x="8" y="2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Freeform 15"/>
              <p:cNvSpPr>
                <a:spLocks noEditPoints="1"/>
              </p:cNvSpPr>
              <p:nvPr/>
            </p:nvSpPr>
            <p:spPr bwMode="auto">
              <a:xfrm>
                <a:off x="4465638" y="1858963"/>
                <a:ext cx="214313" cy="190500"/>
              </a:xfrm>
              <a:custGeom>
                <a:avLst/>
                <a:gdLst>
                  <a:gd name="T0" fmla="*/ 64 w 68"/>
                  <a:gd name="T1" fmla="*/ 0 h 60"/>
                  <a:gd name="T2" fmla="*/ 44 w 68"/>
                  <a:gd name="T3" fmla="*/ 0 h 60"/>
                  <a:gd name="T4" fmla="*/ 44 w 68"/>
                  <a:gd name="T5" fmla="*/ 16 h 60"/>
                  <a:gd name="T6" fmla="*/ 20 w 68"/>
                  <a:gd name="T7" fmla="*/ 16 h 60"/>
                  <a:gd name="T8" fmla="*/ 20 w 68"/>
                  <a:gd name="T9" fmla="*/ 0 h 60"/>
                  <a:gd name="T10" fmla="*/ 4 w 68"/>
                  <a:gd name="T11" fmla="*/ 0 h 60"/>
                  <a:gd name="T12" fmla="*/ 0 w 68"/>
                  <a:gd name="T13" fmla="*/ 4 h 60"/>
                  <a:gd name="T14" fmla="*/ 0 w 68"/>
                  <a:gd name="T15" fmla="*/ 56 h 60"/>
                  <a:gd name="T16" fmla="*/ 4 w 68"/>
                  <a:gd name="T17" fmla="*/ 60 h 60"/>
                  <a:gd name="T18" fmla="*/ 56 w 68"/>
                  <a:gd name="T19" fmla="*/ 60 h 60"/>
                  <a:gd name="T20" fmla="*/ 59 w 68"/>
                  <a:gd name="T21" fmla="*/ 59 h 60"/>
                  <a:gd name="T22" fmla="*/ 67 w 68"/>
                  <a:gd name="T23" fmla="*/ 51 h 60"/>
                  <a:gd name="T24" fmla="*/ 68 w 68"/>
                  <a:gd name="T25" fmla="*/ 48 h 60"/>
                  <a:gd name="T26" fmla="*/ 68 w 68"/>
                  <a:gd name="T27" fmla="*/ 4 h 60"/>
                  <a:gd name="T28" fmla="*/ 64 w 68"/>
                  <a:gd name="T29" fmla="*/ 0 h 60"/>
                  <a:gd name="T30" fmla="*/ 12 w 68"/>
                  <a:gd name="T31" fmla="*/ 24 h 60"/>
                  <a:gd name="T32" fmla="*/ 52 w 68"/>
                  <a:gd name="T33" fmla="*/ 24 h 60"/>
                  <a:gd name="T34" fmla="*/ 52 w 68"/>
                  <a:gd name="T35" fmla="*/ 32 h 60"/>
                  <a:gd name="T36" fmla="*/ 12 w 68"/>
                  <a:gd name="T37" fmla="*/ 32 h 60"/>
                  <a:gd name="T38" fmla="*/ 12 w 68"/>
                  <a:gd name="T39" fmla="*/ 24 h 60"/>
                  <a:gd name="T40" fmla="*/ 44 w 68"/>
                  <a:gd name="T41" fmla="*/ 48 h 60"/>
                  <a:gd name="T42" fmla="*/ 12 w 68"/>
                  <a:gd name="T43" fmla="*/ 48 h 60"/>
                  <a:gd name="T44" fmla="*/ 12 w 68"/>
                  <a:gd name="T45" fmla="*/ 40 h 60"/>
                  <a:gd name="T46" fmla="*/ 44 w 68"/>
                  <a:gd name="T47" fmla="*/ 40 h 60"/>
                  <a:gd name="T48" fmla="*/ 44 w 68"/>
                  <a:gd name="T49" fmla="*/ 48 h 60"/>
                  <a:gd name="T50" fmla="*/ 52 w 68"/>
                  <a:gd name="T51" fmla="*/ 56 h 60"/>
                  <a:gd name="T52" fmla="*/ 52 w 68"/>
                  <a:gd name="T53" fmla="*/ 44 h 60"/>
                  <a:gd name="T54" fmla="*/ 64 w 68"/>
                  <a:gd name="T55" fmla="*/ 44 h 60"/>
                  <a:gd name="T56" fmla="*/ 52 w 68"/>
                  <a:gd name="T57" fmla="*/ 56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8" h="60">
                    <a:moveTo>
                      <a:pt x="64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8"/>
                      <a:pt x="2" y="60"/>
                      <a:pt x="4" y="60"/>
                    </a:cubicBezTo>
                    <a:cubicBezTo>
                      <a:pt x="56" y="60"/>
                      <a:pt x="56" y="60"/>
                      <a:pt x="56" y="60"/>
                    </a:cubicBezTo>
                    <a:cubicBezTo>
                      <a:pt x="57" y="60"/>
                      <a:pt x="58" y="60"/>
                      <a:pt x="59" y="59"/>
                    </a:cubicBezTo>
                    <a:cubicBezTo>
                      <a:pt x="67" y="51"/>
                      <a:pt x="67" y="51"/>
                      <a:pt x="67" y="51"/>
                    </a:cubicBezTo>
                    <a:cubicBezTo>
                      <a:pt x="68" y="50"/>
                      <a:pt x="68" y="49"/>
                      <a:pt x="68" y="48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4" y="0"/>
                    </a:cubicBezTo>
                    <a:close/>
                    <a:moveTo>
                      <a:pt x="12" y="24"/>
                    </a:moveTo>
                    <a:cubicBezTo>
                      <a:pt x="52" y="24"/>
                      <a:pt x="52" y="24"/>
                      <a:pt x="52" y="24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12" y="24"/>
                    </a:lnTo>
                    <a:close/>
                    <a:moveTo>
                      <a:pt x="44" y="48"/>
                    </a:moveTo>
                    <a:cubicBezTo>
                      <a:pt x="12" y="48"/>
                      <a:pt x="12" y="48"/>
                      <a:pt x="12" y="48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44" y="40"/>
                      <a:pt x="44" y="40"/>
                      <a:pt x="44" y="40"/>
                    </a:cubicBezTo>
                    <a:lnTo>
                      <a:pt x="44" y="48"/>
                    </a:lnTo>
                    <a:close/>
                    <a:moveTo>
                      <a:pt x="52" y="56"/>
                    </a:moveTo>
                    <a:cubicBezTo>
                      <a:pt x="52" y="44"/>
                      <a:pt x="52" y="44"/>
                      <a:pt x="52" y="44"/>
                    </a:cubicBezTo>
                    <a:cubicBezTo>
                      <a:pt x="64" y="44"/>
                      <a:pt x="64" y="44"/>
                      <a:pt x="64" y="44"/>
                    </a:cubicBezTo>
                    <a:lnTo>
                      <a:pt x="52" y="5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3" name="组合 452"/>
            <p:cNvGrpSpPr/>
            <p:nvPr/>
          </p:nvGrpSpPr>
          <p:grpSpPr>
            <a:xfrm>
              <a:off x="5665788" y="1795463"/>
              <a:ext cx="254000" cy="228600"/>
              <a:chOff x="5665788" y="1795463"/>
              <a:chExt cx="254000" cy="228600"/>
            </a:xfrm>
          </p:grpSpPr>
          <p:sp>
            <p:nvSpPr>
              <p:cNvPr id="16" name="Oval 16"/>
              <p:cNvSpPr>
                <a:spLocks noChangeArrowheads="1"/>
              </p:cNvSpPr>
              <p:nvPr/>
            </p:nvSpPr>
            <p:spPr bwMode="auto">
              <a:xfrm>
                <a:off x="5741988" y="1871663"/>
                <a:ext cx="101600" cy="1016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Freeform 17"/>
              <p:cNvSpPr>
                <a:spLocks noEditPoints="1"/>
              </p:cNvSpPr>
              <p:nvPr/>
            </p:nvSpPr>
            <p:spPr bwMode="auto">
              <a:xfrm>
                <a:off x="5665788" y="1795463"/>
                <a:ext cx="254000" cy="228600"/>
              </a:xfrm>
              <a:custGeom>
                <a:avLst/>
                <a:gdLst>
                  <a:gd name="T0" fmla="*/ 72 w 80"/>
                  <a:gd name="T1" fmla="*/ 12 h 72"/>
                  <a:gd name="T2" fmla="*/ 64 w 80"/>
                  <a:gd name="T3" fmla="*/ 12 h 72"/>
                  <a:gd name="T4" fmla="*/ 58 w 80"/>
                  <a:gd name="T5" fmla="*/ 8 h 72"/>
                  <a:gd name="T6" fmla="*/ 54 w 80"/>
                  <a:gd name="T7" fmla="*/ 4 h 72"/>
                  <a:gd name="T8" fmla="*/ 48 w 80"/>
                  <a:gd name="T9" fmla="*/ 0 h 72"/>
                  <a:gd name="T10" fmla="*/ 32 w 80"/>
                  <a:gd name="T11" fmla="*/ 0 h 72"/>
                  <a:gd name="T12" fmla="*/ 26 w 80"/>
                  <a:gd name="T13" fmla="*/ 4 h 72"/>
                  <a:gd name="T14" fmla="*/ 22 w 80"/>
                  <a:gd name="T15" fmla="*/ 8 h 72"/>
                  <a:gd name="T16" fmla="*/ 16 w 80"/>
                  <a:gd name="T17" fmla="*/ 12 h 72"/>
                  <a:gd name="T18" fmla="*/ 8 w 80"/>
                  <a:gd name="T19" fmla="*/ 12 h 72"/>
                  <a:gd name="T20" fmla="*/ 0 w 80"/>
                  <a:gd name="T21" fmla="*/ 20 h 72"/>
                  <a:gd name="T22" fmla="*/ 0 w 80"/>
                  <a:gd name="T23" fmla="*/ 64 h 72"/>
                  <a:gd name="T24" fmla="*/ 8 w 80"/>
                  <a:gd name="T25" fmla="*/ 72 h 72"/>
                  <a:gd name="T26" fmla="*/ 72 w 80"/>
                  <a:gd name="T27" fmla="*/ 72 h 72"/>
                  <a:gd name="T28" fmla="*/ 80 w 80"/>
                  <a:gd name="T29" fmla="*/ 64 h 72"/>
                  <a:gd name="T30" fmla="*/ 80 w 80"/>
                  <a:gd name="T31" fmla="*/ 20 h 72"/>
                  <a:gd name="T32" fmla="*/ 72 w 80"/>
                  <a:gd name="T33" fmla="*/ 12 h 72"/>
                  <a:gd name="T34" fmla="*/ 40 w 80"/>
                  <a:gd name="T35" fmla="*/ 64 h 72"/>
                  <a:gd name="T36" fmla="*/ 16 w 80"/>
                  <a:gd name="T37" fmla="*/ 40 h 72"/>
                  <a:gd name="T38" fmla="*/ 40 w 80"/>
                  <a:gd name="T39" fmla="*/ 16 h 72"/>
                  <a:gd name="T40" fmla="*/ 64 w 80"/>
                  <a:gd name="T41" fmla="*/ 40 h 72"/>
                  <a:gd name="T42" fmla="*/ 40 w 80"/>
                  <a:gd name="T43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72">
                    <a:moveTo>
                      <a:pt x="72" y="12"/>
                    </a:moveTo>
                    <a:cubicBezTo>
                      <a:pt x="64" y="12"/>
                      <a:pt x="64" y="12"/>
                      <a:pt x="64" y="12"/>
                    </a:cubicBezTo>
                    <a:cubicBezTo>
                      <a:pt x="62" y="12"/>
                      <a:pt x="59" y="11"/>
                      <a:pt x="58" y="8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3" y="1"/>
                      <a:pt x="50" y="0"/>
                      <a:pt x="48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0" y="0"/>
                      <a:pt x="27" y="1"/>
                      <a:pt x="26" y="4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1" y="11"/>
                      <a:pt x="18" y="12"/>
                      <a:pt x="16" y="12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4" y="12"/>
                      <a:pt x="0" y="16"/>
                      <a:pt x="0" y="2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72" y="72"/>
                      <a:pt x="72" y="72"/>
                      <a:pt x="72" y="72"/>
                    </a:cubicBezTo>
                    <a:cubicBezTo>
                      <a:pt x="76" y="72"/>
                      <a:pt x="80" y="68"/>
                      <a:pt x="80" y="64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6"/>
                      <a:pt x="76" y="12"/>
                      <a:pt x="72" y="12"/>
                    </a:cubicBezTo>
                    <a:close/>
                    <a:moveTo>
                      <a:pt x="40" y="64"/>
                    </a:moveTo>
                    <a:cubicBezTo>
                      <a:pt x="27" y="64"/>
                      <a:pt x="16" y="53"/>
                      <a:pt x="16" y="40"/>
                    </a:cubicBezTo>
                    <a:cubicBezTo>
                      <a:pt x="16" y="27"/>
                      <a:pt x="27" y="16"/>
                      <a:pt x="40" y="16"/>
                    </a:cubicBezTo>
                    <a:cubicBezTo>
                      <a:pt x="53" y="16"/>
                      <a:pt x="64" y="27"/>
                      <a:pt x="64" y="40"/>
                    </a:cubicBezTo>
                    <a:cubicBezTo>
                      <a:pt x="64" y="53"/>
                      <a:pt x="53" y="64"/>
                      <a:pt x="40" y="6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6" name="组合 455"/>
            <p:cNvGrpSpPr/>
            <p:nvPr/>
          </p:nvGrpSpPr>
          <p:grpSpPr>
            <a:xfrm>
              <a:off x="8699501" y="1782763"/>
              <a:ext cx="252412" cy="254000"/>
              <a:chOff x="8699501" y="1782763"/>
              <a:chExt cx="252412" cy="254000"/>
            </a:xfrm>
          </p:grpSpPr>
          <p:sp>
            <p:nvSpPr>
              <p:cNvPr id="18" name="Freeform 18"/>
              <p:cNvSpPr>
                <a:spLocks/>
              </p:cNvSpPr>
              <p:nvPr/>
            </p:nvSpPr>
            <p:spPr bwMode="auto">
              <a:xfrm>
                <a:off x="8788401" y="1871663"/>
                <a:ext cx="74613" cy="76200"/>
              </a:xfrm>
              <a:custGeom>
                <a:avLst/>
                <a:gdLst>
                  <a:gd name="T0" fmla="*/ 33 w 47"/>
                  <a:gd name="T1" fmla="*/ 48 h 48"/>
                  <a:gd name="T2" fmla="*/ 47 w 47"/>
                  <a:gd name="T3" fmla="*/ 24 h 48"/>
                  <a:gd name="T4" fmla="*/ 33 w 47"/>
                  <a:gd name="T5" fmla="*/ 0 h 48"/>
                  <a:gd name="T6" fmla="*/ 33 w 47"/>
                  <a:gd name="T7" fmla="*/ 0 h 48"/>
                  <a:gd name="T8" fmla="*/ 14 w 47"/>
                  <a:gd name="T9" fmla="*/ 0 h 48"/>
                  <a:gd name="T10" fmla="*/ 0 w 47"/>
                  <a:gd name="T11" fmla="*/ 24 h 48"/>
                  <a:gd name="T12" fmla="*/ 14 w 47"/>
                  <a:gd name="T13" fmla="*/ 48 h 48"/>
                  <a:gd name="T14" fmla="*/ 14 w 47"/>
                  <a:gd name="T15" fmla="*/ 48 h 48"/>
                  <a:gd name="T16" fmla="*/ 33 w 47"/>
                  <a:gd name="T17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8">
                    <a:moveTo>
                      <a:pt x="33" y="48"/>
                    </a:moveTo>
                    <a:lnTo>
                      <a:pt x="47" y="24"/>
                    </a:lnTo>
                    <a:lnTo>
                      <a:pt x="33" y="0"/>
                    </a:lnTo>
                    <a:lnTo>
                      <a:pt x="33" y="0"/>
                    </a:lnTo>
                    <a:lnTo>
                      <a:pt x="14" y="0"/>
                    </a:lnTo>
                    <a:lnTo>
                      <a:pt x="0" y="24"/>
                    </a:lnTo>
                    <a:lnTo>
                      <a:pt x="14" y="48"/>
                    </a:lnTo>
                    <a:lnTo>
                      <a:pt x="14" y="48"/>
                    </a:lnTo>
                    <a:lnTo>
                      <a:pt x="33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Freeform 19"/>
              <p:cNvSpPr>
                <a:spLocks/>
              </p:cNvSpPr>
              <p:nvPr/>
            </p:nvSpPr>
            <p:spPr bwMode="auto">
              <a:xfrm>
                <a:off x="8737601" y="1782763"/>
                <a:ext cx="92075" cy="101600"/>
              </a:xfrm>
              <a:custGeom>
                <a:avLst/>
                <a:gdLst>
                  <a:gd name="T0" fmla="*/ 29 w 29"/>
                  <a:gd name="T1" fmla="*/ 0 h 32"/>
                  <a:gd name="T2" fmla="*/ 28 w 29"/>
                  <a:gd name="T3" fmla="*/ 0 h 32"/>
                  <a:gd name="T4" fmla="*/ 0 w 29"/>
                  <a:gd name="T5" fmla="*/ 11 h 32"/>
                  <a:gd name="T6" fmla="*/ 12 w 29"/>
                  <a:gd name="T7" fmla="*/ 32 h 32"/>
                  <a:gd name="T8" fmla="*/ 29 w 29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32">
                    <a:moveTo>
                      <a:pt x="29" y="0"/>
                    </a:moveTo>
                    <a:cubicBezTo>
                      <a:pt x="29" y="0"/>
                      <a:pt x="28" y="0"/>
                      <a:pt x="28" y="0"/>
                    </a:cubicBezTo>
                    <a:cubicBezTo>
                      <a:pt x="17" y="0"/>
                      <a:pt x="7" y="4"/>
                      <a:pt x="0" y="11"/>
                    </a:cubicBezTo>
                    <a:cubicBezTo>
                      <a:pt x="12" y="32"/>
                      <a:pt x="12" y="32"/>
                      <a:pt x="12" y="32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Freeform 20"/>
              <p:cNvSpPr>
                <a:spLocks/>
              </p:cNvSpPr>
              <p:nvPr/>
            </p:nvSpPr>
            <p:spPr bwMode="auto">
              <a:xfrm>
                <a:off x="8823326" y="1785938"/>
                <a:ext cx="112713" cy="60325"/>
              </a:xfrm>
              <a:custGeom>
                <a:avLst/>
                <a:gdLst>
                  <a:gd name="T0" fmla="*/ 36 w 36"/>
                  <a:gd name="T1" fmla="*/ 19 h 19"/>
                  <a:gd name="T2" fmla="*/ 11 w 36"/>
                  <a:gd name="T3" fmla="*/ 0 h 19"/>
                  <a:gd name="T4" fmla="*/ 0 w 36"/>
                  <a:gd name="T5" fmla="*/ 19 h 19"/>
                  <a:gd name="T6" fmla="*/ 36 w 36"/>
                  <a:gd name="T7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9">
                    <a:moveTo>
                      <a:pt x="36" y="19"/>
                    </a:moveTo>
                    <a:cubicBezTo>
                      <a:pt x="30" y="10"/>
                      <a:pt x="21" y="3"/>
                      <a:pt x="11" y="0"/>
                    </a:cubicBezTo>
                    <a:cubicBezTo>
                      <a:pt x="0" y="19"/>
                      <a:pt x="0" y="19"/>
                      <a:pt x="0" y="19"/>
                    </a:cubicBezTo>
                    <a:lnTo>
                      <a:pt x="36" y="19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Freeform 21"/>
              <p:cNvSpPr>
                <a:spLocks/>
              </p:cNvSpPr>
              <p:nvPr/>
            </p:nvSpPr>
            <p:spPr bwMode="auto">
              <a:xfrm>
                <a:off x="8869363" y="1871663"/>
                <a:ext cx="82550" cy="107950"/>
              </a:xfrm>
              <a:custGeom>
                <a:avLst/>
                <a:gdLst>
                  <a:gd name="T0" fmla="*/ 24 w 26"/>
                  <a:gd name="T1" fmla="*/ 0 h 34"/>
                  <a:gd name="T2" fmla="*/ 0 w 26"/>
                  <a:gd name="T3" fmla="*/ 0 h 34"/>
                  <a:gd name="T4" fmla="*/ 19 w 26"/>
                  <a:gd name="T5" fmla="*/ 34 h 34"/>
                  <a:gd name="T6" fmla="*/ 26 w 26"/>
                  <a:gd name="T7" fmla="*/ 12 h 34"/>
                  <a:gd name="T8" fmla="*/ 24 w 26"/>
                  <a:gd name="T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4">
                    <a:moveTo>
                      <a:pt x="2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24" y="28"/>
                      <a:pt x="26" y="20"/>
                      <a:pt x="26" y="12"/>
                    </a:cubicBezTo>
                    <a:cubicBezTo>
                      <a:pt x="26" y="8"/>
                      <a:pt x="25" y="4"/>
                      <a:pt x="2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Freeform 22"/>
              <p:cNvSpPr>
                <a:spLocks/>
              </p:cNvSpPr>
              <p:nvPr/>
            </p:nvSpPr>
            <p:spPr bwMode="auto">
              <a:xfrm>
                <a:off x="8699501" y="1839913"/>
                <a:ext cx="82550" cy="107950"/>
              </a:xfrm>
              <a:custGeom>
                <a:avLst/>
                <a:gdLst>
                  <a:gd name="T0" fmla="*/ 7 w 26"/>
                  <a:gd name="T1" fmla="*/ 0 h 34"/>
                  <a:gd name="T2" fmla="*/ 0 w 26"/>
                  <a:gd name="T3" fmla="*/ 22 h 34"/>
                  <a:gd name="T4" fmla="*/ 2 w 26"/>
                  <a:gd name="T5" fmla="*/ 34 h 34"/>
                  <a:gd name="T6" fmla="*/ 26 w 26"/>
                  <a:gd name="T7" fmla="*/ 34 h 34"/>
                  <a:gd name="T8" fmla="*/ 7 w 26"/>
                  <a:gd name="T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4">
                    <a:moveTo>
                      <a:pt x="7" y="0"/>
                    </a:moveTo>
                    <a:cubicBezTo>
                      <a:pt x="2" y="6"/>
                      <a:pt x="0" y="14"/>
                      <a:pt x="0" y="22"/>
                    </a:cubicBezTo>
                    <a:cubicBezTo>
                      <a:pt x="0" y="26"/>
                      <a:pt x="1" y="30"/>
                      <a:pt x="2" y="34"/>
                    </a:cubicBezTo>
                    <a:cubicBezTo>
                      <a:pt x="26" y="34"/>
                      <a:pt x="26" y="34"/>
                      <a:pt x="26" y="34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Freeform 23"/>
              <p:cNvSpPr>
                <a:spLocks/>
              </p:cNvSpPr>
              <p:nvPr/>
            </p:nvSpPr>
            <p:spPr bwMode="auto">
              <a:xfrm>
                <a:off x="8823326" y="1935163"/>
                <a:ext cx="90488" cy="101600"/>
              </a:xfrm>
              <a:custGeom>
                <a:avLst/>
                <a:gdLst>
                  <a:gd name="T0" fmla="*/ 0 w 29"/>
                  <a:gd name="T1" fmla="*/ 32 h 32"/>
                  <a:gd name="T2" fmla="*/ 1 w 29"/>
                  <a:gd name="T3" fmla="*/ 32 h 32"/>
                  <a:gd name="T4" fmla="*/ 29 w 29"/>
                  <a:gd name="T5" fmla="*/ 21 h 32"/>
                  <a:gd name="T6" fmla="*/ 17 w 29"/>
                  <a:gd name="T7" fmla="*/ 0 h 32"/>
                  <a:gd name="T8" fmla="*/ 0 w 29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32">
                    <a:moveTo>
                      <a:pt x="0" y="32"/>
                    </a:moveTo>
                    <a:cubicBezTo>
                      <a:pt x="0" y="32"/>
                      <a:pt x="1" y="32"/>
                      <a:pt x="1" y="32"/>
                    </a:cubicBezTo>
                    <a:cubicBezTo>
                      <a:pt x="12" y="32"/>
                      <a:pt x="22" y="28"/>
                      <a:pt x="29" y="21"/>
                    </a:cubicBezTo>
                    <a:cubicBezTo>
                      <a:pt x="17" y="0"/>
                      <a:pt x="17" y="0"/>
                      <a:pt x="17" y="0"/>
                    </a:cubicBez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Freeform 24"/>
              <p:cNvSpPr>
                <a:spLocks/>
              </p:cNvSpPr>
              <p:nvPr/>
            </p:nvSpPr>
            <p:spPr bwMode="auto">
              <a:xfrm>
                <a:off x="8715376" y="1973263"/>
                <a:ext cx="114300" cy="60325"/>
              </a:xfrm>
              <a:custGeom>
                <a:avLst/>
                <a:gdLst>
                  <a:gd name="T0" fmla="*/ 0 w 36"/>
                  <a:gd name="T1" fmla="*/ 0 h 19"/>
                  <a:gd name="T2" fmla="*/ 25 w 36"/>
                  <a:gd name="T3" fmla="*/ 19 h 19"/>
                  <a:gd name="T4" fmla="*/ 36 w 36"/>
                  <a:gd name="T5" fmla="*/ 0 h 19"/>
                  <a:gd name="T6" fmla="*/ 0 w 36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9">
                    <a:moveTo>
                      <a:pt x="0" y="0"/>
                    </a:moveTo>
                    <a:cubicBezTo>
                      <a:pt x="6" y="9"/>
                      <a:pt x="15" y="16"/>
                      <a:pt x="25" y="19"/>
                    </a:cubicBezTo>
                    <a:cubicBezTo>
                      <a:pt x="36" y="0"/>
                      <a:pt x="36" y="0"/>
                      <a:pt x="3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4" name="组合 453"/>
            <p:cNvGrpSpPr/>
            <p:nvPr/>
          </p:nvGrpSpPr>
          <p:grpSpPr>
            <a:xfrm>
              <a:off x="6261101" y="1782763"/>
              <a:ext cx="265112" cy="254000"/>
              <a:chOff x="6261101" y="1782763"/>
              <a:chExt cx="265112" cy="254000"/>
            </a:xfrm>
          </p:grpSpPr>
          <p:sp>
            <p:nvSpPr>
              <p:cNvPr id="25" name="Freeform 25"/>
              <p:cNvSpPr>
                <a:spLocks noEditPoints="1"/>
              </p:cNvSpPr>
              <p:nvPr/>
            </p:nvSpPr>
            <p:spPr bwMode="auto">
              <a:xfrm>
                <a:off x="6361113" y="1782763"/>
                <a:ext cx="165100" cy="152400"/>
              </a:xfrm>
              <a:custGeom>
                <a:avLst/>
                <a:gdLst>
                  <a:gd name="T0" fmla="*/ 44 w 52"/>
                  <a:gd name="T1" fmla="*/ 0 h 48"/>
                  <a:gd name="T2" fmla="*/ 8 w 52"/>
                  <a:gd name="T3" fmla="*/ 0 h 48"/>
                  <a:gd name="T4" fmla="*/ 0 w 52"/>
                  <a:gd name="T5" fmla="*/ 8 h 48"/>
                  <a:gd name="T6" fmla="*/ 0 w 52"/>
                  <a:gd name="T7" fmla="*/ 40 h 48"/>
                  <a:gd name="T8" fmla="*/ 8 w 52"/>
                  <a:gd name="T9" fmla="*/ 48 h 48"/>
                  <a:gd name="T10" fmla="*/ 44 w 52"/>
                  <a:gd name="T11" fmla="*/ 48 h 48"/>
                  <a:gd name="T12" fmla="*/ 52 w 52"/>
                  <a:gd name="T13" fmla="*/ 40 h 48"/>
                  <a:gd name="T14" fmla="*/ 52 w 52"/>
                  <a:gd name="T15" fmla="*/ 8 h 48"/>
                  <a:gd name="T16" fmla="*/ 44 w 52"/>
                  <a:gd name="T17" fmla="*/ 0 h 48"/>
                  <a:gd name="T18" fmla="*/ 8 w 52"/>
                  <a:gd name="T19" fmla="*/ 36 h 48"/>
                  <a:gd name="T20" fmla="*/ 15 w 52"/>
                  <a:gd name="T21" fmla="*/ 24 h 48"/>
                  <a:gd name="T22" fmla="*/ 20 w 52"/>
                  <a:gd name="T23" fmla="*/ 31 h 48"/>
                  <a:gd name="T24" fmla="*/ 31 w 52"/>
                  <a:gd name="T25" fmla="*/ 14 h 48"/>
                  <a:gd name="T26" fmla="*/ 44 w 52"/>
                  <a:gd name="T27" fmla="*/ 36 h 48"/>
                  <a:gd name="T28" fmla="*/ 8 w 52"/>
                  <a:gd name="T29" fmla="*/ 3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2" h="48">
                    <a:moveTo>
                      <a:pt x="4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48" y="48"/>
                      <a:pt x="52" y="44"/>
                      <a:pt x="52" y="40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2" y="4"/>
                      <a:pt x="48" y="0"/>
                      <a:pt x="44" y="0"/>
                    </a:cubicBezTo>
                    <a:close/>
                    <a:moveTo>
                      <a:pt x="8" y="36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44" y="36"/>
                      <a:pt x="44" y="36"/>
                      <a:pt x="44" y="36"/>
                    </a:cubicBezTo>
                    <a:lnTo>
                      <a:pt x="8" y="3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Freeform 26"/>
              <p:cNvSpPr>
                <a:spLocks/>
              </p:cNvSpPr>
              <p:nvPr/>
            </p:nvSpPr>
            <p:spPr bwMode="auto">
              <a:xfrm>
                <a:off x="6310313" y="1820863"/>
                <a:ext cx="152400" cy="165100"/>
              </a:xfrm>
              <a:custGeom>
                <a:avLst/>
                <a:gdLst>
                  <a:gd name="T0" fmla="*/ 8 w 48"/>
                  <a:gd name="T1" fmla="*/ 0 h 52"/>
                  <a:gd name="T2" fmla="*/ 0 w 48"/>
                  <a:gd name="T3" fmla="*/ 0 h 52"/>
                  <a:gd name="T4" fmla="*/ 0 w 48"/>
                  <a:gd name="T5" fmla="*/ 44 h 52"/>
                  <a:gd name="T6" fmla="*/ 8 w 48"/>
                  <a:gd name="T7" fmla="*/ 52 h 52"/>
                  <a:gd name="T8" fmla="*/ 48 w 48"/>
                  <a:gd name="T9" fmla="*/ 52 h 52"/>
                  <a:gd name="T10" fmla="*/ 48 w 48"/>
                  <a:gd name="T11" fmla="*/ 44 h 52"/>
                  <a:gd name="T12" fmla="*/ 8 w 48"/>
                  <a:gd name="T13" fmla="*/ 44 h 52"/>
                  <a:gd name="T14" fmla="*/ 8 w 4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5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Freeform 27"/>
              <p:cNvSpPr>
                <a:spLocks/>
              </p:cNvSpPr>
              <p:nvPr/>
            </p:nvSpPr>
            <p:spPr bwMode="auto">
              <a:xfrm>
                <a:off x="6261101" y="1871663"/>
                <a:ext cx="150813" cy="165100"/>
              </a:xfrm>
              <a:custGeom>
                <a:avLst/>
                <a:gdLst>
                  <a:gd name="T0" fmla="*/ 8 w 48"/>
                  <a:gd name="T1" fmla="*/ 0 h 52"/>
                  <a:gd name="T2" fmla="*/ 0 w 48"/>
                  <a:gd name="T3" fmla="*/ 0 h 52"/>
                  <a:gd name="T4" fmla="*/ 0 w 48"/>
                  <a:gd name="T5" fmla="*/ 44 h 52"/>
                  <a:gd name="T6" fmla="*/ 8 w 48"/>
                  <a:gd name="T7" fmla="*/ 52 h 52"/>
                  <a:gd name="T8" fmla="*/ 48 w 48"/>
                  <a:gd name="T9" fmla="*/ 52 h 52"/>
                  <a:gd name="T10" fmla="*/ 48 w 48"/>
                  <a:gd name="T11" fmla="*/ 44 h 52"/>
                  <a:gd name="T12" fmla="*/ 8 w 48"/>
                  <a:gd name="T13" fmla="*/ 44 h 52"/>
                  <a:gd name="T14" fmla="*/ 8 w 48"/>
                  <a:gd name="T15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5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8" name="Freeform 28"/>
            <p:cNvSpPr>
              <a:spLocks noEditPoints="1"/>
            </p:cNvSpPr>
            <p:nvPr/>
          </p:nvSpPr>
          <p:spPr bwMode="auto">
            <a:xfrm>
              <a:off x="7486651" y="1820863"/>
              <a:ext cx="252413" cy="177800"/>
            </a:xfrm>
            <a:custGeom>
              <a:avLst/>
              <a:gdLst>
                <a:gd name="T0" fmla="*/ 72 w 80"/>
                <a:gd name="T1" fmla="*/ 0 h 56"/>
                <a:gd name="T2" fmla="*/ 8 w 80"/>
                <a:gd name="T3" fmla="*/ 0 h 56"/>
                <a:gd name="T4" fmla="*/ 0 w 80"/>
                <a:gd name="T5" fmla="*/ 8 h 56"/>
                <a:gd name="T6" fmla="*/ 0 w 80"/>
                <a:gd name="T7" fmla="*/ 48 h 56"/>
                <a:gd name="T8" fmla="*/ 8 w 80"/>
                <a:gd name="T9" fmla="*/ 56 h 56"/>
                <a:gd name="T10" fmla="*/ 72 w 80"/>
                <a:gd name="T11" fmla="*/ 56 h 56"/>
                <a:gd name="T12" fmla="*/ 80 w 80"/>
                <a:gd name="T13" fmla="*/ 48 h 56"/>
                <a:gd name="T14" fmla="*/ 80 w 80"/>
                <a:gd name="T15" fmla="*/ 8 h 56"/>
                <a:gd name="T16" fmla="*/ 72 w 80"/>
                <a:gd name="T17" fmla="*/ 0 h 56"/>
                <a:gd name="T18" fmla="*/ 40 w 80"/>
                <a:gd name="T19" fmla="*/ 12 h 56"/>
                <a:gd name="T20" fmla="*/ 48 w 80"/>
                <a:gd name="T21" fmla="*/ 20 h 56"/>
                <a:gd name="T22" fmla="*/ 40 w 80"/>
                <a:gd name="T23" fmla="*/ 28 h 56"/>
                <a:gd name="T24" fmla="*/ 32 w 80"/>
                <a:gd name="T25" fmla="*/ 20 h 56"/>
                <a:gd name="T26" fmla="*/ 40 w 80"/>
                <a:gd name="T27" fmla="*/ 12 h 56"/>
                <a:gd name="T28" fmla="*/ 28 w 80"/>
                <a:gd name="T29" fmla="*/ 44 h 56"/>
                <a:gd name="T30" fmla="*/ 40 w 80"/>
                <a:gd name="T31" fmla="*/ 32 h 56"/>
                <a:gd name="T32" fmla="*/ 52 w 80"/>
                <a:gd name="T33" fmla="*/ 44 h 56"/>
                <a:gd name="T34" fmla="*/ 28 w 80"/>
                <a:gd name="T35" fmla="*/ 4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0" h="56">
                  <a:moveTo>
                    <a:pt x="72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52"/>
                    <a:pt x="4" y="56"/>
                    <a:pt x="8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6" y="56"/>
                    <a:pt x="80" y="52"/>
                    <a:pt x="80" y="48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0" y="4"/>
                    <a:pt x="76" y="0"/>
                    <a:pt x="72" y="0"/>
                  </a:cubicBezTo>
                  <a:close/>
                  <a:moveTo>
                    <a:pt x="40" y="12"/>
                  </a:moveTo>
                  <a:cubicBezTo>
                    <a:pt x="44" y="12"/>
                    <a:pt x="48" y="16"/>
                    <a:pt x="48" y="20"/>
                  </a:cubicBezTo>
                  <a:cubicBezTo>
                    <a:pt x="48" y="24"/>
                    <a:pt x="44" y="28"/>
                    <a:pt x="40" y="28"/>
                  </a:cubicBezTo>
                  <a:cubicBezTo>
                    <a:pt x="36" y="28"/>
                    <a:pt x="32" y="24"/>
                    <a:pt x="32" y="20"/>
                  </a:cubicBezTo>
                  <a:cubicBezTo>
                    <a:pt x="32" y="16"/>
                    <a:pt x="36" y="12"/>
                    <a:pt x="40" y="12"/>
                  </a:cubicBezTo>
                  <a:close/>
                  <a:moveTo>
                    <a:pt x="28" y="44"/>
                  </a:moveTo>
                  <a:cubicBezTo>
                    <a:pt x="28" y="37"/>
                    <a:pt x="33" y="32"/>
                    <a:pt x="40" y="32"/>
                  </a:cubicBezTo>
                  <a:cubicBezTo>
                    <a:pt x="47" y="32"/>
                    <a:pt x="52" y="37"/>
                    <a:pt x="52" y="44"/>
                  </a:cubicBezTo>
                  <a:lnTo>
                    <a:pt x="28" y="44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Freeform 29"/>
            <p:cNvSpPr>
              <a:spLocks noEditPoints="1"/>
            </p:cNvSpPr>
            <p:nvPr/>
          </p:nvSpPr>
          <p:spPr bwMode="auto">
            <a:xfrm>
              <a:off x="8131176" y="1782763"/>
              <a:ext cx="176213" cy="254000"/>
            </a:xfrm>
            <a:custGeom>
              <a:avLst/>
              <a:gdLst>
                <a:gd name="T0" fmla="*/ 48 w 56"/>
                <a:gd name="T1" fmla="*/ 0 h 80"/>
                <a:gd name="T2" fmla="*/ 8 w 56"/>
                <a:gd name="T3" fmla="*/ 0 h 80"/>
                <a:gd name="T4" fmla="*/ 0 w 56"/>
                <a:gd name="T5" fmla="*/ 8 h 80"/>
                <a:gd name="T6" fmla="*/ 0 w 56"/>
                <a:gd name="T7" fmla="*/ 72 h 80"/>
                <a:gd name="T8" fmla="*/ 8 w 56"/>
                <a:gd name="T9" fmla="*/ 80 h 80"/>
                <a:gd name="T10" fmla="*/ 48 w 56"/>
                <a:gd name="T11" fmla="*/ 80 h 80"/>
                <a:gd name="T12" fmla="*/ 56 w 56"/>
                <a:gd name="T13" fmla="*/ 72 h 80"/>
                <a:gd name="T14" fmla="*/ 56 w 56"/>
                <a:gd name="T15" fmla="*/ 8 h 80"/>
                <a:gd name="T16" fmla="*/ 48 w 56"/>
                <a:gd name="T17" fmla="*/ 0 h 80"/>
                <a:gd name="T18" fmla="*/ 28 w 56"/>
                <a:gd name="T19" fmla="*/ 24 h 80"/>
                <a:gd name="T20" fmla="*/ 36 w 56"/>
                <a:gd name="T21" fmla="*/ 32 h 80"/>
                <a:gd name="T22" fmla="*/ 28 w 56"/>
                <a:gd name="T23" fmla="*/ 40 h 80"/>
                <a:gd name="T24" fmla="*/ 20 w 56"/>
                <a:gd name="T25" fmla="*/ 32 h 80"/>
                <a:gd name="T26" fmla="*/ 28 w 56"/>
                <a:gd name="T27" fmla="*/ 24 h 80"/>
                <a:gd name="T28" fmla="*/ 16 w 56"/>
                <a:gd name="T29" fmla="*/ 56 h 80"/>
                <a:gd name="T30" fmla="*/ 28 w 56"/>
                <a:gd name="T31" fmla="*/ 44 h 80"/>
                <a:gd name="T32" fmla="*/ 40 w 56"/>
                <a:gd name="T33" fmla="*/ 56 h 80"/>
                <a:gd name="T34" fmla="*/ 16 w 56"/>
                <a:gd name="T35" fmla="*/ 5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6" h="80">
                  <a:moveTo>
                    <a:pt x="4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52" y="80"/>
                    <a:pt x="56" y="76"/>
                    <a:pt x="56" y="72"/>
                  </a:cubicBezTo>
                  <a:cubicBezTo>
                    <a:pt x="56" y="8"/>
                    <a:pt x="56" y="8"/>
                    <a:pt x="56" y="8"/>
                  </a:cubicBezTo>
                  <a:cubicBezTo>
                    <a:pt x="56" y="4"/>
                    <a:pt x="52" y="0"/>
                    <a:pt x="48" y="0"/>
                  </a:cubicBezTo>
                  <a:close/>
                  <a:moveTo>
                    <a:pt x="28" y="24"/>
                  </a:moveTo>
                  <a:cubicBezTo>
                    <a:pt x="32" y="24"/>
                    <a:pt x="36" y="28"/>
                    <a:pt x="36" y="32"/>
                  </a:cubicBezTo>
                  <a:cubicBezTo>
                    <a:pt x="36" y="36"/>
                    <a:pt x="32" y="40"/>
                    <a:pt x="28" y="40"/>
                  </a:cubicBezTo>
                  <a:cubicBezTo>
                    <a:pt x="24" y="40"/>
                    <a:pt x="20" y="36"/>
                    <a:pt x="20" y="32"/>
                  </a:cubicBezTo>
                  <a:cubicBezTo>
                    <a:pt x="20" y="28"/>
                    <a:pt x="24" y="24"/>
                    <a:pt x="28" y="24"/>
                  </a:cubicBezTo>
                  <a:close/>
                  <a:moveTo>
                    <a:pt x="16" y="56"/>
                  </a:moveTo>
                  <a:cubicBezTo>
                    <a:pt x="16" y="49"/>
                    <a:pt x="21" y="44"/>
                    <a:pt x="28" y="44"/>
                  </a:cubicBezTo>
                  <a:cubicBezTo>
                    <a:pt x="35" y="44"/>
                    <a:pt x="40" y="49"/>
                    <a:pt x="40" y="56"/>
                  </a:cubicBezTo>
                  <a:lnTo>
                    <a:pt x="16" y="5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55" name="组合 454"/>
            <p:cNvGrpSpPr/>
            <p:nvPr/>
          </p:nvGrpSpPr>
          <p:grpSpPr>
            <a:xfrm>
              <a:off x="6880226" y="1782763"/>
              <a:ext cx="252413" cy="254000"/>
              <a:chOff x="6880226" y="1782763"/>
              <a:chExt cx="252413" cy="254000"/>
            </a:xfrm>
          </p:grpSpPr>
          <p:sp>
            <p:nvSpPr>
              <p:cNvPr id="30" name="Oval 30"/>
              <p:cNvSpPr>
                <a:spLocks noChangeArrowheads="1"/>
              </p:cNvSpPr>
              <p:nvPr/>
            </p:nvSpPr>
            <p:spPr bwMode="auto">
              <a:xfrm>
                <a:off x="6980238" y="1884363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Freeform 31"/>
              <p:cNvSpPr>
                <a:spLocks noEditPoints="1"/>
              </p:cNvSpPr>
              <p:nvPr/>
            </p:nvSpPr>
            <p:spPr bwMode="auto">
              <a:xfrm>
                <a:off x="6880226" y="1782763"/>
                <a:ext cx="252413" cy="254000"/>
              </a:xfrm>
              <a:custGeom>
                <a:avLst/>
                <a:gdLst>
                  <a:gd name="T0" fmla="*/ 72 w 80"/>
                  <a:gd name="T1" fmla="*/ 0 h 80"/>
                  <a:gd name="T2" fmla="*/ 8 w 80"/>
                  <a:gd name="T3" fmla="*/ 0 h 80"/>
                  <a:gd name="T4" fmla="*/ 0 w 80"/>
                  <a:gd name="T5" fmla="*/ 8 h 80"/>
                  <a:gd name="T6" fmla="*/ 0 w 80"/>
                  <a:gd name="T7" fmla="*/ 72 h 80"/>
                  <a:gd name="T8" fmla="*/ 8 w 80"/>
                  <a:gd name="T9" fmla="*/ 80 h 80"/>
                  <a:gd name="T10" fmla="*/ 72 w 80"/>
                  <a:gd name="T11" fmla="*/ 80 h 80"/>
                  <a:gd name="T12" fmla="*/ 80 w 80"/>
                  <a:gd name="T13" fmla="*/ 72 h 80"/>
                  <a:gd name="T14" fmla="*/ 80 w 80"/>
                  <a:gd name="T15" fmla="*/ 8 h 80"/>
                  <a:gd name="T16" fmla="*/ 72 w 80"/>
                  <a:gd name="T17" fmla="*/ 0 h 80"/>
                  <a:gd name="T18" fmla="*/ 8 w 80"/>
                  <a:gd name="T19" fmla="*/ 16 h 80"/>
                  <a:gd name="T20" fmla="*/ 16 w 80"/>
                  <a:gd name="T21" fmla="*/ 8 h 80"/>
                  <a:gd name="T22" fmla="*/ 32 w 80"/>
                  <a:gd name="T23" fmla="*/ 8 h 80"/>
                  <a:gd name="T24" fmla="*/ 32 w 80"/>
                  <a:gd name="T25" fmla="*/ 16 h 80"/>
                  <a:gd name="T26" fmla="*/ 16 w 80"/>
                  <a:gd name="T27" fmla="*/ 16 h 80"/>
                  <a:gd name="T28" fmla="*/ 16 w 80"/>
                  <a:gd name="T29" fmla="*/ 32 h 80"/>
                  <a:gd name="T30" fmla="*/ 8 w 80"/>
                  <a:gd name="T31" fmla="*/ 32 h 80"/>
                  <a:gd name="T32" fmla="*/ 8 w 80"/>
                  <a:gd name="T33" fmla="*/ 16 h 80"/>
                  <a:gd name="T34" fmla="*/ 32 w 80"/>
                  <a:gd name="T35" fmla="*/ 72 h 80"/>
                  <a:gd name="T36" fmla="*/ 16 w 80"/>
                  <a:gd name="T37" fmla="*/ 72 h 80"/>
                  <a:gd name="T38" fmla="*/ 8 w 80"/>
                  <a:gd name="T39" fmla="*/ 64 h 80"/>
                  <a:gd name="T40" fmla="*/ 8 w 80"/>
                  <a:gd name="T41" fmla="*/ 48 h 80"/>
                  <a:gd name="T42" fmla="*/ 16 w 80"/>
                  <a:gd name="T43" fmla="*/ 48 h 80"/>
                  <a:gd name="T44" fmla="*/ 16 w 80"/>
                  <a:gd name="T45" fmla="*/ 64 h 80"/>
                  <a:gd name="T46" fmla="*/ 32 w 80"/>
                  <a:gd name="T47" fmla="*/ 64 h 80"/>
                  <a:gd name="T48" fmla="*/ 32 w 80"/>
                  <a:gd name="T49" fmla="*/ 72 h 80"/>
                  <a:gd name="T50" fmla="*/ 44 w 80"/>
                  <a:gd name="T51" fmla="*/ 64 h 80"/>
                  <a:gd name="T52" fmla="*/ 36 w 80"/>
                  <a:gd name="T53" fmla="*/ 64 h 80"/>
                  <a:gd name="T54" fmla="*/ 36 w 80"/>
                  <a:gd name="T55" fmla="*/ 55 h 80"/>
                  <a:gd name="T56" fmla="*/ 25 w 80"/>
                  <a:gd name="T57" fmla="*/ 44 h 80"/>
                  <a:gd name="T58" fmla="*/ 16 w 80"/>
                  <a:gd name="T59" fmla="*/ 44 h 80"/>
                  <a:gd name="T60" fmla="*/ 16 w 80"/>
                  <a:gd name="T61" fmla="*/ 36 h 80"/>
                  <a:gd name="T62" fmla="*/ 25 w 80"/>
                  <a:gd name="T63" fmla="*/ 36 h 80"/>
                  <a:gd name="T64" fmla="*/ 36 w 80"/>
                  <a:gd name="T65" fmla="*/ 25 h 80"/>
                  <a:gd name="T66" fmla="*/ 36 w 80"/>
                  <a:gd name="T67" fmla="*/ 16 h 80"/>
                  <a:gd name="T68" fmla="*/ 44 w 80"/>
                  <a:gd name="T69" fmla="*/ 16 h 80"/>
                  <a:gd name="T70" fmla="*/ 44 w 80"/>
                  <a:gd name="T71" fmla="*/ 25 h 80"/>
                  <a:gd name="T72" fmla="*/ 55 w 80"/>
                  <a:gd name="T73" fmla="*/ 36 h 80"/>
                  <a:gd name="T74" fmla="*/ 64 w 80"/>
                  <a:gd name="T75" fmla="*/ 36 h 80"/>
                  <a:gd name="T76" fmla="*/ 64 w 80"/>
                  <a:gd name="T77" fmla="*/ 44 h 80"/>
                  <a:gd name="T78" fmla="*/ 55 w 80"/>
                  <a:gd name="T79" fmla="*/ 44 h 80"/>
                  <a:gd name="T80" fmla="*/ 44 w 80"/>
                  <a:gd name="T81" fmla="*/ 55 h 80"/>
                  <a:gd name="T82" fmla="*/ 44 w 80"/>
                  <a:gd name="T83" fmla="*/ 64 h 80"/>
                  <a:gd name="T84" fmla="*/ 72 w 80"/>
                  <a:gd name="T85" fmla="*/ 64 h 80"/>
                  <a:gd name="T86" fmla="*/ 64 w 80"/>
                  <a:gd name="T87" fmla="*/ 72 h 80"/>
                  <a:gd name="T88" fmla="*/ 48 w 80"/>
                  <a:gd name="T89" fmla="*/ 72 h 80"/>
                  <a:gd name="T90" fmla="*/ 48 w 80"/>
                  <a:gd name="T91" fmla="*/ 64 h 80"/>
                  <a:gd name="T92" fmla="*/ 64 w 80"/>
                  <a:gd name="T93" fmla="*/ 64 h 80"/>
                  <a:gd name="T94" fmla="*/ 64 w 80"/>
                  <a:gd name="T95" fmla="*/ 48 h 80"/>
                  <a:gd name="T96" fmla="*/ 72 w 80"/>
                  <a:gd name="T97" fmla="*/ 48 h 80"/>
                  <a:gd name="T98" fmla="*/ 72 w 80"/>
                  <a:gd name="T99" fmla="*/ 64 h 80"/>
                  <a:gd name="T100" fmla="*/ 72 w 80"/>
                  <a:gd name="T101" fmla="*/ 32 h 80"/>
                  <a:gd name="T102" fmla="*/ 64 w 80"/>
                  <a:gd name="T103" fmla="*/ 32 h 80"/>
                  <a:gd name="T104" fmla="*/ 64 w 80"/>
                  <a:gd name="T105" fmla="*/ 16 h 80"/>
                  <a:gd name="T106" fmla="*/ 48 w 80"/>
                  <a:gd name="T107" fmla="*/ 16 h 80"/>
                  <a:gd name="T108" fmla="*/ 48 w 80"/>
                  <a:gd name="T109" fmla="*/ 8 h 80"/>
                  <a:gd name="T110" fmla="*/ 64 w 80"/>
                  <a:gd name="T111" fmla="*/ 8 h 80"/>
                  <a:gd name="T112" fmla="*/ 72 w 80"/>
                  <a:gd name="T113" fmla="*/ 16 h 80"/>
                  <a:gd name="T114" fmla="*/ 72 w 80"/>
                  <a:gd name="T115" fmla="*/ 32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0" h="80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72" y="80"/>
                      <a:pt x="72" y="80"/>
                      <a:pt x="72" y="80"/>
                    </a:cubicBezTo>
                    <a:cubicBezTo>
                      <a:pt x="76" y="80"/>
                      <a:pt x="80" y="76"/>
                      <a:pt x="80" y="72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8" y="16"/>
                    </a:moveTo>
                    <a:cubicBezTo>
                      <a:pt x="8" y="12"/>
                      <a:pt x="12" y="8"/>
                      <a:pt x="16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8" y="32"/>
                      <a:pt x="8" y="32"/>
                      <a:pt x="8" y="32"/>
                    </a:cubicBezTo>
                    <a:lnTo>
                      <a:pt x="8" y="16"/>
                    </a:lnTo>
                    <a:close/>
                    <a:moveTo>
                      <a:pt x="32" y="72"/>
                    </a:moveTo>
                    <a:cubicBezTo>
                      <a:pt x="16" y="72"/>
                      <a:pt x="16" y="72"/>
                      <a:pt x="16" y="72"/>
                    </a:cubicBezTo>
                    <a:cubicBezTo>
                      <a:pt x="12" y="72"/>
                      <a:pt x="8" y="68"/>
                      <a:pt x="8" y="64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64"/>
                      <a:pt x="16" y="64"/>
                      <a:pt x="16" y="64"/>
                    </a:cubicBezTo>
                    <a:cubicBezTo>
                      <a:pt x="32" y="64"/>
                      <a:pt x="32" y="64"/>
                      <a:pt x="32" y="64"/>
                    </a:cubicBezTo>
                    <a:lnTo>
                      <a:pt x="32" y="72"/>
                    </a:lnTo>
                    <a:close/>
                    <a:moveTo>
                      <a:pt x="44" y="64"/>
                    </a:moveTo>
                    <a:cubicBezTo>
                      <a:pt x="36" y="64"/>
                      <a:pt x="36" y="64"/>
                      <a:pt x="36" y="64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30" y="54"/>
                      <a:pt x="26" y="50"/>
                      <a:pt x="25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25" y="36"/>
                      <a:pt x="25" y="36"/>
                      <a:pt x="25" y="36"/>
                    </a:cubicBezTo>
                    <a:cubicBezTo>
                      <a:pt x="26" y="30"/>
                      <a:pt x="30" y="26"/>
                      <a:pt x="36" y="25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5"/>
                      <a:pt x="44" y="25"/>
                      <a:pt x="44" y="25"/>
                    </a:cubicBezTo>
                    <a:cubicBezTo>
                      <a:pt x="50" y="26"/>
                      <a:pt x="54" y="30"/>
                      <a:pt x="55" y="36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55" y="44"/>
                      <a:pt x="55" y="44"/>
                      <a:pt x="55" y="44"/>
                    </a:cubicBezTo>
                    <a:cubicBezTo>
                      <a:pt x="54" y="50"/>
                      <a:pt x="50" y="54"/>
                      <a:pt x="44" y="55"/>
                    </a:cubicBezTo>
                    <a:lnTo>
                      <a:pt x="44" y="64"/>
                    </a:lnTo>
                    <a:close/>
                    <a:moveTo>
                      <a:pt x="72" y="64"/>
                    </a:moveTo>
                    <a:cubicBezTo>
                      <a:pt x="72" y="68"/>
                      <a:pt x="68" y="72"/>
                      <a:pt x="64" y="72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48" y="64"/>
                      <a:pt x="48" y="64"/>
                      <a:pt x="48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72" y="48"/>
                      <a:pt x="72" y="48"/>
                      <a:pt x="72" y="48"/>
                    </a:cubicBezTo>
                    <a:lnTo>
                      <a:pt x="72" y="64"/>
                    </a:lnTo>
                    <a:close/>
                    <a:moveTo>
                      <a:pt x="72" y="32"/>
                    </a:move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8" y="8"/>
                      <a:pt x="72" y="12"/>
                      <a:pt x="72" y="16"/>
                    </a:cubicBezTo>
                    <a:lnTo>
                      <a:pt x="72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8" name="组合 457"/>
            <p:cNvGrpSpPr/>
            <p:nvPr/>
          </p:nvGrpSpPr>
          <p:grpSpPr>
            <a:xfrm>
              <a:off x="4452938" y="2403476"/>
              <a:ext cx="239713" cy="239713"/>
              <a:chOff x="4452938" y="2403476"/>
              <a:chExt cx="239713" cy="239713"/>
            </a:xfrm>
          </p:grpSpPr>
          <p:sp>
            <p:nvSpPr>
              <p:cNvPr id="344" name="Freeform 32"/>
              <p:cNvSpPr>
                <a:spLocks/>
              </p:cNvSpPr>
              <p:nvPr/>
            </p:nvSpPr>
            <p:spPr bwMode="auto">
              <a:xfrm>
                <a:off x="4491038" y="2517776"/>
                <a:ext cx="201613" cy="125413"/>
              </a:xfrm>
              <a:custGeom>
                <a:avLst/>
                <a:gdLst>
                  <a:gd name="T0" fmla="*/ 60 w 64"/>
                  <a:gd name="T1" fmla="*/ 9 h 40"/>
                  <a:gd name="T2" fmla="*/ 48 w 64"/>
                  <a:gd name="T3" fmla="*/ 13 h 40"/>
                  <a:gd name="T4" fmla="*/ 48 w 64"/>
                  <a:gd name="T5" fmla="*/ 8 h 40"/>
                  <a:gd name="T6" fmla="*/ 40 w 64"/>
                  <a:gd name="T7" fmla="*/ 0 h 40"/>
                  <a:gd name="T8" fmla="*/ 8 w 64"/>
                  <a:gd name="T9" fmla="*/ 0 h 40"/>
                  <a:gd name="T10" fmla="*/ 0 w 64"/>
                  <a:gd name="T11" fmla="*/ 8 h 40"/>
                  <a:gd name="T12" fmla="*/ 0 w 64"/>
                  <a:gd name="T13" fmla="*/ 32 h 40"/>
                  <a:gd name="T14" fmla="*/ 8 w 64"/>
                  <a:gd name="T15" fmla="*/ 40 h 40"/>
                  <a:gd name="T16" fmla="*/ 40 w 64"/>
                  <a:gd name="T17" fmla="*/ 40 h 40"/>
                  <a:gd name="T18" fmla="*/ 48 w 64"/>
                  <a:gd name="T19" fmla="*/ 32 h 40"/>
                  <a:gd name="T20" fmla="*/ 48 w 64"/>
                  <a:gd name="T21" fmla="*/ 27 h 40"/>
                  <a:gd name="T22" fmla="*/ 60 w 64"/>
                  <a:gd name="T23" fmla="*/ 31 h 40"/>
                  <a:gd name="T24" fmla="*/ 64 w 64"/>
                  <a:gd name="T25" fmla="*/ 28 h 40"/>
                  <a:gd name="T26" fmla="*/ 64 w 64"/>
                  <a:gd name="T27" fmla="*/ 12 h 40"/>
                  <a:gd name="T28" fmla="*/ 60 w 64"/>
                  <a:gd name="T29" fmla="*/ 9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40">
                    <a:moveTo>
                      <a:pt x="60" y="9"/>
                    </a:moveTo>
                    <a:cubicBezTo>
                      <a:pt x="48" y="13"/>
                      <a:pt x="48" y="13"/>
                      <a:pt x="48" y="13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4" y="40"/>
                      <a:pt x="8" y="40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4" y="40"/>
                      <a:pt x="48" y="36"/>
                      <a:pt x="48" y="32"/>
                    </a:cubicBezTo>
                    <a:cubicBezTo>
                      <a:pt x="48" y="27"/>
                      <a:pt x="48" y="27"/>
                      <a:pt x="48" y="27"/>
                    </a:cubicBezTo>
                    <a:cubicBezTo>
                      <a:pt x="60" y="31"/>
                      <a:pt x="60" y="31"/>
                      <a:pt x="60" y="31"/>
                    </a:cubicBezTo>
                    <a:cubicBezTo>
                      <a:pt x="62" y="31"/>
                      <a:pt x="64" y="30"/>
                      <a:pt x="64" y="28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4" y="10"/>
                      <a:pt x="62" y="9"/>
                      <a:pt x="60" y="9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Oval 33"/>
              <p:cNvSpPr>
                <a:spLocks noChangeArrowheads="1"/>
              </p:cNvSpPr>
              <p:nvPr/>
            </p:nvSpPr>
            <p:spPr bwMode="auto">
              <a:xfrm>
                <a:off x="4452938" y="2403476"/>
                <a:ext cx="101600" cy="1016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Oval 34"/>
              <p:cNvSpPr>
                <a:spLocks noChangeArrowheads="1"/>
              </p:cNvSpPr>
              <p:nvPr/>
            </p:nvSpPr>
            <p:spPr bwMode="auto">
              <a:xfrm>
                <a:off x="4567238" y="2403476"/>
                <a:ext cx="101600" cy="1016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3" name="组合 462"/>
            <p:cNvGrpSpPr/>
            <p:nvPr/>
          </p:nvGrpSpPr>
          <p:grpSpPr>
            <a:xfrm>
              <a:off x="7499351" y="2406651"/>
              <a:ext cx="227013" cy="236538"/>
              <a:chOff x="7499351" y="2406651"/>
              <a:chExt cx="227013" cy="236538"/>
            </a:xfrm>
          </p:grpSpPr>
          <p:sp>
            <p:nvSpPr>
              <p:cNvPr id="347" name="Freeform 35"/>
              <p:cNvSpPr>
                <a:spLocks/>
              </p:cNvSpPr>
              <p:nvPr/>
            </p:nvSpPr>
            <p:spPr bwMode="auto">
              <a:xfrm>
                <a:off x="7499351" y="2581276"/>
                <a:ext cx="227013" cy="61913"/>
              </a:xfrm>
              <a:custGeom>
                <a:avLst/>
                <a:gdLst>
                  <a:gd name="T0" fmla="*/ 68 w 72"/>
                  <a:gd name="T1" fmla="*/ 0 h 20"/>
                  <a:gd name="T2" fmla="*/ 4 w 72"/>
                  <a:gd name="T3" fmla="*/ 0 h 20"/>
                  <a:gd name="T4" fmla="*/ 0 w 72"/>
                  <a:gd name="T5" fmla="*/ 4 h 20"/>
                  <a:gd name="T6" fmla="*/ 0 w 72"/>
                  <a:gd name="T7" fmla="*/ 16 h 20"/>
                  <a:gd name="T8" fmla="*/ 4 w 72"/>
                  <a:gd name="T9" fmla="*/ 20 h 20"/>
                  <a:gd name="T10" fmla="*/ 68 w 72"/>
                  <a:gd name="T11" fmla="*/ 20 h 20"/>
                  <a:gd name="T12" fmla="*/ 72 w 72"/>
                  <a:gd name="T13" fmla="*/ 16 h 20"/>
                  <a:gd name="T14" fmla="*/ 72 w 72"/>
                  <a:gd name="T15" fmla="*/ 4 h 20"/>
                  <a:gd name="T16" fmla="*/ 68 w 72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20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70" y="20"/>
                      <a:pt x="72" y="18"/>
                      <a:pt x="72" y="16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8" name="Freeform 36"/>
              <p:cNvSpPr>
                <a:spLocks/>
              </p:cNvSpPr>
              <p:nvPr/>
            </p:nvSpPr>
            <p:spPr bwMode="auto">
              <a:xfrm>
                <a:off x="7502526" y="2406651"/>
                <a:ext cx="220663" cy="149225"/>
              </a:xfrm>
              <a:custGeom>
                <a:avLst/>
                <a:gdLst>
                  <a:gd name="T0" fmla="*/ 3 w 70"/>
                  <a:gd name="T1" fmla="*/ 47 h 47"/>
                  <a:gd name="T2" fmla="*/ 67 w 70"/>
                  <a:gd name="T3" fmla="*/ 47 h 47"/>
                  <a:gd name="T4" fmla="*/ 69 w 70"/>
                  <a:gd name="T5" fmla="*/ 44 h 47"/>
                  <a:gd name="T6" fmla="*/ 37 w 70"/>
                  <a:gd name="T7" fmla="*/ 2 h 47"/>
                  <a:gd name="T8" fmla="*/ 33 w 70"/>
                  <a:gd name="T9" fmla="*/ 2 h 47"/>
                  <a:gd name="T10" fmla="*/ 1 w 70"/>
                  <a:gd name="T11" fmla="*/ 44 h 47"/>
                  <a:gd name="T12" fmla="*/ 3 w 70"/>
                  <a:gd name="T13" fmla="*/ 4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47">
                    <a:moveTo>
                      <a:pt x="3" y="47"/>
                    </a:moveTo>
                    <a:cubicBezTo>
                      <a:pt x="67" y="47"/>
                      <a:pt x="67" y="47"/>
                      <a:pt x="67" y="47"/>
                    </a:cubicBezTo>
                    <a:cubicBezTo>
                      <a:pt x="69" y="47"/>
                      <a:pt x="70" y="46"/>
                      <a:pt x="69" y="44"/>
                    </a:cubicBezTo>
                    <a:cubicBezTo>
                      <a:pt x="37" y="2"/>
                      <a:pt x="37" y="2"/>
                      <a:pt x="37" y="2"/>
                    </a:cubicBezTo>
                    <a:cubicBezTo>
                      <a:pt x="36" y="0"/>
                      <a:pt x="34" y="0"/>
                      <a:pt x="33" y="2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0" y="46"/>
                      <a:pt x="1" y="47"/>
                      <a:pt x="3" y="4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2" name="组合 461"/>
            <p:cNvGrpSpPr/>
            <p:nvPr/>
          </p:nvGrpSpPr>
          <p:grpSpPr>
            <a:xfrm>
              <a:off x="6892926" y="2403476"/>
              <a:ext cx="239712" cy="227013"/>
              <a:chOff x="6892926" y="2403476"/>
              <a:chExt cx="239712" cy="227013"/>
            </a:xfrm>
          </p:grpSpPr>
          <p:sp>
            <p:nvSpPr>
              <p:cNvPr id="349" name="Freeform 37"/>
              <p:cNvSpPr>
                <a:spLocks/>
              </p:cNvSpPr>
              <p:nvPr/>
            </p:nvSpPr>
            <p:spPr bwMode="auto">
              <a:xfrm>
                <a:off x="7069138" y="2403476"/>
                <a:ext cx="63500" cy="227013"/>
              </a:xfrm>
              <a:custGeom>
                <a:avLst/>
                <a:gdLst>
                  <a:gd name="T0" fmla="*/ 16 w 20"/>
                  <a:gd name="T1" fmla="*/ 0 h 72"/>
                  <a:gd name="T2" fmla="*/ 4 w 20"/>
                  <a:gd name="T3" fmla="*/ 0 h 72"/>
                  <a:gd name="T4" fmla="*/ 0 w 20"/>
                  <a:gd name="T5" fmla="*/ 4 h 72"/>
                  <a:gd name="T6" fmla="*/ 0 w 20"/>
                  <a:gd name="T7" fmla="*/ 68 h 72"/>
                  <a:gd name="T8" fmla="*/ 4 w 20"/>
                  <a:gd name="T9" fmla="*/ 72 h 72"/>
                  <a:gd name="T10" fmla="*/ 16 w 20"/>
                  <a:gd name="T11" fmla="*/ 72 h 72"/>
                  <a:gd name="T12" fmla="*/ 20 w 20"/>
                  <a:gd name="T13" fmla="*/ 68 h 72"/>
                  <a:gd name="T14" fmla="*/ 20 w 20"/>
                  <a:gd name="T15" fmla="*/ 4 h 72"/>
                  <a:gd name="T16" fmla="*/ 16 w 20"/>
                  <a:gd name="T1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72">
                    <a:moveTo>
                      <a:pt x="1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0"/>
                      <a:pt x="2" y="72"/>
                      <a:pt x="4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8" y="72"/>
                      <a:pt x="20" y="70"/>
                      <a:pt x="20" y="68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2"/>
                      <a:pt x="18" y="0"/>
                      <a:pt x="1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50" name="Freeform 38"/>
              <p:cNvSpPr>
                <a:spLocks/>
              </p:cNvSpPr>
              <p:nvPr/>
            </p:nvSpPr>
            <p:spPr bwMode="auto">
              <a:xfrm>
                <a:off x="6892926" y="2406651"/>
                <a:ext cx="147638" cy="220663"/>
              </a:xfrm>
              <a:custGeom>
                <a:avLst/>
                <a:gdLst>
                  <a:gd name="T0" fmla="*/ 3 w 47"/>
                  <a:gd name="T1" fmla="*/ 1 h 70"/>
                  <a:gd name="T2" fmla="*/ 0 w 47"/>
                  <a:gd name="T3" fmla="*/ 3 h 70"/>
                  <a:gd name="T4" fmla="*/ 0 w 47"/>
                  <a:gd name="T5" fmla="*/ 67 h 70"/>
                  <a:gd name="T6" fmla="*/ 3 w 47"/>
                  <a:gd name="T7" fmla="*/ 69 h 70"/>
                  <a:gd name="T8" fmla="*/ 45 w 47"/>
                  <a:gd name="T9" fmla="*/ 37 h 70"/>
                  <a:gd name="T10" fmla="*/ 45 w 47"/>
                  <a:gd name="T11" fmla="*/ 33 h 70"/>
                  <a:gd name="T12" fmla="*/ 3 w 47"/>
                  <a:gd name="T13" fmla="*/ 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70">
                    <a:moveTo>
                      <a:pt x="3" y="1"/>
                    </a:moveTo>
                    <a:cubicBezTo>
                      <a:pt x="1" y="0"/>
                      <a:pt x="0" y="1"/>
                      <a:pt x="0" y="3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69"/>
                      <a:pt x="1" y="70"/>
                      <a:pt x="3" y="6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7" y="36"/>
                      <a:pt x="47" y="34"/>
                      <a:pt x="45" y="33"/>
                    </a:cubicBez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1" name="组合 460"/>
            <p:cNvGrpSpPr/>
            <p:nvPr/>
          </p:nvGrpSpPr>
          <p:grpSpPr>
            <a:xfrm>
              <a:off x="6273801" y="2403476"/>
              <a:ext cx="239712" cy="227013"/>
              <a:chOff x="6273801" y="2403476"/>
              <a:chExt cx="239712" cy="227013"/>
            </a:xfrm>
          </p:grpSpPr>
          <p:sp>
            <p:nvSpPr>
              <p:cNvPr id="351" name="Freeform 39"/>
              <p:cNvSpPr>
                <a:spLocks/>
              </p:cNvSpPr>
              <p:nvPr/>
            </p:nvSpPr>
            <p:spPr bwMode="auto">
              <a:xfrm>
                <a:off x="6273801" y="2403476"/>
                <a:ext cx="61913" cy="227013"/>
              </a:xfrm>
              <a:custGeom>
                <a:avLst/>
                <a:gdLst>
                  <a:gd name="T0" fmla="*/ 16 w 20"/>
                  <a:gd name="T1" fmla="*/ 0 h 72"/>
                  <a:gd name="T2" fmla="*/ 4 w 20"/>
                  <a:gd name="T3" fmla="*/ 0 h 72"/>
                  <a:gd name="T4" fmla="*/ 0 w 20"/>
                  <a:gd name="T5" fmla="*/ 4 h 72"/>
                  <a:gd name="T6" fmla="*/ 0 w 20"/>
                  <a:gd name="T7" fmla="*/ 68 h 72"/>
                  <a:gd name="T8" fmla="*/ 4 w 20"/>
                  <a:gd name="T9" fmla="*/ 72 h 72"/>
                  <a:gd name="T10" fmla="*/ 16 w 20"/>
                  <a:gd name="T11" fmla="*/ 72 h 72"/>
                  <a:gd name="T12" fmla="*/ 20 w 20"/>
                  <a:gd name="T13" fmla="*/ 68 h 72"/>
                  <a:gd name="T14" fmla="*/ 20 w 20"/>
                  <a:gd name="T15" fmla="*/ 4 h 72"/>
                  <a:gd name="T16" fmla="*/ 16 w 20"/>
                  <a:gd name="T1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72">
                    <a:moveTo>
                      <a:pt x="1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0"/>
                      <a:pt x="2" y="72"/>
                      <a:pt x="4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8" y="72"/>
                      <a:pt x="20" y="70"/>
                      <a:pt x="20" y="68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2"/>
                      <a:pt x="18" y="0"/>
                      <a:pt x="1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Freeform 40"/>
              <p:cNvSpPr>
                <a:spLocks/>
              </p:cNvSpPr>
              <p:nvPr/>
            </p:nvSpPr>
            <p:spPr bwMode="auto">
              <a:xfrm>
                <a:off x="6364288" y="2406651"/>
                <a:ext cx="149225" cy="220663"/>
              </a:xfrm>
              <a:custGeom>
                <a:avLst/>
                <a:gdLst>
                  <a:gd name="T0" fmla="*/ 44 w 47"/>
                  <a:gd name="T1" fmla="*/ 1 h 70"/>
                  <a:gd name="T2" fmla="*/ 2 w 47"/>
                  <a:gd name="T3" fmla="*/ 33 h 70"/>
                  <a:gd name="T4" fmla="*/ 2 w 47"/>
                  <a:gd name="T5" fmla="*/ 37 h 70"/>
                  <a:gd name="T6" fmla="*/ 44 w 47"/>
                  <a:gd name="T7" fmla="*/ 69 h 70"/>
                  <a:gd name="T8" fmla="*/ 47 w 47"/>
                  <a:gd name="T9" fmla="*/ 67 h 70"/>
                  <a:gd name="T10" fmla="*/ 47 w 47"/>
                  <a:gd name="T11" fmla="*/ 3 h 70"/>
                  <a:gd name="T12" fmla="*/ 44 w 47"/>
                  <a:gd name="T13" fmla="*/ 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70">
                    <a:moveTo>
                      <a:pt x="44" y="1"/>
                    </a:moveTo>
                    <a:cubicBezTo>
                      <a:pt x="2" y="33"/>
                      <a:pt x="2" y="33"/>
                      <a:pt x="2" y="33"/>
                    </a:cubicBezTo>
                    <a:cubicBezTo>
                      <a:pt x="0" y="34"/>
                      <a:pt x="0" y="36"/>
                      <a:pt x="2" y="37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6" y="70"/>
                      <a:pt x="47" y="69"/>
                      <a:pt x="47" y="67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1"/>
                      <a:pt x="46" y="0"/>
                      <a:pt x="44" y="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0" name="组合 459"/>
            <p:cNvGrpSpPr/>
            <p:nvPr/>
          </p:nvGrpSpPr>
          <p:grpSpPr>
            <a:xfrm>
              <a:off x="5668963" y="2406651"/>
              <a:ext cx="250825" cy="220663"/>
              <a:chOff x="5668963" y="2406651"/>
              <a:chExt cx="250825" cy="220663"/>
            </a:xfrm>
          </p:grpSpPr>
          <p:sp>
            <p:nvSpPr>
              <p:cNvPr id="129" name="Freeform 41"/>
              <p:cNvSpPr>
                <a:spLocks/>
              </p:cNvSpPr>
              <p:nvPr/>
            </p:nvSpPr>
            <p:spPr bwMode="auto">
              <a:xfrm>
                <a:off x="5668963" y="2406651"/>
                <a:ext cx="149225" cy="220663"/>
              </a:xfrm>
              <a:custGeom>
                <a:avLst/>
                <a:gdLst>
                  <a:gd name="T0" fmla="*/ 47 w 47"/>
                  <a:gd name="T1" fmla="*/ 14 h 70"/>
                  <a:gd name="T2" fmla="*/ 47 w 47"/>
                  <a:gd name="T3" fmla="*/ 3 h 70"/>
                  <a:gd name="T4" fmla="*/ 44 w 47"/>
                  <a:gd name="T5" fmla="*/ 1 h 70"/>
                  <a:gd name="T6" fmla="*/ 2 w 47"/>
                  <a:gd name="T7" fmla="*/ 33 h 70"/>
                  <a:gd name="T8" fmla="*/ 2 w 47"/>
                  <a:gd name="T9" fmla="*/ 37 h 70"/>
                  <a:gd name="T10" fmla="*/ 44 w 47"/>
                  <a:gd name="T11" fmla="*/ 69 h 70"/>
                  <a:gd name="T12" fmla="*/ 47 w 47"/>
                  <a:gd name="T13" fmla="*/ 67 h 70"/>
                  <a:gd name="T14" fmla="*/ 47 w 47"/>
                  <a:gd name="T15" fmla="*/ 56 h 70"/>
                  <a:gd name="T16" fmla="*/ 19 w 47"/>
                  <a:gd name="T17" fmla="*/ 35 h 70"/>
                  <a:gd name="T18" fmla="*/ 47 w 47"/>
                  <a:gd name="T19" fmla="*/ 1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70">
                    <a:moveTo>
                      <a:pt x="47" y="14"/>
                    </a:moveTo>
                    <a:cubicBezTo>
                      <a:pt x="47" y="3"/>
                      <a:pt x="47" y="3"/>
                      <a:pt x="47" y="3"/>
                    </a:cubicBezTo>
                    <a:cubicBezTo>
                      <a:pt x="47" y="1"/>
                      <a:pt x="46" y="0"/>
                      <a:pt x="44" y="1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0" y="34"/>
                      <a:pt x="0" y="36"/>
                      <a:pt x="2" y="37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6" y="70"/>
                      <a:pt x="47" y="69"/>
                      <a:pt x="47" y="67"/>
                    </a:cubicBezTo>
                    <a:cubicBezTo>
                      <a:pt x="47" y="56"/>
                      <a:pt x="47" y="56"/>
                      <a:pt x="47" y="56"/>
                    </a:cubicBezTo>
                    <a:cubicBezTo>
                      <a:pt x="19" y="35"/>
                      <a:pt x="19" y="35"/>
                      <a:pt x="19" y="35"/>
                    </a:cubicBezTo>
                    <a:lnTo>
                      <a:pt x="47" y="1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Freeform 42"/>
              <p:cNvSpPr>
                <a:spLocks/>
              </p:cNvSpPr>
              <p:nvPr/>
            </p:nvSpPr>
            <p:spPr bwMode="auto">
              <a:xfrm>
                <a:off x="5770563" y="2406651"/>
                <a:ext cx="149225" cy="220663"/>
              </a:xfrm>
              <a:custGeom>
                <a:avLst/>
                <a:gdLst>
                  <a:gd name="T0" fmla="*/ 44 w 47"/>
                  <a:gd name="T1" fmla="*/ 1 h 70"/>
                  <a:gd name="T2" fmla="*/ 2 w 47"/>
                  <a:gd name="T3" fmla="*/ 33 h 70"/>
                  <a:gd name="T4" fmla="*/ 2 w 47"/>
                  <a:gd name="T5" fmla="*/ 37 h 70"/>
                  <a:gd name="T6" fmla="*/ 44 w 47"/>
                  <a:gd name="T7" fmla="*/ 69 h 70"/>
                  <a:gd name="T8" fmla="*/ 47 w 47"/>
                  <a:gd name="T9" fmla="*/ 67 h 70"/>
                  <a:gd name="T10" fmla="*/ 47 w 47"/>
                  <a:gd name="T11" fmla="*/ 3 h 70"/>
                  <a:gd name="T12" fmla="*/ 44 w 47"/>
                  <a:gd name="T13" fmla="*/ 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70">
                    <a:moveTo>
                      <a:pt x="44" y="1"/>
                    </a:moveTo>
                    <a:cubicBezTo>
                      <a:pt x="2" y="33"/>
                      <a:pt x="2" y="33"/>
                      <a:pt x="2" y="33"/>
                    </a:cubicBezTo>
                    <a:cubicBezTo>
                      <a:pt x="0" y="34"/>
                      <a:pt x="0" y="36"/>
                      <a:pt x="2" y="37"/>
                    </a:cubicBezTo>
                    <a:cubicBezTo>
                      <a:pt x="44" y="69"/>
                      <a:pt x="44" y="69"/>
                      <a:pt x="44" y="69"/>
                    </a:cubicBezTo>
                    <a:cubicBezTo>
                      <a:pt x="46" y="70"/>
                      <a:pt x="47" y="69"/>
                      <a:pt x="47" y="67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7" y="1"/>
                      <a:pt x="46" y="0"/>
                      <a:pt x="44" y="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9" name="组合 458"/>
            <p:cNvGrpSpPr/>
            <p:nvPr/>
          </p:nvGrpSpPr>
          <p:grpSpPr>
            <a:xfrm>
              <a:off x="5059363" y="2406651"/>
              <a:ext cx="250825" cy="220663"/>
              <a:chOff x="5059363" y="2406651"/>
              <a:chExt cx="250825" cy="220663"/>
            </a:xfrm>
          </p:grpSpPr>
          <p:sp>
            <p:nvSpPr>
              <p:cNvPr id="131" name="Freeform 43"/>
              <p:cNvSpPr>
                <a:spLocks/>
              </p:cNvSpPr>
              <p:nvPr/>
            </p:nvSpPr>
            <p:spPr bwMode="auto">
              <a:xfrm>
                <a:off x="5160963" y="2406651"/>
                <a:ext cx="149225" cy="220663"/>
              </a:xfrm>
              <a:custGeom>
                <a:avLst/>
                <a:gdLst>
                  <a:gd name="T0" fmla="*/ 45 w 47"/>
                  <a:gd name="T1" fmla="*/ 33 h 70"/>
                  <a:gd name="T2" fmla="*/ 3 w 47"/>
                  <a:gd name="T3" fmla="*/ 1 h 70"/>
                  <a:gd name="T4" fmla="*/ 0 w 47"/>
                  <a:gd name="T5" fmla="*/ 3 h 70"/>
                  <a:gd name="T6" fmla="*/ 0 w 47"/>
                  <a:gd name="T7" fmla="*/ 14 h 70"/>
                  <a:gd name="T8" fmla="*/ 28 w 47"/>
                  <a:gd name="T9" fmla="*/ 35 h 70"/>
                  <a:gd name="T10" fmla="*/ 0 w 47"/>
                  <a:gd name="T11" fmla="*/ 56 h 70"/>
                  <a:gd name="T12" fmla="*/ 0 w 47"/>
                  <a:gd name="T13" fmla="*/ 67 h 70"/>
                  <a:gd name="T14" fmla="*/ 3 w 47"/>
                  <a:gd name="T15" fmla="*/ 69 h 70"/>
                  <a:gd name="T16" fmla="*/ 45 w 47"/>
                  <a:gd name="T17" fmla="*/ 37 h 70"/>
                  <a:gd name="T18" fmla="*/ 45 w 47"/>
                  <a:gd name="T19" fmla="*/ 33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7" h="70">
                    <a:moveTo>
                      <a:pt x="45" y="33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28" y="35"/>
                      <a:pt x="28" y="35"/>
                      <a:pt x="28" y="3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69"/>
                      <a:pt x="1" y="70"/>
                      <a:pt x="3" y="6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7" y="36"/>
                      <a:pt x="47" y="34"/>
                      <a:pt x="45" y="3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Freeform 44"/>
              <p:cNvSpPr>
                <a:spLocks/>
              </p:cNvSpPr>
              <p:nvPr/>
            </p:nvSpPr>
            <p:spPr bwMode="auto">
              <a:xfrm>
                <a:off x="5059363" y="2406651"/>
                <a:ext cx="149225" cy="220663"/>
              </a:xfrm>
              <a:custGeom>
                <a:avLst/>
                <a:gdLst>
                  <a:gd name="T0" fmla="*/ 45 w 47"/>
                  <a:gd name="T1" fmla="*/ 33 h 70"/>
                  <a:gd name="T2" fmla="*/ 3 w 47"/>
                  <a:gd name="T3" fmla="*/ 1 h 70"/>
                  <a:gd name="T4" fmla="*/ 0 w 47"/>
                  <a:gd name="T5" fmla="*/ 3 h 70"/>
                  <a:gd name="T6" fmla="*/ 0 w 47"/>
                  <a:gd name="T7" fmla="*/ 67 h 70"/>
                  <a:gd name="T8" fmla="*/ 3 w 47"/>
                  <a:gd name="T9" fmla="*/ 69 h 70"/>
                  <a:gd name="T10" fmla="*/ 45 w 47"/>
                  <a:gd name="T11" fmla="*/ 37 h 70"/>
                  <a:gd name="T12" fmla="*/ 45 w 47"/>
                  <a:gd name="T13" fmla="*/ 33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7" h="70">
                    <a:moveTo>
                      <a:pt x="45" y="33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1" y="0"/>
                      <a:pt x="0" y="1"/>
                      <a:pt x="0" y="3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69"/>
                      <a:pt x="1" y="70"/>
                      <a:pt x="3" y="69"/>
                    </a:cubicBezTo>
                    <a:cubicBezTo>
                      <a:pt x="45" y="37"/>
                      <a:pt x="45" y="37"/>
                      <a:pt x="45" y="37"/>
                    </a:cubicBezTo>
                    <a:cubicBezTo>
                      <a:pt x="47" y="36"/>
                      <a:pt x="47" y="34"/>
                      <a:pt x="45" y="3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4" name="组合 463"/>
            <p:cNvGrpSpPr/>
            <p:nvPr/>
          </p:nvGrpSpPr>
          <p:grpSpPr>
            <a:xfrm>
              <a:off x="8131176" y="2403476"/>
              <a:ext cx="163512" cy="227013"/>
              <a:chOff x="8131176" y="2403476"/>
              <a:chExt cx="163512" cy="227013"/>
            </a:xfrm>
          </p:grpSpPr>
          <p:sp>
            <p:nvSpPr>
              <p:cNvPr id="133" name="Freeform 45"/>
              <p:cNvSpPr>
                <a:spLocks/>
              </p:cNvSpPr>
              <p:nvPr/>
            </p:nvSpPr>
            <p:spPr bwMode="auto">
              <a:xfrm>
                <a:off x="8131176" y="2403476"/>
                <a:ext cx="63500" cy="227013"/>
              </a:xfrm>
              <a:custGeom>
                <a:avLst/>
                <a:gdLst>
                  <a:gd name="T0" fmla="*/ 16 w 20"/>
                  <a:gd name="T1" fmla="*/ 0 h 72"/>
                  <a:gd name="T2" fmla="*/ 4 w 20"/>
                  <a:gd name="T3" fmla="*/ 0 h 72"/>
                  <a:gd name="T4" fmla="*/ 0 w 20"/>
                  <a:gd name="T5" fmla="*/ 4 h 72"/>
                  <a:gd name="T6" fmla="*/ 0 w 20"/>
                  <a:gd name="T7" fmla="*/ 68 h 72"/>
                  <a:gd name="T8" fmla="*/ 4 w 20"/>
                  <a:gd name="T9" fmla="*/ 72 h 72"/>
                  <a:gd name="T10" fmla="*/ 16 w 20"/>
                  <a:gd name="T11" fmla="*/ 72 h 72"/>
                  <a:gd name="T12" fmla="*/ 20 w 20"/>
                  <a:gd name="T13" fmla="*/ 68 h 72"/>
                  <a:gd name="T14" fmla="*/ 20 w 20"/>
                  <a:gd name="T15" fmla="*/ 4 h 72"/>
                  <a:gd name="T16" fmla="*/ 16 w 20"/>
                  <a:gd name="T1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72">
                    <a:moveTo>
                      <a:pt x="1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0"/>
                      <a:pt x="2" y="72"/>
                      <a:pt x="4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8" y="72"/>
                      <a:pt x="20" y="70"/>
                      <a:pt x="20" y="68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2"/>
                      <a:pt x="18" y="0"/>
                      <a:pt x="1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Freeform 46"/>
              <p:cNvSpPr>
                <a:spLocks/>
              </p:cNvSpPr>
              <p:nvPr/>
            </p:nvSpPr>
            <p:spPr bwMode="auto">
              <a:xfrm>
                <a:off x="8231188" y="2403476"/>
                <a:ext cx="63500" cy="227013"/>
              </a:xfrm>
              <a:custGeom>
                <a:avLst/>
                <a:gdLst>
                  <a:gd name="T0" fmla="*/ 16 w 20"/>
                  <a:gd name="T1" fmla="*/ 0 h 72"/>
                  <a:gd name="T2" fmla="*/ 4 w 20"/>
                  <a:gd name="T3" fmla="*/ 0 h 72"/>
                  <a:gd name="T4" fmla="*/ 0 w 20"/>
                  <a:gd name="T5" fmla="*/ 4 h 72"/>
                  <a:gd name="T6" fmla="*/ 0 w 20"/>
                  <a:gd name="T7" fmla="*/ 68 h 72"/>
                  <a:gd name="T8" fmla="*/ 4 w 20"/>
                  <a:gd name="T9" fmla="*/ 72 h 72"/>
                  <a:gd name="T10" fmla="*/ 16 w 20"/>
                  <a:gd name="T11" fmla="*/ 72 h 72"/>
                  <a:gd name="T12" fmla="*/ 20 w 20"/>
                  <a:gd name="T13" fmla="*/ 68 h 72"/>
                  <a:gd name="T14" fmla="*/ 20 w 20"/>
                  <a:gd name="T15" fmla="*/ 4 h 72"/>
                  <a:gd name="T16" fmla="*/ 16 w 20"/>
                  <a:gd name="T1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" h="72">
                    <a:moveTo>
                      <a:pt x="1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0"/>
                      <a:pt x="2" y="72"/>
                      <a:pt x="4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8" y="72"/>
                      <a:pt x="20" y="70"/>
                      <a:pt x="20" y="68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2"/>
                      <a:pt x="18" y="0"/>
                      <a:pt x="1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36" name="Freeform 47"/>
            <p:cNvSpPr>
              <a:spLocks/>
            </p:cNvSpPr>
            <p:nvPr/>
          </p:nvSpPr>
          <p:spPr bwMode="auto">
            <a:xfrm>
              <a:off x="8712201" y="2403476"/>
              <a:ext cx="227013" cy="227013"/>
            </a:xfrm>
            <a:custGeom>
              <a:avLst/>
              <a:gdLst>
                <a:gd name="T0" fmla="*/ 64 w 72"/>
                <a:gd name="T1" fmla="*/ 0 h 72"/>
                <a:gd name="T2" fmla="*/ 8 w 72"/>
                <a:gd name="T3" fmla="*/ 0 h 72"/>
                <a:gd name="T4" fmla="*/ 0 w 72"/>
                <a:gd name="T5" fmla="*/ 8 h 72"/>
                <a:gd name="T6" fmla="*/ 0 w 72"/>
                <a:gd name="T7" fmla="*/ 64 h 72"/>
                <a:gd name="T8" fmla="*/ 8 w 72"/>
                <a:gd name="T9" fmla="*/ 72 h 72"/>
                <a:gd name="T10" fmla="*/ 64 w 72"/>
                <a:gd name="T11" fmla="*/ 72 h 72"/>
                <a:gd name="T12" fmla="*/ 72 w 72"/>
                <a:gd name="T13" fmla="*/ 64 h 72"/>
                <a:gd name="T14" fmla="*/ 72 w 72"/>
                <a:gd name="T15" fmla="*/ 8 h 72"/>
                <a:gd name="T16" fmla="*/ 64 w 72"/>
                <a:gd name="T17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2" h="72">
                  <a:moveTo>
                    <a:pt x="6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4" y="72"/>
                    <a:pt x="8" y="72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8" y="72"/>
                    <a:pt x="72" y="68"/>
                    <a:pt x="72" y="64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4"/>
                    <a:pt x="68" y="0"/>
                    <a:pt x="64" y="0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65" name="组合 464"/>
            <p:cNvGrpSpPr/>
            <p:nvPr/>
          </p:nvGrpSpPr>
          <p:grpSpPr>
            <a:xfrm>
              <a:off x="3252788" y="3011488"/>
              <a:ext cx="227013" cy="227013"/>
              <a:chOff x="3252788" y="3011488"/>
              <a:chExt cx="227013" cy="227013"/>
            </a:xfrm>
          </p:grpSpPr>
          <p:sp>
            <p:nvSpPr>
              <p:cNvPr id="137" name="Freeform 48"/>
              <p:cNvSpPr>
                <a:spLocks noEditPoints="1"/>
              </p:cNvSpPr>
              <p:nvPr/>
            </p:nvSpPr>
            <p:spPr bwMode="auto">
              <a:xfrm>
                <a:off x="3252788" y="3011488"/>
                <a:ext cx="227013" cy="227013"/>
              </a:xfrm>
              <a:custGeom>
                <a:avLst/>
                <a:gdLst>
                  <a:gd name="T0" fmla="*/ 36 w 72"/>
                  <a:gd name="T1" fmla="*/ 0 h 72"/>
                  <a:gd name="T2" fmla="*/ 0 w 72"/>
                  <a:gd name="T3" fmla="*/ 36 h 72"/>
                  <a:gd name="T4" fmla="*/ 36 w 72"/>
                  <a:gd name="T5" fmla="*/ 72 h 72"/>
                  <a:gd name="T6" fmla="*/ 72 w 72"/>
                  <a:gd name="T7" fmla="*/ 36 h 72"/>
                  <a:gd name="T8" fmla="*/ 36 w 72"/>
                  <a:gd name="T9" fmla="*/ 0 h 72"/>
                  <a:gd name="T10" fmla="*/ 36 w 72"/>
                  <a:gd name="T11" fmla="*/ 60 h 72"/>
                  <a:gd name="T12" fmla="*/ 12 w 72"/>
                  <a:gd name="T13" fmla="*/ 36 h 72"/>
                  <a:gd name="T14" fmla="*/ 36 w 72"/>
                  <a:gd name="T15" fmla="*/ 12 h 72"/>
                  <a:gd name="T16" fmla="*/ 60 w 72"/>
                  <a:gd name="T17" fmla="*/ 36 h 72"/>
                  <a:gd name="T18" fmla="*/ 36 w 72"/>
                  <a:gd name="T19" fmla="*/ 6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2" h="72">
                    <a:moveTo>
                      <a:pt x="36" y="0"/>
                    </a:moveTo>
                    <a:cubicBezTo>
                      <a:pt x="16" y="0"/>
                      <a:pt x="0" y="16"/>
                      <a:pt x="0" y="36"/>
                    </a:cubicBezTo>
                    <a:cubicBezTo>
                      <a:pt x="0" y="56"/>
                      <a:pt x="16" y="72"/>
                      <a:pt x="36" y="72"/>
                    </a:cubicBezTo>
                    <a:cubicBezTo>
                      <a:pt x="56" y="72"/>
                      <a:pt x="72" y="56"/>
                      <a:pt x="72" y="36"/>
                    </a:cubicBezTo>
                    <a:cubicBezTo>
                      <a:pt x="72" y="16"/>
                      <a:pt x="56" y="0"/>
                      <a:pt x="36" y="0"/>
                    </a:cubicBezTo>
                    <a:close/>
                    <a:moveTo>
                      <a:pt x="36" y="60"/>
                    </a:moveTo>
                    <a:cubicBezTo>
                      <a:pt x="23" y="60"/>
                      <a:pt x="12" y="49"/>
                      <a:pt x="12" y="36"/>
                    </a:cubicBezTo>
                    <a:cubicBezTo>
                      <a:pt x="12" y="23"/>
                      <a:pt x="23" y="12"/>
                      <a:pt x="36" y="12"/>
                    </a:cubicBezTo>
                    <a:cubicBezTo>
                      <a:pt x="49" y="12"/>
                      <a:pt x="60" y="23"/>
                      <a:pt x="60" y="36"/>
                    </a:cubicBezTo>
                    <a:cubicBezTo>
                      <a:pt x="60" y="49"/>
                      <a:pt x="49" y="60"/>
                      <a:pt x="36" y="6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Oval 49"/>
              <p:cNvSpPr>
                <a:spLocks noChangeArrowheads="1"/>
              </p:cNvSpPr>
              <p:nvPr/>
            </p:nvSpPr>
            <p:spPr bwMode="auto">
              <a:xfrm>
                <a:off x="3328988" y="3087688"/>
                <a:ext cx="74613" cy="762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52" name="Freeform 50"/>
            <p:cNvSpPr>
              <a:spLocks/>
            </p:cNvSpPr>
            <p:nvPr/>
          </p:nvSpPr>
          <p:spPr bwMode="auto">
            <a:xfrm>
              <a:off x="3884613" y="3011488"/>
              <a:ext cx="188913" cy="227013"/>
            </a:xfrm>
            <a:custGeom>
              <a:avLst/>
              <a:gdLst>
                <a:gd name="T0" fmla="*/ 0 w 119"/>
                <a:gd name="T1" fmla="*/ 0 h 143"/>
                <a:gd name="T2" fmla="*/ 0 w 119"/>
                <a:gd name="T3" fmla="*/ 143 h 143"/>
                <a:gd name="T4" fmla="*/ 119 w 119"/>
                <a:gd name="T5" fmla="*/ 72 h 143"/>
                <a:gd name="T6" fmla="*/ 0 w 119"/>
                <a:gd name="T7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" h="143">
                  <a:moveTo>
                    <a:pt x="0" y="0"/>
                  </a:moveTo>
                  <a:lnTo>
                    <a:pt x="0" y="143"/>
                  </a:lnTo>
                  <a:lnTo>
                    <a:pt x="119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3" name="Freeform 51"/>
            <p:cNvSpPr>
              <a:spLocks noEditPoints="1"/>
            </p:cNvSpPr>
            <p:nvPr/>
          </p:nvSpPr>
          <p:spPr bwMode="auto">
            <a:xfrm>
              <a:off x="3227388" y="2403476"/>
              <a:ext cx="265113" cy="227013"/>
            </a:xfrm>
            <a:custGeom>
              <a:avLst/>
              <a:gdLst>
                <a:gd name="T0" fmla="*/ 76 w 84"/>
                <a:gd name="T1" fmla="*/ 0 h 72"/>
                <a:gd name="T2" fmla="*/ 8 w 84"/>
                <a:gd name="T3" fmla="*/ 0 h 72"/>
                <a:gd name="T4" fmla="*/ 0 w 84"/>
                <a:gd name="T5" fmla="*/ 8 h 72"/>
                <a:gd name="T6" fmla="*/ 0 w 84"/>
                <a:gd name="T7" fmla="*/ 64 h 72"/>
                <a:gd name="T8" fmla="*/ 8 w 84"/>
                <a:gd name="T9" fmla="*/ 72 h 72"/>
                <a:gd name="T10" fmla="*/ 76 w 84"/>
                <a:gd name="T11" fmla="*/ 72 h 72"/>
                <a:gd name="T12" fmla="*/ 84 w 84"/>
                <a:gd name="T13" fmla="*/ 64 h 72"/>
                <a:gd name="T14" fmla="*/ 84 w 84"/>
                <a:gd name="T15" fmla="*/ 8 h 72"/>
                <a:gd name="T16" fmla="*/ 76 w 84"/>
                <a:gd name="T17" fmla="*/ 0 h 72"/>
                <a:gd name="T18" fmla="*/ 28 w 84"/>
                <a:gd name="T19" fmla="*/ 8 h 72"/>
                <a:gd name="T20" fmla="*/ 36 w 84"/>
                <a:gd name="T21" fmla="*/ 8 h 72"/>
                <a:gd name="T22" fmla="*/ 36 w 84"/>
                <a:gd name="T23" fmla="*/ 16 h 72"/>
                <a:gd name="T24" fmla="*/ 28 w 84"/>
                <a:gd name="T25" fmla="*/ 16 h 72"/>
                <a:gd name="T26" fmla="*/ 28 w 84"/>
                <a:gd name="T27" fmla="*/ 8 h 72"/>
                <a:gd name="T28" fmla="*/ 16 w 84"/>
                <a:gd name="T29" fmla="*/ 64 h 72"/>
                <a:gd name="T30" fmla="*/ 8 w 84"/>
                <a:gd name="T31" fmla="*/ 64 h 72"/>
                <a:gd name="T32" fmla="*/ 8 w 84"/>
                <a:gd name="T33" fmla="*/ 56 h 72"/>
                <a:gd name="T34" fmla="*/ 16 w 84"/>
                <a:gd name="T35" fmla="*/ 56 h 72"/>
                <a:gd name="T36" fmla="*/ 16 w 84"/>
                <a:gd name="T37" fmla="*/ 64 h 72"/>
                <a:gd name="T38" fmla="*/ 16 w 84"/>
                <a:gd name="T39" fmla="*/ 16 h 72"/>
                <a:gd name="T40" fmla="*/ 8 w 84"/>
                <a:gd name="T41" fmla="*/ 16 h 72"/>
                <a:gd name="T42" fmla="*/ 8 w 84"/>
                <a:gd name="T43" fmla="*/ 8 h 72"/>
                <a:gd name="T44" fmla="*/ 16 w 84"/>
                <a:gd name="T45" fmla="*/ 8 h 72"/>
                <a:gd name="T46" fmla="*/ 16 w 84"/>
                <a:gd name="T47" fmla="*/ 16 h 72"/>
                <a:gd name="T48" fmla="*/ 36 w 84"/>
                <a:gd name="T49" fmla="*/ 64 h 72"/>
                <a:gd name="T50" fmla="*/ 28 w 84"/>
                <a:gd name="T51" fmla="*/ 64 h 72"/>
                <a:gd name="T52" fmla="*/ 28 w 84"/>
                <a:gd name="T53" fmla="*/ 56 h 72"/>
                <a:gd name="T54" fmla="*/ 36 w 84"/>
                <a:gd name="T55" fmla="*/ 56 h 72"/>
                <a:gd name="T56" fmla="*/ 36 w 84"/>
                <a:gd name="T57" fmla="*/ 64 h 72"/>
                <a:gd name="T58" fmla="*/ 56 w 84"/>
                <a:gd name="T59" fmla="*/ 64 h 72"/>
                <a:gd name="T60" fmla="*/ 48 w 84"/>
                <a:gd name="T61" fmla="*/ 64 h 72"/>
                <a:gd name="T62" fmla="*/ 48 w 84"/>
                <a:gd name="T63" fmla="*/ 56 h 72"/>
                <a:gd name="T64" fmla="*/ 56 w 84"/>
                <a:gd name="T65" fmla="*/ 56 h 72"/>
                <a:gd name="T66" fmla="*/ 56 w 84"/>
                <a:gd name="T67" fmla="*/ 64 h 72"/>
                <a:gd name="T68" fmla="*/ 32 w 84"/>
                <a:gd name="T69" fmla="*/ 48 h 72"/>
                <a:gd name="T70" fmla="*/ 32 w 84"/>
                <a:gd name="T71" fmla="*/ 24 h 72"/>
                <a:gd name="T72" fmla="*/ 56 w 84"/>
                <a:gd name="T73" fmla="*/ 36 h 72"/>
                <a:gd name="T74" fmla="*/ 32 w 84"/>
                <a:gd name="T75" fmla="*/ 48 h 72"/>
                <a:gd name="T76" fmla="*/ 56 w 84"/>
                <a:gd name="T77" fmla="*/ 16 h 72"/>
                <a:gd name="T78" fmla="*/ 48 w 84"/>
                <a:gd name="T79" fmla="*/ 16 h 72"/>
                <a:gd name="T80" fmla="*/ 48 w 84"/>
                <a:gd name="T81" fmla="*/ 8 h 72"/>
                <a:gd name="T82" fmla="*/ 56 w 84"/>
                <a:gd name="T83" fmla="*/ 8 h 72"/>
                <a:gd name="T84" fmla="*/ 56 w 84"/>
                <a:gd name="T85" fmla="*/ 16 h 72"/>
                <a:gd name="T86" fmla="*/ 76 w 84"/>
                <a:gd name="T87" fmla="*/ 64 h 72"/>
                <a:gd name="T88" fmla="*/ 68 w 84"/>
                <a:gd name="T89" fmla="*/ 64 h 72"/>
                <a:gd name="T90" fmla="*/ 68 w 84"/>
                <a:gd name="T91" fmla="*/ 56 h 72"/>
                <a:gd name="T92" fmla="*/ 76 w 84"/>
                <a:gd name="T93" fmla="*/ 56 h 72"/>
                <a:gd name="T94" fmla="*/ 76 w 84"/>
                <a:gd name="T95" fmla="*/ 64 h 72"/>
                <a:gd name="T96" fmla="*/ 76 w 84"/>
                <a:gd name="T97" fmla="*/ 16 h 72"/>
                <a:gd name="T98" fmla="*/ 68 w 84"/>
                <a:gd name="T99" fmla="*/ 16 h 72"/>
                <a:gd name="T100" fmla="*/ 68 w 84"/>
                <a:gd name="T101" fmla="*/ 8 h 72"/>
                <a:gd name="T102" fmla="*/ 76 w 84"/>
                <a:gd name="T103" fmla="*/ 8 h 72"/>
                <a:gd name="T104" fmla="*/ 76 w 84"/>
                <a:gd name="T105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4" h="72">
                  <a:moveTo>
                    <a:pt x="7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8"/>
                    <a:pt x="4" y="72"/>
                    <a:pt x="8" y="72"/>
                  </a:cubicBezTo>
                  <a:cubicBezTo>
                    <a:pt x="76" y="72"/>
                    <a:pt x="76" y="72"/>
                    <a:pt x="76" y="72"/>
                  </a:cubicBezTo>
                  <a:cubicBezTo>
                    <a:pt x="80" y="72"/>
                    <a:pt x="84" y="68"/>
                    <a:pt x="84" y="64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4"/>
                    <a:pt x="80" y="0"/>
                    <a:pt x="76" y="0"/>
                  </a:cubicBezTo>
                  <a:close/>
                  <a:moveTo>
                    <a:pt x="28" y="8"/>
                  </a:moveTo>
                  <a:cubicBezTo>
                    <a:pt x="36" y="8"/>
                    <a:pt x="36" y="8"/>
                    <a:pt x="36" y="8"/>
                  </a:cubicBezTo>
                  <a:cubicBezTo>
                    <a:pt x="36" y="16"/>
                    <a:pt x="36" y="16"/>
                    <a:pt x="36" y="16"/>
                  </a:cubicBezTo>
                  <a:cubicBezTo>
                    <a:pt x="28" y="16"/>
                    <a:pt x="28" y="16"/>
                    <a:pt x="28" y="16"/>
                  </a:cubicBezTo>
                  <a:lnTo>
                    <a:pt x="28" y="8"/>
                  </a:lnTo>
                  <a:close/>
                  <a:moveTo>
                    <a:pt x="16" y="64"/>
                  </a:moveTo>
                  <a:cubicBezTo>
                    <a:pt x="8" y="64"/>
                    <a:pt x="8" y="64"/>
                    <a:pt x="8" y="64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16" y="56"/>
                    <a:pt x="16" y="56"/>
                    <a:pt x="16" y="56"/>
                  </a:cubicBezTo>
                  <a:lnTo>
                    <a:pt x="16" y="64"/>
                  </a:lnTo>
                  <a:close/>
                  <a:moveTo>
                    <a:pt x="16" y="16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6" y="8"/>
                    <a:pt x="16" y="8"/>
                    <a:pt x="16" y="8"/>
                  </a:cubicBezTo>
                  <a:lnTo>
                    <a:pt x="16" y="16"/>
                  </a:lnTo>
                  <a:close/>
                  <a:moveTo>
                    <a:pt x="36" y="64"/>
                  </a:moveTo>
                  <a:cubicBezTo>
                    <a:pt x="28" y="64"/>
                    <a:pt x="28" y="64"/>
                    <a:pt x="28" y="64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36" y="56"/>
                    <a:pt x="36" y="56"/>
                    <a:pt x="36" y="56"/>
                  </a:cubicBezTo>
                  <a:lnTo>
                    <a:pt x="36" y="64"/>
                  </a:lnTo>
                  <a:close/>
                  <a:moveTo>
                    <a:pt x="56" y="64"/>
                  </a:moveTo>
                  <a:cubicBezTo>
                    <a:pt x="48" y="64"/>
                    <a:pt x="48" y="64"/>
                    <a:pt x="48" y="64"/>
                  </a:cubicBezTo>
                  <a:cubicBezTo>
                    <a:pt x="48" y="56"/>
                    <a:pt x="48" y="56"/>
                    <a:pt x="48" y="56"/>
                  </a:cubicBezTo>
                  <a:cubicBezTo>
                    <a:pt x="56" y="56"/>
                    <a:pt x="56" y="56"/>
                    <a:pt x="56" y="56"/>
                  </a:cubicBezTo>
                  <a:lnTo>
                    <a:pt x="56" y="64"/>
                  </a:lnTo>
                  <a:close/>
                  <a:moveTo>
                    <a:pt x="32" y="48"/>
                  </a:moveTo>
                  <a:cubicBezTo>
                    <a:pt x="32" y="24"/>
                    <a:pt x="32" y="24"/>
                    <a:pt x="32" y="24"/>
                  </a:cubicBezTo>
                  <a:cubicBezTo>
                    <a:pt x="56" y="36"/>
                    <a:pt x="56" y="36"/>
                    <a:pt x="56" y="36"/>
                  </a:cubicBezTo>
                  <a:lnTo>
                    <a:pt x="32" y="48"/>
                  </a:lnTo>
                  <a:close/>
                  <a:moveTo>
                    <a:pt x="56" y="16"/>
                  </a:moveTo>
                  <a:cubicBezTo>
                    <a:pt x="48" y="16"/>
                    <a:pt x="48" y="16"/>
                    <a:pt x="48" y="16"/>
                  </a:cubicBezTo>
                  <a:cubicBezTo>
                    <a:pt x="48" y="8"/>
                    <a:pt x="48" y="8"/>
                    <a:pt x="48" y="8"/>
                  </a:cubicBezTo>
                  <a:cubicBezTo>
                    <a:pt x="56" y="8"/>
                    <a:pt x="56" y="8"/>
                    <a:pt x="56" y="8"/>
                  </a:cubicBezTo>
                  <a:lnTo>
                    <a:pt x="56" y="16"/>
                  </a:lnTo>
                  <a:close/>
                  <a:moveTo>
                    <a:pt x="76" y="64"/>
                  </a:moveTo>
                  <a:cubicBezTo>
                    <a:pt x="68" y="64"/>
                    <a:pt x="68" y="64"/>
                    <a:pt x="68" y="64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76" y="56"/>
                    <a:pt x="76" y="56"/>
                    <a:pt x="76" y="56"/>
                  </a:cubicBezTo>
                  <a:lnTo>
                    <a:pt x="76" y="64"/>
                  </a:lnTo>
                  <a:close/>
                  <a:moveTo>
                    <a:pt x="76" y="16"/>
                  </a:moveTo>
                  <a:cubicBezTo>
                    <a:pt x="68" y="16"/>
                    <a:pt x="68" y="16"/>
                    <a:pt x="68" y="16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76" y="8"/>
                    <a:pt x="76" y="8"/>
                    <a:pt x="76" y="8"/>
                  </a:cubicBezTo>
                  <a:lnTo>
                    <a:pt x="76" y="1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57" name="组合 456"/>
            <p:cNvGrpSpPr/>
            <p:nvPr/>
          </p:nvGrpSpPr>
          <p:grpSpPr>
            <a:xfrm>
              <a:off x="3833813" y="2403476"/>
              <a:ext cx="277813" cy="227013"/>
              <a:chOff x="3833813" y="2403476"/>
              <a:chExt cx="277813" cy="227013"/>
            </a:xfrm>
          </p:grpSpPr>
          <p:sp>
            <p:nvSpPr>
              <p:cNvPr id="354" name="Freeform 52"/>
              <p:cNvSpPr>
                <a:spLocks noEditPoints="1"/>
              </p:cNvSpPr>
              <p:nvPr/>
            </p:nvSpPr>
            <p:spPr bwMode="auto">
              <a:xfrm>
                <a:off x="3833813" y="2403476"/>
                <a:ext cx="277813" cy="227013"/>
              </a:xfrm>
              <a:custGeom>
                <a:avLst/>
                <a:gdLst>
                  <a:gd name="T0" fmla="*/ 80 w 88"/>
                  <a:gd name="T1" fmla="*/ 0 h 72"/>
                  <a:gd name="T2" fmla="*/ 8 w 88"/>
                  <a:gd name="T3" fmla="*/ 0 h 72"/>
                  <a:gd name="T4" fmla="*/ 0 w 88"/>
                  <a:gd name="T5" fmla="*/ 8 h 72"/>
                  <a:gd name="T6" fmla="*/ 0 w 88"/>
                  <a:gd name="T7" fmla="*/ 64 h 72"/>
                  <a:gd name="T8" fmla="*/ 8 w 88"/>
                  <a:gd name="T9" fmla="*/ 72 h 72"/>
                  <a:gd name="T10" fmla="*/ 80 w 88"/>
                  <a:gd name="T11" fmla="*/ 72 h 72"/>
                  <a:gd name="T12" fmla="*/ 88 w 88"/>
                  <a:gd name="T13" fmla="*/ 64 h 72"/>
                  <a:gd name="T14" fmla="*/ 88 w 88"/>
                  <a:gd name="T15" fmla="*/ 8 h 72"/>
                  <a:gd name="T16" fmla="*/ 80 w 88"/>
                  <a:gd name="T17" fmla="*/ 0 h 72"/>
                  <a:gd name="T18" fmla="*/ 44 w 88"/>
                  <a:gd name="T19" fmla="*/ 64 h 72"/>
                  <a:gd name="T20" fmla="*/ 16 w 88"/>
                  <a:gd name="T21" fmla="*/ 36 h 72"/>
                  <a:gd name="T22" fmla="*/ 44 w 88"/>
                  <a:gd name="T23" fmla="*/ 8 h 72"/>
                  <a:gd name="T24" fmla="*/ 72 w 88"/>
                  <a:gd name="T25" fmla="*/ 36 h 72"/>
                  <a:gd name="T26" fmla="*/ 44 w 88"/>
                  <a:gd name="T27" fmla="*/ 6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72">
                    <a:moveTo>
                      <a:pt x="8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84" y="72"/>
                      <a:pt x="88" y="68"/>
                      <a:pt x="88" y="64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8" y="4"/>
                      <a:pt x="84" y="0"/>
                      <a:pt x="80" y="0"/>
                    </a:cubicBezTo>
                    <a:close/>
                    <a:moveTo>
                      <a:pt x="44" y="64"/>
                    </a:moveTo>
                    <a:cubicBezTo>
                      <a:pt x="29" y="64"/>
                      <a:pt x="16" y="51"/>
                      <a:pt x="16" y="36"/>
                    </a:cubicBezTo>
                    <a:cubicBezTo>
                      <a:pt x="16" y="21"/>
                      <a:pt x="29" y="8"/>
                      <a:pt x="44" y="8"/>
                    </a:cubicBezTo>
                    <a:cubicBezTo>
                      <a:pt x="59" y="8"/>
                      <a:pt x="72" y="21"/>
                      <a:pt x="72" y="36"/>
                    </a:cubicBezTo>
                    <a:cubicBezTo>
                      <a:pt x="72" y="51"/>
                      <a:pt x="59" y="64"/>
                      <a:pt x="44" y="6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55" name="Freeform 53"/>
              <p:cNvSpPr>
                <a:spLocks noEditPoints="1"/>
              </p:cNvSpPr>
              <p:nvPr/>
            </p:nvSpPr>
            <p:spPr bwMode="auto">
              <a:xfrm>
                <a:off x="3910013" y="2454276"/>
                <a:ext cx="125413" cy="127000"/>
              </a:xfrm>
              <a:custGeom>
                <a:avLst/>
                <a:gdLst>
                  <a:gd name="T0" fmla="*/ 20 w 40"/>
                  <a:gd name="T1" fmla="*/ 0 h 40"/>
                  <a:gd name="T2" fmla="*/ 0 w 40"/>
                  <a:gd name="T3" fmla="*/ 20 h 40"/>
                  <a:gd name="T4" fmla="*/ 20 w 40"/>
                  <a:gd name="T5" fmla="*/ 40 h 40"/>
                  <a:gd name="T6" fmla="*/ 40 w 40"/>
                  <a:gd name="T7" fmla="*/ 20 h 40"/>
                  <a:gd name="T8" fmla="*/ 20 w 40"/>
                  <a:gd name="T9" fmla="*/ 0 h 40"/>
                  <a:gd name="T10" fmla="*/ 12 w 40"/>
                  <a:gd name="T11" fmla="*/ 32 h 40"/>
                  <a:gd name="T12" fmla="*/ 12 w 40"/>
                  <a:gd name="T13" fmla="*/ 8 h 40"/>
                  <a:gd name="T14" fmla="*/ 32 w 40"/>
                  <a:gd name="T15" fmla="*/ 20 h 40"/>
                  <a:gd name="T16" fmla="*/ 12 w 40"/>
                  <a:gd name="T17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0" h="40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ubicBezTo>
                      <a:pt x="31" y="40"/>
                      <a:pt x="40" y="31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lose/>
                    <a:moveTo>
                      <a:pt x="12" y="32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32" y="20"/>
                      <a:pt x="32" y="20"/>
                      <a:pt x="32" y="20"/>
                    </a:cubicBezTo>
                    <a:lnTo>
                      <a:pt x="12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6" name="组合 465"/>
            <p:cNvGrpSpPr/>
            <p:nvPr/>
          </p:nvGrpSpPr>
          <p:grpSpPr>
            <a:xfrm>
              <a:off x="4465638" y="2998788"/>
              <a:ext cx="227013" cy="252413"/>
              <a:chOff x="4465638" y="2998788"/>
              <a:chExt cx="227013" cy="252413"/>
            </a:xfrm>
          </p:grpSpPr>
          <p:sp>
            <p:nvSpPr>
              <p:cNvPr id="356" name="Freeform 54"/>
              <p:cNvSpPr>
                <a:spLocks/>
              </p:cNvSpPr>
              <p:nvPr/>
            </p:nvSpPr>
            <p:spPr bwMode="auto">
              <a:xfrm>
                <a:off x="4465638" y="2998788"/>
                <a:ext cx="227013" cy="152400"/>
              </a:xfrm>
              <a:custGeom>
                <a:avLst/>
                <a:gdLst>
                  <a:gd name="T0" fmla="*/ 64 w 72"/>
                  <a:gd name="T1" fmla="*/ 24 h 48"/>
                  <a:gd name="T2" fmla="*/ 64 w 72"/>
                  <a:gd name="T3" fmla="*/ 24 h 48"/>
                  <a:gd name="T4" fmla="*/ 36 w 72"/>
                  <a:gd name="T5" fmla="*/ 0 h 48"/>
                  <a:gd name="T6" fmla="*/ 8 w 72"/>
                  <a:gd name="T7" fmla="*/ 24 h 48"/>
                  <a:gd name="T8" fmla="*/ 8 w 72"/>
                  <a:gd name="T9" fmla="*/ 24 h 48"/>
                  <a:gd name="T10" fmla="*/ 0 w 72"/>
                  <a:gd name="T11" fmla="*/ 32 h 48"/>
                  <a:gd name="T12" fmla="*/ 0 w 72"/>
                  <a:gd name="T13" fmla="*/ 40 h 48"/>
                  <a:gd name="T14" fmla="*/ 8 w 72"/>
                  <a:gd name="T15" fmla="*/ 48 h 48"/>
                  <a:gd name="T16" fmla="*/ 16 w 72"/>
                  <a:gd name="T17" fmla="*/ 48 h 48"/>
                  <a:gd name="T18" fmla="*/ 16 w 72"/>
                  <a:gd name="T19" fmla="*/ 28 h 48"/>
                  <a:gd name="T20" fmla="*/ 36 w 72"/>
                  <a:gd name="T21" fmla="*/ 8 h 48"/>
                  <a:gd name="T22" fmla="*/ 56 w 72"/>
                  <a:gd name="T23" fmla="*/ 28 h 48"/>
                  <a:gd name="T24" fmla="*/ 56 w 72"/>
                  <a:gd name="T25" fmla="*/ 48 h 48"/>
                  <a:gd name="T26" fmla="*/ 64 w 72"/>
                  <a:gd name="T27" fmla="*/ 48 h 48"/>
                  <a:gd name="T28" fmla="*/ 72 w 72"/>
                  <a:gd name="T29" fmla="*/ 40 h 48"/>
                  <a:gd name="T30" fmla="*/ 72 w 72"/>
                  <a:gd name="T31" fmla="*/ 32 h 48"/>
                  <a:gd name="T32" fmla="*/ 64 w 72"/>
                  <a:gd name="T33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2" h="48">
                    <a:moveTo>
                      <a:pt x="64" y="24"/>
                    </a:moveTo>
                    <a:cubicBezTo>
                      <a:pt x="64" y="24"/>
                      <a:pt x="64" y="24"/>
                      <a:pt x="64" y="24"/>
                    </a:cubicBezTo>
                    <a:cubicBezTo>
                      <a:pt x="62" y="10"/>
                      <a:pt x="50" y="0"/>
                      <a:pt x="36" y="0"/>
                    </a:cubicBezTo>
                    <a:cubicBezTo>
                      <a:pt x="22" y="0"/>
                      <a:pt x="10" y="10"/>
                      <a:pt x="8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4" y="24"/>
                      <a:pt x="0" y="28"/>
                      <a:pt x="0" y="32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17"/>
                      <a:pt x="25" y="8"/>
                      <a:pt x="36" y="8"/>
                    </a:cubicBezTo>
                    <a:cubicBezTo>
                      <a:pt x="47" y="8"/>
                      <a:pt x="56" y="17"/>
                      <a:pt x="56" y="28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8" y="48"/>
                      <a:pt x="72" y="44"/>
                      <a:pt x="72" y="40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28"/>
                      <a:pt x="68" y="24"/>
                      <a:pt x="64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57" name="Oval 55"/>
              <p:cNvSpPr>
                <a:spLocks noChangeArrowheads="1"/>
              </p:cNvSpPr>
              <p:nvPr/>
            </p:nvSpPr>
            <p:spPr bwMode="auto">
              <a:xfrm>
                <a:off x="4529138" y="3049588"/>
                <a:ext cx="101600" cy="1016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8" name="Freeform 56"/>
              <p:cNvSpPr>
                <a:spLocks/>
              </p:cNvSpPr>
              <p:nvPr/>
            </p:nvSpPr>
            <p:spPr bwMode="auto">
              <a:xfrm>
                <a:off x="4478338" y="3163888"/>
                <a:ext cx="201613" cy="87313"/>
              </a:xfrm>
              <a:custGeom>
                <a:avLst/>
                <a:gdLst>
                  <a:gd name="T0" fmla="*/ 32 w 64"/>
                  <a:gd name="T1" fmla="*/ 0 h 28"/>
                  <a:gd name="T2" fmla="*/ 0 w 64"/>
                  <a:gd name="T3" fmla="*/ 24 h 28"/>
                  <a:gd name="T4" fmla="*/ 0 w 64"/>
                  <a:gd name="T5" fmla="*/ 28 h 28"/>
                  <a:gd name="T6" fmla="*/ 64 w 64"/>
                  <a:gd name="T7" fmla="*/ 28 h 28"/>
                  <a:gd name="T8" fmla="*/ 64 w 64"/>
                  <a:gd name="T9" fmla="*/ 24 h 28"/>
                  <a:gd name="T10" fmla="*/ 32 w 64"/>
                  <a:gd name="T1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4" h="28">
                    <a:moveTo>
                      <a:pt x="32" y="0"/>
                    </a:moveTo>
                    <a:cubicBezTo>
                      <a:pt x="13" y="0"/>
                      <a:pt x="0" y="10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64" y="28"/>
                      <a:pt x="64" y="28"/>
                      <a:pt x="64" y="28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10"/>
                      <a:pt x="51" y="0"/>
                      <a:pt x="3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59" name="Freeform 57"/>
            <p:cNvSpPr>
              <a:spLocks/>
            </p:cNvSpPr>
            <p:nvPr/>
          </p:nvSpPr>
          <p:spPr bwMode="auto">
            <a:xfrm>
              <a:off x="5678488" y="3011488"/>
              <a:ext cx="215900" cy="239713"/>
            </a:xfrm>
            <a:custGeom>
              <a:avLst/>
              <a:gdLst>
                <a:gd name="T0" fmla="*/ 66 w 68"/>
                <a:gd name="T1" fmla="*/ 1 h 76"/>
                <a:gd name="T2" fmla="*/ 60 w 68"/>
                <a:gd name="T3" fmla="*/ 0 h 76"/>
                <a:gd name="T4" fmla="*/ 20 w 68"/>
                <a:gd name="T5" fmla="*/ 12 h 76"/>
                <a:gd name="T6" fmla="*/ 16 w 68"/>
                <a:gd name="T7" fmla="*/ 18 h 76"/>
                <a:gd name="T8" fmla="*/ 16 w 68"/>
                <a:gd name="T9" fmla="*/ 48 h 76"/>
                <a:gd name="T10" fmla="*/ 14 w 68"/>
                <a:gd name="T11" fmla="*/ 48 h 76"/>
                <a:gd name="T12" fmla="*/ 0 w 68"/>
                <a:gd name="T13" fmla="*/ 62 h 76"/>
                <a:gd name="T14" fmla="*/ 14 w 68"/>
                <a:gd name="T15" fmla="*/ 76 h 76"/>
                <a:gd name="T16" fmla="*/ 28 w 68"/>
                <a:gd name="T17" fmla="*/ 62 h 76"/>
                <a:gd name="T18" fmla="*/ 28 w 68"/>
                <a:gd name="T19" fmla="*/ 22 h 76"/>
                <a:gd name="T20" fmla="*/ 56 w 68"/>
                <a:gd name="T21" fmla="*/ 14 h 76"/>
                <a:gd name="T22" fmla="*/ 56 w 68"/>
                <a:gd name="T23" fmla="*/ 40 h 76"/>
                <a:gd name="T24" fmla="*/ 54 w 68"/>
                <a:gd name="T25" fmla="*/ 40 h 76"/>
                <a:gd name="T26" fmla="*/ 40 w 68"/>
                <a:gd name="T27" fmla="*/ 54 h 76"/>
                <a:gd name="T28" fmla="*/ 54 w 68"/>
                <a:gd name="T29" fmla="*/ 68 h 76"/>
                <a:gd name="T30" fmla="*/ 68 w 68"/>
                <a:gd name="T31" fmla="*/ 54 h 76"/>
                <a:gd name="T32" fmla="*/ 68 w 68"/>
                <a:gd name="T33" fmla="*/ 6 h 76"/>
                <a:gd name="T34" fmla="*/ 66 w 68"/>
                <a:gd name="T35" fmla="*/ 1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8" h="76">
                  <a:moveTo>
                    <a:pt x="66" y="1"/>
                  </a:moveTo>
                  <a:cubicBezTo>
                    <a:pt x="64" y="0"/>
                    <a:pt x="62" y="0"/>
                    <a:pt x="60" y="0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8" y="13"/>
                    <a:pt x="16" y="15"/>
                    <a:pt x="16" y="1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5" y="48"/>
                    <a:pt x="15" y="48"/>
                    <a:pt x="14" y="48"/>
                  </a:cubicBezTo>
                  <a:cubicBezTo>
                    <a:pt x="6" y="48"/>
                    <a:pt x="0" y="54"/>
                    <a:pt x="0" y="62"/>
                  </a:cubicBezTo>
                  <a:cubicBezTo>
                    <a:pt x="0" y="70"/>
                    <a:pt x="6" y="76"/>
                    <a:pt x="14" y="76"/>
                  </a:cubicBezTo>
                  <a:cubicBezTo>
                    <a:pt x="22" y="76"/>
                    <a:pt x="28" y="70"/>
                    <a:pt x="28" y="6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55" y="40"/>
                    <a:pt x="55" y="40"/>
                    <a:pt x="54" y="40"/>
                  </a:cubicBezTo>
                  <a:cubicBezTo>
                    <a:pt x="46" y="40"/>
                    <a:pt x="40" y="46"/>
                    <a:pt x="40" y="54"/>
                  </a:cubicBezTo>
                  <a:cubicBezTo>
                    <a:pt x="40" y="62"/>
                    <a:pt x="46" y="68"/>
                    <a:pt x="54" y="68"/>
                  </a:cubicBezTo>
                  <a:cubicBezTo>
                    <a:pt x="62" y="68"/>
                    <a:pt x="68" y="62"/>
                    <a:pt x="68" y="54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4"/>
                    <a:pt x="67" y="2"/>
                    <a:pt x="66" y="1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70" name="组合 469"/>
            <p:cNvGrpSpPr/>
            <p:nvPr/>
          </p:nvGrpSpPr>
          <p:grpSpPr>
            <a:xfrm>
              <a:off x="7502526" y="3011488"/>
              <a:ext cx="233363" cy="236538"/>
              <a:chOff x="7502526" y="3011488"/>
              <a:chExt cx="233363" cy="236538"/>
            </a:xfrm>
          </p:grpSpPr>
          <p:sp>
            <p:nvSpPr>
              <p:cNvPr id="360" name="Freeform 58"/>
              <p:cNvSpPr>
                <a:spLocks/>
              </p:cNvSpPr>
              <p:nvPr/>
            </p:nvSpPr>
            <p:spPr bwMode="auto">
              <a:xfrm>
                <a:off x="7502526" y="3014663"/>
                <a:ext cx="233363" cy="233363"/>
              </a:xfrm>
              <a:custGeom>
                <a:avLst/>
                <a:gdLst>
                  <a:gd name="T0" fmla="*/ 68 w 74"/>
                  <a:gd name="T1" fmla="*/ 0 h 74"/>
                  <a:gd name="T2" fmla="*/ 0 w 74"/>
                  <a:gd name="T3" fmla="*/ 68 h 74"/>
                  <a:gd name="T4" fmla="*/ 6 w 74"/>
                  <a:gd name="T5" fmla="*/ 74 h 74"/>
                  <a:gd name="T6" fmla="*/ 26 w 74"/>
                  <a:gd name="T7" fmla="*/ 54 h 74"/>
                  <a:gd name="T8" fmla="*/ 40 w 74"/>
                  <a:gd name="T9" fmla="*/ 70 h 74"/>
                  <a:gd name="T10" fmla="*/ 44 w 74"/>
                  <a:gd name="T11" fmla="*/ 71 h 74"/>
                  <a:gd name="T12" fmla="*/ 47 w 74"/>
                  <a:gd name="T13" fmla="*/ 67 h 74"/>
                  <a:gd name="T14" fmla="*/ 47 w 74"/>
                  <a:gd name="T15" fmla="*/ 33 h 74"/>
                  <a:gd name="T16" fmla="*/ 74 w 74"/>
                  <a:gd name="T17" fmla="*/ 6 h 74"/>
                  <a:gd name="T18" fmla="*/ 68 w 74"/>
                  <a:gd name="T19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" h="74">
                    <a:moveTo>
                      <a:pt x="68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6" y="74"/>
                      <a:pt x="6" y="74"/>
                      <a:pt x="6" y="74"/>
                    </a:cubicBezTo>
                    <a:cubicBezTo>
                      <a:pt x="26" y="54"/>
                      <a:pt x="26" y="54"/>
                      <a:pt x="26" y="54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1" y="71"/>
                      <a:pt x="43" y="71"/>
                      <a:pt x="44" y="71"/>
                    </a:cubicBezTo>
                    <a:cubicBezTo>
                      <a:pt x="46" y="70"/>
                      <a:pt x="47" y="69"/>
                      <a:pt x="47" y="67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74" y="6"/>
                      <a:pt x="74" y="6"/>
                      <a:pt x="74" y="6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" name="Freeform 59"/>
              <p:cNvSpPr>
                <a:spLocks/>
              </p:cNvSpPr>
              <p:nvPr/>
            </p:nvSpPr>
            <p:spPr bwMode="auto">
              <a:xfrm>
                <a:off x="7524751" y="3011488"/>
                <a:ext cx="125413" cy="158750"/>
              </a:xfrm>
              <a:custGeom>
                <a:avLst/>
                <a:gdLst>
                  <a:gd name="T0" fmla="*/ 40 w 40"/>
                  <a:gd name="T1" fmla="*/ 11 h 50"/>
                  <a:gd name="T2" fmla="*/ 40 w 40"/>
                  <a:gd name="T3" fmla="*/ 4 h 50"/>
                  <a:gd name="T4" fmla="*/ 37 w 40"/>
                  <a:gd name="T5" fmla="*/ 0 h 50"/>
                  <a:gd name="T6" fmla="*/ 33 w 40"/>
                  <a:gd name="T7" fmla="*/ 1 h 50"/>
                  <a:gd name="T8" fmla="*/ 16 w 40"/>
                  <a:gd name="T9" fmla="*/ 20 h 50"/>
                  <a:gd name="T10" fmla="*/ 4 w 40"/>
                  <a:gd name="T11" fmla="*/ 20 h 50"/>
                  <a:gd name="T12" fmla="*/ 0 w 40"/>
                  <a:gd name="T13" fmla="*/ 24 h 50"/>
                  <a:gd name="T14" fmla="*/ 0 w 40"/>
                  <a:gd name="T15" fmla="*/ 48 h 50"/>
                  <a:gd name="T16" fmla="*/ 1 w 40"/>
                  <a:gd name="T17" fmla="*/ 50 h 50"/>
                  <a:gd name="T18" fmla="*/ 40 w 40"/>
                  <a:gd name="T19" fmla="*/ 11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50">
                    <a:moveTo>
                      <a:pt x="40" y="11"/>
                    </a:moveTo>
                    <a:cubicBezTo>
                      <a:pt x="40" y="4"/>
                      <a:pt x="40" y="4"/>
                      <a:pt x="40" y="4"/>
                    </a:cubicBezTo>
                    <a:cubicBezTo>
                      <a:pt x="40" y="2"/>
                      <a:pt x="39" y="1"/>
                      <a:pt x="37" y="0"/>
                    </a:cubicBezTo>
                    <a:cubicBezTo>
                      <a:pt x="36" y="0"/>
                      <a:pt x="34" y="0"/>
                      <a:pt x="33" y="1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2" y="20"/>
                      <a:pt x="0" y="22"/>
                      <a:pt x="0" y="2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49"/>
                      <a:pt x="0" y="50"/>
                      <a:pt x="1" y="50"/>
                    </a:cubicBezTo>
                    <a:lnTo>
                      <a:pt x="40" y="11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8" name="组合 467"/>
            <p:cNvGrpSpPr/>
            <p:nvPr/>
          </p:nvGrpSpPr>
          <p:grpSpPr>
            <a:xfrm>
              <a:off x="6273801" y="3011488"/>
              <a:ext cx="239712" cy="227013"/>
              <a:chOff x="6273801" y="3011488"/>
              <a:chExt cx="239712" cy="227013"/>
            </a:xfrm>
          </p:grpSpPr>
          <p:sp>
            <p:nvSpPr>
              <p:cNvPr id="362" name="Freeform 60"/>
              <p:cNvSpPr>
                <a:spLocks/>
              </p:cNvSpPr>
              <p:nvPr/>
            </p:nvSpPr>
            <p:spPr bwMode="auto">
              <a:xfrm>
                <a:off x="6273801" y="3011488"/>
                <a:ext cx="125413" cy="227013"/>
              </a:xfrm>
              <a:custGeom>
                <a:avLst/>
                <a:gdLst>
                  <a:gd name="T0" fmla="*/ 38 w 40"/>
                  <a:gd name="T1" fmla="*/ 0 h 72"/>
                  <a:gd name="T2" fmla="*/ 33 w 40"/>
                  <a:gd name="T3" fmla="*/ 1 h 72"/>
                  <a:gd name="T4" fmla="*/ 16 w 40"/>
                  <a:gd name="T5" fmla="*/ 20 h 72"/>
                  <a:gd name="T6" fmla="*/ 4 w 40"/>
                  <a:gd name="T7" fmla="*/ 20 h 72"/>
                  <a:gd name="T8" fmla="*/ 0 w 40"/>
                  <a:gd name="T9" fmla="*/ 24 h 72"/>
                  <a:gd name="T10" fmla="*/ 0 w 40"/>
                  <a:gd name="T11" fmla="*/ 48 h 72"/>
                  <a:gd name="T12" fmla="*/ 4 w 40"/>
                  <a:gd name="T13" fmla="*/ 52 h 72"/>
                  <a:gd name="T14" fmla="*/ 16 w 40"/>
                  <a:gd name="T15" fmla="*/ 52 h 72"/>
                  <a:gd name="T16" fmla="*/ 33 w 40"/>
                  <a:gd name="T17" fmla="*/ 71 h 72"/>
                  <a:gd name="T18" fmla="*/ 38 w 40"/>
                  <a:gd name="T19" fmla="*/ 72 h 72"/>
                  <a:gd name="T20" fmla="*/ 40 w 40"/>
                  <a:gd name="T21" fmla="*/ 68 h 72"/>
                  <a:gd name="T22" fmla="*/ 40 w 40"/>
                  <a:gd name="T23" fmla="*/ 4 h 72"/>
                  <a:gd name="T24" fmla="*/ 38 w 40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72">
                    <a:moveTo>
                      <a:pt x="38" y="0"/>
                    </a:moveTo>
                    <a:cubicBezTo>
                      <a:pt x="36" y="0"/>
                      <a:pt x="34" y="0"/>
                      <a:pt x="33" y="1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2" y="20"/>
                      <a:pt x="0" y="22"/>
                      <a:pt x="0" y="2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0"/>
                      <a:pt x="2" y="52"/>
                      <a:pt x="4" y="52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4" y="72"/>
                      <a:pt x="36" y="72"/>
                      <a:pt x="38" y="72"/>
                    </a:cubicBezTo>
                    <a:cubicBezTo>
                      <a:pt x="39" y="71"/>
                      <a:pt x="40" y="70"/>
                      <a:pt x="40" y="68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0" y="2"/>
                      <a:pt x="39" y="1"/>
                      <a:pt x="3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63" name="Freeform 61"/>
              <p:cNvSpPr>
                <a:spLocks/>
              </p:cNvSpPr>
              <p:nvPr/>
            </p:nvSpPr>
            <p:spPr bwMode="auto">
              <a:xfrm>
                <a:off x="6424613" y="3036888"/>
                <a:ext cx="88900" cy="176213"/>
              </a:xfrm>
              <a:custGeom>
                <a:avLst/>
                <a:gdLst>
                  <a:gd name="T0" fmla="*/ 0 w 28"/>
                  <a:gd name="T1" fmla="*/ 0 h 56"/>
                  <a:gd name="T2" fmla="*/ 0 w 28"/>
                  <a:gd name="T3" fmla="*/ 8 h 56"/>
                  <a:gd name="T4" fmla="*/ 20 w 28"/>
                  <a:gd name="T5" fmla="*/ 28 h 56"/>
                  <a:gd name="T6" fmla="*/ 0 w 28"/>
                  <a:gd name="T7" fmla="*/ 48 h 56"/>
                  <a:gd name="T8" fmla="*/ 0 w 28"/>
                  <a:gd name="T9" fmla="*/ 56 h 56"/>
                  <a:gd name="T10" fmla="*/ 28 w 28"/>
                  <a:gd name="T11" fmla="*/ 28 h 56"/>
                  <a:gd name="T12" fmla="*/ 0 w 2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56">
                    <a:moveTo>
                      <a:pt x="0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1" y="8"/>
                      <a:pt x="20" y="17"/>
                      <a:pt x="20" y="28"/>
                    </a:cubicBezTo>
                    <a:cubicBezTo>
                      <a:pt x="20" y="39"/>
                      <a:pt x="11" y="48"/>
                      <a:pt x="0" y="4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5" y="56"/>
                      <a:pt x="28" y="43"/>
                      <a:pt x="28" y="28"/>
                    </a:cubicBezTo>
                    <a:cubicBezTo>
                      <a:pt x="28" y="13"/>
                      <a:pt x="15" y="0"/>
                      <a:pt x="0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64" name="Freeform 62"/>
              <p:cNvSpPr>
                <a:spLocks/>
              </p:cNvSpPr>
              <p:nvPr/>
            </p:nvSpPr>
            <p:spPr bwMode="auto">
              <a:xfrm>
                <a:off x="6424613" y="3087688"/>
                <a:ext cx="38100" cy="76200"/>
              </a:xfrm>
              <a:custGeom>
                <a:avLst/>
                <a:gdLst>
                  <a:gd name="T0" fmla="*/ 12 w 12"/>
                  <a:gd name="T1" fmla="*/ 12 h 24"/>
                  <a:gd name="T2" fmla="*/ 0 w 12"/>
                  <a:gd name="T3" fmla="*/ 0 h 24"/>
                  <a:gd name="T4" fmla="*/ 0 w 12"/>
                  <a:gd name="T5" fmla="*/ 8 h 24"/>
                  <a:gd name="T6" fmla="*/ 4 w 12"/>
                  <a:gd name="T7" fmla="*/ 12 h 24"/>
                  <a:gd name="T8" fmla="*/ 0 w 12"/>
                  <a:gd name="T9" fmla="*/ 16 h 24"/>
                  <a:gd name="T10" fmla="*/ 0 w 12"/>
                  <a:gd name="T11" fmla="*/ 24 h 24"/>
                  <a:gd name="T12" fmla="*/ 12 w 12"/>
                  <a:gd name="T13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12" y="12"/>
                    </a:moveTo>
                    <a:cubicBezTo>
                      <a:pt x="12" y="5"/>
                      <a:pt x="7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" y="8"/>
                      <a:pt x="4" y="10"/>
                      <a:pt x="4" y="12"/>
                    </a:cubicBezTo>
                    <a:cubicBezTo>
                      <a:pt x="4" y="14"/>
                      <a:pt x="2" y="16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7" y="24"/>
                      <a:pt x="12" y="19"/>
                      <a:pt x="12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9" name="组合 468"/>
            <p:cNvGrpSpPr/>
            <p:nvPr/>
          </p:nvGrpSpPr>
          <p:grpSpPr>
            <a:xfrm>
              <a:off x="6905626" y="3024188"/>
              <a:ext cx="188912" cy="227013"/>
              <a:chOff x="6905626" y="3024188"/>
              <a:chExt cx="188912" cy="227013"/>
            </a:xfrm>
          </p:grpSpPr>
          <p:sp>
            <p:nvSpPr>
              <p:cNvPr id="365" name="Freeform 63"/>
              <p:cNvSpPr>
                <a:spLocks/>
              </p:cNvSpPr>
              <p:nvPr/>
            </p:nvSpPr>
            <p:spPr bwMode="auto">
              <a:xfrm>
                <a:off x="6905626" y="3024188"/>
                <a:ext cx="125413" cy="227013"/>
              </a:xfrm>
              <a:custGeom>
                <a:avLst/>
                <a:gdLst>
                  <a:gd name="T0" fmla="*/ 38 w 40"/>
                  <a:gd name="T1" fmla="*/ 0 h 72"/>
                  <a:gd name="T2" fmla="*/ 33 w 40"/>
                  <a:gd name="T3" fmla="*/ 1 h 72"/>
                  <a:gd name="T4" fmla="*/ 16 w 40"/>
                  <a:gd name="T5" fmla="*/ 20 h 72"/>
                  <a:gd name="T6" fmla="*/ 4 w 40"/>
                  <a:gd name="T7" fmla="*/ 20 h 72"/>
                  <a:gd name="T8" fmla="*/ 0 w 40"/>
                  <a:gd name="T9" fmla="*/ 24 h 72"/>
                  <a:gd name="T10" fmla="*/ 0 w 40"/>
                  <a:gd name="T11" fmla="*/ 48 h 72"/>
                  <a:gd name="T12" fmla="*/ 4 w 40"/>
                  <a:gd name="T13" fmla="*/ 52 h 72"/>
                  <a:gd name="T14" fmla="*/ 16 w 40"/>
                  <a:gd name="T15" fmla="*/ 52 h 72"/>
                  <a:gd name="T16" fmla="*/ 33 w 40"/>
                  <a:gd name="T17" fmla="*/ 71 h 72"/>
                  <a:gd name="T18" fmla="*/ 38 w 40"/>
                  <a:gd name="T19" fmla="*/ 72 h 72"/>
                  <a:gd name="T20" fmla="*/ 40 w 40"/>
                  <a:gd name="T21" fmla="*/ 68 h 72"/>
                  <a:gd name="T22" fmla="*/ 40 w 40"/>
                  <a:gd name="T23" fmla="*/ 4 h 72"/>
                  <a:gd name="T24" fmla="*/ 38 w 40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72">
                    <a:moveTo>
                      <a:pt x="38" y="0"/>
                    </a:moveTo>
                    <a:cubicBezTo>
                      <a:pt x="36" y="0"/>
                      <a:pt x="34" y="0"/>
                      <a:pt x="33" y="1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2" y="20"/>
                      <a:pt x="0" y="22"/>
                      <a:pt x="0" y="2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0"/>
                      <a:pt x="2" y="52"/>
                      <a:pt x="4" y="52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4" y="72"/>
                      <a:pt x="36" y="72"/>
                      <a:pt x="38" y="72"/>
                    </a:cubicBezTo>
                    <a:cubicBezTo>
                      <a:pt x="39" y="71"/>
                      <a:pt x="40" y="70"/>
                      <a:pt x="40" y="68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0" y="2"/>
                      <a:pt x="39" y="1"/>
                      <a:pt x="3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" name="Freeform 64"/>
              <p:cNvSpPr>
                <a:spLocks/>
              </p:cNvSpPr>
              <p:nvPr/>
            </p:nvSpPr>
            <p:spPr bwMode="auto">
              <a:xfrm>
                <a:off x="7056438" y="3100388"/>
                <a:ext cx="38100" cy="76200"/>
              </a:xfrm>
              <a:custGeom>
                <a:avLst/>
                <a:gdLst>
                  <a:gd name="T0" fmla="*/ 0 w 12"/>
                  <a:gd name="T1" fmla="*/ 0 h 24"/>
                  <a:gd name="T2" fmla="*/ 0 w 12"/>
                  <a:gd name="T3" fmla="*/ 8 h 24"/>
                  <a:gd name="T4" fmla="*/ 4 w 12"/>
                  <a:gd name="T5" fmla="*/ 12 h 24"/>
                  <a:gd name="T6" fmla="*/ 0 w 12"/>
                  <a:gd name="T7" fmla="*/ 16 h 24"/>
                  <a:gd name="T8" fmla="*/ 0 w 12"/>
                  <a:gd name="T9" fmla="*/ 24 h 24"/>
                  <a:gd name="T10" fmla="*/ 12 w 12"/>
                  <a:gd name="T11" fmla="*/ 12 h 24"/>
                  <a:gd name="T12" fmla="*/ 0 w 12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24">
                    <a:moveTo>
                      <a:pt x="0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2" y="8"/>
                      <a:pt x="4" y="10"/>
                      <a:pt x="4" y="12"/>
                    </a:cubicBezTo>
                    <a:cubicBezTo>
                      <a:pt x="4" y="14"/>
                      <a:pt x="2" y="16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7" y="24"/>
                      <a:pt x="12" y="19"/>
                      <a:pt x="12" y="12"/>
                    </a:cubicBezTo>
                    <a:cubicBezTo>
                      <a:pt x="12" y="5"/>
                      <a:pt x="7" y="0"/>
                      <a:pt x="0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2" name="组合 471"/>
            <p:cNvGrpSpPr/>
            <p:nvPr/>
          </p:nvGrpSpPr>
          <p:grpSpPr>
            <a:xfrm>
              <a:off x="8699501" y="3024188"/>
              <a:ext cx="252412" cy="227013"/>
              <a:chOff x="8699501" y="3024188"/>
              <a:chExt cx="252412" cy="227013"/>
            </a:xfrm>
          </p:grpSpPr>
          <p:sp>
            <p:nvSpPr>
              <p:cNvPr id="367" name="Freeform 65"/>
              <p:cNvSpPr>
                <a:spLocks/>
              </p:cNvSpPr>
              <p:nvPr/>
            </p:nvSpPr>
            <p:spPr bwMode="auto">
              <a:xfrm>
                <a:off x="8699501" y="3024188"/>
                <a:ext cx="127000" cy="227013"/>
              </a:xfrm>
              <a:custGeom>
                <a:avLst/>
                <a:gdLst>
                  <a:gd name="T0" fmla="*/ 38 w 40"/>
                  <a:gd name="T1" fmla="*/ 0 h 72"/>
                  <a:gd name="T2" fmla="*/ 33 w 40"/>
                  <a:gd name="T3" fmla="*/ 1 h 72"/>
                  <a:gd name="T4" fmla="*/ 16 w 40"/>
                  <a:gd name="T5" fmla="*/ 20 h 72"/>
                  <a:gd name="T6" fmla="*/ 4 w 40"/>
                  <a:gd name="T7" fmla="*/ 20 h 72"/>
                  <a:gd name="T8" fmla="*/ 0 w 40"/>
                  <a:gd name="T9" fmla="*/ 24 h 72"/>
                  <a:gd name="T10" fmla="*/ 0 w 40"/>
                  <a:gd name="T11" fmla="*/ 48 h 72"/>
                  <a:gd name="T12" fmla="*/ 4 w 40"/>
                  <a:gd name="T13" fmla="*/ 52 h 72"/>
                  <a:gd name="T14" fmla="*/ 16 w 40"/>
                  <a:gd name="T15" fmla="*/ 52 h 72"/>
                  <a:gd name="T16" fmla="*/ 33 w 40"/>
                  <a:gd name="T17" fmla="*/ 71 h 72"/>
                  <a:gd name="T18" fmla="*/ 38 w 40"/>
                  <a:gd name="T19" fmla="*/ 72 h 72"/>
                  <a:gd name="T20" fmla="*/ 40 w 40"/>
                  <a:gd name="T21" fmla="*/ 68 h 72"/>
                  <a:gd name="T22" fmla="*/ 40 w 40"/>
                  <a:gd name="T23" fmla="*/ 4 h 72"/>
                  <a:gd name="T24" fmla="*/ 38 w 40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72">
                    <a:moveTo>
                      <a:pt x="38" y="0"/>
                    </a:moveTo>
                    <a:cubicBezTo>
                      <a:pt x="36" y="0"/>
                      <a:pt x="34" y="0"/>
                      <a:pt x="33" y="1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2" y="20"/>
                      <a:pt x="0" y="22"/>
                      <a:pt x="0" y="2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0"/>
                      <a:pt x="2" y="52"/>
                      <a:pt x="4" y="52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4" y="72"/>
                      <a:pt x="36" y="72"/>
                      <a:pt x="38" y="72"/>
                    </a:cubicBezTo>
                    <a:cubicBezTo>
                      <a:pt x="39" y="71"/>
                      <a:pt x="40" y="70"/>
                      <a:pt x="40" y="68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0" y="2"/>
                      <a:pt x="39" y="1"/>
                      <a:pt x="3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68" name="Rectangle 66"/>
              <p:cNvSpPr>
                <a:spLocks noChangeArrowheads="1"/>
              </p:cNvSpPr>
              <p:nvPr/>
            </p:nvSpPr>
            <p:spPr bwMode="auto">
              <a:xfrm>
                <a:off x="8850313" y="3125788"/>
                <a:ext cx="1016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1" name="组合 470"/>
            <p:cNvGrpSpPr/>
            <p:nvPr/>
          </p:nvGrpSpPr>
          <p:grpSpPr>
            <a:xfrm>
              <a:off x="8093076" y="3024188"/>
              <a:ext cx="252412" cy="227013"/>
              <a:chOff x="8093076" y="3024188"/>
              <a:chExt cx="252412" cy="227013"/>
            </a:xfrm>
          </p:grpSpPr>
          <p:sp>
            <p:nvSpPr>
              <p:cNvPr id="369" name="Freeform 67"/>
              <p:cNvSpPr>
                <a:spLocks/>
              </p:cNvSpPr>
              <p:nvPr/>
            </p:nvSpPr>
            <p:spPr bwMode="auto">
              <a:xfrm>
                <a:off x="8093076" y="3024188"/>
                <a:ext cx="125413" cy="227013"/>
              </a:xfrm>
              <a:custGeom>
                <a:avLst/>
                <a:gdLst>
                  <a:gd name="T0" fmla="*/ 38 w 40"/>
                  <a:gd name="T1" fmla="*/ 0 h 72"/>
                  <a:gd name="T2" fmla="*/ 33 w 40"/>
                  <a:gd name="T3" fmla="*/ 1 h 72"/>
                  <a:gd name="T4" fmla="*/ 16 w 40"/>
                  <a:gd name="T5" fmla="*/ 20 h 72"/>
                  <a:gd name="T6" fmla="*/ 4 w 40"/>
                  <a:gd name="T7" fmla="*/ 20 h 72"/>
                  <a:gd name="T8" fmla="*/ 0 w 40"/>
                  <a:gd name="T9" fmla="*/ 24 h 72"/>
                  <a:gd name="T10" fmla="*/ 0 w 40"/>
                  <a:gd name="T11" fmla="*/ 48 h 72"/>
                  <a:gd name="T12" fmla="*/ 4 w 40"/>
                  <a:gd name="T13" fmla="*/ 52 h 72"/>
                  <a:gd name="T14" fmla="*/ 16 w 40"/>
                  <a:gd name="T15" fmla="*/ 52 h 72"/>
                  <a:gd name="T16" fmla="*/ 33 w 40"/>
                  <a:gd name="T17" fmla="*/ 71 h 72"/>
                  <a:gd name="T18" fmla="*/ 38 w 40"/>
                  <a:gd name="T19" fmla="*/ 72 h 72"/>
                  <a:gd name="T20" fmla="*/ 40 w 40"/>
                  <a:gd name="T21" fmla="*/ 68 h 72"/>
                  <a:gd name="T22" fmla="*/ 40 w 40"/>
                  <a:gd name="T23" fmla="*/ 4 h 72"/>
                  <a:gd name="T24" fmla="*/ 38 w 40"/>
                  <a:gd name="T2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72">
                    <a:moveTo>
                      <a:pt x="38" y="0"/>
                    </a:moveTo>
                    <a:cubicBezTo>
                      <a:pt x="36" y="0"/>
                      <a:pt x="34" y="0"/>
                      <a:pt x="33" y="1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2" y="20"/>
                      <a:pt x="0" y="22"/>
                      <a:pt x="0" y="2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0"/>
                      <a:pt x="2" y="52"/>
                      <a:pt x="4" y="52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33" y="71"/>
                      <a:pt x="33" y="71"/>
                      <a:pt x="33" y="71"/>
                    </a:cubicBezTo>
                    <a:cubicBezTo>
                      <a:pt x="34" y="72"/>
                      <a:pt x="36" y="72"/>
                      <a:pt x="38" y="72"/>
                    </a:cubicBezTo>
                    <a:cubicBezTo>
                      <a:pt x="39" y="71"/>
                      <a:pt x="40" y="70"/>
                      <a:pt x="40" y="68"/>
                    </a:cubicBezTo>
                    <a:cubicBezTo>
                      <a:pt x="40" y="4"/>
                      <a:pt x="40" y="4"/>
                      <a:pt x="40" y="4"/>
                    </a:cubicBezTo>
                    <a:cubicBezTo>
                      <a:pt x="40" y="2"/>
                      <a:pt x="39" y="1"/>
                      <a:pt x="3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0" name="Freeform 68"/>
              <p:cNvSpPr>
                <a:spLocks/>
              </p:cNvSpPr>
              <p:nvPr/>
            </p:nvSpPr>
            <p:spPr bwMode="auto">
              <a:xfrm>
                <a:off x="8243888" y="3087688"/>
                <a:ext cx="101600" cy="100013"/>
              </a:xfrm>
              <a:custGeom>
                <a:avLst/>
                <a:gdLst>
                  <a:gd name="T0" fmla="*/ 64 w 64"/>
                  <a:gd name="T1" fmla="*/ 24 h 63"/>
                  <a:gd name="T2" fmla="*/ 40 w 64"/>
                  <a:gd name="T3" fmla="*/ 24 h 63"/>
                  <a:gd name="T4" fmla="*/ 40 w 64"/>
                  <a:gd name="T5" fmla="*/ 0 h 63"/>
                  <a:gd name="T6" fmla="*/ 24 w 64"/>
                  <a:gd name="T7" fmla="*/ 0 h 63"/>
                  <a:gd name="T8" fmla="*/ 24 w 64"/>
                  <a:gd name="T9" fmla="*/ 24 h 63"/>
                  <a:gd name="T10" fmla="*/ 0 w 64"/>
                  <a:gd name="T11" fmla="*/ 24 h 63"/>
                  <a:gd name="T12" fmla="*/ 0 w 64"/>
                  <a:gd name="T13" fmla="*/ 40 h 63"/>
                  <a:gd name="T14" fmla="*/ 24 w 64"/>
                  <a:gd name="T15" fmla="*/ 40 h 63"/>
                  <a:gd name="T16" fmla="*/ 24 w 64"/>
                  <a:gd name="T17" fmla="*/ 63 h 63"/>
                  <a:gd name="T18" fmla="*/ 40 w 64"/>
                  <a:gd name="T19" fmla="*/ 63 h 63"/>
                  <a:gd name="T20" fmla="*/ 40 w 64"/>
                  <a:gd name="T21" fmla="*/ 40 h 63"/>
                  <a:gd name="T22" fmla="*/ 64 w 64"/>
                  <a:gd name="T23" fmla="*/ 40 h 63"/>
                  <a:gd name="T24" fmla="*/ 64 w 64"/>
                  <a:gd name="T25" fmla="*/ 2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3">
                    <a:moveTo>
                      <a:pt x="64" y="24"/>
                    </a:moveTo>
                    <a:lnTo>
                      <a:pt x="40" y="24"/>
                    </a:ln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3"/>
                    </a:lnTo>
                    <a:lnTo>
                      <a:pt x="40" y="63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67" name="组合 466"/>
            <p:cNvGrpSpPr/>
            <p:nvPr/>
          </p:nvGrpSpPr>
          <p:grpSpPr>
            <a:xfrm>
              <a:off x="5072063" y="2992438"/>
              <a:ext cx="228600" cy="258763"/>
              <a:chOff x="5072063" y="2992438"/>
              <a:chExt cx="228600" cy="258763"/>
            </a:xfrm>
          </p:grpSpPr>
          <p:sp>
            <p:nvSpPr>
              <p:cNvPr id="371" name="Rectangle 69"/>
              <p:cNvSpPr>
                <a:spLocks noChangeArrowheads="1"/>
              </p:cNvSpPr>
              <p:nvPr/>
            </p:nvSpPr>
            <p:spPr bwMode="auto">
              <a:xfrm>
                <a:off x="5097463" y="3163888"/>
                <a:ext cx="127000" cy="23813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" name="Freeform 70"/>
              <p:cNvSpPr>
                <a:spLocks/>
              </p:cNvSpPr>
              <p:nvPr/>
            </p:nvSpPr>
            <p:spPr bwMode="auto">
              <a:xfrm>
                <a:off x="5072063" y="2992438"/>
                <a:ext cx="228600" cy="258763"/>
              </a:xfrm>
              <a:custGeom>
                <a:avLst/>
                <a:gdLst>
                  <a:gd name="T0" fmla="*/ 70 w 72"/>
                  <a:gd name="T1" fmla="*/ 39 h 82"/>
                  <a:gd name="T2" fmla="*/ 46 w 72"/>
                  <a:gd name="T3" fmla="*/ 1 h 82"/>
                  <a:gd name="T4" fmla="*/ 42 w 72"/>
                  <a:gd name="T5" fmla="*/ 1 h 82"/>
                  <a:gd name="T6" fmla="*/ 18 w 72"/>
                  <a:gd name="T7" fmla="*/ 39 h 82"/>
                  <a:gd name="T8" fmla="*/ 20 w 72"/>
                  <a:gd name="T9" fmla="*/ 43 h 82"/>
                  <a:gd name="T10" fmla="*/ 60 w 72"/>
                  <a:gd name="T11" fmla="*/ 49 h 82"/>
                  <a:gd name="T12" fmla="*/ 64 w 72"/>
                  <a:gd name="T13" fmla="*/ 54 h 82"/>
                  <a:gd name="T14" fmla="*/ 64 w 72"/>
                  <a:gd name="T15" fmla="*/ 66 h 82"/>
                  <a:gd name="T16" fmla="*/ 0 w 72"/>
                  <a:gd name="T17" fmla="*/ 66 h 82"/>
                  <a:gd name="T18" fmla="*/ 0 w 72"/>
                  <a:gd name="T19" fmla="*/ 82 h 82"/>
                  <a:gd name="T20" fmla="*/ 8 w 72"/>
                  <a:gd name="T21" fmla="*/ 82 h 82"/>
                  <a:gd name="T22" fmla="*/ 8 w 72"/>
                  <a:gd name="T23" fmla="*/ 78 h 82"/>
                  <a:gd name="T24" fmla="*/ 48 w 72"/>
                  <a:gd name="T25" fmla="*/ 78 h 82"/>
                  <a:gd name="T26" fmla="*/ 48 w 72"/>
                  <a:gd name="T27" fmla="*/ 82 h 82"/>
                  <a:gd name="T28" fmla="*/ 56 w 72"/>
                  <a:gd name="T29" fmla="*/ 82 h 82"/>
                  <a:gd name="T30" fmla="*/ 56 w 72"/>
                  <a:gd name="T31" fmla="*/ 74 h 82"/>
                  <a:gd name="T32" fmla="*/ 68 w 72"/>
                  <a:gd name="T33" fmla="*/ 74 h 82"/>
                  <a:gd name="T34" fmla="*/ 72 w 72"/>
                  <a:gd name="T35" fmla="*/ 70 h 82"/>
                  <a:gd name="T36" fmla="*/ 72 w 72"/>
                  <a:gd name="T37" fmla="*/ 46 h 82"/>
                  <a:gd name="T38" fmla="*/ 70 w 72"/>
                  <a:gd name="T39" fmla="*/ 39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82">
                    <a:moveTo>
                      <a:pt x="70" y="39"/>
                    </a:moveTo>
                    <a:cubicBezTo>
                      <a:pt x="46" y="1"/>
                      <a:pt x="46" y="1"/>
                      <a:pt x="46" y="1"/>
                    </a:cubicBezTo>
                    <a:cubicBezTo>
                      <a:pt x="45" y="0"/>
                      <a:pt x="43" y="0"/>
                      <a:pt x="42" y="1"/>
                    </a:cubicBezTo>
                    <a:cubicBezTo>
                      <a:pt x="18" y="39"/>
                      <a:pt x="18" y="39"/>
                      <a:pt x="18" y="39"/>
                    </a:cubicBezTo>
                    <a:cubicBezTo>
                      <a:pt x="17" y="40"/>
                      <a:pt x="18" y="42"/>
                      <a:pt x="20" y="43"/>
                    </a:cubicBezTo>
                    <a:cubicBezTo>
                      <a:pt x="60" y="49"/>
                      <a:pt x="60" y="49"/>
                      <a:pt x="60" y="49"/>
                    </a:cubicBezTo>
                    <a:cubicBezTo>
                      <a:pt x="62" y="50"/>
                      <a:pt x="64" y="52"/>
                      <a:pt x="64" y="54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8" y="82"/>
                      <a:pt x="8" y="82"/>
                      <a:pt x="8" y="82"/>
                    </a:cubicBezTo>
                    <a:cubicBezTo>
                      <a:pt x="8" y="78"/>
                      <a:pt x="8" y="78"/>
                      <a:pt x="8" y="78"/>
                    </a:cubicBezTo>
                    <a:cubicBezTo>
                      <a:pt x="48" y="78"/>
                      <a:pt x="48" y="78"/>
                      <a:pt x="48" y="78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56" y="82"/>
                      <a:pt x="56" y="82"/>
                      <a:pt x="56" y="82"/>
                    </a:cubicBezTo>
                    <a:cubicBezTo>
                      <a:pt x="56" y="74"/>
                      <a:pt x="56" y="74"/>
                      <a:pt x="56" y="74"/>
                    </a:cubicBezTo>
                    <a:cubicBezTo>
                      <a:pt x="68" y="74"/>
                      <a:pt x="68" y="74"/>
                      <a:pt x="68" y="74"/>
                    </a:cubicBezTo>
                    <a:cubicBezTo>
                      <a:pt x="70" y="74"/>
                      <a:pt x="72" y="72"/>
                      <a:pt x="72" y="70"/>
                    </a:cubicBezTo>
                    <a:cubicBezTo>
                      <a:pt x="72" y="46"/>
                      <a:pt x="72" y="46"/>
                      <a:pt x="72" y="46"/>
                    </a:cubicBezTo>
                    <a:cubicBezTo>
                      <a:pt x="72" y="44"/>
                      <a:pt x="71" y="40"/>
                      <a:pt x="70" y="39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5" name="组合 474"/>
            <p:cNvGrpSpPr/>
            <p:nvPr/>
          </p:nvGrpSpPr>
          <p:grpSpPr>
            <a:xfrm>
              <a:off x="4452938" y="3606801"/>
              <a:ext cx="252413" cy="252412"/>
              <a:chOff x="4452938" y="3606801"/>
              <a:chExt cx="252413" cy="252412"/>
            </a:xfrm>
          </p:grpSpPr>
          <p:sp>
            <p:nvSpPr>
              <p:cNvPr id="373" name="Oval 71"/>
              <p:cNvSpPr>
                <a:spLocks noChangeArrowheads="1"/>
              </p:cNvSpPr>
              <p:nvPr/>
            </p:nvSpPr>
            <p:spPr bwMode="auto">
              <a:xfrm>
                <a:off x="4516438" y="3670301"/>
                <a:ext cx="127000" cy="125413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" name="Rectangle 72"/>
              <p:cNvSpPr>
                <a:spLocks noChangeArrowheads="1"/>
              </p:cNvSpPr>
              <p:nvPr/>
            </p:nvSpPr>
            <p:spPr bwMode="auto">
              <a:xfrm>
                <a:off x="4567238" y="3606801"/>
                <a:ext cx="25400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Freeform 73"/>
              <p:cNvSpPr>
                <a:spLocks/>
              </p:cNvSpPr>
              <p:nvPr/>
            </p:nvSpPr>
            <p:spPr bwMode="auto">
              <a:xfrm>
                <a:off x="4633913" y="3635376"/>
                <a:ext cx="42863" cy="44450"/>
              </a:xfrm>
              <a:custGeom>
                <a:avLst/>
                <a:gdLst>
                  <a:gd name="T0" fmla="*/ 27 w 27"/>
                  <a:gd name="T1" fmla="*/ 12 h 28"/>
                  <a:gd name="T2" fmla="*/ 16 w 27"/>
                  <a:gd name="T3" fmla="*/ 0 h 28"/>
                  <a:gd name="T4" fmla="*/ 0 w 27"/>
                  <a:gd name="T5" fmla="*/ 16 h 28"/>
                  <a:gd name="T6" fmla="*/ 12 w 27"/>
                  <a:gd name="T7" fmla="*/ 28 h 28"/>
                  <a:gd name="T8" fmla="*/ 27 w 27"/>
                  <a:gd name="T9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8">
                    <a:moveTo>
                      <a:pt x="27" y="12"/>
                    </a:moveTo>
                    <a:lnTo>
                      <a:pt x="16" y="0"/>
                    </a:lnTo>
                    <a:lnTo>
                      <a:pt x="0" y="16"/>
                    </a:lnTo>
                    <a:lnTo>
                      <a:pt x="12" y="28"/>
                    </a:lnTo>
                    <a:lnTo>
                      <a:pt x="27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6" name="Rectangle 74"/>
              <p:cNvSpPr>
                <a:spLocks noChangeArrowheads="1"/>
              </p:cNvSpPr>
              <p:nvPr/>
            </p:nvSpPr>
            <p:spPr bwMode="auto">
              <a:xfrm>
                <a:off x="4668838" y="3721101"/>
                <a:ext cx="36513" cy="23813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7" name="Freeform 75"/>
              <p:cNvSpPr>
                <a:spLocks/>
              </p:cNvSpPr>
              <p:nvPr/>
            </p:nvSpPr>
            <p:spPr bwMode="auto">
              <a:xfrm>
                <a:off x="4633913" y="3786188"/>
                <a:ext cx="42863" cy="44450"/>
              </a:xfrm>
              <a:custGeom>
                <a:avLst/>
                <a:gdLst>
                  <a:gd name="T0" fmla="*/ 0 w 27"/>
                  <a:gd name="T1" fmla="*/ 12 h 28"/>
                  <a:gd name="T2" fmla="*/ 16 w 27"/>
                  <a:gd name="T3" fmla="*/ 28 h 28"/>
                  <a:gd name="T4" fmla="*/ 27 w 27"/>
                  <a:gd name="T5" fmla="*/ 16 h 28"/>
                  <a:gd name="T6" fmla="*/ 12 w 27"/>
                  <a:gd name="T7" fmla="*/ 0 h 28"/>
                  <a:gd name="T8" fmla="*/ 0 w 27"/>
                  <a:gd name="T9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28">
                    <a:moveTo>
                      <a:pt x="0" y="12"/>
                    </a:moveTo>
                    <a:lnTo>
                      <a:pt x="16" y="28"/>
                    </a:lnTo>
                    <a:lnTo>
                      <a:pt x="27" y="16"/>
                    </a:lnTo>
                    <a:lnTo>
                      <a:pt x="12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8" name="Rectangle 76"/>
              <p:cNvSpPr>
                <a:spLocks noChangeArrowheads="1"/>
              </p:cNvSpPr>
              <p:nvPr/>
            </p:nvSpPr>
            <p:spPr bwMode="auto">
              <a:xfrm>
                <a:off x="4567238" y="3821113"/>
                <a:ext cx="25400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9" name="Freeform 77"/>
              <p:cNvSpPr>
                <a:spLocks/>
              </p:cNvSpPr>
              <p:nvPr/>
            </p:nvSpPr>
            <p:spPr bwMode="auto">
              <a:xfrm>
                <a:off x="4481513" y="3786188"/>
                <a:ext cx="44450" cy="44450"/>
              </a:xfrm>
              <a:custGeom>
                <a:avLst/>
                <a:gdLst>
                  <a:gd name="T0" fmla="*/ 0 w 28"/>
                  <a:gd name="T1" fmla="*/ 16 h 28"/>
                  <a:gd name="T2" fmla="*/ 12 w 28"/>
                  <a:gd name="T3" fmla="*/ 28 h 28"/>
                  <a:gd name="T4" fmla="*/ 28 w 28"/>
                  <a:gd name="T5" fmla="*/ 12 h 28"/>
                  <a:gd name="T6" fmla="*/ 16 w 28"/>
                  <a:gd name="T7" fmla="*/ 0 h 28"/>
                  <a:gd name="T8" fmla="*/ 0 w 28"/>
                  <a:gd name="T9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0" y="16"/>
                    </a:moveTo>
                    <a:lnTo>
                      <a:pt x="12" y="28"/>
                    </a:lnTo>
                    <a:lnTo>
                      <a:pt x="28" y="12"/>
                    </a:lnTo>
                    <a:lnTo>
                      <a:pt x="16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0" name="Rectangle 78"/>
              <p:cNvSpPr>
                <a:spLocks noChangeArrowheads="1"/>
              </p:cNvSpPr>
              <p:nvPr/>
            </p:nvSpPr>
            <p:spPr bwMode="auto">
              <a:xfrm>
                <a:off x="4452938" y="3721101"/>
                <a:ext cx="38100" cy="23813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1" name="Freeform 79"/>
              <p:cNvSpPr>
                <a:spLocks/>
              </p:cNvSpPr>
              <p:nvPr/>
            </p:nvSpPr>
            <p:spPr bwMode="auto">
              <a:xfrm>
                <a:off x="4481513" y="3635376"/>
                <a:ext cx="44450" cy="44450"/>
              </a:xfrm>
              <a:custGeom>
                <a:avLst/>
                <a:gdLst>
                  <a:gd name="T0" fmla="*/ 28 w 28"/>
                  <a:gd name="T1" fmla="*/ 16 h 28"/>
                  <a:gd name="T2" fmla="*/ 12 w 28"/>
                  <a:gd name="T3" fmla="*/ 0 h 28"/>
                  <a:gd name="T4" fmla="*/ 0 w 28"/>
                  <a:gd name="T5" fmla="*/ 12 h 28"/>
                  <a:gd name="T6" fmla="*/ 16 w 28"/>
                  <a:gd name="T7" fmla="*/ 28 h 28"/>
                  <a:gd name="T8" fmla="*/ 28 w 28"/>
                  <a:gd name="T9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28" y="16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16" y="28"/>
                    </a:lnTo>
                    <a:lnTo>
                      <a:pt x="28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4" name="组合 473"/>
            <p:cNvGrpSpPr/>
            <p:nvPr/>
          </p:nvGrpSpPr>
          <p:grpSpPr>
            <a:xfrm>
              <a:off x="3846513" y="3619501"/>
              <a:ext cx="255588" cy="252413"/>
              <a:chOff x="3846513" y="3619501"/>
              <a:chExt cx="255588" cy="252413"/>
            </a:xfrm>
          </p:grpSpPr>
          <p:sp>
            <p:nvSpPr>
              <p:cNvPr id="382" name="Rectangle 80"/>
              <p:cNvSpPr>
                <a:spLocks noChangeArrowheads="1"/>
              </p:cNvSpPr>
              <p:nvPr/>
            </p:nvSpPr>
            <p:spPr bwMode="auto">
              <a:xfrm>
                <a:off x="3846513" y="3619501"/>
                <a:ext cx="25400" cy="252413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3" name="Freeform 81"/>
              <p:cNvSpPr>
                <a:spLocks/>
              </p:cNvSpPr>
              <p:nvPr/>
            </p:nvSpPr>
            <p:spPr bwMode="auto">
              <a:xfrm>
                <a:off x="3960813" y="3644901"/>
                <a:ext cx="38100" cy="125413"/>
              </a:xfrm>
              <a:custGeom>
                <a:avLst/>
                <a:gdLst>
                  <a:gd name="T0" fmla="*/ 0 w 24"/>
                  <a:gd name="T1" fmla="*/ 79 h 79"/>
                  <a:gd name="T2" fmla="*/ 24 w 24"/>
                  <a:gd name="T3" fmla="*/ 69 h 79"/>
                  <a:gd name="T4" fmla="*/ 24 w 24"/>
                  <a:gd name="T5" fmla="*/ 10 h 79"/>
                  <a:gd name="T6" fmla="*/ 0 w 24"/>
                  <a:gd name="T7" fmla="*/ 0 h 79"/>
                  <a:gd name="T8" fmla="*/ 0 w 24"/>
                  <a:gd name="T9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79">
                    <a:moveTo>
                      <a:pt x="0" y="79"/>
                    </a:moveTo>
                    <a:lnTo>
                      <a:pt x="24" y="69"/>
                    </a:lnTo>
                    <a:lnTo>
                      <a:pt x="24" y="10"/>
                    </a:lnTo>
                    <a:lnTo>
                      <a:pt x="0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4" name="Freeform 82"/>
              <p:cNvSpPr>
                <a:spLocks/>
              </p:cNvSpPr>
              <p:nvPr/>
            </p:nvSpPr>
            <p:spPr bwMode="auto">
              <a:xfrm>
                <a:off x="3897313" y="3622676"/>
                <a:ext cx="38100" cy="169863"/>
              </a:xfrm>
              <a:custGeom>
                <a:avLst/>
                <a:gdLst>
                  <a:gd name="T0" fmla="*/ 0 w 12"/>
                  <a:gd name="T1" fmla="*/ 7 h 54"/>
                  <a:gd name="T2" fmla="*/ 0 w 12"/>
                  <a:gd name="T3" fmla="*/ 47 h 54"/>
                  <a:gd name="T4" fmla="*/ 8 w 12"/>
                  <a:gd name="T5" fmla="*/ 52 h 54"/>
                  <a:gd name="T6" fmla="*/ 12 w 12"/>
                  <a:gd name="T7" fmla="*/ 50 h 54"/>
                  <a:gd name="T8" fmla="*/ 12 w 12"/>
                  <a:gd name="T9" fmla="*/ 4 h 54"/>
                  <a:gd name="T10" fmla="*/ 8 w 12"/>
                  <a:gd name="T11" fmla="*/ 2 h 54"/>
                  <a:gd name="T12" fmla="*/ 0 w 12"/>
                  <a:gd name="T13" fmla="*/ 7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" h="54">
                    <a:moveTo>
                      <a:pt x="0" y="7"/>
                    </a:moveTo>
                    <a:cubicBezTo>
                      <a:pt x="0" y="47"/>
                      <a:pt x="0" y="47"/>
                      <a:pt x="0" y="47"/>
                    </a:cubicBezTo>
                    <a:cubicBezTo>
                      <a:pt x="0" y="51"/>
                      <a:pt x="4" y="54"/>
                      <a:pt x="8" y="52"/>
                    </a:cubicBezTo>
                    <a:cubicBezTo>
                      <a:pt x="12" y="50"/>
                      <a:pt x="12" y="50"/>
                      <a:pt x="12" y="50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4" y="0"/>
                      <a:pt x="0" y="3"/>
                      <a:pt x="0" y="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5" name="Freeform 83"/>
              <p:cNvSpPr>
                <a:spLocks/>
              </p:cNvSpPr>
              <p:nvPr/>
            </p:nvSpPr>
            <p:spPr bwMode="auto">
              <a:xfrm>
                <a:off x="4024313" y="3670301"/>
                <a:ext cx="77788" cy="74613"/>
              </a:xfrm>
              <a:custGeom>
                <a:avLst/>
                <a:gdLst>
                  <a:gd name="T0" fmla="*/ 21 w 25"/>
                  <a:gd name="T1" fmla="*/ 9 h 24"/>
                  <a:gd name="T2" fmla="*/ 0 w 25"/>
                  <a:gd name="T3" fmla="*/ 0 h 24"/>
                  <a:gd name="T4" fmla="*/ 0 w 25"/>
                  <a:gd name="T5" fmla="*/ 24 h 24"/>
                  <a:gd name="T6" fmla="*/ 21 w 25"/>
                  <a:gd name="T7" fmla="*/ 15 h 24"/>
                  <a:gd name="T8" fmla="*/ 21 w 25"/>
                  <a:gd name="T9" fmla="*/ 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4">
                    <a:moveTo>
                      <a:pt x="21" y="9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21" y="15"/>
                      <a:pt x="21" y="15"/>
                      <a:pt x="21" y="15"/>
                    </a:cubicBezTo>
                    <a:cubicBezTo>
                      <a:pt x="25" y="13"/>
                      <a:pt x="25" y="11"/>
                      <a:pt x="21" y="9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3" name="组合 472"/>
            <p:cNvGrpSpPr/>
            <p:nvPr/>
          </p:nvGrpSpPr>
          <p:grpSpPr>
            <a:xfrm>
              <a:off x="3240088" y="3606801"/>
              <a:ext cx="252413" cy="252412"/>
              <a:chOff x="3240088" y="3606801"/>
              <a:chExt cx="252413" cy="252412"/>
            </a:xfrm>
          </p:grpSpPr>
          <p:sp>
            <p:nvSpPr>
              <p:cNvPr id="386" name="Freeform 84"/>
              <p:cNvSpPr>
                <a:spLocks/>
              </p:cNvSpPr>
              <p:nvPr/>
            </p:nvSpPr>
            <p:spPr bwMode="auto">
              <a:xfrm>
                <a:off x="3354388" y="3770313"/>
                <a:ext cx="61913" cy="88900"/>
              </a:xfrm>
              <a:custGeom>
                <a:avLst/>
                <a:gdLst>
                  <a:gd name="T0" fmla="*/ 12 w 20"/>
                  <a:gd name="T1" fmla="*/ 18 h 28"/>
                  <a:gd name="T2" fmla="*/ 10 w 20"/>
                  <a:gd name="T3" fmla="*/ 20 h 28"/>
                  <a:gd name="T4" fmla="*/ 8 w 20"/>
                  <a:gd name="T5" fmla="*/ 18 h 28"/>
                  <a:gd name="T6" fmla="*/ 8 w 20"/>
                  <a:gd name="T7" fmla="*/ 0 h 28"/>
                  <a:gd name="T8" fmla="*/ 0 w 20"/>
                  <a:gd name="T9" fmla="*/ 0 h 28"/>
                  <a:gd name="T10" fmla="*/ 0 w 20"/>
                  <a:gd name="T11" fmla="*/ 18 h 28"/>
                  <a:gd name="T12" fmla="*/ 10 w 20"/>
                  <a:gd name="T13" fmla="*/ 28 h 28"/>
                  <a:gd name="T14" fmla="*/ 20 w 20"/>
                  <a:gd name="T15" fmla="*/ 18 h 28"/>
                  <a:gd name="T16" fmla="*/ 20 w 20"/>
                  <a:gd name="T17" fmla="*/ 16 h 28"/>
                  <a:gd name="T18" fmla="*/ 12 w 20"/>
                  <a:gd name="T19" fmla="*/ 16 h 28"/>
                  <a:gd name="T20" fmla="*/ 12 w 20"/>
                  <a:gd name="T21" fmla="*/ 1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" h="28">
                    <a:moveTo>
                      <a:pt x="12" y="18"/>
                    </a:moveTo>
                    <a:cubicBezTo>
                      <a:pt x="12" y="19"/>
                      <a:pt x="11" y="20"/>
                      <a:pt x="10" y="20"/>
                    </a:cubicBezTo>
                    <a:cubicBezTo>
                      <a:pt x="9" y="20"/>
                      <a:pt x="8" y="19"/>
                      <a:pt x="8" y="1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24"/>
                      <a:pt x="5" y="28"/>
                      <a:pt x="10" y="28"/>
                    </a:cubicBezTo>
                    <a:cubicBezTo>
                      <a:pt x="16" y="28"/>
                      <a:pt x="20" y="24"/>
                      <a:pt x="20" y="18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12" y="16"/>
                      <a:pt x="12" y="16"/>
                      <a:pt x="12" y="16"/>
                    </a:cubicBezTo>
                    <a:lnTo>
                      <a:pt x="12" y="1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7" name="Freeform 85"/>
              <p:cNvSpPr>
                <a:spLocks/>
              </p:cNvSpPr>
              <p:nvPr/>
            </p:nvSpPr>
            <p:spPr bwMode="auto">
              <a:xfrm>
                <a:off x="3240088" y="3606801"/>
                <a:ext cx="252413" cy="150813"/>
              </a:xfrm>
              <a:custGeom>
                <a:avLst/>
                <a:gdLst>
                  <a:gd name="T0" fmla="*/ 44 w 80"/>
                  <a:gd name="T1" fmla="*/ 8 h 48"/>
                  <a:gd name="T2" fmla="*/ 44 w 80"/>
                  <a:gd name="T3" fmla="*/ 4 h 48"/>
                  <a:gd name="T4" fmla="*/ 40 w 80"/>
                  <a:gd name="T5" fmla="*/ 0 h 48"/>
                  <a:gd name="T6" fmla="*/ 36 w 80"/>
                  <a:gd name="T7" fmla="*/ 4 h 48"/>
                  <a:gd name="T8" fmla="*/ 36 w 80"/>
                  <a:gd name="T9" fmla="*/ 8 h 48"/>
                  <a:gd name="T10" fmla="*/ 0 w 80"/>
                  <a:gd name="T11" fmla="*/ 48 h 48"/>
                  <a:gd name="T12" fmla="*/ 20 w 80"/>
                  <a:gd name="T13" fmla="*/ 40 h 48"/>
                  <a:gd name="T14" fmla="*/ 40 w 80"/>
                  <a:gd name="T15" fmla="*/ 48 h 48"/>
                  <a:gd name="T16" fmla="*/ 60 w 80"/>
                  <a:gd name="T17" fmla="*/ 40 h 48"/>
                  <a:gd name="T18" fmla="*/ 80 w 80"/>
                  <a:gd name="T19" fmla="*/ 48 h 48"/>
                  <a:gd name="T20" fmla="*/ 44 w 80"/>
                  <a:gd name="T21" fmla="*/ 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" h="48">
                    <a:moveTo>
                      <a:pt x="44" y="8"/>
                    </a:moveTo>
                    <a:cubicBezTo>
                      <a:pt x="44" y="4"/>
                      <a:pt x="44" y="4"/>
                      <a:pt x="44" y="4"/>
                    </a:cubicBezTo>
                    <a:cubicBezTo>
                      <a:pt x="44" y="2"/>
                      <a:pt x="42" y="0"/>
                      <a:pt x="40" y="0"/>
                    </a:cubicBezTo>
                    <a:cubicBezTo>
                      <a:pt x="38" y="0"/>
                      <a:pt x="36" y="2"/>
                      <a:pt x="36" y="4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16" y="10"/>
                      <a:pt x="0" y="27"/>
                      <a:pt x="0" y="48"/>
                    </a:cubicBezTo>
                    <a:cubicBezTo>
                      <a:pt x="5" y="43"/>
                      <a:pt x="12" y="40"/>
                      <a:pt x="20" y="40"/>
                    </a:cubicBezTo>
                    <a:cubicBezTo>
                      <a:pt x="28" y="40"/>
                      <a:pt x="35" y="43"/>
                      <a:pt x="40" y="48"/>
                    </a:cubicBezTo>
                    <a:cubicBezTo>
                      <a:pt x="45" y="43"/>
                      <a:pt x="52" y="40"/>
                      <a:pt x="60" y="40"/>
                    </a:cubicBezTo>
                    <a:cubicBezTo>
                      <a:pt x="68" y="40"/>
                      <a:pt x="75" y="43"/>
                      <a:pt x="80" y="48"/>
                    </a:cubicBezTo>
                    <a:cubicBezTo>
                      <a:pt x="80" y="27"/>
                      <a:pt x="64" y="10"/>
                      <a:pt x="44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8" name="Freeform 86"/>
            <p:cNvSpPr>
              <a:spLocks noEditPoints="1"/>
            </p:cNvSpPr>
            <p:nvPr/>
          </p:nvSpPr>
          <p:spPr bwMode="auto">
            <a:xfrm>
              <a:off x="5059363" y="3606801"/>
              <a:ext cx="254000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8 w 80"/>
                <a:gd name="T11" fmla="*/ 16 h 80"/>
                <a:gd name="T12" fmla="*/ 56 w 80"/>
                <a:gd name="T13" fmla="*/ 16 h 80"/>
                <a:gd name="T14" fmla="*/ 56 w 80"/>
                <a:gd name="T15" fmla="*/ 32 h 80"/>
                <a:gd name="T16" fmla="*/ 48 w 80"/>
                <a:gd name="T17" fmla="*/ 32 h 80"/>
                <a:gd name="T18" fmla="*/ 48 w 80"/>
                <a:gd name="T19" fmla="*/ 16 h 80"/>
                <a:gd name="T20" fmla="*/ 24 w 80"/>
                <a:gd name="T21" fmla="*/ 16 h 80"/>
                <a:gd name="T22" fmla="*/ 32 w 80"/>
                <a:gd name="T23" fmla="*/ 16 h 80"/>
                <a:gd name="T24" fmla="*/ 32 w 80"/>
                <a:gd name="T25" fmla="*/ 32 h 80"/>
                <a:gd name="T26" fmla="*/ 24 w 80"/>
                <a:gd name="T27" fmla="*/ 32 h 80"/>
                <a:gd name="T28" fmla="*/ 24 w 80"/>
                <a:gd name="T29" fmla="*/ 16 h 80"/>
                <a:gd name="T30" fmla="*/ 64 w 80"/>
                <a:gd name="T31" fmla="*/ 48 h 80"/>
                <a:gd name="T32" fmla="*/ 40 w 80"/>
                <a:gd name="T33" fmla="*/ 68 h 80"/>
                <a:gd name="T34" fmla="*/ 16 w 80"/>
                <a:gd name="T35" fmla="*/ 48 h 80"/>
                <a:gd name="T36" fmla="*/ 16 w 80"/>
                <a:gd name="T37" fmla="*/ 44 h 80"/>
                <a:gd name="T38" fmla="*/ 64 w 80"/>
                <a:gd name="T39" fmla="*/ 44 h 80"/>
                <a:gd name="T40" fmla="*/ 64 w 80"/>
                <a:gd name="T41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8" y="16"/>
                  </a:moveTo>
                  <a:cubicBezTo>
                    <a:pt x="56" y="16"/>
                    <a:pt x="56" y="16"/>
                    <a:pt x="56" y="16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48" y="32"/>
                    <a:pt x="48" y="32"/>
                    <a:pt x="48" y="32"/>
                  </a:cubicBezTo>
                  <a:lnTo>
                    <a:pt x="48" y="16"/>
                  </a:lnTo>
                  <a:close/>
                  <a:moveTo>
                    <a:pt x="24" y="16"/>
                  </a:moveTo>
                  <a:cubicBezTo>
                    <a:pt x="32" y="16"/>
                    <a:pt x="32" y="16"/>
                    <a:pt x="32" y="16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4" y="32"/>
                    <a:pt x="24" y="32"/>
                    <a:pt x="24" y="32"/>
                  </a:cubicBezTo>
                  <a:lnTo>
                    <a:pt x="24" y="16"/>
                  </a:lnTo>
                  <a:close/>
                  <a:moveTo>
                    <a:pt x="64" y="48"/>
                  </a:moveTo>
                  <a:cubicBezTo>
                    <a:pt x="64" y="58"/>
                    <a:pt x="53" y="68"/>
                    <a:pt x="40" y="68"/>
                  </a:cubicBezTo>
                  <a:cubicBezTo>
                    <a:pt x="27" y="68"/>
                    <a:pt x="16" y="58"/>
                    <a:pt x="16" y="48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9" name="Freeform 87"/>
            <p:cNvSpPr>
              <a:spLocks noEditPoints="1"/>
            </p:cNvSpPr>
            <p:nvPr/>
          </p:nvSpPr>
          <p:spPr bwMode="auto">
            <a:xfrm>
              <a:off x="6273801" y="3606801"/>
              <a:ext cx="252413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8 w 80"/>
                <a:gd name="T11" fmla="*/ 20 h 80"/>
                <a:gd name="T12" fmla="*/ 56 w 80"/>
                <a:gd name="T13" fmla="*/ 20 h 80"/>
                <a:gd name="T14" fmla="*/ 56 w 80"/>
                <a:gd name="T15" fmla="*/ 36 h 80"/>
                <a:gd name="T16" fmla="*/ 48 w 80"/>
                <a:gd name="T17" fmla="*/ 36 h 80"/>
                <a:gd name="T18" fmla="*/ 48 w 80"/>
                <a:gd name="T19" fmla="*/ 20 h 80"/>
                <a:gd name="T20" fmla="*/ 24 w 80"/>
                <a:gd name="T21" fmla="*/ 20 h 80"/>
                <a:gd name="T22" fmla="*/ 32 w 80"/>
                <a:gd name="T23" fmla="*/ 20 h 80"/>
                <a:gd name="T24" fmla="*/ 32 w 80"/>
                <a:gd name="T25" fmla="*/ 36 h 80"/>
                <a:gd name="T26" fmla="*/ 24 w 80"/>
                <a:gd name="T27" fmla="*/ 36 h 80"/>
                <a:gd name="T28" fmla="*/ 24 w 80"/>
                <a:gd name="T29" fmla="*/ 20 h 80"/>
                <a:gd name="T30" fmla="*/ 60 w 80"/>
                <a:gd name="T31" fmla="*/ 60 h 80"/>
                <a:gd name="T32" fmla="*/ 20 w 80"/>
                <a:gd name="T33" fmla="*/ 60 h 80"/>
                <a:gd name="T34" fmla="*/ 20 w 80"/>
                <a:gd name="T35" fmla="*/ 52 h 80"/>
                <a:gd name="T36" fmla="*/ 60 w 80"/>
                <a:gd name="T37" fmla="*/ 52 h 80"/>
                <a:gd name="T38" fmla="*/ 60 w 80"/>
                <a:gd name="T39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8" y="20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48" y="36"/>
                    <a:pt x="48" y="36"/>
                    <a:pt x="48" y="36"/>
                  </a:cubicBezTo>
                  <a:lnTo>
                    <a:pt x="48" y="20"/>
                  </a:lnTo>
                  <a:close/>
                  <a:moveTo>
                    <a:pt x="24" y="20"/>
                  </a:moveTo>
                  <a:cubicBezTo>
                    <a:pt x="32" y="20"/>
                    <a:pt x="32" y="20"/>
                    <a:pt x="32" y="20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24" y="36"/>
                    <a:pt x="24" y="36"/>
                    <a:pt x="24" y="36"/>
                  </a:cubicBezTo>
                  <a:lnTo>
                    <a:pt x="24" y="20"/>
                  </a:lnTo>
                  <a:close/>
                  <a:moveTo>
                    <a:pt x="60" y="60"/>
                  </a:moveTo>
                  <a:cubicBezTo>
                    <a:pt x="20" y="60"/>
                    <a:pt x="20" y="60"/>
                    <a:pt x="20" y="60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60" y="52"/>
                    <a:pt x="60" y="52"/>
                    <a:pt x="60" y="52"/>
                  </a:cubicBezTo>
                  <a:lnTo>
                    <a:pt x="60" y="6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0" name="Freeform 88"/>
            <p:cNvSpPr>
              <a:spLocks noEditPoints="1"/>
            </p:cNvSpPr>
            <p:nvPr/>
          </p:nvSpPr>
          <p:spPr bwMode="auto">
            <a:xfrm>
              <a:off x="5665788" y="3606801"/>
              <a:ext cx="254000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28 w 80"/>
                <a:gd name="T11" fmla="*/ 20 h 80"/>
                <a:gd name="T12" fmla="*/ 36 w 80"/>
                <a:gd name="T13" fmla="*/ 28 h 80"/>
                <a:gd name="T14" fmla="*/ 28 w 80"/>
                <a:gd name="T15" fmla="*/ 36 h 80"/>
                <a:gd name="T16" fmla="*/ 20 w 80"/>
                <a:gd name="T17" fmla="*/ 28 h 80"/>
                <a:gd name="T18" fmla="*/ 28 w 80"/>
                <a:gd name="T19" fmla="*/ 20 h 80"/>
                <a:gd name="T20" fmla="*/ 40 w 80"/>
                <a:gd name="T21" fmla="*/ 68 h 80"/>
                <a:gd name="T22" fmla="*/ 16 w 80"/>
                <a:gd name="T23" fmla="*/ 56 h 80"/>
                <a:gd name="T24" fmla="*/ 22 w 80"/>
                <a:gd name="T25" fmla="*/ 50 h 80"/>
                <a:gd name="T26" fmla="*/ 40 w 80"/>
                <a:gd name="T27" fmla="*/ 59 h 80"/>
                <a:gd name="T28" fmla="*/ 58 w 80"/>
                <a:gd name="T29" fmla="*/ 50 h 80"/>
                <a:gd name="T30" fmla="*/ 64 w 80"/>
                <a:gd name="T31" fmla="*/ 56 h 80"/>
                <a:gd name="T32" fmla="*/ 40 w 80"/>
                <a:gd name="T33" fmla="*/ 68 h 80"/>
                <a:gd name="T34" fmla="*/ 64 w 80"/>
                <a:gd name="T35" fmla="*/ 32 h 80"/>
                <a:gd name="T36" fmla="*/ 48 w 80"/>
                <a:gd name="T37" fmla="*/ 32 h 80"/>
                <a:gd name="T38" fmla="*/ 48 w 80"/>
                <a:gd name="T39" fmla="*/ 24 h 80"/>
                <a:gd name="T40" fmla="*/ 64 w 80"/>
                <a:gd name="T41" fmla="*/ 24 h 80"/>
                <a:gd name="T42" fmla="*/ 64 w 80"/>
                <a:gd name="T43" fmla="*/ 3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28" y="20"/>
                  </a:moveTo>
                  <a:cubicBezTo>
                    <a:pt x="32" y="20"/>
                    <a:pt x="36" y="24"/>
                    <a:pt x="36" y="28"/>
                  </a:cubicBezTo>
                  <a:cubicBezTo>
                    <a:pt x="36" y="32"/>
                    <a:pt x="32" y="36"/>
                    <a:pt x="28" y="36"/>
                  </a:cubicBezTo>
                  <a:cubicBezTo>
                    <a:pt x="24" y="36"/>
                    <a:pt x="20" y="32"/>
                    <a:pt x="20" y="28"/>
                  </a:cubicBezTo>
                  <a:cubicBezTo>
                    <a:pt x="20" y="24"/>
                    <a:pt x="24" y="20"/>
                    <a:pt x="28" y="20"/>
                  </a:cubicBezTo>
                  <a:close/>
                  <a:moveTo>
                    <a:pt x="40" y="68"/>
                  </a:moveTo>
                  <a:cubicBezTo>
                    <a:pt x="30" y="68"/>
                    <a:pt x="22" y="63"/>
                    <a:pt x="16" y="56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6" y="56"/>
                    <a:pt x="33" y="59"/>
                    <a:pt x="40" y="59"/>
                  </a:cubicBezTo>
                  <a:cubicBezTo>
                    <a:pt x="47" y="59"/>
                    <a:pt x="54" y="56"/>
                    <a:pt x="58" y="50"/>
                  </a:cubicBezTo>
                  <a:cubicBezTo>
                    <a:pt x="64" y="56"/>
                    <a:pt x="64" y="56"/>
                    <a:pt x="64" y="56"/>
                  </a:cubicBezTo>
                  <a:cubicBezTo>
                    <a:pt x="58" y="63"/>
                    <a:pt x="50" y="68"/>
                    <a:pt x="40" y="68"/>
                  </a:cubicBezTo>
                  <a:close/>
                  <a:moveTo>
                    <a:pt x="64" y="32"/>
                  </a:moveTo>
                  <a:cubicBezTo>
                    <a:pt x="48" y="32"/>
                    <a:pt x="48" y="32"/>
                    <a:pt x="48" y="32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64" y="24"/>
                    <a:pt x="64" y="24"/>
                    <a:pt x="64" y="24"/>
                  </a:cubicBezTo>
                  <a:lnTo>
                    <a:pt x="64" y="3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1" name="Freeform 89"/>
            <p:cNvSpPr>
              <a:spLocks noEditPoints="1"/>
            </p:cNvSpPr>
            <p:nvPr/>
          </p:nvSpPr>
          <p:spPr bwMode="auto">
            <a:xfrm>
              <a:off x="7486651" y="3606801"/>
              <a:ext cx="252413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28 w 80"/>
                <a:gd name="T11" fmla="*/ 56 h 80"/>
                <a:gd name="T12" fmla="*/ 20 w 80"/>
                <a:gd name="T13" fmla="*/ 56 h 80"/>
                <a:gd name="T14" fmla="*/ 20 w 80"/>
                <a:gd name="T15" fmla="*/ 52 h 80"/>
                <a:gd name="T16" fmla="*/ 12 w 80"/>
                <a:gd name="T17" fmla="*/ 52 h 80"/>
                <a:gd name="T18" fmla="*/ 12 w 80"/>
                <a:gd name="T19" fmla="*/ 44 h 80"/>
                <a:gd name="T20" fmla="*/ 26 w 80"/>
                <a:gd name="T21" fmla="*/ 44 h 80"/>
                <a:gd name="T22" fmla="*/ 28 w 80"/>
                <a:gd name="T23" fmla="*/ 42 h 80"/>
                <a:gd name="T24" fmla="*/ 26 w 80"/>
                <a:gd name="T25" fmla="*/ 40 h 80"/>
                <a:gd name="T26" fmla="*/ 22 w 80"/>
                <a:gd name="T27" fmla="*/ 40 h 80"/>
                <a:gd name="T28" fmla="*/ 12 w 80"/>
                <a:gd name="T29" fmla="*/ 30 h 80"/>
                <a:gd name="T30" fmla="*/ 20 w 80"/>
                <a:gd name="T31" fmla="*/ 20 h 80"/>
                <a:gd name="T32" fmla="*/ 20 w 80"/>
                <a:gd name="T33" fmla="*/ 16 h 80"/>
                <a:gd name="T34" fmla="*/ 28 w 80"/>
                <a:gd name="T35" fmla="*/ 16 h 80"/>
                <a:gd name="T36" fmla="*/ 28 w 80"/>
                <a:gd name="T37" fmla="*/ 20 h 80"/>
                <a:gd name="T38" fmla="*/ 36 w 80"/>
                <a:gd name="T39" fmla="*/ 20 h 80"/>
                <a:gd name="T40" fmla="*/ 36 w 80"/>
                <a:gd name="T41" fmla="*/ 28 h 80"/>
                <a:gd name="T42" fmla="*/ 22 w 80"/>
                <a:gd name="T43" fmla="*/ 28 h 80"/>
                <a:gd name="T44" fmla="*/ 20 w 80"/>
                <a:gd name="T45" fmla="*/ 30 h 80"/>
                <a:gd name="T46" fmla="*/ 22 w 80"/>
                <a:gd name="T47" fmla="*/ 32 h 80"/>
                <a:gd name="T48" fmla="*/ 26 w 80"/>
                <a:gd name="T49" fmla="*/ 32 h 80"/>
                <a:gd name="T50" fmla="*/ 36 w 80"/>
                <a:gd name="T51" fmla="*/ 42 h 80"/>
                <a:gd name="T52" fmla="*/ 28 w 80"/>
                <a:gd name="T53" fmla="*/ 52 h 80"/>
                <a:gd name="T54" fmla="*/ 28 w 80"/>
                <a:gd name="T55" fmla="*/ 56 h 80"/>
                <a:gd name="T56" fmla="*/ 48 w 80"/>
                <a:gd name="T57" fmla="*/ 68 h 80"/>
                <a:gd name="T58" fmla="*/ 32 w 80"/>
                <a:gd name="T59" fmla="*/ 68 h 80"/>
                <a:gd name="T60" fmla="*/ 32 w 80"/>
                <a:gd name="T61" fmla="*/ 60 h 80"/>
                <a:gd name="T62" fmla="*/ 48 w 80"/>
                <a:gd name="T63" fmla="*/ 60 h 80"/>
                <a:gd name="T64" fmla="*/ 48 w 80"/>
                <a:gd name="T65" fmla="*/ 68 h 80"/>
                <a:gd name="T66" fmla="*/ 68 w 80"/>
                <a:gd name="T67" fmla="*/ 28 h 80"/>
                <a:gd name="T68" fmla="*/ 54 w 80"/>
                <a:gd name="T69" fmla="*/ 28 h 80"/>
                <a:gd name="T70" fmla="*/ 52 w 80"/>
                <a:gd name="T71" fmla="*/ 30 h 80"/>
                <a:gd name="T72" fmla="*/ 54 w 80"/>
                <a:gd name="T73" fmla="*/ 32 h 80"/>
                <a:gd name="T74" fmla="*/ 58 w 80"/>
                <a:gd name="T75" fmla="*/ 32 h 80"/>
                <a:gd name="T76" fmla="*/ 68 w 80"/>
                <a:gd name="T77" fmla="*/ 42 h 80"/>
                <a:gd name="T78" fmla="*/ 60 w 80"/>
                <a:gd name="T79" fmla="*/ 52 h 80"/>
                <a:gd name="T80" fmla="*/ 60 w 80"/>
                <a:gd name="T81" fmla="*/ 56 h 80"/>
                <a:gd name="T82" fmla="*/ 52 w 80"/>
                <a:gd name="T83" fmla="*/ 56 h 80"/>
                <a:gd name="T84" fmla="*/ 52 w 80"/>
                <a:gd name="T85" fmla="*/ 52 h 80"/>
                <a:gd name="T86" fmla="*/ 44 w 80"/>
                <a:gd name="T87" fmla="*/ 52 h 80"/>
                <a:gd name="T88" fmla="*/ 44 w 80"/>
                <a:gd name="T89" fmla="*/ 44 h 80"/>
                <a:gd name="T90" fmla="*/ 58 w 80"/>
                <a:gd name="T91" fmla="*/ 44 h 80"/>
                <a:gd name="T92" fmla="*/ 60 w 80"/>
                <a:gd name="T93" fmla="*/ 42 h 80"/>
                <a:gd name="T94" fmla="*/ 58 w 80"/>
                <a:gd name="T95" fmla="*/ 40 h 80"/>
                <a:gd name="T96" fmla="*/ 54 w 80"/>
                <a:gd name="T97" fmla="*/ 40 h 80"/>
                <a:gd name="T98" fmla="*/ 44 w 80"/>
                <a:gd name="T99" fmla="*/ 30 h 80"/>
                <a:gd name="T100" fmla="*/ 52 w 80"/>
                <a:gd name="T101" fmla="*/ 20 h 80"/>
                <a:gd name="T102" fmla="*/ 52 w 80"/>
                <a:gd name="T103" fmla="*/ 16 h 80"/>
                <a:gd name="T104" fmla="*/ 60 w 80"/>
                <a:gd name="T105" fmla="*/ 16 h 80"/>
                <a:gd name="T106" fmla="*/ 60 w 80"/>
                <a:gd name="T107" fmla="*/ 20 h 80"/>
                <a:gd name="T108" fmla="*/ 68 w 80"/>
                <a:gd name="T109" fmla="*/ 20 h 80"/>
                <a:gd name="T110" fmla="*/ 68 w 80"/>
                <a:gd name="T111" fmla="*/ 2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28" y="56"/>
                  </a:moveTo>
                  <a:cubicBezTo>
                    <a:pt x="20" y="56"/>
                    <a:pt x="20" y="56"/>
                    <a:pt x="20" y="56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26" y="44"/>
                    <a:pt x="26" y="44"/>
                    <a:pt x="26" y="44"/>
                  </a:cubicBezTo>
                  <a:cubicBezTo>
                    <a:pt x="27" y="44"/>
                    <a:pt x="28" y="43"/>
                    <a:pt x="28" y="42"/>
                  </a:cubicBezTo>
                  <a:cubicBezTo>
                    <a:pt x="28" y="41"/>
                    <a:pt x="27" y="40"/>
                    <a:pt x="26" y="40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16" y="40"/>
                    <a:pt x="12" y="36"/>
                    <a:pt x="12" y="30"/>
                  </a:cubicBezTo>
                  <a:cubicBezTo>
                    <a:pt x="12" y="25"/>
                    <a:pt x="15" y="21"/>
                    <a:pt x="20" y="20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1" y="28"/>
                    <a:pt x="20" y="29"/>
                    <a:pt x="20" y="30"/>
                  </a:cubicBezTo>
                  <a:cubicBezTo>
                    <a:pt x="20" y="31"/>
                    <a:pt x="21" y="32"/>
                    <a:pt x="22" y="32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32" y="32"/>
                    <a:pt x="36" y="36"/>
                    <a:pt x="36" y="42"/>
                  </a:cubicBezTo>
                  <a:cubicBezTo>
                    <a:pt x="36" y="47"/>
                    <a:pt x="33" y="51"/>
                    <a:pt x="28" y="52"/>
                  </a:cubicBezTo>
                  <a:lnTo>
                    <a:pt x="28" y="56"/>
                  </a:lnTo>
                  <a:close/>
                  <a:moveTo>
                    <a:pt x="48" y="68"/>
                  </a:moveTo>
                  <a:cubicBezTo>
                    <a:pt x="32" y="68"/>
                    <a:pt x="32" y="68"/>
                    <a:pt x="32" y="68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48" y="60"/>
                    <a:pt x="48" y="60"/>
                    <a:pt x="48" y="60"/>
                  </a:cubicBezTo>
                  <a:lnTo>
                    <a:pt x="48" y="68"/>
                  </a:lnTo>
                  <a:close/>
                  <a:moveTo>
                    <a:pt x="68" y="28"/>
                  </a:moveTo>
                  <a:cubicBezTo>
                    <a:pt x="54" y="28"/>
                    <a:pt x="54" y="28"/>
                    <a:pt x="54" y="28"/>
                  </a:cubicBezTo>
                  <a:cubicBezTo>
                    <a:pt x="53" y="28"/>
                    <a:pt x="52" y="29"/>
                    <a:pt x="52" y="30"/>
                  </a:cubicBezTo>
                  <a:cubicBezTo>
                    <a:pt x="52" y="31"/>
                    <a:pt x="53" y="32"/>
                    <a:pt x="54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4" y="32"/>
                    <a:pt x="68" y="36"/>
                    <a:pt x="68" y="42"/>
                  </a:cubicBezTo>
                  <a:cubicBezTo>
                    <a:pt x="68" y="47"/>
                    <a:pt x="65" y="51"/>
                    <a:pt x="60" y="52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52" y="56"/>
                    <a:pt x="52" y="56"/>
                    <a:pt x="52" y="56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44" y="52"/>
                    <a:pt x="44" y="52"/>
                    <a:pt x="44" y="52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59" y="44"/>
                    <a:pt x="60" y="43"/>
                    <a:pt x="60" y="42"/>
                  </a:cubicBezTo>
                  <a:cubicBezTo>
                    <a:pt x="60" y="41"/>
                    <a:pt x="59" y="40"/>
                    <a:pt x="58" y="40"/>
                  </a:cubicBezTo>
                  <a:cubicBezTo>
                    <a:pt x="54" y="40"/>
                    <a:pt x="54" y="40"/>
                    <a:pt x="54" y="40"/>
                  </a:cubicBezTo>
                  <a:cubicBezTo>
                    <a:pt x="48" y="40"/>
                    <a:pt x="44" y="36"/>
                    <a:pt x="44" y="30"/>
                  </a:cubicBezTo>
                  <a:cubicBezTo>
                    <a:pt x="44" y="25"/>
                    <a:pt x="47" y="21"/>
                    <a:pt x="52" y="20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8" y="20"/>
                    <a:pt x="68" y="20"/>
                    <a:pt x="68" y="20"/>
                  </a:cubicBezTo>
                  <a:lnTo>
                    <a:pt x="68" y="2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2" name="Freeform 90"/>
            <p:cNvSpPr>
              <a:spLocks noEditPoints="1"/>
            </p:cNvSpPr>
            <p:nvPr/>
          </p:nvSpPr>
          <p:spPr bwMode="auto">
            <a:xfrm>
              <a:off x="8093076" y="3606801"/>
              <a:ext cx="252413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8 w 80"/>
                <a:gd name="T11" fmla="*/ 20 h 80"/>
                <a:gd name="T12" fmla="*/ 56 w 80"/>
                <a:gd name="T13" fmla="*/ 20 h 80"/>
                <a:gd name="T14" fmla="*/ 56 w 80"/>
                <a:gd name="T15" fmla="*/ 36 h 80"/>
                <a:gd name="T16" fmla="*/ 48 w 80"/>
                <a:gd name="T17" fmla="*/ 36 h 80"/>
                <a:gd name="T18" fmla="*/ 48 w 80"/>
                <a:gd name="T19" fmla="*/ 20 h 80"/>
                <a:gd name="T20" fmla="*/ 24 w 80"/>
                <a:gd name="T21" fmla="*/ 20 h 80"/>
                <a:gd name="T22" fmla="*/ 32 w 80"/>
                <a:gd name="T23" fmla="*/ 20 h 80"/>
                <a:gd name="T24" fmla="*/ 32 w 80"/>
                <a:gd name="T25" fmla="*/ 36 h 80"/>
                <a:gd name="T26" fmla="*/ 24 w 80"/>
                <a:gd name="T27" fmla="*/ 36 h 80"/>
                <a:gd name="T28" fmla="*/ 24 w 80"/>
                <a:gd name="T29" fmla="*/ 20 h 80"/>
                <a:gd name="T30" fmla="*/ 52 w 80"/>
                <a:gd name="T31" fmla="*/ 60 h 80"/>
                <a:gd name="T32" fmla="*/ 48 w 80"/>
                <a:gd name="T33" fmla="*/ 54 h 80"/>
                <a:gd name="T34" fmla="*/ 44 w 80"/>
                <a:gd name="T35" fmla="*/ 60 h 80"/>
                <a:gd name="T36" fmla="*/ 36 w 80"/>
                <a:gd name="T37" fmla="*/ 60 h 80"/>
                <a:gd name="T38" fmla="*/ 32 w 80"/>
                <a:gd name="T39" fmla="*/ 54 h 80"/>
                <a:gd name="T40" fmla="*/ 28 w 80"/>
                <a:gd name="T41" fmla="*/ 60 h 80"/>
                <a:gd name="T42" fmla="*/ 20 w 80"/>
                <a:gd name="T43" fmla="*/ 60 h 80"/>
                <a:gd name="T44" fmla="*/ 28 w 80"/>
                <a:gd name="T45" fmla="*/ 48 h 80"/>
                <a:gd name="T46" fmla="*/ 36 w 80"/>
                <a:gd name="T47" fmla="*/ 48 h 80"/>
                <a:gd name="T48" fmla="*/ 40 w 80"/>
                <a:gd name="T49" fmla="*/ 54 h 80"/>
                <a:gd name="T50" fmla="*/ 44 w 80"/>
                <a:gd name="T51" fmla="*/ 48 h 80"/>
                <a:gd name="T52" fmla="*/ 52 w 80"/>
                <a:gd name="T53" fmla="*/ 48 h 80"/>
                <a:gd name="T54" fmla="*/ 60 w 80"/>
                <a:gd name="T55" fmla="*/ 60 h 80"/>
                <a:gd name="T56" fmla="*/ 52 w 80"/>
                <a:gd name="T57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8" y="20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48" y="36"/>
                    <a:pt x="48" y="36"/>
                    <a:pt x="48" y="36"/>
                  </a:cubicBezTo>
                  <a:lnTo>
                    <a:pt x="48" y="20"/>
                  </a:lnTo>
                  <a:close/>
                  <a:moveTo>
                    <a:pt x="24" y="20"/>
                  </a:moveTo>
                  <a:cubicBezTo>
                    <a:pt x="32" y="20"/>
                    <a:pt x="32" y="20"/>
                    <a:pt x="32" y="20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24" y="36"/>
                    <a:pt x="24" y="36"/>
                    <a:pt x="24" y="36"/>
                  </a:cubicBezTo>
                  <a:lnTo>
                    <a:pt x="24" y="20"/>
                  </a:lnTo>
                  <a:close/>
                  <a:moveTo>
                    <a:pt x="52" y="60"/>
                  </a:moveTo>
                  <a:cubicBezTo>
                    <a:pt x="48" y="54"/>
                    <a:pt x="48" y="54"/>
                    <a:pt x="48" y="54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40" y="54"/>
                    <a:pt x="40" y="54"/>
                    <a:pt x="40" y="54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60" y="60"/>
                    <a:pt x="60" y="60"/>
                    <a:pt x="60" y="60"/>
                  </a:cubicBezTo>
                  <a:lnTo>
                    <a:pt x="52" y="6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3" name="Freeform 91"/>
            <p:cNvSpPr>
              <a:spLocks noEditPoints="1"/>
            </p:cNvSpPr>
            <p:nvPr/>
          </p:nvSpPr>
          <p:spPr bwMode="auto">
            <a:xfrm>
              <a:off x="6880226" y="3606801"/>
              <a:ext cx="252413" cy="252413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8 w 80"/>
                <a:gd name="T11" fmla="*/ 24 h 80"/>
                <a:gd name="T12" fmla="*/ 64 w 80"/>
                <a:gd name="T13" fmla="*/ 24 h 80"/>
                <a:gd name="T14" fmla="*/ 64 w 80"/>
                <a:gd name="T15" fmla="*/ 32 h 80"/>
                <a:gd name="T16" fmla="*/ 48 w 80"/>
                <a:gd name="T17" fmla="*/ 32 h 80"/>
                <a:gd name="T18" fmla="*/ 48 w 80"/>
                <a:gd name="T19" fmla="*/ 24 h 80"/>
                <a:gd name="T20" fmla="*/ 16 w 80"/>
                <a:gd name="T21" fmla="*/ 24 h 80"/>
                <a:gd name="T22" fmla="*/ 32 w 80"/>
                <a:gd name="T23" fmla="*/ 24 h 80"/>
                <a:gd name="T24" fmla="*/ 32 w 80"/>
                <a:gd name="T25" fmla="*/ 32 h 80"/>
                <a:gd name="T26" fmla="*/ 16 w 80"/>
                <a:gd name="T27" fmla="*/ 32 h 80"/>
                <a:gd name="T28" fmla="*/ 16 w 80"/>
                <a:gd name="T29" fmla="*/ 24 h 80"/>
                <a:gd name="T30" fmla="*/ 16 w 80"/>
                <a:gd name="T31" fmla="*/ 56 h 80"/>
                <a:gd name="T32" fmla="*/ 8 w 80"/>
                <a:gd name="T33" fmla="*/ 48 h 80"/>
                <a:gd name="T34" fmla="*/ 16 w 80"/>
                <a:gd name="T35" fmla="*/ 40 h 80"/>
                <a:gd name="T36" fmla="*/ 24 w 80"/>
                <a:gd name="T37" fmla="*/ 48 h 80"/>
                <a:gd name="T38" fmla="*/ 16 w 80"/>
                <a:gd name="T39" fmla="*/ 56 h 80"/>
                <a:gd name="T40" fmla="*/ 48 w 80"/>
                <a:gd name="T41" fmla="*/ 64 h 80"/>
                <a:gd name="T42" fmla="*/ 32 w 80"/>
                <a:gd name="T43" fmla="*/ 64 h 80"/>
                <a:gd name="T44" fmla="*/ 32 w 80"/>
                <a:gd name="T45" fmla="*/ 56 h 80"/>
                <a:gd name="T46" fmla="*/ 48 w 80"/>
                <a:gd name="T47" fmla="*/ 56 h 80"/>
                <a:gd name="T48" fmla="*/ 48 w 80"/>
                <a:gd name="T49" fmla="*/ 64 h 80"/>
                <a:gd name="T50" fmla="*/ 64 w 80"/>
                <a:gd name="T51" fmla="*/ 56 h 80"/>
                <a:gd name="T52" fmla="*/ 56 w 80"/>
                <a:gd name="T53" fmla="*/ 48 h 80"/>
                <a:gd name="T54" fmla="*/ 64 w 80"/>
                <a:gd name="T55" fmla="*/ 40 h 80"/>
                <a:gd name="T56" fmla="*/ 72 w 80"/>
                <a:gd name="T57" fmla="*/ 48 h 80"/>
                <a:gd name="T58" fmla="*/ 64 w 80"/>
                <a:gd name="T59" fmla="*/ 5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8" y="24"/>
                  </a:moveTo>
                  <a:cubicBezTo>
                    <a:pt x="64" y="24"/>
                    <a:pt x="64" y="24"/>
                    <a:pt x="64" y="24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48" y="32"/>
                    <a:pt x="48" y="32"/>
                    <a:pt x="48" y="32"/>
                  </a:cubicBezTo>
                  <a:lnTo>
                    <a:pt x="48" y="24"/>
                  </a:lnTo>
                  <a:close/>
                  <a:moveTo>
                    <a:pt x="16" y="24"/>
                  </a:moveTo>
                  <a:cubicBezTo>
                    <a:pt x="32" y="24"/>
                    <a:pt x="32" y="24"/>
                    <a:pt x="32" y="24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16" y="32"/>
                    <a:pt x="16" y="32"/>
                    <a:pt x="16" y="32"/>
                  </a:cubicBezTo>
                  <a:lnTo>
                    <a:pt x="16" y="24"/>
                  </a:lnTo>
                  <a:close/>
                  <a:moveTo>
                    <a:pt x="16" y="56"/>
                  </a:moveTo>
                  <a:cubicBezTo>
                    <a:pt x="12" y="56"/>
                    <a:pt x="8" y="52"/>
                    <a:pt x="8" y="48"/>
                  </a:cubicBezTo>
                  <a:cubicBezTo>
                    <a:pt x="8" y="44"/>
                    <a:pt x="12" y="40"/>
                    <a:pt x="16" y="40"/>
                  </a:cubicBezTo>
                  <a:cubicBezTo>
                    <a:pt x="20" y="40"/>
                    <a:pt x="24" y="44"/>
                    <a:pt x="24" y="48"/>
                  </a:cubicBezTo>
                  <a:cubicBezTo>
                    <a:pt x="24" y="52"/>
                    <a:pt x="20" y="56"/>
                    <a:pt x="16" y="56"/>
                  </a:cubicBezTo>
                  <a:close/>
                  <a:moveTo>
                    <a:pt x="48" y="64"/>
                  </a:moveTo>
                  <a:cubicBezTo>
                    <a:pt x="32" y="64"/>
                    <a:pt x="32" y="64"/>
                    <a:pt x="32" y="64"/>
                  </a:cubicBezTo>
                  <a:cubicBezTo>
                    <a:pt x="32" y="56"/>
                    <a:pt x="32" y="56"/>
                    <a:pt x="32" y="56"/>
                  </a:cubicBezTo>
                  <a:cubicBezTo>
                    <a:pt x="48" y="56"/>
                    <a:pt x="48" y="56"/>
                    <a:pt x="48" y="56"/>
                  </a:cubicBezTo>
                  <a:lnTo>
                    <a:pt x="48" y="64"/>
                  </a:lnTo>
                  <a:close/>
                  <a:moveTo>
                    <a:pt x="64" y="56"/>
                  </a:moveTo>
                  <a:cubicBezTo>
                    <a:pt x="60" y="56"/>
                    <a:pt x="56" y="52"/>
                    <a:pt x="56" y="48"/>
                  </a:cubicBezTo>
                  <a:cubicBezTo>
                    <a:pt x="56" y="44"/>
                    <a:pt x="60" y="40"/>
                    <a:pt x="64" y="40"/>
                  </a:cubicBezTo>
                  <a:cubicBezTo>
                    <a:pt x="68" y="40"/>
                    <a:pt x="72" y="44"/>
                    <a:pt x="72" y="48"/>
                  </a:cubicBezTo>
                  <a:cubicBezTo>
                    <a:pt x="72" y="52"/>
                    <a:pt x="68" y="56"/>
                    <a:pt x="64" y="56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76" name="组合 475"/>
            <p:cNvGrpSpPr/>
            <p:nvPr/>
          </p:nvGrpSpPr>
          <p:grpSpPr>
            <a:xfrm>
              <a:off x="3236913" y="4202113"/>
              <a:ext cx="258763" cy="290513"/>
              <a:chOff x="3236913" y="4202113"/>
              <a:chExt cx="258763" cy="290513"/>
            </a:xfrm>
          </p:grpSpPr>
          <p:sp>
            <p:nvSpPr>
              <p:cNvPr id="394" name="Freeform 92"/>
              <p:cNvSpPr>
                <a:spLocks/>
              </p:cNvSpPr>
              <p:nvPr/>
            </p:nvSpPr>
            <p:spPr bwMode="auto">
              <a:xfrm>
                <a:off x="3290888" y="4202113"/>
                <a:ext cx="150813" cy="50800"/>
              </a:xfrm>
              <a:custGeom>
                <a:avLst/>
                <a:gdLst>
                  <a:gd name="T0" fmla="*/ 4 w 48"/>
                  <a:gd name="T1" fmla="*/ 16 h 16"/>
                  <a:gd name="T2" fmla="*/ 44 w 48"/>
                  <a:gd name="T3" fmla="*/ 16 h 16"/>
                  <a:gd name="T4" fmla="*/ 48 w 48"/>
                  <a:gd name="T5" fmla="*/ 12 h 16"/>
                  <a:gd name="T6" fmla="*/ 48 w 48"/>
                  <a:gd name="T7" fmla="*/ 4 h 16"/>
                  <a:gd name="T8" fmla="*/ 44 w 48"/>
                  <a:gd name="T9" fmla="*/ 0 h 16"/>
                  <a:gd name="T10" fmla="*/ 4 w 48"/>
                  <a:gd name="T11" fmla="*/ 0 h 16"/>
                  <a:gd name="T12" fmla="*/ 0 w 48"/>
                  <a:gd name="T13" fmla="*/ 4 h 16"/>
                  <a:gd name="T14" fmla="*/ 0 w 48"/>
                  <a:gd name="T15" fmla="*/ 12 h 16"/>
                  <a:gd name="T16" fmla="*/ 4 w 48"/>
                  <a:gd name="T17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16">
                    <a:moveTo>
                      <a:pt x="4" y="16"/>
                    </a:moveTo>
                    <a:cubicBezTo>
                      <a:pt x="44" y="16"/>
                      <a:pt x="44" y="16"/>
                      <a:pt x="44" y="16"/>
                    </a:cubicBezTo>
                    <a:cubicBezTo>
                      <a:pt x="46" y="16"/>
                      <a:pt x="48" y="14"/>
                      <a:pt x="48" y="12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6" y="0"/>
                      <a:pt x="4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2" y="16"/>
                      <a:pt x="4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95" name="Freeform 93"/>
              <p:cNvSpPr>
                <a:spLocks/>
              </p:cNvSpPr>
              <p:nvPr/>
            </p:nvSpPr>
            <p:spPr bwMode="auto">
              <a:xfrm>
                <a:off x="3236913" y="4265613"/>
                <a:ext cx="258763" cy="227013"/>
              </a:xfrm>
              <a:custGeom>
                <a:avLst/>
                <a:gdLst>
                  <a:gd name="T0" fmla="*/ 79 w 82"/>
                  <a:gd name="T1" fmla="*/ 53 h 72"/>
                  <a:gd name="T2" fmla="*/ 57 w 82"/>
                  <a:gd name="T3" fmla="*/ 27 h 72"/>
                  <a:gd name="T4" fmla="*/ 57 w 82"/>
                  <a:gd name="T5" fmla="*/ 0 h 72"/>
                  <a:gd name="T6" fmla="*/ 49 w 82"/>
                  <a:gd name="T7" fmla="*/ 0 h 72"/>
                  <a:gd name="T8" fmla="*/ 49 w 82"/>
                  <a:gd name="T9" fmla="*/ 4 h 72"/>
                  <a:gd name="T10" fmla="*/ 41 w 82"/>
                  <a:gd name="T11" fmla="*/ 4 h 72"/>
                  <a:gd name="T12" fmla="*/ 41 w 82"/>
                  <a:gd name="T13" fmla="*/ 12 h 72"/>
                  <a:gd name="T14" fmla="*/ 49 w 82"/>
                  <a:gd name="T15" fmla="*/ 12 h 72"/>
                  <a:gd name="T16" fmla="*/ 49 w 82"/>
                  <a:gd name="T17" fmla="*/ 16 h 72"/>
                  <a:gd name="T18" fmla="*/ 37 w 82"/>
                  <a:gd name="T19" fmla="*/ 16 h 72"/>
                  <a:gd name="T20" fmla="*/ 37 w 82"/>
                  <a:gd name="T21" fmla="*/ 24 h 72"/>
                  <a:gd name="T22" fmla="*/ 49 w 82"/>
                  <a:gd name="T23" fmla="*/ 24 h 72"/>
                  <a:gd name="T24" fmla="*/ 49 w 82"/>
                  <a:gd name="T25" fmla="*/ 28 h 72"/>
                  <a:gd name="T26" fmla="*/ 50 w 82"/>
                  <a:gd name="T27" fmla="*/ 31 h 72"/>
                  <a:gd name="T28" fmla="*/ 61 w 82"/>
                  <a:gd name="T29" fmla="*/ 44 h 72"/>
                  <a:gd name="T30" fmla="*/ 21 w 82"/>
                  <a:gd name="T31" fmla="*/ 44 h 72"/>
                  <a:gd name="T32" fmla="*/ 32 w 82"/>
                  <a:gd name="T33" fmla="*/ 31 h 72"/>
                  <a:gd name="T34" fmla="*/ 33 w 82"/>
                  <a:gd name="T35" fmla="*/ 28 h 72"/>
                  <a:gd name="T36" fmla="*/ 33 w 82"/>
                  <a:gd name="T37" fmla="*/ 0 h 72"/>
                  <a:gd name="T38" fmla="*/ 25 w 82"/>
                  <a:gd name="T39" fmla="*/ 0 h 72"/>
                  <a:gd name="T40" fmla="*/ 25 w 82"/>
                  <a:gd name="T41" fmla="*/ 27 h 72"/>
                  <a:gd name="T42" fmla="*/ 3 w 82"/>
                  <a:gd name="T43" fmla="*/ 53 h 72"/>
                  <a:gd name="T44" fmla="*/ 2 w 82"/>
                  <a:gd name="T45" fmla="*/ 66 h 72"/>
                  <a:gd name="T46" fmla="*/ 13 w 82"/>
                  <a:gd name="T47" fmla="*/ 72 h 72"/>
                  <a:gd name="T48" fmla="*/ 69 w 82"/>
                  <a:gd name="T49" fmla="*/ 72 h 72"/>
                  <a:gd name="T50" fmla="*/ 80 w 82"/>
                  <a:gd name="T51" fmla="*/ 66 h 72"/>
                  <a:gd name="T52" fmla="*/ 79 w 82"/>
                  <a:gd name="T53" fmla="*/ 5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82" h="72">
                    <a:moveTo>
                      <a:pt x="79" y="53"/>
                    </a:moveTo>
                    <a:cubicBezTo>
                      <a:pt x="57" y="27"/>
                      <a:pt x="57" y="27"/>
                      <a:pt x="57" y="27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1" y="4"/>
                      <a:pt x="41" y="4"/>
                      <a:pt x="41" y="4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37" y="16"/>
                      <a:pt x="37" y="16"/>
                      <a:pt x="37" y="16"/>
                    </a:cubicBezTo>
                    <a:cubicBezTo>
                      <a:pt x="37" y="24"/>
                      <a:pt x="37" y="24"/>
                      <a:pt x="37" y="24"/>
                    </a:cubicBezTo>
                    <a:cubicBezTo>
                      <a:pt x="49" y="24"/>
                      <a:pt x="49" y="24"/>
                      <a:pt x="49" y="24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49" y="29"/>
                      <a:pt x="49" y="30"/>
                      <a:pt x="50" y="31"/>
                    </a:cubicBezTo>
                    <a:cubicBezTo>
                      <a:pt x="61" y="44"/>
                      <a:pt x="61" y="44"/>
                      <a:pt x="61" y="44"/>
                    </a:cubicBezTo>
                    <a:cubicBezTo>
                      <a:pt x="21" y="44"/>
                      <a:pt x="21" y="44"/>
                      <a:pt x="21" y="44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3" y="30"/>
                      <a:pt x="33" y="29"/>
                      <a:pt x="33" y="28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27"/>
                      <a:pt x="25" y="27"/>
                      <a:pt x="25" y="27"/>
                    </a:cubicBezTo>
                    <a:cubicBezTo>
                      <a:pt x="3" y="53"/>
                      <a:pt x="3" y="53"/>
                      <a:pt x="3" y="53"/>
                    </a:cubicBezTo>
                    <a:cubicBezTo>
                      <a:pt x="1" y="57"/>
                      <a:pt x="0" y="62"/>
                      <a:pt x="2" y="66"/>
                    </a:cubicBezTo>
                    <a:cubicBezTo>
                      <a:pt x="4" y="70"/>
                      <a:pt x="9" y="72"/>
                      <a:pt x="13" y="72"/>
                    </a:cubicBezTo>
                    <a:cubicBezTo>
                      <a:pt x="69" y="72"/>
                      <a:pt x="69" y="72"/>
                      <a:pt x="69" y="72"/>
                    </a:cubicBezTo>
                    <a:cubicBezTo>
                      <a:pt x="73" y="72"/>
                      <a:pt x="78" y="70"/>
                      <a:pt x="80" y="66"/>
                    </a:cubicBezTo>
                    <a:cubicBezTo>
                      <a:pt x="82" y="62"/>
                      <a:pt x="81" y="57"/>
                      <a:pt x="79" y="5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7" name="组合 476"/>
            <p:cNvGrpSpPr/>
            <p:nvPr/>
          </p:nvGrpSpPr>
          <p:grpSpPr>
            <a:xfrm>
              <a:off x="3833813" y="4214813"/>
              <a:ext cx="277813" cy="227013"/>
              <a:chOff x="3833813" y="4214813"/>
              <a:chExt cx="277813" cy="227013"/>
            </a:xfrm>
          </p:grpSpPr>
          <p:sp>
            <p:nvSpPr>
              <p:cNvPr id="396" name="Freeform 94"/>
              <p:cNvSpPr>
                <a:spLocks/>
              </p:cNvSpPr>
              <p:nvPr/>
            </p:nvSpPr>
            <p:spPr bwMode="auto">
              <a:xfrm>
                <a:off x="3833813" y="4214813"/>
                <a:ext cx="277813" cy="160338"/>
              </a:xfrm>
              <a:custGeom>
                <a:avLst/>
                <a:gdLst>
                  <a:gd name="T0" fmla="*/ 86 w 88"/>
                  <a:gd name="T1" fmla="*/ 20 h 51"/>
                  <a:gd name="T2" fmla="*/ 46 w 88"/>
                  <a:gd name="T3" fmla="*/ 0 h 51"/>
                  <a:gd name="T4" fmla="*/ 42 w 88"/>
                  <a:gd name="T5" fmla="*/ 0 h 51"/>
                  <a:gd name="T6" fmla="*/ 2 w 88"/>
                  <a:gd name="T7" fmla="*/ 20 h 51"/>
                  <a:gd name="T8" fmla="*/ 0 w 88"/>
                  <a:gd name="T9" fmla="*/ 22 h 51"/>
                  <a:gd name="T10" fmla="*/ 0 w 88"/>
                  <a:gd name="T11" fmla="*/ 24 h 51"/>
                  <a:gd name="T12" fmla="*/ 0 w 88"/>
                  <a:gd name="T13" fmla="*/ 47 h 51"/>
                  <a:gd name="T14" fmla="*/ 4 w 88"/>
                  <a:gd name="T15" fmla="*/ 51 h 51"/>
                  <a:gd name="T16" fmla="*/ 8 w 88"/>
                  <a:gd name="T17" fmla="*/ 47 h 51"/>
                  <a:gd name="T18" fmla="*/ 8 w 88"/>
                  <a:gd name="T19" fmla="*/ 29 h 51"/>
                  <a:gd name="T20" fmla="*/ 44 w 88"/>
                  <a:gd name="T21" fmla="*/ 44 h 51"/>
                  <a:gd name="T22" fmla="*/ 85 w 88"/>
                  <a:gd name="T23" fmla="*/ 28 h 51"/>
                  <a:gd name="T24" fmla="*/ 88 w 88"/>
                  <a:gd name="T25" fmla="*/ 24 h 51"/>
                  <a:gd name="T26" fmla="*/ 86 w 88"/>
                  <a:gd name="T27" fmla="*/ 2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8" h="51">
                    <a:moveTo>
                      <a:pt x="86" y="20"/>
                    </a:moveTo>
                    <a:cubicBezTo>
                      <a:pt x="46" y="0"/>
                      <a:pt x="46" y="0"/>
                      <a:pt x="46" y="0"/>
                    </a:cubicBezTo>
                    <a:cubicBezTo>
                      <a:pt x="45" y="0"/>
                      <a:pt x="43" y="0"/>
                      <a:pt x="42" y="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1" y="21"/>
                      <a:pt x="1" y="22"/>
                      <a:pt x="0" y="22"/>
                    </a:cubicBezTo>
                    <a:cubicBezTo>
                      <a:pt x="0" y="23"/>
                      <a:pt x="0" y="24"/>
                      <a:pt x="0" y="24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0" y="49"/>
                      <a:pt x="2" y="51"/>
                      <a:pt x="4" y="51"/>
                    </a:cubicBezTo>
                    <a:cubicBezTo>
                      <a:pt x="6" y="51"/>
                      <a:pt x="8" y="49"/>
                      <a:pt x="8" y="47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44" y="44"/>
                      <a:pt x="44" y="44"/>
                      <a:pt x="44" y="44"/>
                    </a:cubicBezTo>
                    <a:cubicBezTo>
                      <a:pt x="85" y="28"/>
                      <a:pt x="85" y="28"/>
                      <a:pt x="85" y="28"/>
                    </a:cubicBezTo>
                    <a:cubicBezTo>
                      <a:pt x="87" y="27"/>
                      <a:pt x="88" y="26"/>
                      <a:pt x="88" y="24"/>
                    </a:cubicBezTo>
                    <a:cubicBezTo>
                      <a:pt x="88" y="23"/>
                      <a:pt x="87" y="21"/>
                      <a:pt x="86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97" name="Freeform 95"/>
              <p:cNvSpPr>
                <a:spLocks/>
              </p:cNvSpPr>
              <p:nvPr/>
            </p:nvSpPr>
            <p:spPr bwMode="auto">
              <a:xfrm>
                <a:off x="3884613" y="4343401"/>
                <a:ext cx="176213" cy="73025"/>
              </a:xfrm>
              <a:custGeom>
                <a:avLst/>
                <a:gdLst>
                  <a:gd name="T0" fmla="*/ 28 w 56"/>
                  <a:gd name="T1" fmla="*/ 11 h 23"/>
                  <a:gd name="T2" fmla="*/ 26 w 56"/>
                  <a:gd name="T3" fmla="*/ 11 h 23"/>
                  <a:gd name="T4" fmla="*/ 0 w 56"/>
                  <a:gd name="T5" fmla="*/ 0 h 23"/>
                  <a:gd name="T6" fmla="*/ 0 w 56"/>
                  <a:gd name="T7" fmla="*/ 12 h 23"/>
                  <a:gd name="T8" fmla="*/ 2 w 56"/>
                  <a:gd name="T9" fmla="*/ 15 h 23"/>
                  <a:gd name="T10" fmla="*/ 28 w 56"/>
                  <a:gd name="T11" fmla="*/ 23 h 23"/>
                  <a:gd name="T12" fmla="*/ 54 w 56"/>
                  <a:gd name="T13" fmla="*/ 15 h 23"/>
                  <a:gd name="T14" fmla="*/ 56 w 56"/>
                  <a:gd name="T15" fmla="*/ 12 h 23"/>
                  <a:gd name="T16" fmla="*/ 56 w 56"/>
                  <a:gd name="T17" fmla="*/ 1 h 23"/>
                  <a:gd name="T18" fmla="*/ 29 w 56"/>
                  <a:gd name="T19" fmla="*/ 11 h 23"/>
                  <a:gd name="T20" fmla="*/ 28 w 56"/>
                  <a:gd name="T21" fmla="*/ 11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6" h="23">
                    <a:moveTo>
                      <a:pt x="28" y="11"/>
                    </a:moveTo>
                    <a:cubicBezTo>
                      <a:pt x="27" y="11"/>
                      <a:pt x="27" y="11"/>
                      <a:pt x="26" y="1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3"/>
                      <a:pt x="1" y="15"/>
                      <a:pt x="2" y="15"/>
                    </a:cubicBezTo>
                    <a:cubicBezTo>
                      <a:pt x="9" y="19"/>
                      <a:pt x="16" y="23"/>
                      <a:pt x="28" y="23"/>
                    </a:cubicBezTo>
                    <a:cubicBezTo>
                      <a:pt x="40" y="23"/>
                      <a:pt x="47" y="19"/>
                      <a:pt x="54" y="15"/>
                    </a:cubicBezTo>
                    <a:cubicBezTo>
                      <a:pt x="55" y="15"/>
                      <a:pt x="56" y="13"/>
                      <a:pt x="56" y="12"/>
                    </a:cubicBezTo>
                    <a:cubicBezTo>
                      <a:pt x="56" y="1"/>
                      <a:pt x="56" y="1"/>
                      <a:pt x="56" y="1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29" y="11"/>
                      <a:pt x="28" y="11"/>
                      <a:pt x="28" y="1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98" name="Freeform 96"/>
              <p:cNvSpPr>
                <a:spLocks/>
              </p:cNvSpPr>
              <p:nvPr/>
            </p:nvSpPr>
            <p:spPr bwMode="auto">
              <a:xfrm>
                <a:off x="3833813" y="4391026"/>
                <a:ext cx="25400" cy="50800"/>
              </a:xfrm>
              <a:custGeom>
                <a:avLst/>
                <a:gdLst>
                  <a:gd name="T0" fmla="*/ 4 w 8"/>
                  <a:gd name="T1" fmla="*/ 0 h 16"/>
                  <a:gd name="T2" fmla="*/ 0 w 8"/>
                  <a:gd name="T3" fmla="*/ 4 h 16"/>
                  <a:gd name="T4" fmla="*/ 0 w 8"/>
                  <a:gd name="T5" fmla="*/ 12 h 16"/>
                  <a:gd name="T6" fmla="*/ 4 w 8"/>
                  <a:gd name="T7" fmla="*/ 16 h 16"/>
                  <a:gd name="T8" fmla="*/ 8 w 8"/>
                  <a:gd name="T9" fmla="*/ 12 h 16"/>
                  <a:gd name="T10" fmla="*/ 8 w 8"/>
                  <a:gd name="T11" fmla="*/ 4 h 16"/>
                  <a:gd name="T12" fmla="*/ 4 w 8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6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4"/>
                      <a:pt x="2" y="16"/>
                      <a:pt x="4" y="16"/>
                    </a:cubicBezTo>
                    <a:cubicBezTo>
                      <a:pt x="6" y="16"/>
                      <a:pt x="8" y="14"/>
                      <a:pt x="8" y="12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2"/>
                      <a:pt x="6" y="0"/>
                      <a:pt x="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1" name="组合 490"/>
            <p:cNvGrpSpPr/>
            <p:nvPr/>
          </p:nvGrpSpPr>
          <p:grpSpPr>
            <a:xfrm>
              <a:off x="3846513" y="4822826"/>
              <a:ext cx="252413" cy="265113"/>
              <a:chOff x="3846513" y="4822826"/>
              <a:chExt cx="252413" cy="265113"/>
            </a:xfrm>
          </p:grpSpPr>
          <p:sp>
            <p:nvSpPr>
              <p:cNvPr id="399" name="Oval 97"/>
              <p:cNvSpPr>
                <a:spLocks noChangeArrowheads="1"/>
              </p:cNvSpPr>
              <p:nvPr/>
            </p:nvSpPr>
            <p:spPr bwMode="auto">
              <a:xfrm>
                <a:off x="3954463" y="4916488"/>
                <a:ext cx="63500" cy="635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0" name="Freeform 98"/>
              <p:cNvSpPr>
                <a:spLocks noEditPoints="1"/>
              </p:cNvSpPr>
              <p:nvPr/>
            </p:nvSpPr>
            <p:spPr bwMode="auto">
              <a:xfrm>
                <a:off x="3846513" y="4822826"/>
                <a:ext cx="252413" cy="265113"/>
              </a:xfrm>
              <a:custGeom>
                <a:avLst/>
                <a:gdLst>
                  <a:gd name="T0" fmla="*/ 72 w 80"/>
                  <a:gd name="T1" fmla="*/ 0 h 84"/>
                  <a:gd name="T2" fmla="*/ 8 w 80"/>
                  <a:gd name="T3" fmla="*/ 0 h 84"/>
                  <a:gd name="T4" fmla="*/ 0 w 80"/>
                  <a:gd name="T5" fmla="*/ 8 h 84"/>
                  <a:gd name="T6" fmla="*/ 0 w 80"/>
                  <a:gd name="T7" fmla="*/ 72 h 84"/>
                  <a:gd name="T8" fmla="*/ 8 w 80"/>
                  <a:gd name="T9" fmla="*/ 80 h 84"/>
                  <a:gd name="T10" fmla="*/ 8 w 80"/>
                  <a:gd name="T11" fmla="*/ 84 h 84"/>
                  <a:gd name="T12" fmla="*/ 16 w 80"/>
                  <a:gd name="T13" fmla="*/ 84 h 84"/>
                  <a:gd name="T14" fmla="*/ 16 w 80"/>
                  <a:gd name="T15" fmla="*/ 80 h 84"/>
                  <a:gd name="T16" fmla="*/ 64 w 80"/>
                  <a:gd name="T17" fmla="*/ 80 h 84"/>
                  <a:gd name="T18" fmla="*/ 64 w 80"/>
                  <a:gd name="T19" fmla="*/ 84 h 84"/>
                  <a:gd name="T20" fmla="*/ 72 w 80"/>
                  <a:gd name="T21" fmla="*/ 84 h 84"/>
                  <a:gd name="T22" fmla="*/ 72 w 80"/>
                  <a:gd name="T23" fmla="*/ 80 h 84"/>
                  <a:gd name="T24" fmla="*/ 80 w 80"/>
                  <a:gd name="T25" fmla="*/ 72 h 84"/>
                  <a:gd name="T26" fmla="*/ 80 w 80"/>
                  <a:gd name="T27" fmla="*/ 8 h 84"/>
                  <a:gd name="T28" fmla="*/ 72 w 80"/>
                  <a:gd name="T29" fmla="*/ 0 h 84"/>
                  <a:gd name="T30" fmla="*/ 68 w 80"/>
                  <a:gd name="T31" fmla="*/ 68 h 84"/>
                  <a:gd name="T32" fmla="*/ 16 w 80"/>
                  <a:gd name="T33" fmla="*/ 68 h 84"/>
                  <a:gd name="T34" fmla="*/ 16 w 80"/>
                  <a:gd name="T35" fmla="*/ 56 h 84"/>
                  <a:gd name="T36" fmla="*/ 8 w 80"/>
                  <a:gd name="T37" fmla="*/ 56 h 84"/>
                  <a:gd name="T38" fmla="*/ 8 w 80"/>
                  <a:gd name="T39" fmla="*/ 48 h 84"/>
                  <a:gd name="T40" fmla="*/ 16 w 80"/>
                  <a:gd name="T41" fmla="*/ 48 h 84"/>
                  <a:gd name="T42" fmla="*/ 16 w 80"/>
                  <a:gd name="T43" fmla="*/ 32 h 84"/>
                  <a:gd name="T44" fmla="*/ 8 w 80"/>
                  <a:gd name="T45" fmla="*/ 32 h 84"/>
                  <a:gd name="T46" fmla="*/ 8 w 80"/>
                  <a:gd name="T47" fmla="*/ 24 h 84"/>
                  <a:gd name="T48" fmla="*/ 16 w 80"/>
                  <a:gd name="T49" fmla="*/ 24 h 84"/>
                  <a:gd name="T50" fmla="*/ 16 w 80"/>
                  <a:gd name="T51" fmla="*/ 12 h 84"/>
                  <a:gd name="T52" fmla="*/ 68 w 80"/>
                  <a:gd name="T53" fmla="*/ 12 h 84"/>
                  <a:gd name="T54" fmla="*/ 68 w 80"/>
                  <a:gd name="T55" fmla="*/ 68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0" h="84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8" y="84"/>
                      <a:pt x="8" y="84"/>
                      <a:pt x="8" y="84"/>
                    </a:cubicBezTo>
                    <a:cubicBezTo>
                      <a:pt x="16" y="84"/>
                      <a:pt x="16" y="84"/>
                      <a:pt x="16" y="84"/>
                    </a:cubicBezTo>
                    <a:cubicBezTo>
                      <a:pt x="16" y="80"/>
                      <a:pt x="16" y="80"/>
                      <a:pt x="16" y="80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4" y="84"/>
                      <a:pt x="64" y="84"/>
                      <a:pt x="64" y="84"/>
                    </a:cubicBezTo>
                    <a:cubicBezTo>
                      <a:pt x="72" y="84"/>
                      <a:pt x="72" y="84"/>
                      <a:pt x="72" y="84"/>
                    </a:cubicBezTo>
                    <a:cubicBezTo>
                      <a:pt x="72" y="80"/>
                      <a:pt x="72" y="80"/>
                      <a:pt x="72" y="80"/>
                    </a:cubicBezTo>
                    <a:cubicBezTo>
                      <a:pt x="76" y="80"/>
                      <a:pt x="80" y="76"/>
                      <a:pt x="80" y="72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68" y="68"/>
                    </a:move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68" y="12"/>
                      <a:pt x="68" y="12"/>
                      <a:pt x="68" y="12"/>
                    </a:cubicBezTo>
                    <a:lnTo>
                      <a:pt x="68" y="6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90" name="组合 489"/>
            <p:cNvGrpSpPr/>
            <p:nvPr/>
          </p:nvGrpSpPr>
          <p:grpSpPr>
            <a:xfrm>
              <a:off x="4427538" y="4835526"/>
              <a:ext cx="303213" cy="239712"/>
              <a:chOff x="4427538" y="4835526"/>
              <a:chExt cx="303213" cy="239712"/>
            </a:xfrm>
          </p:grpSpPr>
          <p:sp>
            <p:nvSpPr>
              <p:cNvPr id="401" name="Freeform 99"/>
              <p:cNvSpPr>
                <a:spLocks noEditPoints="1"/>
              </p:cNvSpPr>
              <p:nvPr/>
            </p:nvSpPr>
            <p:spPr bwMode="auto">
              <a:xfrm>
                <a:off x="4503738" y="4835526"/>
                <a:ext cx="152400" cy="112713"/>
              </a:xfrm>
              <a:custGeom>
                <a:avLst/>
                <a:gdLst>
                  <a:gd name="T0" fmla="*/ 4 w 48"/>
                  <a:gd name="T1" fmla="*/ 36 h 36"/>
                  <a:gd name="T2" fmla="*/ 44 w 48"/>
                  <a:gd name="T3" fmla="*/ 36 h 36"/>
                  <a:gd name="T4" fmla="*/ 47 w 48"/>
                  <a:gd name="T5" fmla="*/ 34 h 36"/>
                  <a:gd name="T6" fmla="*/ 48 w 48"/>
                  <a:gd name="T7" fmla="*/ 31 h 36"/>
                  <a:gd name="T8" fmla="*/ 40 w 48"/>
                  <a:gd name="T9" fmla="*/ 3 h 36"/>
                  <a:gd name="T10" fmla="*/ 36 w 48"/>
                  <a:gd name="T11" fmla="*/ 0 h 36"/>
                  <a:gd name="T12" fmla="*/ 12 w 48"/>
                  <a:gd name="T13" fmla="*/ 0 h 36"/>
                  <a:gd name="T14" fmla="*/ 8 w 48"/>
                  <a:gd name="T15" fmla="*/ 3 h 36"/>
                  <a:gd name="T16" fmla="*/ 0 w 48"/>
                  <a:gd name="T17" fmla="*/ 31 h 36"/>
                  <a:gd name="T18" fmla="*/ 1 w 48"/>
                  <a:gd name="T19" fmla="*/ 34 h 36"/>
                  <a:gd name="T20" fmla="*/ 4 w 48"/>
                  <a:gd name="T21" fmla="*/ 36 h 36"/>
                  <a:gd name="T22" fmla="*/ 15 w 48"/>
                  <a:gd name="T23" fmla="*/ 12 h 36"/>
                  <a:gd name="T24" fmla="*/ 25 w 48"/>
                  <a:gd name="T25" fmla="*/ 12 h 36"/>
                  <a:gd name="T26" fmla="*/ 21 w 48"/>
                  <a:gd name="T27" fmla="*/ 24 h 36"/>
                  <a:gd name="T28" fmla="*/ 12 w 48"/>
                  <a:gd name="T29" fmla="*/ 24 h 36"/>
                  <a:gd name="T30" fmla="*/ 15 w 48"/>
                  <a:gd name="T31" fmla="*/ 1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" h="36">
                    <a:moveTo>
                      <a:pt x="4" y="36"/>
                    </a:moveTo>
                    <a:cubicBezTo>
                      <a:pt x="44" y="36"/>
                      <a:pt x="44" y="36"/>
                      <a:pt x="44" y="36"/>
                    </a:cubicBezTo>
                    <a:cubicBezTo>
                      <a:pt x="45" y="36"/>
                      <a:pt x="46" y="35"/>
                      <a:pt x="47" y="34"/>
                    </a:cubicBezTo>
                    <a:cubicBezTo>
                      <a:pt x="48" y="33"/>
                      <a:pt x="48" y="32"/>
                      <a:pt x="48" y="31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9" y="1"/>
                      <a:pt x="38" y="0"/>
                      <a:pt x="3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9" y="1"/>
                      <a:pt x="8" y="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2"/>
                      <a:pt x="0" y="33"/>
                      <a:pt x="1" y="34"/>
                    </a:cubicBezTo>
                    <a:cubicBezTo>
                      <a:pt x="2" y="35"/>
                      <a:pt x="3" y="36"/>
                      <a:pt x="4" y="36"/>
                    </a:cubicBezTo>
                    <a:close/>
                    <a:moveTo>
                      <a:pt x="15" y="12"/>
                    </a:moveTo>
                    <a:cubicBezTo>
                      <a:pt x="25" y="12"/>
                      <a:pt x="25" y="12"/>
                      <a:pt x="25" y="12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12" y="24"/>
                      <a:pt x="12" y="24"/>
                      <a:pt x="12" y="24"/>
                    </a:cubicBezTo>
                    <a:lnTo>
                      <a:pt x="15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2" name="Freeform 100"/>
              <p:cNvSpPr>
                <a:spLocks noEditPoints="1"/>
              </p:cNvSpPr>
              <p:nvPr/>
            </p:nvSpPr>
            <p:spPr bwMode="auto">
              <a:xfrm>
                <a:off x="4427538" y="4960938"/>
                <a:ext cx="152400" cy="114300"/>
              </a:xfrm>
              <a:custGeom>
                <a:avLst/>
                <a:gdLst>
                  <a:gd name="T0" fmla="*/ 40 w 48"/>
                  <a:gd name="T1" fmla="*/ 3 h 36"/>
                  <a:gd name="T2" fmla="*/ 36 w 48"/>
                  <a:gd name="T3" fmla="*/ 0 h 36"/>
                  <a:gd name="T4" fmla="*/ 12 w 48"/>
                  <a:gd name="T5" fmla="*/ 0 h 36"/>
                  <a:gd name="T6" fmla="*/ 8 w 48"/>
                  <a:gd name="T7" fmla="*/ 3 h 36"/>
                  <a:gd name="T8" fmla="*/ 0 w 48"/>
                  <a:gd name="T9" fmla="*/ 31 h 36"/>
                  <a:gd name="T10" fmla="*/ 1 w 48"/>
                  <a:gd name="T11" fmla="*/ 34 h 36"/>
                  <a:gd name="T12" fmla="*/ 4 w 48"/>
                  <a:gd name="T13" fmla="*/ 36 h 36"/>
                  <a:gd name="T14" fmla="*/ 44 w 48"/>
                  <a:gd name="T15" fmla="*/ 36 h 36"/>
                  <a:gd name="T16" fmla="*/ 47 w 48"/>
                  <a:gd name="T17" fmla="*/ 34 h 36"/>
                  <a:gd name="T18" fmla="*/ 48 w 48"/>
                  <a:gd name="T19" fmla="*/ 31 h 36"/>
                  <a:gd name="T20" fmla="*/ 40 w 48"/>
                  <a:gd name="T21" fmla="*/ 3 h 36"/>
                  <a:gd name="T22" fmla="*/ 25 w 48"/>
                  <a:gd name="T23" fmla="*/ 24 h 36"/>
                  <a:gd name="T24" fmla="*/ 15 w 48"/>
                  <a:gd name="T25" fmla="*/ 24 h 36"/>
                  <a:gd name="T26" fmla="*/ 19 w 48"/>
                  <a:gd name="T27" fmla="*/ 12 h 36"/>
                  <a:gd name="T28" fmla="*/ 28 w 48"/>
                  <a:gd name="T29" fmla="*/ 12 h 36"/>
                  <a:gd name="T30" fmla="*/ 25 w 48"/>
                  <a:gd name="T31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" h="36">
                    <a:moveTo>
                      <a:pt x="40" y="3"/>
                    </a:moveTo>
                    <a:cubicBezTo>
                      <a:pt x="39" y="1"/>
                      <a:pt x="38" y="0"/>
                      <a:pt x="3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9" y="1"/>
                      <a:pt x="8" y="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2"/>
                      <a:pt x="0" y="33"/>
                      <a:pt x="1" y="34"/>
                    </a:cubicBezTo>
                    <a:cubicBezTo>
                      <a:pt x="2" y="35"/>
                      <a:pt x="3" y="36"/>
                      <a:pt x="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5" y="36"/>
                      <a:pt x="46" y="35"/>
                      <a:pt x="47" y="34"/>
                    </a:cubicBezTo>
                    <a:cubicBezTo>
                      <a:pt x="48" y="33"/>
                      <a:pt x="48" y="32"/>
                      <a:pt x="48" y="31"/>
                    </a:cubicBezTo>
                    <a:lnTo>
                      <a:pt x="40" y="3"/>
                    </a:lnTo>
                    <a:close/>
                    <a:moveTo>
                      <a:pt x="25" y="24"/>
                    </a:moveTo>
                    <a:cubicBezTo>
                      <a:pt x="15" y="24"/>
                      <a:pt x="15" y="24"/>
                      <a:pt x="15" y="24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28" y="12"/>
                      <a:pt x="28" y="12"/>
                      <a:pt x="28" y="12"/>
                    </a:cubicBezTo>
                    <a:lnTo>
                      <a:pt x="25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3" name="Freeform 101"/>
              <p:cNvSpPr>
                <a:spLocks noEditPoints="1"/>
              </p:cNvSpPr>
              <p:nvPr/>
            </p:nvSpPr>
            <p:spPr bwMode="auto">
              <a:xfrm>
                <a:off x="4579938" y="4960938"/>
                <a:ext cx="150813" cy="114300"/>
              </a:xfrm>
              <a:custGeom>
                <a:avLst/>
                <a:gdLst>
                  <a:gd name="T0" fmla="*/ 48 w 48"/>
                  <a:gd name="T1" fmla="*/ 31 h 36"/>
                  <a:gd name="T2" fmla="*/ 40 w 48"/>
                  <a:gd name="T3" fmla="*/ 3 h 36"/>
                  <a:gd name="T4" fmla="*/ 36 w 48"/>
                  <a:gd name="T5" fmla="*/ 0 h 36"/>
                  <a:gd name="T6" fmla="*/ 12 w 48"/>
                  <a:gd name="T7" fmla="*/ 0 h 36"/>
                  <a:gd name="T8" fmla="*/ 8 w 48"/>
                  <a:gd name="T9" fmla="*/ 3 h 36"/>
                  <a:gd name="T10" fmla="*/ 0 w 48"/>
                  <a:gd name="T11" fmla="*/ 31 h 36"/>
                  <a:gd name="T12" fmla="*/ 1 w 48"/>
                  <a:gd name="T13" fmla="*/ 34 h 36"/>
                  <a:gd name="T14" fmla="*/ 4 w 48"/>
                  <a:gd name="T15" fmla="*/ 36 h 36"/>
                  <a:gd name="T16" fmla="*/ 44 w 48"/>
                  <a:gd name="T17" fmla="*/ 36 h 36"/>
                  <a:gd name="T18" fmla="*/ 47 w 48"/>
                  <a:gd name="T19" fmla="*/ 34 h 36"/>
                  <a:gd name="T20" fmla="*/ 48 w 48"/>
                  <a:gd name="T21" fmla="*/ 31 h 36"/>
                  <a:gd name="T22" fmla="*/ 25 w 48"/>
                  <a:gd name="T23" fmla="*/ 24 h 36"/>
                  <a:gd name="T24" fmla="*/ 16 w 48"/>
                  <a:gd name="T25" fmla="*/ 24 h 36"/>
                  <a:gd name="T26" fmla="*/ 19 w 48"/>
                  <a:gd name="T27" fmla="*/ 12 h 36"/>
                  <a:gd name="T28" fmla="*/ 29 w 48"/>
                  <a:gd name="T29" fmla="*/ 12 h 36"/>
                  <a:gd name="T30" fmla="*/ 25 w 48"/>
                  <a:gd name="T31" fmla="*/ 24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" h="36">
                    <a:moveTo>
                      <a:pt x="48" y="31"/>
                    </a:moveTo>
                    <a:cubicBezTo>
                      <a:pt x="40" y="3"/>
                      <a:pt x="40" y="3"/>
                      <a:pt x="40" y="3"/>
                    </a:cubicBezTo>
                    <a:cubicBezTo>
                      <a:pt x="39" y="1"/>
                      <a:pt x="38" y="0"/>
                      <a:pt x="36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9" y="1"/>
                      <a:pt x="8" y="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32"/>
                      <a:pt x="0" y="33"/>
                      <a:pt x="1" y="34"/>
                    </a:cubicBezTo>
                    <a:cubicBezTo>
                      <a:pt x="2" y="35"/>
                      <a:pt x="3" y="36"/>
                      <a:pt x="4" y="36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5" y="36"/>
                      <a:pt x="46" y="35"/>
                      <a:pt x="47" y="34"/>
                    </a:cubicBezTo>
                    <a:cubicBezTo>
                      <a:pt x="48" y="33"/>
                      <a:pt x="48" y="32"/>
                      <a:pt x="48" y="31"/>
                    </a:cubicBezTo>
                    <a:close/>
                    <a:moveTo>
                      <a:pt x="25" y="24"/>
                    </a:moveTo>
                    <a:cubicBezTo>
                      <a:pt x="16" y="24"/>
                      <a:pt x="16" y="24"/>
                      <a:pt x="16" y="24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29" y="12"/>
                      <a:pt x="29" y="12"/>
                      <a:pt x="29" y="12"/>
                    </a:cubicBezTo>
                    <a:lnTo>
                      <a:pt x="25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04" name="Freeform 102"/>
            <p:cNvSpPr>
              <a:spLocks noEditPoints="1"/>
            </p:cNvSpPr>
            <p:nvPr/>
          </p:nvSpPr>
          <p:spPr bwMode="auto">
            <a:xfrm>
              <a:off x="3240088" y="4835526"/>
              <a:ext cx="252413" cy="239713"/>
            </a:xfrm>
            <a:custGeom>
              <a:avLst/>
              <a:gdLst>
                <a:gd name="T0" fmla="*/ 72 w 80"/>
                <a:gd name="T1" fmla="*/ 12 h 76"/>
                <a:gd name="T2" fmla="*/ 72 w 80"/>
                <a:gd name="T3" fmla="*/ 8 h 76"/>
                <a:gd name="T4" fmla="*/ 64 w 80"/>
                <a:gd name="T5" fmla="*/ 8 h 76"/>
                <a:gd name="T6" fmla="*/ 64 w 80"/>
                <a:gd name="T7" fmla="*/ 12 h 76"/>
                <a:gd name="T8" fmla="*/ 56 w 80"/>
                <a:gd name="T9" fmla="*/ 12 h 76"/>
                <a:gd name="T10" fmla="*/ 56 w 80"/>
                <a:gd name="T11" fmla="*/ 4 h 76"/>
                <a:gd name="T12" fmla="*/ 52 w 80"/>
                <a:gd name="T13" fmla="*/ 0 h 76"/>
                <a:gd name="T14" fmla="*/ 28 w 80"/>
                <a:gd name="T15" fmla="*/ 0 h 76"/>
                <a:gd name="T16" fmla="*/ 24 w 80"/>
                <a:gd name="T17" fmla="*/ 4 h 76"/>
                <a:gd name="T18" fmla="*/ 24 w 80"/>
                <a:gd name="T19" fmla="*/ 12 h 76"/>
                <a:gd name="T20" fmla="*/ 16 w 80"/>
                <a:gd name="T21" fmla="*/ 12 h 76"/>
                <a:gd name="T22" fmla="*/ 16 w 80"/>
                <a:gd name="T23" fmla="*/ 8 h 76"/>
                <a:gd name="T24" fmla="*/ 8 w 80"/>
                <a:gd name="T25" fmla="*/ 8 h 76"/>
                <a:gd name="T26" fmla="*/ 8 w 80"/>
                <a:gd name="T27" fmla="*/ 12 h 76"/>
                <a:gd name="T28" fmla="*/ 0 w 80"/>
                <a:gd name="T29" fmla="*/ 20 h 76"/>
                <a:gd name="T30" fmla="*/ 0 w 80"/>
                <a:gd name="T31" fmla="*/ 68 h 76"/>
                <a:gd name="T32" fmla="*/ 8 w 80"/>
                <a:gd name="T33" fmla="*/ 76 h 76"/>
                <a:gd name="T34" fmla="*/ 72 w 80"/>
                <a:gd name="T35" fmla="*/ 76 h 76"/>
                <a:gd name="T36" fmla="*/ 80 w 80"/>
                <a:gd name="T37" fmla="*/ 68 h 76"/>
                <a:gd name="T38" fmla="*/ 80 w 80"/>
                <a:gd name="T39" fmla="*/ 20 h 76"/>
                <a:gd name="T40" fmla="*/ 72 w 80"/>
                <a:gd name="T41" fmla="*/ 12 h 76"/>
                <a:gd name="T42" fmla="*/ 32 w 80"/>
                <a:gd name="T43" fmla="*/ 8 h 76"/>
                <a:gd name="T44" fmla="*/ 48 w 80"/>
                <a:gd name="T45" fmla="*/ 8 h 76"/>
                <a:gd name="T46" fmla="*/ 48 w 80"/>
                <a:gd name="T47" fmla="*/ 12 h 76"/>
                <a:gd name="T48" fmla="*/ 32 w 80"/>
                <a:gd name="T49" fmla="*/ 12 h 76"/>
                <a:gd name="T50" fmla="*/ 32 w 80"/>
                <a:gd name="T51" fmla="*/ 8 h 76"/>
                <a:gd name="T52" fmla="*/ 52 w 80"/>
                <a:gd name="T53" fmla="*/ 36 h 76"/>
                <a:gd name="T54" fmla="*/ 38 w 80"/>
                <a:gd name="T55" fmla="*/ 36 h 76"/>
                <a:gd name="T56" fmla="*/ 36 w 80"/>
                <a:gd name="T57" fmla="*/ 38 h 76"/>
                <a:gd name="T58" fmla="*/ 38 w 80"/>
                <a:gd name="T59" fmla="*/ 40 h 76"/>
                <a:gd name="T60" fmla="*/ 42 w 80"/>
                <a:gd name="T61" fmla="*/ 40 h 76"/>
                <a:gd name="T62" fmla="*/ 52 w 80"/>
                <a:gd name="T63" fmla="*/ 50 h 76"/>
                <a:gd name="T64" fmla="*/ 44 w 80"/>
                <a:gd name="T65" fmla="*/ 60 h 76"/>
                <a:gd name="T66" fmla="*/ 44 w 80"/>
                <a:gd name="T67" fmla="*/ 64 h 76"/>
                <a:gd name="T68" fmla="*/ 36 w 80"/>
                <a:gd name="T69" fmla="*/ 64 h 76"/>
                <a:gd name="T70" fmla="*/ 36 w 80"/>
                <a:gd name="T71" fmla="*/ 60 h 76"/>
                <a:gd name="T72" fmla="*/ 28 w 80"/>
                <a:gd name="T73" fmla="*/ 60 h 76"/>
                <a:gd name="T74" fmla="*/ 28 w 80"/>
                <a:gd name="T75" fmla="*/ 52 h 76"/>
                <a:gd name="T76" fmla="*/ 42 w 80"/>
                <a:gd name="T77" fmla="*/ 52 h 76"/>
                <a:gd name="T78" fmla="*/ 44 w 80"/>
                <a:gd name="T79" fmla="*/ 50 h 76"/>
                <a:gd name="T80" fmla="*/ 42 w 80"/>
                <a:gd name="T81" fmla="*/ 48 h 76"/>
                <a:gd name="T82" fmla="*/ 38 w 80"/>
                <a:gd name="T83" fmla="*/ 48 h 76"/>
                <a:gd name="T84" fmla="*/ 28 w 80"/>
                <a:gd name="T85" fmla="*/ 38 h 76"/>
                <a:gd name="T86" fmla="*/ 36 w 80"/>
                <a:gd name="T87" fmla="*/ 28 h 76"/>
                <a:gd name="T88" fmla="*/ 36 w 80"/>
                <a:gd name="T89" fmla="*/ 24 h 76"/>
                <a:gd name="T90" fmla="*/ 44 w 80"/>
                <a:gd name="T91" fmla="*/ 24 h 76"/>
                <a:gd name="T92" fmla="*/ 44 w 80"/>
                <a:gd name="T93" fmla="*/ 28 h 76"/>
                <a:gd name="T94" fmla="*/ 52 w 80"/>
                <a:gd name="T95" fmla="*/ 28 h 76"/>
                <a:gd name="T96" fmla="*/ 52 w 80"/>
                <a:gd name="T97" fmla="*/ 3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0" h="76">
                  <a:moveTo>
                    <a:pt x="72" y="12"/>
                  </a:moveTo>
                  <a:cubicBezTo>
                    <a:pt x="72" y="8"/>
                    <a:pt x="72" y="8"/>
                    <a:pt x="72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6" y="4"/>
                    <a:pt x="56" y="4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6" y="0"/>
                    <a:pt x="24" y="2"/>
                    <a:pt x="24" y="4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0" y="16"/>
                    <a:pt x="0" y="2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72"/>
                    <a:pt x="4" y="76"/>
                    <a:pt x="8" y="76"/>
                  </a:cubicBezTo>
                  <a:cubicBezTo>
                    <a:pt x="72" y="76"/>
                    <a:pt x="72" y="76"/>
                    <a:pt x="72" y="76"/>
                  </a:cubicBezTo>
                  <a:cubicBezTo>
                    <a:pt x="76" y="76"/>
                    <a:pt x="80" y="72"/>
                    <a:pt x="80" y="68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76" y="12"/>
                    <a:pt x="72" y="12"/>
                  </a:cubicBezTo>
                  <a:close/>
                  <a:moveTo>
                    <a:pt x="32" y="8"/>
                  </a:moveTo>
                  <a:cubicBezTo>
                    <a:pt x="48" y="8"/>
                    <a:pt x="48" y="8"/>
                    <a:pt x="48" y="8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32" y="12"/>
                    <a:pt x="32" y="12"/>
                    <a:pt x="32" y="12"/>
                  </a:cubicBezTo>
                  <a:lnTo>
                    <a:pt x="32" y="8"/>
                  </a:lnTo>
                  <a:close/>
                  <a:moveTo>
                    <a:pt x="52" y="36"/>
                  </a:moveTo>
                  <a:cubicBezTo>
                    <a:pt x="38" y="36"/>
                    <a:pt x="38" y="36"/>
                    <a:pt x="38" y="36"/>
                  </a:cubicBezTo>
                  <a:cubicBezTo>
                    <a:pt x="37" y="36"/>
                    <a:pt x="36" y="37"/>
                    <a:pt x="36" y="38"/>
                  </a:cubicBezTo>
                  <a:cubicBezTo>
                    <a:pt x="36" y="39"/>
                    <a:pt x="37" y="40"/>
                    <a:pt x="38" y="40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8" y="40"/>
                    <a:pt x="52" y="44"/>
                    <a:pt x="52" y="50"/>
                  </a:cubicBezTo>
                  <a:cubicBezTo>
                    <a:pt x="52" y="55"/>
                    <a:pt x="49" y="59"/>
                    <a:pt x="44" y="60"/>
                  </a:cubicBezTo>
                  <a:cubicBezTo>
                    <a:pt x="44" y="64"/>
                    <a:pt x="44" y="64"/>
                    <a:pt x="44" y="64"/>
                  </a:cubicBezTo>
                  <a:cubicBezTo>
                    <a:pt x="36" y="64"/>
                    <a:pt x="36" y="64"/>
                    <a:pt x="36" y="64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3" y="52"/>
                    <a:pt x="44" y="51"/>
                    <a:pt x="44" y="50"/>
                  </a:cubicBezTo>
                  <a:cubicBezTo>
                    <a:pt x="44" y="49"/>
                    <a:pt x="43" y="48"/>
                    <a:pt x="42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2" y="48"/>
                    <a:pt x="28" y="44"/>
                    <a:pt x="28" y="38"/>
                  </a:cubicBezTo>
                  <a:cubicBezTo>
                    <a:pt x="28" y="33"/>
                    <a:pt x="31" y="29"/>
                    <a:pt x="36" y="28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8"/>
                    <a:pt x="44" y="28"/>
                    <a:pt x="44" y="28"/>
                  </a:cubicBezTo>
                  <a:cubicBezTo>
                    <a:pt x="52" y="28"/>
                    <a:pt x="52" y="28"/>
                    <a:pt x="52" y="28"/>
                  </a:cubicBezTo>
                  <a:lnTo>
                    <a:pt x="52" y="3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89" name="组合 488"/>
            <p:cNvGrpSpPr/>
            <p:nvPr/>
          </p:nvGrpSpPr>
          <p:grpSpPr>
            <a:xfrm>
              <a:off x="5059363" y="4859338"/>
              <a:ext cx="254000" cy="177800"/>
              <a:chOff x="5059363" y="4859338"/>
              <a:chExt cx="254000" cy="177800"/>
            </a:xfrm>
          </p:grpSpPr>
          <p:sp>
            <p:nvSpPr>
              <p:cNvPr id="405" name="Freeform 103"/>
              <p:cNvSpPr>
                <a:spLocks noEditPoints="1"/>
              </p:cNvSpPr>
              <p:nvPr/>
            </p:nvSpPr>
            <p:spPr bwMode="auto">
              <a:xfrm>
                <a:off x="5059363" y="4859338"/>
                <a:ext cx="254000" cy="177800"/>
              </a:xfrm>
              <a:custGeom>
                <a:avLst/>
                <a:gdLst>
                  <a:gd name="T0" fmla="*/ 0 w 160"/>
                  <a:gd name="T1" fmla="*/ 0 h 112"/>
                  <a:gd name="T2" fmla="*/ 0 w 160"/>
                  <a:gd name="T3" fmla="*/ 112 h 112"/>
                  <a:gd name="T4" fmla="*/ 160 w 160"/>
                  <a:gd name="T5" fmla="*/ 112 h 112"/>
                  <a:gd name="T6" fmla="*/ 160 w 160"/>
                  <a:gd name="T7" fmla="*/ 0 h 112"/>
                  <a:gd name="T8" fmla="*/ 0 w 160"/>
                  <a:gd name="T9" fmla="*/ 0 h 112"/>
                  <a:gd name="T10" fmla="*/ 56 w 160"/>
                  <a:gd name="T11" fmla="*/ 96 h 112"/>
                  <a:gd name="T12" fmla="*/ 16 w 160"/>
                  <a:gd name="T13" fmla="*/ 56 h 112"/>
                  <a:gd name="T14" fmla="*/ 16 w 160"/>
                  <a:gd name="T15" fmla="*/ 16 h 112"/>
                  <a:gd name="T16" fmla="*/ 104 w 160"/>
                  <a:gd name="T17" fmla="*/ 16 h 112"/>
                  <a:gd name="T18" fmla="*/ 144 w 160"/>
                  <a:gd name="T19" fmla="*/ 56 h 112"/>
                  <a:gd name="T20" fmla="*/ 144 w 160"/>
                  <a:gd name="T21" fmla="*/ 96 h 112"/>
                  <a:gd name="T22" fmla="*/ 56 w 160"/>
                  <a:gd name="T23" fmla="*/ 96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0" h="112">
                    <a:moveTo>
                      <a:pt x="0" y="0"/>
                    </a:moveTo>
                    <a:lnTo>
                      <a:pt x="0" y="112"/>
                    </a:lnTo>
                    <a:lnTo>
                      <a:pt x="160" y="112"/>
                    </a:lnTo>
                    <a:lnTo>
                      <a:pt x="160" y="0"/>
                    </a:lnTo>
                    <a:lnTo>
                      <a:pt x="0" y="0"/>
                    </a:lnTo>
                    <a:close/>
                    <a:moveTo>
                      <a:pt x="56" y="96"/>
                    </a:moveTo>
                    <a:lnTo>
                      <a:pt x="16" y="56"/>
                    </a:lnTo>
                    <a:lnTo>
                      <a:pt x="16" y="16"/>
                    </a:lnTo>
                    <a:lnTo>
                      <a:pt x="104" y="16"/>
                    </a:lnTo>
                    <a:lnTo>
                      <a:pt x="144" y="56"/>
                    </a:lnTo>
                    <a:lnTo>
                      <a:pt x="144" y="96"/>
                    </a:lnTo>
                    <a:lnTo>
                      <a:pt x="56" y="9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Oval 104"/>
              <p:cNvSpPr>
                <a:spLocks noChangeArrowheads="1"/>
              </p:cNvSpPr>
              <p:nvPr/>
            </p:nvSpPr>
            <p:spPr bwMode="auto">
              <a:xfrm>
                <a:off x="5148263" y="4910138"/>
                <a:ext cx="76200" cy="762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8" name="组合 487"/>
            <p:cNvGrpSpPr/>
            <p:nvPr/>
          </p:nvGrpSpPr>
          <p:grpSpPr>
            <a:xfrm>
              <a:off x="5665788" y="4822826"/>
              <a:ext cx="254000" cy="252412"/>
              <a:chOff x="5665788" y="4822826"/>
              <a:chExt cx="254000" cy="252412"/>
            </a:xfrm>
          </p:grpSpPr>
          <p:sp>
            <p:nvSpPr>
              <p:cNvPr id="407" name="Freeform 105"/>
              <p:cNvSpPr>
                <a:spLocks/>
              </p:cNvSpPr>
              <p:nvPr/>
            </p:nvSpPr>
            <p:spPr bwMode="auto">
              <a:xfrm>
                <a:off x="5684838" y="5011738"/>
                <a:ext cx="215900" cy="63500"/>
              </a:xfrm>
              <a:custGeom>
                <a:avLst/>
                <a:gdLst>
                  <a:gd name="T0" fmla="*/ 40 w 136"/>
                  <a:gd name="T1" fmla="*/ 0 h 40"/>
                  <a:gd name="T2" fmla="*/ 0 w 136"/>
                  <a:gd name="T3" fmla="*/ 40 h 40"/>
                  <a:gd name="T4" fmla="*/ 24 w 136"/>
                  <a:gd name="T5" fmla="*/ 40 h 40"/>
                  <a:gd name="T6" fmla="*/ 60 w 136"/>
                  <a:gd name="T7" fmla="*/ 4 h 40"/>
                  <a:gd name="T8" fmla="*/ 60 w 136"/>
                  <a:gd name="T9" fmla="*/ 40 h 40"/>
                  <a:gd name="T10" fmla="*/ 76 w 136"/>
                  <a:gd name="T11" fmla="*/ 40 h 40"/>
                  <a:gd name="T12" fmla="*/ 76 w 136"/>
                  <a:gd name="T13" fmla="*/ 4 h 40"/>
                  <a:gd name="T14" fmla="*/ 112 w 136"/>
                  <a:gd name="T15" fmla="*/ 40 h 40"/>
                  <a:gd name="T16" fmla="*/ 136 w 136"/>
                  <a:gd name="T17" fmla="*/ 40 h 40"/>
                  <a:gd name="T18" fmla="*/ 96 w 136"/>
                  <a:gd name="T19" fmla="*/ 0 h 40"/>
                  <a:gd name="T20" fmla="*/ 40 w 136"/>
                  <a:gd name="T2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6" h="40">
                    <a:moveTo>
                      <a:pt x="40" y="0"/>
                    </a:moveTo>
                    <a:lnTo>
                      <a:pt x="0" y="40"/>
                    </a:lnTo>
                    <a:lnTo>
                      <a:pt x="24" y="40"/>
                    </a:lnTo>
                    <a:lnTo>
                      <a:pt x="60" y="4"/>
                    </a:lnTo>
                    <a:lnTo>
                      <a:pt x="60" y="40"/>
                    </a:lnTo>
                    <a:lnTo>
                      <a:pt x="76" y="40"/>
                    </a:lnTo>
                    <a:lnTo>
                      <a:pt x="76" y="4"/>
                    </a:lnTo>
                    <a:lnTo>
                      <a:pt x="112" y="40"/>
                    </a:lnTo>
                    <a:lnTo>
                      <a:pt x="136" y="40"/>
                    </a:lnTo>
                    <a:lnTo>
                      <a:pt x="96" y="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Freeform 106"/>
              <p:cNvSpPr>
                <a:spLocks/>
              </p:cNvSpPr>
              <p:nvPr/>
            </p:nvSpPr>
            <p:spPr bwMode="auto">
              <a:xfrm>
                <a:off x="5665788" y="4822826"/>
                <a:ext cx="254000" cy="36513"/>
              </a:xfrm>
              <a:custGeom>
                <a:avLst/>
                <a:gdLst>
                  <a:gd name="T0" fmla="*/ 72 w 80"/>
                  <a:gd name="T1" fmla="*/ 0 h 12"/>
                  <a:gd name="T2" fmla="*/ 8 w 80"/>
                  <a:gd name="T3" fmla="*/ 0 h 12"/>
                  <a:gd name="T4" fmla="*/ 0 w 80"/>
                  <a:gd name="T5" fmla="*/ 8 h 12"/>
                  <a:gd name="T6" fmla="*/ 0 w 80"/>
                  <a:gd name="T7" fmla="*/ 12 h 12"/>
                  <a:gd name="T8" fmla="*/ 80 w 80"/>
                  <a:gd name="T9" fmla="*/ 12 h 12"/>
                  <a:gd name="T10" fmla="*/ 80 w 80"/>
                  <a:gd name="T11" fmla="*/ 8 h 12"/>
                  <a:gd name="T12" fmla="*/ 72 w 80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12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80" y="12"/>
                      <a:pt x="80" y="12"/>
                      <a:pt x="80" y="12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Freeform 107"/>
              <p:cNvSpPr>
                <a:spLocks/>
              </p:cNvSpPr>
              <p:nvPr/>
            </p:nvSpPr>
            <p:spPr bwMode="auto">
              <a:xfrm>
                <a:off x="5665788" y="4872038"/>
                <a:ext cx="254000" cy="127000"/>
              </a:xfrm>
              <a:custGeom>
                <a:avLst/>
                <a:gdLst>
                  <a:gd name="T0" fmla="*/ 0 w 80"/>
                  <a:gd name="T1" fmla="*/ 32 h 40"/>
                  <a:gd name="T2" fmla="*/ 8 w 80"/>
                  <a:gd name="T3" fmla="*/ 40 h 40"/>
                  <a:gd name="T4" fmla="*/ 72 w 80"/>
                  <a:gd name="T5" fmla="*/ 40 h 40"/>
                  <a:gd name="T6" fmla="*/ 80 w 80"/>
                  <a:gd name="T7" fmla="*/ 32 h 40"/>
                  <a:gd name="T8" fmla="*/ 80 w 80"/>
                  <a:gd name="T9" fmla="*/ 0 h 40"/>
                  <a:gd name="T10" fmla="*/ 0 w 80"/>
                  <a:gd name="T11" fmla="*/ 0 h 40"/>
                  <a:gd name="T12" fmla="*/ 0 w 80"/>
                  <a:gd name="T13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40">
                    <a:moveTo>
                      <a:pt x="0" y="32"/>
                    </a:moveTo>
                    <a:cubicBezTo>
                      <a:pt x="0" y="36"/>
                      <a:pt x="4" y="40"/>
                      <a:pt x="8" y="40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76" y="40"/>
                      <a:pt x="80" y="36"/>
                      <a:pt x="80" y="32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10" name="Freeform 108"/>
            <p:cNvSpPr>
              <a:spLocks noEditPoints="1"/>
            </p:cNvSpPr>
            <p:nvPr/>
          </p:nvSpPr>
          <p:spPr bwMode="auto">
            <a:xfrm>
              <a:off x="5665788" y="4233863"/>
              <a:ext cx="254000" cy="220663"/>
            </a:xfrm>
            <a:custGeom>
              <a:avLst/>
              <a:gdLst>
                <a:gd name="T0" fmla="*/ 66 w 80"/>
                <a:gd name="T1" fmla="*/ 26 h 70"/>
                <a:gd name="T2" fmla="*/ 51 w 80"/>
                <a:gd name="T3" fmla="*/ 0 h 70"/>
                <a:gd name="T4" fmla="*/ 45 w 80"/>
                <a:gd name="T5" fmla="*/ 4 h 70"/>
                <a:gd name="T6" fmla="*/ 57 w 80"/>
                <a:gd name="T7" fmla="*/ 26 h 70"/>
                <a:gd name="T8" fmla="*/ 23 w 80"/>
                <a:gd name="T9" fmla="*/ 26 h 70"/>
                <a:gd name="T10" fmla="*/ 35 w 80"/>
                <a:gd name="T11" fmla="*/ 4 h 70"/>
                <a:gd name="T12" fmla="*/ 29 w 80"/>
                <a:gd name="T13" fmla="*/ 0 h 70"/>
                <a:gd name="T14" fmla="*/ 14 w 80"/>
                <a:gd name="T15" fmla="*/ 26 h 70"/>
                <a:gd name="T16" fmla="*/ 0 w 80"/>
                <a:gd name="T17" fmla="*/ 26 h 70"/>
                <a:gd name="T18" fmla="*/ 0 w 80"/>
                <a:gd name="T19" fmla="*/ 34 h 70"/>
                <a:gd name="T20" fmla="*/ 5 w 80"/>
                <a:gd name="T21" fmla="*/ 34 h 70"/>
                <a:gd name="T22" fmla="*/ 12 w 80"/>
                <a:gd name="T23" fmla="*/ 67 h 70"/>
                <a:gd name="T24" fmla="*/ 16 w 80"/>
                <a:gd name="T25" fmla="*/ 70 h 70"/>
                <a:gd name="T26" fmla="*/ 64 w 80"/>
                <a:gd name="T27" fmla="*/ 70 h 70"/>
                <a:gd name="T28" fmla="*/ 68 w 80"/>
                <a:gd name="T29" fmla="*/ 67 h 70"/>
                <a:gd name="T30" fmla="*/ 75 w 80"/>
                <a:gd name="T31" fmla="*/ 34 h 70"/>
                <a:gd name="T32" fmla="*/ 80 w 80"/>
                <a:gd name="T33" fmla="*/ 34 h 70"/>
                <a:gd name="T34" fmla="*/ 80 w 80"/>
                <a:gd name="T35" fmla="*/ 26 h 70"/>
                <a:gd name="T36" fmla="*/ 66 w 80"/>
                <a:gd name="T37" fmla="*/ 26 h 70"/>
                <a:gd name="T38" fmla="*/ 28 w 80"/>
                <a:gd name="T39" fmla="*/ 58 h 70"/>
                <a:gd name="T40" fmla="*/ 20 w 80"/>
                <a:gd name="T41" fmla="*/ 58 h 70"/>
                <a:gd name="T42" fmla="*/ 20 w 80"/>
                <a:gd name="T43" fmla="*/ 38 h 70"/>
                <a:gd name="T44" fmla="*/ 28 w 80"/>
                <a:gd name="T45" fmla="*/ 38 h 70"/>
                <a:gd name="T46" fmla="*/ 28 w 80"/>
                <a:gd name="T47" fmla="*/ 58 h 70"/>
                <a:gd name="T48" fmla="*/ 44 w 80"/>
                <a:gd name="T49" fmla="*/ 58 h 70"/>
                <a:gd name="T50" fmla="*/ 36 w 80"/>
                <a:gd name="T51" fmla="*/ 58 h 70"/>
                <a:gd name="T52" fmla="*/ 36 w 80"/>
                <a:gd name="T53" fmla="*/ 38 h 70"/>
                <a:gd name="T54" fmla="*/ 44 w 80"/>
                <a:gd name="T55" fmla="*/ 38 h 70"/>
                <a:gd name="T56" fmla="*/ 44 w 80"/>
                <a:gd name="T57" fmla="*/ 58 h 70"/>
                <a:gd name="T58" fmla="*/ 60 w 80"/>
                <a:gd name="T59" fmla="*/ 58 h 70"/>
                <a:gd name="T60" fmla="*/ 52 w 80"/>
                <a:gd name="T61" fmla="*/ 58 h 70"/>
                <a:gd name="T62" fmla="*/ 52 w 80"/>
                <a:gd name="T63" fmla="*/ 38 h 70"/>
                <a:gd name="T64" fmla="*/ 60 w 80"/>
                <a:gd name="T65" fmla="*/ 38 h 70"/>
                <a:gd name="T66" fmla="*/ 60 w 80"/>
                <a:gd name="T67" fmla="*/ 5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0" h="70">
                  <a:moveTo>
                    <a:pt x="66" y="26"/>
                  </a:moveTo>
                  <a:cubicBezTo>
                    <a:pt x="51" y="0"/>
                    <a:pt x="51" y="0"/>
                    <a:pt x="51" y="0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12" y="67"/>
                    <a:pt x="12" y="67"/>
                    <a:pt x="12" y="67"/>
                  </a:cubicBezTo>
                  <a:cubicBezTo>
                    <a:pt x="13" y="69"/>
                    <a:pt x="14" y="70"/>
                    <a:pt x="16" y="70"/>
                  </a:cubicBezTo>
                  <a:cubicBezTo>
                    <a:pt x="64" y="70"/>
                    <a:pt x="64" y="70"/>
                    <a:pt x="64" y="70"/>
                  </a:cubicBezTo>
                  <a:cubicBezTo>
                    <a:pt x="66" y="70"/>
                    <a:pt x="67" y="69"/>
                    <a:pt x="68" y="67"/>
                  </a:cubicBezTo>
                  <a:cubicBezTo>
                    <a:pt x="75" y="34"/>
                    <a:pt x="75" y="34"/>
                    <a:pt x="75" y="34"/>
                  </a:cubicBezTo>
                  <a:cubicBezTo>
                    <a:pt x="80" y="34"/>
                    <a:pt x="80" y="34"/>
                    <a:pt x="80" y="34"/>
                  </a:cubicBezTo>
                  <a:cubicBezTo>
                    <a:pt x="80" y="26"/>
                    <a:pt x="80" y="26"/>
                    <a:pt x="80" y="26"/>
                  </a:cubicBezTo>
                  <a:lnTo>
                    <a:pt x="66" y="26"/>
                  </a:lnTo>
                  <a:close/>
                  <a:moveTo>
                    <a:pt x="28" y="58"/>
                  </a:moveTo>
                  <a:cubicBezTo>
                    <a:pt x="20" y="58"/>
                    <a:pt x="20" y="58"/>
                    <a:pt x="20" y="58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8" y="38"/>
                    <a:pt x="28" y="38"/>
                    <a:pt x="28" y="38"/>
                  </a:cubicBezTo>
                  <a:lnTo>
                    <a:pt x="28" y="58"/>
                  </a:lnTo>
                  <a:close/>
                  <a:moveTo>
                    <a:pt x="44" y="58"/>
                  </a:moveTo>
                  <a:cubicBezTo>
                    <a:pt x="36" y="58"/>
                    <a:pt x="36" y="58"/>
                    <a:pt x="36" y="58"/>
                  </a:cubicBezTo>
                  <a:cubicBezTo>
                    <a:pt x="36" y="38"/>
                    <a:pt x="36" y="38"/>
                    <a:pt x="36" y="38"/>
                  </a:cubicBezTo>
                  <a:cubicBezTo>
                    <a:pt x="44" y="38"/>
                    <a:pt x="44" y="38"/>
                    <a:pt x="44" y="38"/>
                  </a:cubicBezTo>
                  <a:lnTo>
                    <a:pt x="44" y="58"/>
                  </a:lnTo>
                  <a:close/>
                  <a:moveTo>
                    <a:pt x="60" y="58"/>
                  </a:moveTo>
                  <a:cubicBezTo>
                    <a:pt x="52" y="58"/>
                    <a:pt x="52" y="58"/>
                    <a:pt x="52" y="58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60" y="38"/>
                    <a:pt x="60" y="38"/>
                    <a:pt x="60" y="38"/>
                  </a:cubicBezTo>
                  <a:lnTo>
                    <a:pt x="60" y="5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78" name="组合 477"/>
            <p:cNvGrpSpPr/>
            <p:nvPr/>
          </p:nvGrpSpPr>
          <p:grpSpPr>
            <a:xfrm>
              <a:off x="4452938" y="4214813"/>
              <a:ext cx="252413" cy="265113"/>
              <a:chOff x="4452938" y="4214813"/>
              <a:chExt cx="252413" cy="265113"/>
            </a:xfrm>
          </p:grpSpPr>
          <p:sp>
            <p:nvSpPr>
              <p:cNvPr id="411" name="Freeform 109"/>
              <p:cNvSpPr>
                <a:spLocks noEditPoints="1"/>
              </p:cNvSpPr>
              <p:nvPr/>
            </p:nvSpPr>
            <p:spPr bwMode="auto">
              <a:xfrm>
                <a:off x="4468813" y="4214813"/>
                <a:ext cx="220663" cy="188913"/>
              </a:xfrm>
              <a:custGeom>
                <a:avLst/>
                <a:gdLst>
                  <a:gd name="T0" fmla="*/ 63 w 70"/>
                  <a:gd name="T1" fmla="*/ 24 h 60"/>
                  <a:gd name="T2" fmla="*/ 55 w 70"/>
                  <a:gd name="T3" fmla="*/ 20 h 60"/>
                  <a:gd name="T4" fmla="*/ 67 w 70"/>
                  <a:gd name="T5" fmla="*/ 16 h 60"/>
                  <a:gd name="T6" fmla="*/ 63 w 70"/>
                  <a:gd name="T7" fmla="*/ 0 h 60"/>
                  <a:gd name="T8" fmla="*/ 35 w 70"/>
                  <a:gd name="T9" fmla="*/ 4 h 60"/>
                  <a:gd name="T10" fmla="*/ 39 w 70"/>
                  <a:gd name="T11" fmla="*/ 20 h 60"/>
                  <a:gd name="T12" fmla="*/ 47 w 70"/>
                  <a:gd name="T13" fmla="*/ 24 h 60"/>
                  <a:gd name="T14" fmla="*/ 31 w 70"/>
                  <a:gd name="T15" fmla="*/ 8 h 60"/>
                  <a:gd name="T16" fmla="*/ 25 w 70"/>
                  <a:gd name="T17" fmla="*/ 4 h 60"/>
                  <a:gd name="T18" fmla="*/ 13 w 70"/>
                  <a:gd name="T19" fmla="*/ 4 h 60"/>
                  <a:gd name="T20" fmla="*/ 7 w 70"/>
                  <a:gd name="T21" fmla="*/ 8 h 60"/>
                  <a:gd name="T22" fmla="*/ 3 w 70"/>
                  <a:gd name="T23" fmla="*/ 28 h 60"/>
                  <a:gd name="T24" fmla="*/ 70 w 70"/>
                  <a:gd name="T25" fmla="*/ 60 h 60"/>
                  <a:gd name="T26" fmla="*/ 15 w 70"/>
                  <a:gd name="T27" fmla="*/ 14 h 60"/>
                  <a:gd name="T28" fmla="*/ 21 w 70"/>
                  <a:gd name="T29" fmla="*/ 16 h 60"/>
                  <a:gd name="T30" fmla="*/ 23 w 70"/>
                  <a:gd name="T31" fmla="*/ 24 h 60"/>
                  <a:gd name="T32" fmla="*/ 15 w 70"/>
                  <a:gd name="T33" fmla="*/ 14 h 60"/>
                  <a:gd name="T34" fmla="*/ 11 w 70"/>
                  <a:gd name="T35" fmla="*/ 40 h 60"/>
                  <a:gd name="T36" fmla="*/ 27 w 70"/>
                  <a:gd name="T37" fmla="*/ 32 h 60"/>
                  <a:gd name="T38" fmla="*/ 43 w 70"/>
                  <a:gd name="T39" fmla="*/ 12 h 60"/>
                  <a:gd name="T40" fmla="*/ 59 w 70"/>
                  <a:gd name="T41" fmla="*/ 8 h 60"/>
                  <a:gd name="T42" fmla="*/ 43 w 70"/>
                  <a:gd name="T43" fmla="*/ 12 h 60"/>
                  <a:gd name="T44" fmla="*/ 35 w 70"/>
                  <a:gd name="T45" fmla="*/ 48 h 60"/>
                  <a:gd name="T46" fmla="*/ 43 w 70"/>
                  <a:gd name="T47" fmla="*/ 48 h 60"/>
                  <a:gd name="T48" fmla="*/ 39 w 70"/>
                  <a:gd name="T49" fmla="*/ 40 h 60"/>
                  <a:gd name="T50" fmla="*/ 39 w 70"/>
                  <a:gd name="T51" fmla="*/ 32 h 60"/>
                  <a:gd name="T52" fmla="*/ 39 w 70"/>
                  <a:gd name="T53" fmla="*/ 40 h 60"/>
                  <a:gd name="T54" fmla="*/ 47 w 70"/>
                  <a:gd name="T55" fmla="*/ 48 h 60"/>
                  <a:gd name="T56" fmla="*/ 55 w 70"/>
                  <a:gd name="T57" fmla="*/ 48 h 60"/>
                  <a:gd name="T58" fmla="*/ 51 w 70"/>
                  <a:gd name="T59" fmla="*/ 40 h 60"/>
                  <a:gd name="T60" fmla="*/ 51 w 70"/>
                  <a:gd name="T61" fmla="*/ 32 h 60"/>
                  <a:gd name="T62" fmla="*/ 51 w 70"/>
                  <a:gd name="T63" fmla="*/ 4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70" h="60">
                    <a:moveTo>
                      <a:pt x="67" y="28"/>
                    </a:moveTo>
                    <a:cubicBezTo>
                      <a:pt x="67" y="26"/>
                      <a:pt x="65" y="24"/>
                      <a:pt x="63" y="24"/>
                    </a:cubicBezTo>
                    <a:cubicBezTo>
                      <a:pt x="55" y="24"/>
                      <a:pt x="55" y="24"/>
                      <a:pt x="55" y="24"/>
                    </a:cubicBezTo>
                    <a:cubicBezTo>
                      <a:pt x="55" y="20"/>
                      <a:pt x="55" y="20"/>
                      <a:pt x="55" y="20"/>
                    </a:cubicBezTo>
                    <a:cubicBezTo>
                      <a:pt x="63" y="20"/>
                      <a:pt x="63" y="20"/>
                      <a:pt x="63" y="20"/>
                    </a:cubicBezTo>
                    <a:cubicBezTo>
                      <a:pt x="65" y="20"/>
                      <a:pt x="67" y="18"/>
                      <a:pt x="67" y="16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7" y="2"/>
                      <a:pt x="65" y="0"/>
                      <a:pt x="63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7" y="0"/>
                      <a:pt x="35" y="2"/>
                      <a:pt x="35" y="4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35" y="18"/>
                      <a:pt x="37" y="20"/>
                      <a:pt x="39" y="20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47" y="24"/>
                      <a:pt x="47" y="24"/>
                      <a:pt x="47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7"/>
                      <a:pt x="30" y="5"/>
                      <a:pt x="29" y="5"/>
                    </a:cubicBezTo>
                    <a:cubicBezTo>
                      <a:pt x="28" y="4"/>
                      <a:pt x="26" y="4"/>
                      <a:pt x="25" y="4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2" y="4"/>
                      <a:pt x="10" y="4"/>
                      <a:pt x="9" y="5"/>
                    </a:cubicBezTo>
                    <a:cubicBezTo>
                      <a:pt x="8" y="5"/>
                      <a:pt x="7" y="7"/>
                      <a:pt x="7" y="8"/>
                    </a:cubicBezTo>
                    <a:cubicBezTo>
                      <a:pt x="7" y="24"/>
                      <a:pt x="7" y="24"/>
                      <a:pt x="7" y="24"/>
                    </a:cubicBezTo>
                    <a:cubicBezTo>
                      <a:pt x="5" y="24"/>
                      <a:pt x="3" y="26"/>
                      <a:pt x="3" y="2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70" y="60"/>
                      <a:pt x="70" y="60"/>
                      <a:pt x="70" y="60"/>
                    </a:cubicBezTo>
                    <a:lnTo>
                      <a:pt x="67" y="28"/>
                    </a:lnTo>
                    <a:close/>
                    <a:moveTo>
                      <a:pt x="15" y="14"/>
                    </a:moveTo>
                    <a:cubicBezTo>
                      <a:pt x="17" y="16"/>
                      <a:pt x="17" y="16"/>
                      <a:pt x="17" y="16"/>
                    </a:cubicBezTo>
                    <a:cubicBezTo>
                      <a:pt x="18" y="16"/>
                      <a:pt x="20" y="16"/>
                      <a:pt x="21" y="16"/>
                    </a:cubicBezTo>
                    <a:cubicBezTo>
                      <a:pt x="23" y="14"/>
                      <a:pt x="23" y="14"/>
                      <a:pt x="23" y="14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15" y="24"/>
                      <a:pt x="15" y="24"/>
                      <a:pt x="15" y="24"/>
                    </a:cubicBezTo>
                    <a:lnTo>
                      <a:pt x="15" y="14"/>
                    </a:lnTo>
                    <a:close/>
                    <a:moveTo>
                      <a:pt x="27" y="40"/>
                    </a:move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32"/>
                      <a:pt x="11" y="32"/>
                      <a:pt x="11" y="32"/>
                    </a:cubicBezTo>
                    <a:cubicBezTo>
                      <a:pt x="27" y="32"/>
                      <a:pt x="27" y="32"/>
                      <a:pt x="27" y="32"/>
                    </a:cubicBezTo>
                    <a:lnTo>
                      <a:pt x="27" y="40"/>
                    </a:lnTo>
                    <a:close/>
                    <a:moveTo>
                      <a:pt x="43" y="12"/>
                    </a:moveTo>
                    <a:cubicBezTo>
                      <a:pt x="43" y="8"/>
                      <a:pt x="43" y="8"/>
                      <a:pt x="43" y="8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59" y="12"/>
                      <a:pt x="59" y="12"/>
                      <a:pt x="59" y="12"/>
                    </a:cubicBezTo>
                    <a:lnTo>
                      <a:pt x="43" y="12"/>
                    </a:lnTo>
                    <a:close/>
                    <a:moveTo>
                      <a:pt x="39" y="52"/>
                    </a:moveTo>
                    <a:cubicBezTo>
                      <a:pt x="37" y="52"/>
                      <a:pt x="35" y="50"/>
                      <a:pt x="35" y="48"/>
                    </a:cubicBezTo>
                    <a:cubicBezTo>
                      <a:pt x="35" y="46"/>
                      <a:pt x="37" y="44"/>
                      <a:pt x="39" y="44"/>
                    </a:cubicBezTo>
                    <a:cubicBezTo>
                      <a:pt x="41" y="44"/>
                      <a:pt x="43" y="46"/>
                      <a:pt x="43" y="48"/>
                    </a:cubicBezTo>
                    <a:cubicBezTo>
                      <a:pt x="43" y="50"/>
                      <a:pt x="41" y="52"/>
                      <a:pt x="39" y="52"/>
                    </a:cubicBezTo>
                    <a:close/>
                    <a:moveTo>
                      <a:pt x="39" y="40"/>
                    </a:moveTo>
                    <a:cubicBezTo>
                      <a:pt x="37" y="40"/>
                      <a:pt x="35" y="38"/>
                      <a:pt x="35" y="36"/>
                    </a:cubicBezTo>
                    <a:cubicBezTo>
                      <a:pt x="35" y="34"/>
                      <a:pt x="37" y="32"/>
                      <a:pt x="39" y="32"/>
                    </a:cubicBezTo>
                    <a:cubicBezTo>
                      <a:pt x="41" y="32"/>
                      <a:pt x="43" y="34"/>
                      <a:pt x="43" y="36"/>
                    </a:cubicBezTo>
                    <a:cubicBezTo>
                      <a:pt x="43" y="38"/>
                      <a:pt x="41" y="40"/>
                      <a:pt x="39" y="40"/>
                    </a:cubicBezTo>
                    <a:close/>
                    <a:moveTo>
                      <a:pt x="51" y="52"/>
                    </a:moveTo>
                    <a:cubicBezTo>
                      <a:pt x="49" y="52"/>
                      <a:pt x="47" y="50"/>
                      <a:pt x="47" y="48"/>
                    </a:cubicBezTo>
                    <a:cubicBezTo>
                      <a:pt x="47" y="46"/>
                      <a:pt x="49" y="44"/>
                      <a:pt x="51" y="44"/>
                    </a:cubicBezTo>
                    <a:cubicBezTo>
                      <a:pt x="53" y="44"/>
                      <a:pt x="55" y="46"/>
                      <a:pt x="55" y="48"/>
                    </a:cubicBezTo>
                    <a:cubicBezTo>
                      <a:pt x="55" y="50"/>
                      <a:pt x="53" y="52"/>
                      <a:pt x="51" y="52"/>
                    </a:cubicBezTo>
                    <a:close/>
                    <a:moveTo>
                      <a:pt x="51" y="40"/>
                    </a:moveTo>
                    <a:cubicBezTo>
                      <a:pt x="49" y="40"/>
                      <a:pt x="47" y="38"/>
                      <a:pt x="47" y="36"/>
                    </a:cubicBezTo>
                    <a:cubicBezTo>
                      <a:pt x="47" y="34"/>
                      <a:pt x="49" y="32"/>
                      <a:pt x="51" y="32"/>
                    </a:cubicBezTo>
                    <a:cubicBezTo>
                      <a:pt x="53" y="32"/>
                      <a:pt x="55" y="34"/>
                      <a:pt x="55" y="36"/>
                    </a:cubicBezTo>
                    <a:cubicBezTo>
                      <a:pt x="55" y="38"/>
                      <a:pt x="53" y="40"/>
                      <a:pt x="51" y="4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12" name="Freeform 110"/>
              <p:cNvSpPr>
                <a:spLocks/>
              </p:cNvSpPr>
              <p:nvPr/>
            </p:nvSpPr>
            <p:spPr bwMode="auto">
              <a:xfrm>
                <a:off x="4452938" y="4416426"/>
                <a:ext cx="252413" cy="63500"/>
              </a:xfrm>
              <a:custGeom>
                <a:avLst/>
                <a:gdLst>
                  <a:gd name="T0" fmla="*/ 76 w 80"/>
                  <a:gd name="T1" fmla="*/ 0 h 20"/>
                  <a:gd name="T2" fmla="*/ 4 w 80"/>
                  <a:gd name="T3" fmla="*/ 0 h 20"/>
                  <a:gd name="T4" fmla="*/ 0 w 80"/>
                  <a:gd name="T5" fmla="*/ 4 h 20"/>
                  <a:gd name="T6" fmla="*/ 0 w 80"/>
                  <a:gd name="T7" fmla="*/ 16 h 20"/>
                  <a:gd name="T8" fmla="*/ 4 w 80"/>
                  <a:gd name="T9" fmla="*/ 20 h 20"/>
                  <a:gd name="T10" fmla="*/ 76 w 80"/>
                  <a:gd name="T11" fmla="*/ 20 h 20"/>
                  <a:gd name="T12" fmla="*/ 80 w 80"/>
                  <a:gd name="T13" fmla="*/ 16 h 20"/>
                  <a:gd name="T14" fmla="*/ 80 w 80"/>
                  <a:gd name="T15" fmla="*/ 4 h 20"/>
                  <a:gd name="T16" fmla="*/ 76 w 80"/>
                  <a:gd name="T17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20">
                    <a:moveTo>
                      <a:pt x="7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78" y="20"/>
                      <a:pt x="80" y="18"/>
                      <a:pt x="80" y="1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2"/>
                      <a:pt x="78" y="0"/>
                      <a:pt x="7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0" name="组合 479"/>
            <p:cNvGrpSpPr/>
            <p:nvPr/>
          </p:nvGrpSpPr>
          <p:grpSpPr>
            <a:xfrm>
              <a:off x="6854826" y="4195763"/>
              <a:ext cx="303212" cy="296863"/>
              <a:chOff x="6854826" y="4195763"/>
              <a:chExt cx="303212" cy="296863"/>
            </a:xfrm>
          </p:grpSpPr>
          <p:sp>
            <p:nvSpPr>
              <p:cNvPr id="413" name="Freeform 111"/>
              <p:cNvSpPr>
                <a:spLocks/>
              </p:cNvSpPr>
              <p:nvPr/>
            </p:nvSpPr>
            <p:spPr bwMode="auto">
              <a:xfrm>
                <a:off x="7056438" y="4391026"/>
                <a:ext cx="101600" cy="101600"/>
              </a:xfrm>
              <a:custGeom>
                <a:avLst/>
                <a:gdLst>
                  <a:gd name="T0" fmla="*/ 40 w 64"/>
                  <a:gd name="T1" fmla="*/ 24 h 64"/>
                  <a:gd name="T2" fmla="*/ 40 w 64"/>
                  <a:gd name="T3" fmla="*/ 0 h 64"/>
                  <a:gd name="T4" fmla="*/ 24 w 64"/>
                  <a:gd name="T5" fmla="*/ 0 h 64"/>
                  <a:gd name="T6" fmla="*/ 24 w 64"/>
                  <a:gd name="T7" fmla="*/ 24 h 64"/>
                  <a:gd name="T8" fmla="*/ 0 w 64"/>
                  <a:gd name="T9" fmla="*/ 24 h 64"/>
                  <a:gd name="T10" fmla="*/ 0 w 64"/>
                  <a:gd name="T11" fmla="*/ 40 h 64"/>
                  <a:gd name="T12" fmla="*/ 24 w 64"/>
                  <a:gd name="T13" fmla="*/ 40 h 64"/>
                  <a:gd name="T14" fmla="*/ 24 w 64"/>
                  <a:gd name="T15" fmla="*/ 64 h 64"/>
                  <a:gd name="T16" fmla="*/ 40 w 64"/>
                  <a:gd name="T17" fmla="*/ 64 h 64"/>
                  <a:gd name="T18" fmla="*/ 40 w 64"/>
                  <a:gd name="T19" fmla="*/ 40 h 64"/>
                  <a:gd name="T20" fmla="*/ 64 w 64"/>
                  <a:gd name="T21" fmla="*/ 40 h 64"/>
                  <a:gd name="T22" fmla="*/ 64 w 64"/>
                  <a:gd name="T23" fmla="*/ 24 h 64"/>
                  <a:gd name="T24" fmla="*/ 40 w 64"/>
                  <a:gd name="T25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40" y="24"/>
                    </a:move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lnTo>
                      <a:pt x="40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14" name="Freeform 112"/>
              <p:cNvSpPr>
                <a:spLocks/>
              </p:cNvSpPr>
              <p:nvPr/>
            </p:nvSpPr>
            <p:spPr bwMode="auto">
              <a:xfrm>
                <a:off x="6854826" y="4195763"/>
                <a:ext cx="252413" cy="106363"/>
              </a:xfrm>
              <a:custGeom>
                <a:avLst/>
                <a:gdLst>
                  <a:gd name="T0" fmla="*/ 159 w 159"/>
                  <a:gd name="T1" fmla="*/ 67 h 67"/>
                  <a:gd name="T2" fmla="*/ 159 w 159"/>
                  <a:gd name="T3" fmla="*/ 52 h 67"/>
                  <a:gd name="T4" fmla="*/ 131 w 159"/>
                  <a:gd name="T5" fmla="*/ 52 h 67"/>
                  <a:gd name="T6" fmla="*/ 101 w 159"/>
                  <a:gd name="T7" fmla="*/ 0 h 67"/>
                  <a:gd name="T8" fmla="*/ 89 w 159"/>
                  <a:gd name="T9" fmla="*/ 8 h 67"/>
                  <a:gd name="T10" fmla="*/ 113 w 159"/>
                  <a:gd name="T11" fmla="*/ 52 h 67"/>
                  <a:gd name="T12" fmla="*/ 45 w 159"/>
                  <a:gd name="T13" fmla="*/ 52 h 67"/>
                  <a:gd name="T14" fmla="*/ 69 w 159"/>
                  <a:gd name="T15" fmla="*/ 8 h 67"/>
                  <a:gd name="T16" fmla="*/ 57 w 159"/>
                  <a:gd name="T17" fmla="*/ 0 h 67"/>
                  <a:gd name="T18" fmla="*/ 28 w 159"/>
                  <a:gd name="T19" fmla="*/ 52 h 67"/>
                  <a:gd name="T20" fmla="*/ 0 w 159"/>
                  <a:gd name="T21" fmla="*/ 52 h 67"/>
                  <a:gd name="T22" fmla="*/ 0 w 159"/>
                  <a:gd name="T23" fmla="*/ 67 h 67"/>
                  <a:gd name="T24" fmla="*/ 159 w 159"/>
                  <a:gd name="T2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9" h="67">
                    <a:moveTo>
                      <a:pt x="159" y="67"/>
                    </a:moveTo>
                    <a:lnTo>
                      <a:pt x="159" y="52"/>
                    </a:lnTo>
                    <a:lnTo>
                      <a:pt x="131" y="52"/>
                    </a:lnTo>
                    <a:lnTo>
                      <a:pt x="101" y="0"/>
                    </a:lnTo>
                    <a:lnTo>
                      <a:pt x="89" y="8"/>
                    </a:lnTo>
                    <a:lnTo>
                      <a:pt x="113" y="52"/>
                    </a:lnTo>
                    <a:lnTo>
                      <a:pt x="45" y="52"/>
                    </a:lnTo>
                    <a:lnTo>
                      <a:pt x="69" y="8"/>
                    </a:lnTo>
                    <a:lnTo>
                      <a:pt x="57" y="0"/>
                    </a:lnTo>
                    <a:lnTo>
                      <a:pt x="28" y="52"/>
                    </a:lnTo>
                    <a:lnTo>
                      <a:pt x="0" y="52"/>
                    </a:lnTo>
                    <a:lnTo>
                      <a:pt x="0" y="67"/>
                    </a:lnTo>
                    <a:lnTo>
                      <a:pt x="159" y="6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15" name="Freeform 113"/>
              <p:cNvSpPr>
                <a:spLocks/>
              </p:cNvSpPr>
              <p:nvPr/>
            </p:nvSpPr>
            <p:spPr bwMode="auto">
              <a:xfrm>
                <a:off x="6873876" y="4314826"/>
                <a:ext cx="214313" cy="101600"/>
              </a:xfrm>
              <a:custGeom>
                <a:avLst/>
                <a:gdLst>
                  <a:gd name="T0" fmla="*/ 68 w 68"/>
                  <a:gd name="T1" fmla="*/ 0 h 32"/>
                  <a:gd name="T2" fmla="*/ 0 w 68"/>
                  <a:gd name="T3" fmla="*/ 0 h 32"/>
                  <a:gd name="T4" fmla="*/ 6 w 68"/>
                  <a:gd name="T5" fmla="*/ 29 h 32"/>
                  <a:gd name="T6" fmla="*/ 10 w 68"/>
                  <a:gd name="T7" fmla="*/ 32 h 32"/>
                  <a:gd name="T8" fmla="*/ 51 w 68"/>
                  <a:gd name="T9" fmla="*/ 32 h 32"/>
                  <a:gd name="T10" fmla="*/ 64 w 68"/>
                  <a:gd name="T11" fmla="*/ 18 h 32"/>
                  <a:gd name="T12" fmla="*/ 68 w 68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32">
                    <a:moveTo>
                      <a:pt x="6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31"/>
                      <a:pt x="8" y="32"/>
                      <a:pt x="10" y="32"/>
                    </a:cubicBezTo>
                    <a:cubicBezTo>
                      <a:pt x="51" y="32"/>
                      <a:pt x="51" y="32"/>
                      <a:pt x="51" y="32"/>
                    </a:cubicBezTo>
                    <a:cubicBezTo>
                      <a:pt x="54" y="26"/>
                      <a:pt x="58" y="21"/>
                      <a:pt x="64" y="18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1" name="组合 480"/>
            <p:cNvGrpSpPr/>
            <p:nvPr/>
          </p:nvGrpSpPr>
          <p:grpSpPr>
            <a:xfrm>
              <a:off x="7461251" y="4195763"/>
              <a:ext cx="290512" cy="258763"/>
              <a:chOff x="7461251" y="4195763"/>
              <a:chExt cx="290512" cy="258763"/>
            </a:xfrm>
          </p:grpSpPr>
          <p:sp>
            <p:nvSpPr>
              <p:cNvPr id="416" name="Freeform 114"/>
              <p:cNvSpPr>
                <a:spLocks/>
              </p:cNvSpPr>
              <p:nvPr/>
            </p:nvSpPr>
            <p:spPr bwMode="auto">
              <a:xfrm>
                <a:off x="7461251" y="4195763"/>
                <a:ext cx="252413" cy="106363"/>
              </a:xfrm>
              <a:custGeom>
                <a:avLst/>
                <a:gdLst>
                  <a:gd name="T0" fmla="*/ 159 w 159"/>
                  <a:gd name="T1" fmla="*/ 67 h 67"/>
                  <a:gd name="T2" fmla="*/ 159 w 159"/>
                  <a:gd name="T3" fmla="*/ 52 h 67"/>
                  <a:gd name="T4" fmla="*/ 131 w 159"/>
                  <a:gd name="T5" fmla="*/ 52 h 67"/>
                  <a:gd name="T6" fmla="*/ 101 w 159"/>
                  <a:gd name="T7" fmla="*/ 0 h 67"/>
                  <a:gd name="T8" fmla="*/ 89 w 159"/>
                  <a:gd name="T9" fmla="*/ 8 h 67"/>
                  <a:gd name="T10" fmla="*/ 113 w 159"/>
                  <a:gd name="T11" fmla="*/ 52 h 67"/>
                  <a:gd name="T12" fmla="*/ 46 w 159"/>
                  <a:gd name="T13" fmla="*/ 52 h 67"/>
                  <a:gd name="T14" fmla="*/ 69 w 159"/>
                  <a:gd name="T15" fmla="*/ 8 h 67"/>
                  <a:gd name="T16" fmla="*/ 58 w 159"/>
                  <a:gd name="T17" fmla="*/ 0 h 67"/>
                  <a:gd name="T18" fmla="*/ 28 w 159"/>
                  <a:gd name="T19" fmla="*/ 52 h 67"/>
                  <a:gd name="T20" fmla="*/ 0 w 159"/>
                  <a:gd name="T21" fmla="*/ 52 h 67"/>
                  <a:gd name="T22" fmla="*/ 0 w 159"/>
                  <a:gd name="T23" fmla="*/ 67 h 67"/>
                  <a:gd name="T24" fmla="*/ 159 w 159"/>
                  <a:gd name="T2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9" h="67">
                    <a:moveTo>
                      <a:pt x="159" y="67"/>
                    </a:moveTo>
                    <a:lnTo>
                      <a:pt x="159" y="52"/>
                    </a:lnTo>
                    <a:lnTo>
                      <a:pt x="131" y="52"/>
                    </a:lnTo>
                    <a:lnTo>
                      <a:pt x="101" y="0"/>
                    </a:lnTo>
                    <a:lnTo>
                      <a:pt x="89" y="8"/>
                    </a:lnTo>
                    <a:lnTo>
                      <a:pt x="113" y="52"/>
                    </a:lnTo>
                    <a:lnTo>
                      <a:pt x="46" y="52"/>
                    </a:lnTo>
                    <a:lnTo>
                      <a:pt x="69" y="8"/>
                    </a:lnTo>
                    <a:lnTo>
                      <a:pt x="58" y="0"/>
                    </a:lnTo>
                    <a:lnTo>
                      <a:pt x="28" y="52"/>
                    </a:lnTo>
                    <a:lnTo>
                      <a:pt x="0" y="52"/>
                    </a:lnTo>
                    <a:lnTo>
                      <a:pt x="0" y="67"/>
                    </a:lnTo>
                    <a:lnTo>
                      <a:pt x="159" y="6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17" name="Freeform 115"/>
              <p:cNvSpPr>
                <a:spLocks/>
              </p:cNvSpPr>
              <p:nvPr/>
            </p:nvSpPr>
            <p:spPr bwMode="auto">
              <a:xfrm>
                <a:off x="7480301" y="4314826"/>
                <a:ext cx="214313" cy="101600"/>
              </a:xfrm>
              <a:custGeom>
                <a:avLst/>
                <a:gdLst>
                  <a:gd name="T0" fmla="*/ 68 w 68"/>
                  <a:gd name="T1" fmla="*/ 0 h 32"/>
                  <a:gd name="T2" fmla="*/ 0 w 68"/>
                  <a:gd name="T3" fmla="*/ 0 h 32"/>
                  <a:gd name="T4" fmla="*/ 6 w 68"/>
                  <a:gd name="T5" fmla="*/ 29 h 32"/>
                  <a:gd name="T6" fmla="*/ 10 w 68"/>
                  <a:gd name="T7" fmla="*/ 32 h 32"/>
                  <a:gd name="T8" fmla="*/ 56 w 68"/>
                  <a:gd name="T9" fmla="*/ 32 h 32"/>
                  <a:gd name="T10" fmla="*/ 63 w 68"/>
                  <a:gd name="T11" fmla="*/ 23 h 32"/>
                  <a:gd name="T12" fmla="*/ 68 w 68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32">
                    <a:moveTo>
                      <a:pt x="6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31"/>
                      <a:pt x="8" y="32"/>
                      <a:pt x="10" y="32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57" y="28"/>
                      <a:pt x="60" y="25"/>
                      <a:pt x="63" y="23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18" name="Rectangle 116"/>
              <p:cNvSpPr>
                <a:spLocks noChangeArrowheads="1"/>
              </p:cNvSpPr>
              <p:nvPr/>
            </p:nvSpPr>
            <p:spPr bwMode="auto">
              <a:xfrm>
                <a:off x="7675563" y="4429126"/>
                <a:ext cx="762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2" name="组合 481"/>
            <p:cNvGrpSpPr/>
            <p:nvPr/>
          </p:nvGrpSpPr>
          <p:grpSpPr>
            <a:xfrm>
              <a:off x="8067676" y="4195763"/>
              <a:ext cx="300037" cy="290513"/>
              <a:chOff x="8067676" y="4195763"/>
              <a:chExt cx="300037" cy="290513"/>
            </a:xfrm>
          </p:grpSpPr>
          <p:sp>
            <p:nvSpPr>
              <p:cNvPr id="419" name="Freeform 117"/>
              <p:cNvSpPr>
                <a:spLocks/>
              </p:cNvSpPr>
              <p:nvPr/>
            </p:nvSpPr>
            <p:spPr bwMode="auto">
              <a:xfrm>
                <a:off x="8067676" y="4195763"/>
                <a:ext cx="252413" cy="106363"/>
              </a:xfrm>
              <a:custGeom>
                <a:avLst/>
                <a:gdLst>
                  <a:gd name="T0" fmla="*/ 159 w 159"/>
                  <a:gd name="T1" fmla="*/ 67 h 67"/>
                  <a:gd name="T2" fmla="*/ 159 w 159"/>
                  <a:gd name="T3" fmla="*/ 52 h 67"/>
                  <a:gd name="T4" fmla="*/ 131 w 159"/>
                  <a:gd name="T5" fmla="*/ 52 h 67"/>
                  <a:gd name="T6" fmla="*/ 101 w 159"/>
                  <a:gd name="T7" fmla="*/ 0 h 67"/>
                  <a:gd name="T8" fmla="*/ 89 w 159"/>
                  <a:gd name="T9" fmla="*/ 8 h 67"/>
                  <a:gd name="T10" fmla="*/ 113 w 159"/>
                  <a:gd name="T11" fmla="*/ 52 h 67"/>
                  <a:gd name="T12" fmla="*/ 46 w 159"/>
                  <a:gd name="T13" fmla="*/ 52 h 67"/>
                  <a:gd name="T14" fmla="*/ 70 w 159"/>
                  <a:gd name="T15" fmla="*/ 8 h 67"/>
                  <a:gd name="T16" fmla="*/ 58 w 159"/>
                  <a:gd name="T17" fmla="*/ 0 h 67"/>
                  <a:gd name="T18" fmla="*/ 28 w 159"/>
                  <a:gd name="T19" fmla="*/ 52 h 67"/>
                  <a:gd name="T20" fmla="*/ 0 w 159"/>
                  <a:gd name="T21" fmla="*/ 52 h 67"/>
                  <a:gd name="T22" fmla="*/ 0 w 159"/>
                  <a:gd name="T23" fmla="*/ 67 h 67"/>
                  <a:gd name="T24" fmla="*/ 159 w 159"/>
                  <a:gd name="T2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9" h="67">
                    <a:moveTo>
                      <a:pt x="159" y="67"/>
                    </a:moveTo>
                    <a:lnTo>
                      <a:pt x="159" y="52"/>
                    </a:lnTo>
                    <a:lnTo>
                      <a:pt x="131" y="52"/>
                    </a:lnTo>
                    <a:lnTo>
                      <a:pt x="101" y="0"/>
                    </a:lnTo>
                    <a:lnTo>
                      <a:pt x="89" y="8"/>
                    </a:lnTo>
                    <a:lnTo>
                      <a:pt x="113" y="52"/>
                    </a:lnTo>
                    <a:lnTo>
                      <a:pt x="46" y="52"/>
                    </a:lnTo>
                    <a:lnTo>
                      <a:pt x="70" y="8"/>
                    </a:lnTo>
                    <a:lnTo>
                      <a:pt x="58" y="0"/>
                    </a:lnTo>
                    <a:lnTo>
                      <a:pt x="28" y="52"/>
                    </a:lnTo>
                    <a:lnTo>
                      <a:pt x="0" y="52"/>
                    </a:lnTo>
                    <a:lnTo>
                      <a:pt x="0" y="67"/>
                    </a:lnTo>
                    <a:lnTo>
                      <a:pt x="159" y="6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0" name="Freeform 118"/>
              <p:cNvSpPr>
                <a:spLocks/>
              </p:cNvSpPr>
              <p:nvPr/>
            </p:nvSpPr>
            <p:spPr bwMode="auto">
              <a:xfrm>
                <a:off x="8086726" y="4314826"/>
                <a:ext cx="214313" cy="101600"/>
              </a:xfrm>
              <a:custGeom>
                <a:avLst/>
                <a:gdLst>
                  <a:gd name="T0" fmla="*/ 65 w 68"/>
                  <a:gd name="T1" fmla="*/ 17 h 32"/>
                  <a:gd name="T2" fmla="*/ 68 w 68"/>
                  <a:gd name="T3" fmla="*/ 0 h 32"/>
                  <a:gd name="T4" fmla="*/ 0 w 68"/>
                  <a:gd name="T5" fmla="*/ 0 h 32"/>
                  <a:gd name="T6" fmla="*/ 6 w 68"/>
                  <a:gd name="T7" fmla="*/ 29 h 32"/>
                  <a:gd name="T8" fmla="*/ 10 w 68"/>
                  <a:gd name="T9" fmla="*/ 32 h 32"/>
                  <a:gd name="T10" fmla="*/ 47 w 68"/>
                  <a:gd name="T11" fmla="*/ 32 h 32"/>
                  <a:gd name="T12" fmla="*/ 65 w 68"/>
                  <a:gd name="T13" fmla="*/ 17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32">
                    <a:moveTo>
                      <a:pt x="65" y="17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31"/>
                      <a:pt x="8" y="32"/>
                      <a:pt x="10" y="32"/>
                    </a:cubicBezTo>
                    <a:cubicBezTo>
                      <a:pt x="47" y="32"/>
                      <a:pt x="47" y="32"/>
                      <a:pt x="47" y="32"/>
                    </a:cubicBezTo>
                    <a:cubicBezTo>
                      <a:pt x="50" y="24"/>
                      <a:pt x="57" y="18"/>
                      <a:pt x="65" y="1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1" name="Freeform 119"/>
              <p:cNvSpPr>
                <a:spLocks/>
              </p:cNvSpPr>
              <p:nvPr/>
            </p:nvSpPr>
            <p:spPr bwMode="auto">
              <a:xfrm>
                <a:off x="8247063" y="4394201"/>
                <a:ext cx="120650" cy="92075"/>
              </a:xfrm>
              <a:custGeom>
                <a:avLst/>
                <a:gdLst>
                  <a:gd name="T0" fmla="*/ 64 w 76"/>
                  <a:gd name="T1" fmla="*/ 0 h 58"/>
                  <a:gd name="T2" fmla="*/ 30 w 76"/>
                  <a:gd name="T3" fmla="*/ 34 h 58"/>
                  <a:gd name="T4" fmla="*/ 12 w 76"/>
                  <a:gd name="T5" fmla="*/ 16 h 58"/>
                  <a:gd name="T6" fmla="*/ 0 w 76"/>
                  <a:gd name="T7" fmla="*/ 28 h 58"/>
                  <a:gd name="T8" fmla="*/ 30 w 76"/>
                  <a:gd name="T9" fmla="*/ 58 h 58"/>
                  <a:gd name="T10" fmla="*/ 76 w 76"/>
                  <a:gd name="T11" fmla="*/ 12 h 58"/>
                  <a:gd name="T12" fmla="*/ 64 w 76"/>
                  <a:gd name="T13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58">
                    <a:moveTo>
                      <a:pt x="64" y="0"/>
                    </a:moveTo>
                    <a:lnTo>
                      <a:pt x="30" y="34"/>
                    </a:lnTo>
                    <a:lnTo>
                      <a:pt x="12" y="16"/>
                    </a:lnTo>
                    <a:lnTo>
                      <a:pt x="0" y="28"/>
                    </a:lnTo>
                    <a:lnTo>
                      <a:pt x="30" y="58"/>
                    </a:lnTo>
                    <a:lnTo>
                      <a:pt x="76" y="1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3" name="组合 482"/>
            <p:cNvGrpSpPr/>
            <p:nvPr/>
          </p:nvGrpSpPr>
          <p:grpSpPr>
            <a:xfrm>
              <a:off x="8674101" y="4195763"/>
              <a:ext cx="300037" cy="293688"/>
              <a:chOff x="8674101" y="4195763"/>
              <a:chExt cx="300037" cy="293688"/>
            </a:xfrm>
          </p:grpSpPr>
          <p:sp>
            <p:nvSpPr>
              <p:cNvPr id="422" name="Freeform 120"/>
              <p:cNvSpPr>
                <a:spLocks/>
              </p:cNvSpPr>
              <p:nvPr/>
            </p:nvSpPr>
            <p:spPr bwMode="auto">
              <a:xfrm>
                <a:off x="8674101" y="4195763"/>
                <a:ext cx="252413" cy="106363"/>
              </a:xfrm>
              <a:custGeom>
                <a:avLst/>
                <a:gdLst>
                  <a:gd name="T0" fmla="*/ 159 w 159"/>
                  <a:gd name="T1" fmla="*/ 67 h 67"/>
                  <a:gd name="T2" fmla="*/ 159 w 159"/>
                  <a:gd name="T3" fmla="*/ 52 h 67"/>
                  <a:gd name="T4" fmla="*/ 131 w 159"/>
                  <a:gd name="T5" fmla="*/ 52 h 67"/>
                  <a:gd name="T6" fmla="*/ 102 w 159"/>
                  <a:gd name="T7" fmla="*/ 0 h 67"/>
                  <a:gd name="T8" fmla="*/ 90 w 159"/>
                  <a:gd name="T9" fmla="*/ 8 h 67"/>
                  <a:gd name="T10" fmla="*/ 113 w 159"/>
                  <a:gd name="T11" fmla="*/ 52 h 67"/>
                  <a:gd name="T12" fmla="*/ 46 w 159"/>
                  <a:gd name="T13" fmla="*/ 52 h 67"/>
                  <a:gd name="T14" fmla="*/ 70 w 159"/>
                  <a:gd name="T15" fmla="*/ 8 h 67"/>
                  <a:gd name="T16" fmla="*/ 58 w 159"/>
                  <a:gd name="T17" fmla="*/ 0 h 67"/>
                  <a:gd name="T18" fmla="*/ 28 w 159"/>
                  <a:gd name="T19" fmla="*/ 52 h 67"/>
                  <a:gd name="T20" fmla="*/ 0 w 159"/>
                  <a:gd name="T21" fmla="*/ 52 h 67"/>
                  <a:gd name="T22" fmla="*/ 0 w 159"/>
                  <a:gd name="T23" fmla="*/ 67 h 67"/>
                  <a:gd name="T24" fmla="*/ 159 w 159"/>
                  <a:gd name="T2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9" h="67">
                    <a:moveTo>
                      <a:pt x="159" y="67"/>
                    </a:moveTo>
                    <a:lnTo>
                      <a:pt x="159" y="52"/>
                    </a:lnTo>
                    <a:lnTo>
                      <a:pt x="131" y="52"/>
                    </a:lnTo>
                    <a:lnTo>
                      <a:pt x="102" y="0"/>
                    </a:lnTo>
                    <a:lnTo>
                      <a:pt x="90" y="8"/>
                    </a:lnTo>
                    <a:lnTo>
                      <a:pt x="113" y="52"/>
                    </a:lnTo>
                    <a:lnTo>
                      <a:pt x="46" y="52"/>
                    </a:lnTo>
                    <a:lnTo>
                      <a:pt x="70" y="8"/>
                    </a:lnTo>
                    <a:lnTo>
                      <a:pt x="58" y="0"/>
                    </a:lnTo>
                    <a:lnTo>
                      <a:pt x="28" y="52"/>
                    </a:lnTo>
                    <a:lnTo>
                      <a:pt x="0" y="52"/>
                    </a:lnTo>
                    <a:lnTo>
                      <a:pt x="0" y="67"/>
                    </a:lnTo>
                    <a:lnTo>
                      <a:pt x="159" y="6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3" name="Freeform 121"/>
              <p:cNvSpPr>
                <a:spLocks/>
              </p:cNvSpPr>
              <p:nvPr/>
            </p:nvSpPr>
            <p:spPr bwMode="auto">
              <a:xfrm>
                <a:off x="8693151" y="4314826"/>
                <a:ext cx="214313" cy="101600"/>
              </a:xfrm>
              <a:custGeom>
                <a:avLst/>
                <a:gdLst>
                  <a:gd name="T0" fmla="*/ 68 w 68"/>
                  <a:gd name="T1" fmla="*/ 0 h 32"/>
                  <a:gd name="T2" fmla="*/ 0 w 68"/>
                  <a:gd name="T3" fmla="*/ 0 h 32"/>
                  <a:gd name="T4" fmla="*/ 6 w 68"/>
                  <a:gd name="T5" fmla="*/ 29 h 32"/>
                  <a:gd name="T6" fmla="*/ 10 w 68"/>
                  <a:gd name="T7" fmla="*/ 32 h 32"/>
                  <a:gd name="T8" fmla="*/ 51 w 68"/>
                  <a:gd name="T9" fmla="*/ 32 h 32"/>
                  <a:gd name="T10" fmla="*/ 64 w 68"/>
                  <a:gd name="T11" fmla="*/ 18 h 32"/>
                  <a:gd name="T12" fmla="*/ 68 w 68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32">
                    <a:moveTo>
                      <a:pt x="6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7" y="31"/>
                      <a:pt x="8" y="32"/>
                      <a:pt x="10" y="32"/>
                    </a:cubicBezTo>
                    <a:cubicBezTo>
                      <a:pt x="51" y="32"/>
                      <a:pt x="51" y="32"/>
                      <a:pt x="51" y="32"/>
                    </a:cubicBezTo>
                    <a:cubicBezTo>
                      <a:pt x="54" y="26"/>
                      <a:pt x="58" y="21"/>
                      <a:pt x="64" y="18"/>
                    </a:cubicBez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4" name="Freeform 122"/>
              <p:cNvSpPr>
                <a:spLocks/>
              </p:cNvSpPr>
              <p:nvPr/>
            </p:nvSpPr>
            <p:spPr bwMode="auto">
              <a:xfrm>
                <a:off x="8878888" y="4394201"/>
                <a:ext cx="95250" cy="95250"/>
              </a:xfrm>
              <a:custGeom>
                <a:avLst/>
                <a:gdLst>
                  <a:gd name="T0" fmla="*/ 60 w 60"/>
                  <a:gd name="T1" fmla="*/ 12 h 60"/>
                  <a:gd name="T2" fmla="*/ 48 w 60"/>
                  <a:gd name="T3" fmla="*/ 0 h 60"/>
                  <a:gd name="T4" fmla="*/ 30 w 60"/>
                  <a:gd name="T5" fmla="*/ 18 h 60"/>
                  <a:gd name="T6" fmla="*/ 12 w 60"/>
                  <a:gd name="T7" fmla="*/ 0 h 60"/>
                  <a:gd name="T8" fmla="*/ 0 w 60"/>
                  <a:gd name="T9" fmla="*/ 12 h 60"/>
                  <a:gd name="T10" fmla="*/ 18 w 60"/>
                  <a:gd name="T11" fmla="*/ 30 h 60"/>
                  <a:gd name="T12" fmla="*/ 0 w 60"/>
                  <a:gd name="T13" fmla="*/ 48 h 60"/>
                  <a:gd name="T14" fmla="*/ 12 w 60"/>
                  <a:gd name="T15" fmla="*/ 60 h 60"/>
                  <a:gd name="T16" fmla="*/ 30 w 60"/>
                  <a:gd name="T17" fmla="*/ 42 h 60"/>
                  <a:gd name="T18" fmla="*/ 48 w 60"/>
                  <a:gd name="T19" fmla="*/ 60 h 60"/>
                  <a:gd name="T20" fmla="*/ 60 w 60"/>
                  <a:gd name="T21" fmla="*/ 48 h 60"/>
                  <a:gd name="T22" fmla="*/ 42 w 60"/>
                  <a:gd name="T23" fmla="*/ 30 h 60"/>
                  <a:gd name="T24" fmla="*/ 60 w 60"/>
                  <a:gd name="T25" fmla="*/ 1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60">
                    <a:moveTo>
                      <a:pt x="60" y="12"/>
                    </a:moveTo>
                    <a:lnTo>
                      <a:pt x="48" y="0"/>
                    </a:lnTo>
                    <a:lnTo>
                      <a:pt x="30" y="18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8" y="30"/>
                    </a:lnTo>
                    <a:lnTo>
                      <a:pt x="0" y="48"/>
                    </a:lnTo>
                    <a:lnTo>
                      <a:pt x="12" y="60"/>
                    </a:lnTo>
                    <a:lnTo>
                      <a:pt x="30" y="42"/>
                    </a:lnTo>
                    <a:lnTo>
                      <a:pt x="48" y="60"/>
                    </a:lnTo>
                    <a:lnTo>
                      <a:pt x="60" y="48"/>
                    </a:lnTo>
                    <a:lnTo>
                      <a:pt x="42" y="30"/>
                    </a:lnTo>
                    <a:lnTo>
                      <a:pt x="60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5" name="Freeform 123"/>
            <p:cNvSpPr>
              <a:spLocks noEditPoints="1"/>
            </p:cNvSpPr>
            <p:nvPr/>
          </p:nvSpPr>
          <p:spPr bwMode="auto">
            <a:xfrm>
              <a:off x="5033963" y="4214813"/>
              <a:ext cx="303213" cy="252413"/>
            </a:xfrm>
            <a:custGeom>
              <a:avLst/>
              <a:gdLst>
                <a:gd name="T0" fmla="*/ 84 w 96"/>
                <a:gd name="T1" fmla="*/ 0 h 80"/>
                <a:gd name="T2" fmla="*/ 48 w 96"/>
                <a:gd name="T3" fmla="*/ 0 h 80"/>
                <a:gd name="T4" fmla="*/ 36 w 96"/>
                <a:gd name="T5" fmla="*/ 12 h 80"/>
                <a:gd name="T6" fmla="*/ 36 w 96"/>
                <a:gd name="T7" fmla="*/ 48 h 80"/>
                <a:gd name="T8" fmla="*/ 56 w 96"/>
                <a:gd name="T9" fmla="*/ 48 h 80"/>
                <a:gd name="T10" fmla="*/ 68 w 96"/>
                <a:gd name="T11" fmla="*/ 60 h 80"/>
                <a:gd name="T12" fmla="*/ 68 w 96"/>
                <a:gd name="T13" fmla="*/ 68 h 80"/>
                <a:gd name="T14" fmla="*/ 64 w 96"/>
                <a:gd name="T15" fmla="*/ 64 h 80"/>
                <a:gd name="T16" fmla="*/ 52 w 96"/>
                <a:gd name="T17" fmla="*/ 52 h 80"/>
                <a:gd name="T18" fmla="*/ 20 w 96"/>
                <a:gd name="T19" fmla="*/ 52 h 80"/>
                <a:gd name="T20" fmla="*/ 0 w 96"/>
                <a:gd name="T21" fmla="*/ 75 h 80"/>
                <a:gd name="T22" fmla="*/ 1 w 96"/>
                <a:gd name="T23" fmla="*/ 79 h 80"/>
                <a:gd name="T24" fmla="*/ 4 w 96"/>
                <a:gd name="T25" fmla="*/ 80 h 80"/>
                <a:gd name="T26" fmla="*/ 36 w 96"/>
                <a:gd name="T27" fmla="*/ 80 h 80"/>
                <a:gd name="T28" fmla="*/ 40 w 96"/>
                <a:gd name="T29" fmla="*/ 76 h 80"/>
                <a:gd name="T30" fmla="*/ 68 w 96"/>
                <a:gd name="T31" fmla="*/ 76 h 80"/>
                <a:gd name="T32" fmla="*/ 80 w 96"/>
                <a:gd name="T33" fmla="*/ 64 h 80"/>
                <a:gd name="T34" fmla="*/ 80 w 96"/>
                <a:gd name="T35" fmla="*/ 28 h 80"/>
                <a:gd name="T36" fmla="*/ 92 w 96"/>
                <a:gd name="T37" fmla="*/ 28 h 80"/>
                <a:gd name="T38" fmla="*/ 96 w 96"/>
                <a:gd name="T39" fmla="*/ 24 h 80"/>
                <a:gd name="T40" fmla="*/ 96 w 96"/>
                <a:gd name="T41" fmla="*/ 12 h 80"/>
                <a:gd name="T42" fmla="*/ 84 w 96"/>
                <a:gd name="T43" fmla="*/ 0 h 80"/>
                <a:gd name="T44" fmla="*/ 41 w 96"/>
                <a:gd name="T45" fmla="*/ 68 h 80"/>
                <a:gd name="T46" fmla="*/ 52 w 96"/>
                <a:gd name="T47" fmla="*/ 60 h 80"/>
                <a:gd name="T48" fmla="*/ 56 w 96"/>
                <a:gd name="T49" fmla="*/ 64 h 80"/>
                <a:gd name="T50" fmla="*/ 57 w 96"/>
                <a:gd name="T51" fmla="*/ 68 h 80"/>
                <a:gd name="T52" fmla="*/ 41 w 96"/>
                <a:gd name="T53" fmla="*/ 68 h 80"/>
                <a:gd name="T54" fmla="*/ 72 w 96"/>
                <a:gd name="T55" fmla="*/ 44 h 80"/>
                <a:gd name="T56" fmla="*/ 44 w 96"/>
                <a:gd name="T57" fmla="*/ 44 h 80"/>
                <a:gd name="T58" fmla="*/ 44 w 96"/>
                <a:gd name="T59" fmla="*/ 36 h 80"/>
                <a:gd name="T60" fmla="*/ 72 w 96"/>
                <a:gd name="T61" fmla="*/ 36 h 80"/>
                <a:gd name="T62" fmla="*/ 72 w 96"/>
                <a:gd name="T63" fmla="*/ 44 h 80"/>
                <a:gd name="T64" fmla="*/ 72 w 96"/>
                <a:gd name="T65" fmla="*/ 32 h 80"/>
                <a:gd name="T66" fmla="*/ 44 w 96"/>
                <a:gd name="T67" fmla="*/ 32 h 80"/>
                <a:gd name="T68" fmla="*/ 44 w 96"/>
                <a:gd name="T69" fmla="*/ 24 h 80"/>
                <a:gd name="T70" fmla="*/ 72 w 96"/>
                <a:gd name="T71" fmla="*/ 24 h 80"/>
                <a:gd name="T72" fmla="*/ 72 w 96"/>
                <a:gd name="T73" fmla="*/ 32 h 80"/>
                <a:gd name="T74" fmla="*/ 72 w 96"/>
                <a:gd name="T75" fmla="*/ 20 h 80"/>
                <a:gd name="T76" fmla="*/ 44 w 96"/>
                <a:gd name="T77" fmla="*/ 20 h 80"/>
                <a:gd name="T78" fmla="*/ 44 w 96"/>
                <a:gd name="T79" fmla="*/ 12 h 80"/>
                <a:gd name="T80" fmla="*/ 72 w 96"/>
                <a:gd name="T81" fmla="*/ 12 h 80"/>
                <a:gd name="T82" fmla="*/ 72 w 96"/>
                <a:gd name="T83" fmla="*/ 20 h 80"/>
                <a:gd name="T84" fmla="*/ 88 w 96"/>
                <a:gd name="T85" fmla="*/ 20 h 80"/>
                <a:gd name="T86" fmla="*/ 80 w 96"/>
                <a:gd name="T87" fmla="*/ 20 h 80"/>
                <a:gd name="T88" fmla="*/ 80 w 96"/>
                <a:gd name="T89" fmla="*/ 12 h 80"/>
                <a:gd name="T90" fmla="*/ 84 w 96"/>
                <a:gd name="T91" fmla="*/ 8 h 80"/>
                <a:gd name="T92" fmla="*/ 88 w 96"/>
                <a:gd name="T93" fmla="*/ 12 h 80"/>
                <a:gd name="T94" fmla="*/ 88 w 96"/>
                <a:gd name="T95" fmla="*/ 2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6" h="80">
                  <a:moveTo>
                    <a:pt x="84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1" y="0"/>
                    <a:pt x="36" y="5"/>
                    <a:pt x="36" y="12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56" y="48"/>
                    <a:pt x="56" y="48"/>
                    <a:pt x="56" y="48"/>
                  </a:cubicBezTo>
                  <a:cubicBezTo>
                    <a:pt x="64" y="48"/>
                    <a:pt x="68" y="56"/>
                    <a:pt x="68" y="60"/>
                  </a:cubicBezTo>
                  <a:cubicBezTo>
                    <a:pt x="68" y="68"/>
                    <a:pt x="68" y="68"/>
                    <a:pt x="68" y="68"/>
                  </a:cubicBezTo>
                  <a:cubicBezTo>
                    <a:pt x="66" y="68"/>
                    <a:pt x="64" y="66"/>
                    <a:pt x="64" y="64"/>
                  </a:cubicBezTo>
                  <a:cubicBezTo>
                    <a:pt x="64" y="58"/>
                    <a:pt x="58" y="52"/>
                    <a:pt x="52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5" y="52"/>
                    <a:pt x="0" y="74"/>
                    <a:pt x="0" y="75"/>
                  </a:cubicBezTo>
                  <a:cubicBezTo>
                    <a:pt x="0" y="76"/>
                    <a:pt x="0" y="78"/>
                    <a:pt x="1" y="79"/>
                  </a:cubicBezTo>
                  <a:cubicBezTo>
                    <a:pt x="2" y="79"/>
                    <a:pt x="3" y="80"/>
                    <a:pt x="4" y="80"/>
                  </a:cubicBezTo>
                  <a:cubicBezTo>
                    <a:pt x="36" y="80"/>
                    <a:pt x="36" y="80"/>
                    <a:pt x="36" y="80"/>
                  </a:cubicBezTo>
                  <a:cubicBezTo>
                    <a:pt x="38" y="80"/>
                    <a:pt x="40" y="78"/>
                    <a:pt x="40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75" y="76"/>
                    <a:pt x="80" y="71"/>
                    <a:pt x="80" y="64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92" y="28"/>
                    <a:pt x="92" y="28"/>
                    <a:pt x="92" y="28"/>
                  </a:cubicBezTo>
                  <a:cubicBezTo>
                    <a:pt x="94" y="28"/>
                    <a:pt x="96" y="26"/>
                    <a:pt x="96" y="24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6" y="5"/>
                    <a:pt x="91" y="0"/>
                    <a:pt x="84" y="0"/>
                  </a:cubicBezTo>
                  <a:close/>
                  <a:moveTo>
                    <a:pt x="41" y="68"/>
                  </a:moveTo>
                  <a:cubicBezTo>
                    <a:pt x="43" y="64"/>
                    <a:pt x="46" y="60"/>
                    <a:pt x="52" y="60"/>
                  </a:cubicBezTo>
                  <a:cubicBezTo>
                    <a:pt x="54" y="60"/>
                    <a:pt x="56" y="62"/>
                    <a:pt x="56" y="64"/>
                  </a:cubicBezTo>
                  <a:cubicBezTo>
                    <a:pt x="56" y="65"/>
                    <a:pt x="56" y="67"/>
                    <a:pt x="57" y="68"/>
                  </a:cubicBezTo>
                  <a:lnTo>
                    <a:pt x="41" y="68"/>
                  </a:lnTo>
                  <a:close/>
                  <a:moveTo>
                    <a:pt x="72" y="44"/>
                  </a:moveTo>
                  <a:cubicBezTo>
                    <a:pt x="44" y="44"/>
                    <a:pt x="44" y="44"/>
                    <a:pt x="44" y="44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72" y="36"/>
                    <a:pt x="72" y="36"/>
                    <a:pt x="72" y="36"/>
                  </a:cubicBezTo>
                  <a:lnTo>
                    <a:pt x="72" y="44"/>
                  </a:lnTo>
                  <a:close/>
                  <a:moveTo>
                    <a:pt x="72" y="32"/>
                  </a:moveTo>
                  <a:cubicBezTo>
                    <a:pt x="44" y="32"/>
                    <a:pt x="44" y="32"/>
                    <a:pt x="44" y="32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72" y="24"/>
                    <a:pt x="72" y="24"/>
                    <a:pt x="72" y="24"/>
                  </a:cubicBezTo>
                  <a:lnTo>
                    <a:pt x="72" y="32"/>
                  </a:lnTo>
                  <a:close/>
                  <a:moveTo>
                    <a:pt x="72" y="20"/>
                  </a:moveTo>
                  <a:cubicBezTo>
                    <a:pt x="44" y="20"/>
                    <a:pt x="44" y="20"/>
                    <a:pt x="44" y="20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72" y="12"/>
                    <a:pt x="72" y="12"/>
                    <a:pt x="72" y="12"/>
                  </a:cubicBezTo>
                  <a:lnTo>
                    <a:pt x="72" y="20"/>
                  </a:lnTo>
                  <a:close/>
                  <a:moveTo>
                    <a:pt x="88" y="20"/>
                  </a:moveTo>
                  <a:cubicBezTo>
                    <a:pt x="80" y="20"/>
                    <a:pt x="80" y="20"/>
                    <a:pt x="80" y="20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80" y="10"/>
                    <a:pt x="82" y="8"/>
                    <a:pt x="84" y="8"/>
                  </a:cubicBezTo>
                  <a:cubicBezTo>
                    <a:pt x="86" y="8"/>
                    <a:pt x="88" y="10"/>
                    <a:pt x="88" y="12"/>
                  </a:cubicBezTo>
                  <a:lnTo>
                    <a:pt x="88" y="2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79" name="组合 478"/>
            <p:cNvGrpSpPr/>
            <p:nvPr/>
          </p:nvGrpSpPr>
          <p:grpSpPr>
            <a:xfrm>
              <a:off x="6273801" y="4233863"/>
              <a:ext cx="252413" cy="220663"/>
              <a:chOff x="6273801" y="4233863"/>
              <a:chExt cx="252413" cy="220663"/>
            </a:xfrm>
          </p:grpSpPr>
          <p:sp>
            <p:nvSpPr>
              <p:cNvPr id="426" name="Freeform 124"/>
              <p:cNvSpPr>
                <a:spLocks/>
              </p:cNvSpPr>
              <p:nvPr/>
            </p:nvSpPr>
            <p:spPr bwMode="auto">
              <a:xfrm>
                <a:off x="6273801" y="4233863"/>
                <a:ext cx="252413" cy="106363"/>
              </a:xfrm>
              <a:custGeom>
                <a:avLst/>
                <a:gdLst>
                  <a:gd name="T0" fmla="*/ 159 w 159"/>
                  <a:gd name="T1" fmla="*/ 51 h 67"/>
                  <a:gd name="T2" fmla="*/ 131 w 159"/>
                  <a:gd name="T3" fmla="*/ 51 h 67"/>
                  <a:gd name="T4" fmla="*/ 101 w 159"/>
                  <a:gd name="T5" fmla="*/ 0 h 67"/>
                  <a:gd name="T6" fmla="*/ 89 w 159"/>
                  <a:gd name="T7" fmla="*/ 8 h 67"/>
                  <a:gd name="T8" fmla="*/ 113 w 159"/>
                  <a:gd name="T9" fmla="*/ 51 h 67"/>
                  <a:gd name="T10" fmla="*/ 45 w 159"/>
                  <a:gd name="T11" fmla="*/ 51 h 67"/>
                  <a:gd name="T12" fmla="*/ 69 w 159"/>
                  <a:gd name="T13" fmla="*/ 8 h 67"/>
                  <a:gd name="T14" fmla="*/ 57 w 159"/>
                  <a:gd name="T15" fmla="*/ 0 h 67"/>
                  <a:gd name="T16" fmla="*/ 27 w 159"/>
                  <a:gd name="T17" fmla="*/ 51 h 67"/>
                  <a:gd name="T18" fmla="*/ 0 w 159"/>
                  <a:gd name="T19" fmla="*/ 51 h 67"/>
                  <a:gd name="T20" fmla="*/ 0 w 159"/>
                  <a:gd name="T21" fmla="*/ 67 h 67"/>
                  <a:gd name="T22" fmla="*/ 159 w 159"/>
                  <a:gd name="T23" fmla="*/ 67 h 67"/>
                  <a:gd name="T24" fmla="*/ 159 w 159"/>
                  <a:gd name="T25" fmla="*/ 51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9" h="67">
                    <a:moveTo>
                      <a:pt x="159" y="51"/>
                    </a:moveTo>
                    <a:lnTo>
                      <a:pt x="131" y="51"/>
                    </a:lnTo>
                    <a:lnTo>
                      <a:pt x="101" y="0"/>
                    </a:lnTo>
                    <a:lnTo>
                      <a:pt x="89" y="8"/>
                    </a:lnTo>
                    <a:lnTo>
                      <a:pt x="113" y="51"/>
                    </a:lnTo>
                    <a:lnTo>
                      <a:pt x="45" y="51"/>
                    </a:lnTo>
                    <a:lnTo>
                      <a:pt x="69" y="8"/>
                    </a:lnTo>
                    <a:lnTo>
                      <a:pt x="57" y="0"/>
                    </a:lnTo>
                    <a:lnTo>
                      <a:pt x="27" y="51"/>
                    </a:lnTo>
                    <a:lnTo>
                      <a:pt x="0" y="51"/>
                    </a:lnTo>
                    <a:lnTo>
                      <a:pt x="0" y="67"/>
                    </a:lnTo>
                    <a:lnTo>
                      <a:pt x="159" y="67"/>
                    </a:lnTo>
                    <a:lnTo>
                      <a:pt x="159" y="51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27" name="Freeform 125"/>
              <p:cNvSpPr>
                <a:spLocks/>
              </p:cNvSpPr>
              <p:nvPr/>
            </p:nvSpPr>
            <p:spPr bwMode="auto">
              <a:xfrm>
                <a:off x="6291263" y="4352926"/>
                <a:ext cx="215900" cy="101600"/>
              </a:xfrm>
              <a:custGeom>
                <a:avLst/>
                <a:gdLst>
                  <a:gd name="T0" fmla="*/ 0 w 68"/>
                  <a:gd name="T1" fmla="*/ 0 h 32"/>
                  <a:gd name="T2" fmla="*/ 6 w 68"/>
                  <a:gd name="T3" fmla="*/ 29 h 32"/>
                  <a:gd name="T4" fmla="*/ 10 w 68"/>
                  <a:gd name="T5" fmla="*/ 32 h 32"/>
                  <a:gd name="T6" fmla="*/ 58 w 68"/>
                  <a:gd name="T7" fmla="*/ 32 h 32"/>
                  <a:gd name="T8" fmla="*/ 62 w 68"/>
                  <a:gd name="T9" fmla="*/ 29 h 32"/>
                  <a:gd name="T10" fmla="*/ 68 w 68"/>
                  <a:gd name="T11" fmla="*/ 0 h 32"/>
                  <a:gd name="T12" fmla="*/ 0 w 68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8" h="32">
                    <a:moveTo>
                      <a:pt x="0" y="0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7" y="31"/>
                      <a:pt x="8" y="32"/>
                      <a:pt x="10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60" y="32"/>
                      <a:pt x="61" y="31"/>
                      <a:pt x="62" y="29"/>
                    </a:cubicBezTo>
                    <a:cubicBezTo>
                      <a:pt x="68" y="0"/>
                      <a:pt x="68" y="0"/>
                      <a:pt x="6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8" name="Freeform 126"/>
            <p:cNvSpPr>
              <a:spLocks noEditPoints="1"/>
            </p:cNvSpPr>
            <p:nvPr/>
          </p:nvSpPr>
          <p:spPr bwMode="auto">
            <a:xfrm>
              <a:off x="7461251" y="4835526"/>
              <a:ext cx="303213" cy="227013"/>
            </a:xfrm>
            <a:custGeom>
              <a:avLst/>
              <a:gdLst>
                <a:gd name="T0" fmla="*/ 88 w 96"/>
                <a:gd name="T1" fmla="*/ 0 h 72"/>
                <a:gd name="T2" fmla="*/ 40 w 96"/>
                <a:gd name="T3" fmla="*/ 0 h 72"/>
                <a:gd name="T4" fmla="*/ 32 w 96"/>
                <a:gd name="T5" fmla="*/ 8 h 72"/>
                <a:gd name="T6" fmla="*/ 32 w 96"/>
                <a:gd name="T7" fmla="*/ 12 h 72"/>
                <a:gd name="T8" fmla="*/ 40 w 96"/>
                <a:gd name="T9" fmla="*/ 12 h 72"/>
                <a:gd name="T10" fmla="*/ 40 w 96"/>
                <a:gd name="T11" fmla="*/ 8 h 72"/>
                <a:gd name="T12" fmla="*/ 88 w 96"/>
                <a:gd name="T13" fmla="*/ 8 h 72"/>
                <a:gd name="T14" fmla="*/ 88 w 96"/>
                <a:gd name="T15" fmla="*/ 16 h 72"/>
                <a:gd name="T16" fmla="*/ 60 w 96"/>
                <a:gd name="T17" fmla="*/ 16 h 72"/>
                <a:gd name="T18" fmla="*/ 60 w 96"/>
                <a:gd name="T19" fmla="*/ 24 h 72"/>
                <a:gd name="T20" fmla="*/ 88 w 96"/>
                <a:gd name="T21" fmla="*/ 24 h 72"/>
                <a:gd name="T22" fmla="*/ 88 w 96"/>
                <a:gd name="T23" fmla="*/ 48 h 72"/>
                <a:gd name="T24" fmla="*/ 40 w 96"/>
                <a:gd name="T25" fmla="*/ 48 h 72"/>
                <a:gd name="T26" fmla="*/ 40 w 96"/>
                <a:gd name="T27" fmla="*/ 44 h 72"/>
                <a:gd name="T28" fmla="*/ 32 w 96"/>
                <a:gd name="T29" fmla="*/ 44 h 72"/>
                <a:gd name="T30" fmla="*/ 32 w 96"/>
                <a:gd name="T31" fmla="*/ 48 h 72"/>
                <a:gd name="T32" fmla="*/ 40 w 96"/>
                <a:gd name="T33" fmla="*/ 56 h 72"/>
                <a:gd name="T34" fmla="*/ 66 w 96"/>
                <a:gd name="T35" fmla="*/ 56 h 72"/>
                <a:gd name="T36" fmla="*/ 63 w 96"/>
                <a:gd name="T37" fmla="*/ 62 h 72"/>
                <a:gd name="T38" fmla="*/ 59 w 96"/>
                <a:gd name="T39" fmla="*/ 64 h 72"/>
                <a:gd name="T40" fmla="*/ 34 w 96"/>
                <a:gd name="T41" fmla="*/ 64 h 72"/>
                <a:gd name="T42" fmla="*/ 24 w 96"/>
                <a:gd name="T43" fmla="*/ 54 h 72"/>
                <a:gd name="T44" fmla="*/ 24 w 96"/>
                <a:gd name="T45" fmla="*/ 34 h 72"/>
                <a:gd name="T46" fmla="*/ 34 w 96"/>
                <a:gd name="T47" fmla="*/ 24 h 72"/>
                <a:gd name="T48" fmla="*/ 48 w 96"/>
                <a:gd name="T49" fmla="*/ 24 h 72"/>
                <a:gd name="T50" fmla="*/ 48 w 96"/>
                <a:gd name="T51" fmla="*/ 28 h 72"/>
                <a:gd name="T52" fmla="*/ 44 w 96"/>
                <a:gd name="T53" fmla="*/ 32 h 72"/>
                <a:gd name="T54" fmla="*/ 36 w 96"/>
                <a:gd name="T55" fmla="*/ 32 h 72"/>
                <a:gd name="T56" fmla="*/ 36 w 96"/>
                <a:gd name="T57" fmla="*/ 40 h 72"/>
                <a:gd name="T58" fmla="*/ 44 w 96"/>
                <a:gd name="T59" fmla="*/ 40 h 72"/>
                <a:gd name="T60" fmla="*/ 56 w 96"/>
                <a:gd name="T61" fmla="*/ 28 h 72"/>
                <a:gd name="T62" fmla="*/ 56 w 96"/>
                <a:gd name="T63" fmla="*/ 20 h 72"/>
                <a:gd name="T64" fmla="*/ 52 w 96"/>
                <a:gd name="T65" fmla="*/ 16 h 72"/>
                <a:gd name="T66" fmla="*/ 32 w 96"/>
                <a:gd name="T67" fmla="*/ 16 h 72"/>
                <a:gd name="T68" fmla="*/ 29 w 96"/>
                <a:gd name="T69" fmla="*/ 17 h 72"/>
                <a:gd name="T70" fmla="*/ 22 w 96"/>
                <a:gd name="T71" fmla="*/ 25 h 72"/>
                <a:gd name="T72" fmla="*/ 20 w 96"/>
                <a:gd name="T73" fmla="*/ 24 h 72"/>
                <a:gd name="T74" fmla="*/ 4 w 96"/>
                <a:gd name="T75" fmla="*/ 24 h 72"/>
                <a:gd name="T76" fmla="*/ 0 w 96"/>
                <a:gd name="T77" fmla="*/ 28 h 72"/>
                <a:gd name="T78" fmla="*/ 0 w 96"/>
                <a:gd name="T79" fmla="*/ 60 h 72"/>
                <a:gd name="T80" fmla="*/ 4 w 96"/>
                <a:gd name="T81" fmla="*/ 64 h 72"/>
                <a:gd name="T82" fmla="*/ 20 w 96"/>
                <a:gd name="T83" fmla="*/ 64 h 72"/>
                <a:gd name="T84" fmla="*/ 22 w 96"/>
                <a:gd name="T85" fmla="*/ 63 h 72"/>
                <a:gd name="T86" fmla="*/ 29 w 96"/>
                <a:gd name="T87" fmla="*/ 71 h 72"/>
                <a:gd name="T88" fmla="*/ 32 w 96"/>
                <a:gd name="T89" fmla="*/ 72 h 72"/>
                <a:gd name="T90" fmla="*/ 59 w 96"/>
                <a:gd name="T91" fmla="*/ 72 h 72"/>
                <a:gd name="T92" fmla="*/ 70 w 96"/>
                <a:gd name="T93" fmla="*/ 65 h 72"/>
                <a:gd name="T94" fmla="*/ 74 w 96"/>
                <a:gd name="T95" fmla="*/ 56 h 72"/>
                <a:gd name="T96" fmla="*/ 88 w 96"/>
                <a:gd name="T97" fmla="*/ 56 h 72"/>
                <a:gd name="T98" fmla="*/ 96 w 96"/>
                <a:gd name="T99" fmla="*/ 48 h 72"/>
                <a:gd name="T100" fmla="*/ 96 w 96"/>
                <a:gd name="T101" fmla="*/ 8 h 72"/>
                <a:gd name="T102" fmla="*/ 88 w 96"/>
                <a:gd name="T103" fmla="*/ 0 h 72"/>
                <a:gd name="T104" fmla="*/ 16 w 96"/>
                <a:gd name="T105" fmla="*/ 56 h 72"/>
                <a:gd name="T106" fmla="*/ 8 w 96"/>
                <a:gd name="T107" fmla="*/ 56 h 72"/>
                <a:gd name="T108" fmla="*/ 8 w 96"/>
                <a:gd name="T109" fmla="*/ 32 h 72"/>
                <a:gd name="T110" fmla="*/ 16 w 96"/>
                <a:gd name="T111" fmla="*/ 32 h 72"/>
                <a:gd name="T112" fmla="*/ 16 w 96"/>
                <a:gd name="T113" fmla="*/ 5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6" h="72">
                  <a:moveTo>
                    <a:pt x="88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36" y="0"/>
                    <a:pt x="32" y="4"/>
                    <a:pt x="32" y="8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88" y="8"/>
                    <a:pt x="88" y="8"/>
                    <a:pt x="88" y="8"/>
                  </a:cubicBezTo>
                  <a:cubicBezTo>
                    <a:pt x="88" y="16"/>
                    <a:pt x="88" y="16"/>
                    <a:pt x="88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88" y="24"/>
                    <a:pt x="88" y="24"/>
                    <a:pt x="88" y="24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52"/>
                    <a:pt x="36" y="56"/>
                    <a:pt x="40" y="56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3" y="62"/>
                    <a:pt x="63" y="62"/>
                    <a:pt x="63" y="62"/>
                  </a:cubicBezTo>
                  <a:cubicBezTo>
                    <a:pt x="62" y="63"/>
                    <a:pt x="61" y="64"/>
                    <a:pt x="59" y="64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30"/>
                    <a:pt x="46" y="32"/>
                    <a:pt x="44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51" y="40"/>
                    <a:pt x="56" y="35"/>
                    <a:pt x="56" y="28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6" y="18"/>
                    <a:pt x="54" y="16"/>
                    <a:pt x="52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1" y="16"/>
                    <a:pt x="30" y="16"/>
                    <a:pt x="29" y="17"/>
                  </a:cubicBezTo>
                  <a:cubicBezTo>
                    <a:pt x="22" y="25"/>
                    <a:pt x="22" y="25"/>
                    <a:pt x="22" y="25"/>
                  </a:cubicBezTo>
                  <a:cubicBezTo>
                    <a:pt x="21" y="24"/>
                    <a:pt x="21" y="24"/>
                    <a:pt x="20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2" y="24"/>
                    <a:pt x="0" y="26"/>
                    <a:pt x="0" y="2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2"/>
                    <a:pt x="2" y="64"/>
                    <a:pt x="4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1" y="64"/>
                    <a:pt x="21" y="64"/>
                    <a:pt x="22" y="63"/>
                  </a:cubicBezTo>
                  <a:cubicBezTo>
                    <a:pt x="29" y="71"/>
                    <a:pt x="29" y="71"/>
                    <a:pt x="29" y="71"/>
                  </a:cubicBezTo>
                  <a:cubicBezTo>
                    <a:pt x="30" y="72"/>
                    <a:pt x="31" y="72"/>
                    <a:pt x="32" y="72"/>
                  </a:cubicBezTo>
                  <a:cubicBezTo>
                    <a:pt x="59" y="72"/>
                    <a:pt x="59" y="72"/>
                    <a:pt x="59" y="72"/>
                  </a:cubicBezTo>
                  <a:cubicBezTo>
                    <a:pt x="64" y="72"/>
                    <a:pt x="68" y="69"/>
                    <a:pt x="70" y="65"/>
                  </a:cubicBezTo>
                  <a:cubicBezTo>
                    <a:pt x="74" y="56"/>
                    <a:pt x="74" y="56"/>
                    <a:pt x="74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92" y="56"/>
                    <a:pt x="96" y="52"/>
                    <a:pt x="96" y="48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96" y="4"/>
                    <a:pt x="92" y="0"/>
                    <a:pt x="88" y="0"/>
                  </a:cubicBezTo>
                  <a:close/>
                  <a:moveTo>
                    <a:pt x="16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16" y="32"/>
                    <a:pt x="16" y="32"/>
                    <a:pt x="16" y="32"/>
                  </a:cubicBezTo>
                  <a:lnTo>
                    <a:pt x="16" y="56"/>
                  </a:ln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485" name="组合 484"/>
            <p:cNvGrpSpPr/>
            <p:nvPr/>
          </p:nvGrpSpPr>
          <p:grpSpPr>
            <a:xfrm>
              <a:off x="8067676" y="4810126"/>
              <a:ext cx="303213" cy="252413"/>
              <a:chOff x="8067676" y="4810126"/>
              <a:chExt cx="303213" cy="252413"/>
            </a:xfrm>
          </p:grpSpPr>
          <p:sp>
            <p:nvSpPr>
              <p:cNvPr id="429" name="Oval 127"/>
              <p:cNvSpPr>
                <a:spLocks noChangeArrowheads="1"/>
              </p:cNvSpPr>
              <p:nvPr/>
            </p:nvSpPr>
            <p:spPr bwMode="auto">
              <a:xfrm>
                <a:off x="8243888" y="4922838"/>
                <a:ext cx="50800" cy="508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0" name="Freeform 128"/>
              <p:cNvSpPr>
                <a:spLocks noEditPoints="1"/>
              </p:cNvSpPr>
              <p:nvPr/>
            </p:nvSpPr>
            <p:spPr bwMode="auto">
              <a:xfrm>
                <a:off x="8067676" y="4810126"/>
                <a:ext cx="303213" cy="252413"/>
              </a:xfrm>
              <a:custGeom>
                <a:avLst/>
                <a:gdLst>
                  <a:gd name="T0" fmla="*/ 92 w 96"/>
                  <a:gd name="T1" fmla="*/ 20 h 80"/>
                  <a:gd name="T2" fmla="*/ 86 w 96"/>
                  <a:gd name="T3" fmla="*/ 20 h 80"/>
                  <a:gd name="T4" fmla="*/ 75 w 96"/>
                  <a:gd name="T5" fmla="*/ 2 h 80"/>
                  <a:gd name="T6" fmla="*/ 73 w 96"/>
                  <a:gd name="T7" fmla="*/ 0 h 80"/>
                  <a:gd name="T8" fmla="*/ 70 w 96"/>
                  <a:gd name="T9" fmla="*/ 1 h 80"/>
                  <a:gd name="T10" fmla="*/ 43 w 96"/>
                  <a:gd name="T11" fmla="*/ 20 h 80"/>
                  <a:gd name="T12" fmla="*/ 56 w 96"/>
                  <a:gd name="T13" fmla="*/ 20 h 80"/>
                  <a:gd name="T14" fmla="*/ 71 w 96"/>
                  <a:gd name="T15" fmla="*/ 10 h 80"/>
                  <a:gd name="T16" fmla="*/ 77 w 96"/>
                  <a:gd name="T17" fmla="*/ 20 h 80"/>
                  <a:gd name="T18" fmla="*/ 60 w 96"/>
                  <a:gd name="T19" fmla="*/ 20 h 80"/>
                  <a:gd name="T20" fmla="*/ 60 w 96"/>
                  <a:gd name="T21" fmla="*/ 28 h 80"/>
                  <a:gd name="T22" fmla="*/ 88 w 96"/>
                  <a:gd name="T23" fmla="*/ 28 h 80"/>
                  <a:gd name="T24" fmla="*/ 88 w 96"/>
                  <a:gd name="T25" fmla="*/ 60 h 80"/>
                  <a:gd name="T26" fmla="*/ 40 w 96"/>
                  <a:gd name="T27" fmla="*/ 60 h 80"/>
                  <a:gd name="T28" fmla="*/ 40 w 96"/>
                  <a:gd name="T29" fmla="*/ 52 h 80"/>
                  <a:gd name="T30" fmla="*/ 32 w 96"/>
                  <a:gd name="T31" fmla="*/ 52 h 80"/>
                  <a:gd name="T32" fmla="*/ 32 w 96"/>
                  <a:gd name="T33" fmla="*/ 64 h 80"/>
                  <a:gd name="T34" fmla="*/ 36 w 96"/>
                  <a:gd name="T35" fmla="*/ 68 h 80"/>
                  <a:gd name="T36" fmla="*/ 64 w 96"/>
                  <a:gd name="T37" fmla="*/ 68 h 80"/>
                  <a:gd name="T38" fmla="*/ 63 w 96"/>
                  <a:gd name="T39" fmla="*/ 70 h 80"/>
                  <a:gd name="T40" fmla="*/ 59 w 96"/>
                  <a:gd name="T41" fmla="*/ 72 h 80"/>
                  <a:gd name="T42" fmla="*/ 34 w 96"/>
                  <a:gd name="T43" fmla="*/ 72 h 80"/>
                  <a:gd name="T44" fmla="*/ 24 w 96"/>
                  <a:gd name="T45" fmla="*/ 62 h 80"/>
                  <a:gd name="T46" fmla="*/ 24 w 96"/>
                  <a:gd name="T47" fmla="*/ 42 h 80"/>
                  <a:gd name="T48" fmla="*/ 34 w 96"/>
                  <a:gd name="T49" fmla="*/ 32 h 80"/>
                  <a:gd name="T50" fmla="*/ 48 w 96"/>
                  <a:gd name="T51" fmla="*/ 32 h 80"/>
                  <a:gd name="T52" fmla="*/ 48 w 96"/>
                  <a:gd name="T53" fmla="*/ 36 h 80"/>
                  <a:gd name="T54" fmla="*/ 44 w 96"/>
                  <a:gd name="T55" fmla="*/ 40 h 80"/>
                  <a:gd name="T56" fmla="*/ 36 w 96"/>
                  <a:gd name="T57" fmla="*/ 40 h 80"/>
                  <a:gd name="T58" fmla="*/ 36 w 96"/>
                  <a:gd name="T59" fmla="*/ 48 h 80"/>
                  <a:gd name="T60" fmla="*/ 44 w 96"/>
                  <a:gd name="T61" fmla="*/ 48 h 80"/>
                  <a:gd name="T62" fmla="*/ 56 w 96"/>
                  <a:gd name="T63" fmla="*/ 36 h 80"/>
                  <a:gd name="T64" fmla="*/ 56 w 96"/>
                  <a:gd name="T65" fmla="*/ 28 h 80"/>
                  <a:gd name="T66" fmla="*/ 52 w 96"/>
                  <a:gd name="T67" fmla="*/ 24 h 80"/>
                  <a:gd name="T68" fmla="*/ 32 w 96"/>
                  <a:gd name="T69" fmla="*/ 24 h 80"/>
                  <a:gd name="T70" fmla="*/ 29 w 96"/>
                  <a:gd name="T71" fmla="*/ 25 h 80"/>
                  <a:gd name="T72" fmla="*/ 22 w 96"/>
                  <a:gd name="T73" fmla="*/ 33 h 80"/>
                  <a:gd name="T74" fmla="*/ 20 w 96"/>
                  <a:gd name="T75" fmla="*/ 32 h 80"/>
                  <a:gd name="T76" fmla="*/ 4 w 96"/>
                  <a:gd name="T77" fmla="*/ 32 h 80"/>
                  <a:gd name="T78" fmla="*/ 0 w 96"/>
                  <a:gd name="T79" fmla="*/ 36 h 80"/>
                  <a:gd name="T80" fmla="*/ 0 w 96"/>
                  <a:gd name="T81" fmla="*/ 68 h 80"/>
                  <a:gd name="T82" fmla="*/ 4 w 96"/>
                  <a:gd name="T83" fmla="*/ 72 h 80"/>
                  <a:gd name="T84" fmla="*/ 20 w 96"/>
                  <a:gd name="T85" fmla="*/ 72 h 80"/>
                  <a:gd name="T86" fmla="*/ 22 w 96"/>
                  <a:gd name="T87" fmla="*/ 71 h 80"/>
                  <a:gd name="T88" fmla="*/ 29 w 96"/>
                  <a:gd name="T89" fmla="*/ 79 h 80"/>
                  <a:gd name="T90" fmla="*/ 32 w 96"/>
                  <a:gd name="T91" fmla="*/ 80 h 80"/>
                  <a:gd name="T92" fmla="*/ 59 w 96"/>
                  <a:gd name="T93" fmla="*/ 80 h 80"/>
                  <a:gd name="T94" fmla="*/ 70 w 96"/>
                  <a:gd name="T95" fmla="*/ 73 h 80"/>
                  <a:gd name="T96" fmla="*/ 72 w 96"/>
                  <a:gd name="T97" fmla="*/ 68 h 80"/>
                  <a:gd name="T98" fmla="*/ 92 w 96"/>
                  <a:gd name="T99" fmla="*/ 68 h 80"/>
                  <a:gd name="T100" fmla="*/ 96 w 96"/>
                  <a:gd name="T101" fmla="*/ 64 h 80"/>
                  <a:gd name="T102" fmla="*/ 96 w 96"/>
                  <a:gd name="T103" fmla="*/ 24 h 80"/>
                  <a:gd name="T104" fmla="*/ 92 w 96"/>
                  <a:gd name="T105" fmla="*/ 20 h 80"/>
                  <a:gd name="T106" fmla="*/ 16 w 96"/>
                  <a:gd name="T107" fmla="*/ 64 h 80"/>
                  <a:gd name="T108" fmla="*/ 8 w 96"/>
                  <a:gd name="T109" fmla="*/ 64 h 80"/>
                  <a:gd name="T110" fmla="*/ 8 w 96"/>
                  <a:gd name="T111" fmla="*/ 40 h 80"/>
                  <a:gd name="T112" fmla="*/ 16 w 96"/>
                  <a:gd name="T113" fmla="*/ 40 h 80"/>
                  <a:gd name="T114" fmla="*/ 16 w 96"/>
                  <a:gd name="T115" fmla="*/ 6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6" h="80">
                    <a:moveTo>
                      <a:pt x="92" y="20"/>
                    </a:moveTo>
                    <a:cubicBezTo>
                      <a:pt x="86" y="20"/>
                      <a:pt x="86" y="20"/>
                      <a:pt x="86" y="20"/>
                    </a:cubicBezTo>
                    <a:cubicBezTo>
                      <a:pt x="75" y="2"/>
                      <a:pt x="75" y="2"/>
                      <a:pt x="75" y="2"/>
                    </a:cubicBezTo>
                    <a:cubicBezTo>
                      <a:pt x="75" y="1"/>
                      <a:pt x="74" y="0"/>
                      <a:pt x="73" y="0"/>
                    </a:cubicBezTo>
                    <a:cubicBezTo>
                      <a:pt x="72" y="0"/>
                      <a:pt x="71" y="0"/>
                      <a:pt x="70" y="1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56" y="20"/>
                      <a:pt x="56" y="20"/>
                      <a:pt x="56" y="2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77" y="20"/>
                      <a:pt x="77" y="20"/>
                      <a:pt x="77" y="20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0" y="28"/>
                      <a:pt x="60" y="28"/>
                      <a:pt x="60" y="28"/>
                    </a:cubicBezTo>
                    <a:cubicBezTo>
                      <a:pt x="88" y="28"/>
                      <a:pt x="88" y="28"/>
                      <a:pt x="88" y="28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40" y="60"/>
                      <a:pt x="40" y="60"/>
                      <a:pt x="40" y="60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32" y="66"/>
                      <a:pt x="34" y="68"/>
                      <a:pt x="36" y="68"/>
                    </a:cubicBezTo>
                    <a:cubicBezTo>
                      <a:pt x="64" y="68"/>
                      <a:pt x="64" y="68"/>
                      <a:pt x="64" y="68"/>
                    </a:cubicBezTo>
                    <a:cubicBezTo>
                      <a:pt x="63" y="70"/>
                      <a:pt x="63" y="70"/>
                      <a:pt x="63" y="70"/>
                    </a:cubicBezTo>
                    <a:cubicBezTo>
                      <a:pt x="62" y="71"/>
                      <a:pt x="61" y="72"/>
                      <a:pt x="59" y="72"/>
                    </a:cubicBezTo>
                    <a:cubicBezTo>
                      <a:pt x="34" y="72"/>
                      <a:pt x="34" y="72"/>
                      <a:pt x="34" y="7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24" y="42"/>
                      <a:pt x="24" y="42"/>
                      <a:pt x="24" y="42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8"/>
                      <a:pt x="46" y="40"/>
                      <a:pt x="44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51" y="48"/>
                      <a:pt x="56" y="43"/>
                      <a:pt x="56" y="36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26"/>
                      <a:pt x="54" y="24"/>
                      <a:pt x="52" y="24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1" y="24"/>
                      <a:pt x="30" y="24"/>
                      <a:pt x="29" y="25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1" y="32"/>
                      <a:pt x="21" y="32"/>
                      <a:pt x="20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2" y="32"/>
                      <a:pt x="0" y="34"/>
                      <a:pt x="0" y="36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0"/>
                      <a:pt x="2" y="72"/>
                      <a:pt x="4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1" y="72"/>
                      <a:pt x="21" y="72"/>
                      <a:pt x="22" y="71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30" y="80"/>
                      <a:pt x="31" y="80"/>
                      <a:pt x="32" y="80"/>
                    </a:cubicBezTo>
                    <a:cubicBezTo>
                      <a:pt x="59" y="80"/>
                      <a:pt x="59" y="80"/>
                      <a:pt x="59" y="80"/>
                    </a:cubicBezTo>
                    <a:cubicBezTo>
                      <a:pt x="64" y="80"/>
                      <a:pt x="68" y="77"/>
                      <a:pt x="70" y="73"/>
                    </a:cubicBezTo>
                    <a:cubicBezTo>
                      <a:pt x="72" y="68"/>
                      <a:pt x="72" y="68"/>
                      <a:pt x="72" y="68"/>
                    </a:cubicBezTo>
                    <a:cubicBezTo>
                      <a:pt x="92" y="68"/>
                      <a:pt x="92" y="68"/>
                      <a:pt x="92" y="68"/>
                    </a:cubicBezTo>
                    <a:cubicBezTo>
                      <a:pt x="94" y="68"/>
                      <a:pt x="96" y="66"/>
                      <a:pt x="96" y="64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22"/>
                      <a:pt x="94" y="20"/>
                      <a:pt x="92" y="20"/>
                    </a:cubicBezTo>
                    <a:close/>
                    <a:moveTo>
                      <a:pt x="16" y="64"/>
                    </a:moveTo>
                    <a:cubicBezTo>
                      <a:pt x="8" y="64"/>
                      <a:pt x="8" y="64"/>
                      <a:pt x="8" y="64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16" y="40"/>
                      <a:pt x="16" y="40"/>
                    </a:cubicBezTo>
                    <a:lnTo>
                      <a:pt x="16" y="64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4" name="组合 483"/>
            <p:cNvGrpSpPr/>
            <p:nvPr/>
          </p:nvGrpSpPr>
          <p:grpSpPr>
            <a:xfrm>
              <a:off x="8712201" y="4797426"/>
              <a:ext cx="227013" cy="303212"/>
              <a:chOff x="8712201" y="4797426"/>
              <a:chExt cx="227013" cy="303212"/>
            </a:xfrm>
          </p:grpSpPr>
          <p:sp>
            <p:nvSpPr>
              <p:cNvPr id="431" name="Freeform 129"/>
              <p:cNvSpPr>
                <a:spLocks/>
              </p:cNvSpPr>
              <p:nvPr/>
            </p:nvSpPr>
            <p:spPr bwMode="auto">
              <a:xfrm>
                <a:off x="8737601" y="4797426"/>
                <a:ext cx="188913" cy="138113"/>
              </a:xfrm>
              <a:custGeom>
                <a:avLst/>
                <a:gdLst>
                  <a:gd name="T0" fmla="*/ 6 w 60"/>
                  <a:gd name="T1" fmla="*/ 44 h 44"/>
                  <a:gd name="T2" fmla="*/ 18 w 60"/>
                  <a:gd name="T3" fmla="*/ 44 h 44"/>
                  <a:gd name="T4" fmla="*/ 10 w 60"/>
                  <a:gd name="T5" fmla="*/ 36 h 44"/>
                  <a:gd name="T6" fmla="*/ 36 w 60"/>
                  <a:gd name="T7" fmla="*/ 10 h 44"/>
                  <a:gd name="T8" fmla="*/ 50 w 60"/>
                  <a:gd name="T9" fmla="*/ 24 h 44"/>
                  <a:gd name="T10" fmla="*/ 30 w 60"/>
                  <a:gd name="T11" fmla="*/ 44 h 44"/>
                  <a:gd name="T12" fmla="*/ 42 w 60"/>
                  <a:gd name="T13" fmla="*/ 44 h 44"/>
                  <a:gd name="T14" fmla="*/ 59 w 60"/>
                  <a:gd name="T15" fmla="*/ 27 h 44"/>
                  <a:gd name="T16" fmla="*/ 59 w 60"/>
                  <a:gd name="T17" fmla="*/ 21 h 44"/>
                  <a:gd name="T18" fmla="*/ 39 w 60"/>
                  <a:gd name="T19" fmla="*/ 1 h 44"/>
                  <a:gd name="T20" fmla="*/ 33 w 60"/>
                  <a:gd name="T21" fmla="*/ 1 h 44"/>
                  <a:gd name="T22" fmla="*/ 1 w 60"/>
                  <a:gd name="T23" fmla="*/ 33 h 44"/>
                  <a:gd name="T24" fmla="*/ 1 w 60"/>
                  <a:gd name="T25" fmla="*/ 39 h 44"/>
                  <a:gd name="T26" fmla="*/ 6 w 60"/>
                  <a:gd name="T27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0" h="44">
                    <a:moveTo>
                      <a:pt x="6" y="44"/>
                    </a:moveTo>
                    <a:cubicBezTo>
                      <a:pt x="18" y="44"/>
                      <a:pt x="18" y="44"/>
                      <a:pt x="18" y="44"/>
                    </a:cubicBezTo>
                    <a:cubicBezTo>
                      <a:pt x="10" y="36"/>
                      <a:pt x="10" y="36"/>
                      <a:pt x="10" y="36"/>
                    </a:cubicBezTo>
                    <a:cubicBezTo>
                      <a:pt x="36" y="10"/>
                      <a:pt x="36" y="10"/>
                      <a:pt x="36" y="10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30" y="44"/>
                      <a:pt x="30" y="44"/>
                      <a:pt x="30" y="44"/>
                    </a:cubicBezTo>
                    <a:cubicBezTo>
                      <a:pt x="42" y="44"/>
                      <a:pt x="42" y="44"/>
                      <a:pt x="42" y="44"/>
                    </a:cubicBezTo>
                    <a:cubicBezTo>
                      <a:pt x="59" y="27"/>
                      <a:pt x="59" y="27"/>
                      <a:pt x="59" y="27"/>
                    </a:cubicBezTo>
                    <a:cubicBezTo>
                      <a:pt x="60" y="25"/>
                      <a:pt x="60" y="23"/>
                      <a:pt x="59" y="21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7" y="0"/>
                      <a:pt x="35" y="0"/>
                      <a:pt x="33" y="1"/>
                    </a:cubicBezTo>
                    <a:cubicBezTo>
                      <a:pt x="1" y="33"/>
                      <a:pt x="1" y="33"/>
                      <a:pt x="1" y="33"/>
                    </a:cubicBezTo>
                    <a:cubicBezTo>
                      <a:pt x="0" y="35"/>
                      <a:pt x="0" y="37"/>
                      <a:pt x="1" y="39"/>
                    </a:cubicBezTo>
                    <a:lnTo>
                      <a:pt x="6" y="4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2" name="Freeform 130"/>
              <p:cNvSpPr>
                <a:spLocks noEditPoints="1"/>
              </p:cNvSpPr>
              <p:nvPr/>
            </p:nvSpPr>
            <p:spPr bwMode="auto">
              <a:xfrm>
                <a:off x="8712201" y="4948238"/>
                <a:ext cx="227013" cy="152400"/>
              </a:xfrm>
              <a:custGeom>
                <a:avLst/>
                <a:gdLst>
                  <a:gd name="T0" fmla="*/ 68 w 72"/>
                  <a:gd name="T1" fmla="*/ 0 h 48"/>
                  <a:gd name="T2" fmla="*/ 4 w 72"/>
                  <a:gd name="T3" fmla="*/ 0 h 48"/>
                  <a:gd name="T4" fmla="*/ 0 w 72"/>
                  <a:gd name="T5" fmla="*/ 4 h 48"/>
                  <a:gd name="T6" fmla="*/ 0 w 72"/>
                  <a:gd name="T7" fmla="*/ 44 h 48"/>
                  <a:gd name="T8" fmla="*/ 4 w 72"/>
                  <a:gd name="T9" fmla="*/ 48 h 48"/>
                  <a:gd name="T10" fmla="*/ 68 w 72"/>
                  <a:gd name="T11" fmla="*/ 48 h 48"/>
                  <a:gd name="T12" fmla="*/ 72 w 72"/>
                  <a:gd name="T13" fmla="*/ 44 h 48"/>
                  <a:gd name="T14" fmla="*/ 72 w 72"/>
                  <a:gd name="T15" fmla="*/ 4 h 48"/>
                  <a:gd name="T16" fmla="*/ 68 w 72"/>
                  <a:gd name="T17" fmla="*/ 0 h 48"/>
                  <a:gd name="T18" fmla="*/ 48 w 72"/>
                  <a:gd name="T19" fmla="*/ 28 h 48"/>
                  <a:gd name="T20" fmla="*/ 40 w 72"/>
                  <a:gd name="T21" fmla="*/ 28 h 48"/>
                  <a:gd name="T22" fmla="*/ 40 w 72"/>
                  <a:gd name="T23" fmla="*/ 36 h 48"/>
                  <a:gd name="T24" fmla="*/ 32 w 72"/>
                  <a:gd name="T25" fmla="*/ 36 h 48"/>
                  <a:gd name="T26" fmla="*/ 32 w 72"/>
                  <a:gd name="T27" fmla="*/ 28 h 48"/>
                  <a:gd name="T28" fmla="*/ 24 w 72"/>
                  <a:gd name="T29" fmla="*/ 28 h 48"/>
                  <a:gd name="T30" fmla="*/ 24 w 72"/>
                  <a:gd name="T31" fmla="*/ 20 h 48"/>
                  <a:gd name="T32" fmla="*/ 32 w 72"/>
                  <a:gd name="T33" fmla="*/ 20 h 48"/>
                  <a:gd name="T34" fmla="*/ 32 w 72"/>
                  <a:gd name="T35" fmla="*/ 12 h 48"/>
                  <a:gd name="T36" fmla="*/ 40 w 72"/>
                  <a:gd name="T37" fmla="*/ 12 h 48"/>
                  <a:gd name="T38" fmla="*/ 40 w 72"/>
                  <a:gd name="T39" fmla="*/ 20 h 48"/>
                  <a:gd name="T40" fmla="*/ 48 w 72"/>
                  <a:gd name="T41" fmla="*/ 20 h 48"/>
                  <a:gd name="T42" fmla="*/ 48 w 72"/>
                  <a:gd name="T43" fmla="*/ 2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2" h="48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70" y="48"/>
                      <a:pt x="72" y="46"/>
                      <a:pt x="72" y="44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  <a:moveTo>
                      <a:pt x="48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36"/>
                      <a:pt x="40" y="36"/>
                      <a:pt x="40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8" y="20"/>
                      <a:pt x="48" y="20"/>
                      <a:pt x="48" y="20"/>
                    </a:cubicBezTo>
                    <a:lnTo>
                      <a:pt x="48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" name="Oval 131"/>
              <p:cNvSpPr>
                <a:spLocks noChangeArrowheads="1"/>
              </p:cNvSpPr>
              <p:nvPr/>
            </p:nvSpPr>
            <p:spPr bwMode="auto">
              <a:xfrm>
                <a:off x="8813801" y="4872038"/>
                <a:ext cx="36513" cy="381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6" name="组合 485"/>
            <p:cNvGrpSpPr/>
            <p:nvPr/>
          </p:nvGrpSpPr>
          <p:grpSpPr>
            <a:xfrm>
              <a:off x="6854826" y="4797426"/>
              <a:ext cx="303212" cy="303212"/>
              <a:chOff x="6854826" y="4797426"/>
              <a:chExt cx="303212" cy="303212"/>
            </a:xfrm>
          </p:grpSpPr>
          <p:sp>
            <p:nvSpPr>
              <p:cNvPr id="434" name="Freeform 132"/>
              <p:cNvSpPr>
                <a:spLocks noEditPoints="1"/>
              </p:cNvSpPr>
              <p:nvPr/>
            </p:nvSpPr>
            <p:spPr bwMode="auto">
              <a:xfrm>
                <a:off x="6854826" y="4922838"/>
                <a:ext cx="265113" cy="177800"/>
              </a:xfrm>
              <a:custGeom>
                <a:avLst/>
                <a:gdLst>
                  <a:gd name="T0" fmla="*/ 76 w 84"/>
                  <a:gd name="T1" fmla="*/ 32 h 56"/>
                  <a:gd name="T2" fmla="*/ 72 w 84"/>
                  <a:gd name="T3" fmla="*/ 36 h 56"/>
                  <a:gd name="T4" fmla="*/ 52 w 84"/>
                  <a:gd name="T5" fmla="*/ 36 h 56"/>
                  <a:gd name="T6" fmla="*/ 52 w 84"/>
                  <a:gd name="T7" fmla="*/ 44 h 56"/>
                  <a:gd name="T8" fmla="*/ 68 w 84"/>
                  <a:gd name="T9" fmla="*/ 44 h 56"/>
                  <a:gd name="T10" fmla="*/ 64 w 84"/>
                  <a:gd name="T11" fmla="*/ 48 h 56"/>
                  <a:gd name="T12" fmla="*/ 34 w 84"/>
                  <a:gd name="T13" fmla="*/ 48 h 56"/>
                  <a:gd name="T14" fmla="*/ 24 w 84"/>
                  <a:gd name="T15" fmla="*/ 38 h 56"/>
                  <a:gd name="T16" fmla="*/ 24 w 84"/>
                  <a:gd name="T17" fmla="*/ 18 h 56"/>
                  <a:gd name="T18" fmla="*/ 34 w 84"/>
                  <a:gd name="T19" fmla="*/ 8 h 56"/>
                  <a:gd name="T20" fmla="*/ 48 w 84"/>
                  <a:gd name="T21" fmla="*/ 8 h 56"/>
                  <a:gd name="T22" fmla="*/ 48 w 84"/>
                  <a:gd name="T23" fmla="*/ 12 h 56"/>
                  <a:gd name="T24" fmla="*/ 44 w 84"/>
                  <a:gd name="T25" fmla="*/ 16 h 56"/>
                  <a:gd name="T26" fmla="*/ 36 w 84"/>
                  <a:gd name="T27" fmla="*/ 16 h 56"/>
                  <a:gd name="T28" fmla="*/ 36 w 84"/>
                  <a:gd name="T29" fmla="*/ 24 h 56"/>
                  <a:gd name="T30" fmla="*/ 44 w 84"/>
                  <a:gd name="T31" fmla="*/ 24 h 56"/>
                  <a:gd name="T32" fmla="*/ 56 w 84"/>
                  <a:gd name="T33" fmla="*/ 12 h 56"/>
                  <a:gd name="T34" fmla="*/ 56 w 84"/>
                  <a:gd name="T35" fmla="*/ 4 h 56"/>
                  <a:gd name="T36" fmla="*/ 52 w 84"/>
                  <a:gd name="T37" fmla="*/ 0 h 56"/>
                  <a:gd name="T38" fmla="*/ 32 w 84"/>
                  <a:gd name="T39" fmla="*/ 0 h 56"/>
                  <a:gd name="T40" fmla="*/ 29 w 84"/>
                  <a:gd name="T41" fmla="*/ 1 h 56"/>
                  <a:gd name="T42" fmla="*/ 22 w 84"/>
                  <a:gd name="T43" fmla="*/ 9 h 56"/>
                  <a:gd name="T44" fmla="*/ 20 w 84"/>
                  <a:gd name="T45" fmla="*/ 8 h 56"/>
                  <a:gd name="T46" fmla="*/ 4 w 84"/>
                  <a:gd name="T47" fmla="*/ 8 h 56"/>
                  <a:gd name="T48" fmla="*/ 0 w 84"/>
                  <a:gd name="T49" fmla="*/ 12 h 56"/>
                  <a:gd name="T50" fmla="*/ 0 w 84"/>
                  <a:gd name="T51" fmla="*/ 44 h 56"/>
                  <a:gd name="T52" fmla="*/ 4 w 84"/>
                  <a:gd name="T53" fmla="*/ 48 h 56"/>
                  <a:gd name="T54" fmla="*/ 20 w 84"/>
                  <a:gd name="T55" fmla="*/ 48 h 56"/>
                  <a:gd name="T56" fmla="*/ 22 w 84"/>
                  <a:gd name="T57" fmla="*/ 47 h 56"/>
                  <a:gd name="T58" fmla="*/ 29 w 84"/>
                  <a:gd name="T59" fmla="*/ 55 h 56"/>
                  <a:gd name="T60" fmla="*/ 32 w 84"/>
                  <a:gd name="T61" fmla="*/ 56 h 56"/>
                  <a:gd name="T62" fmla="*/ 64 w 84"/>
                  <a:gd name="T63" fmla="*/ 56 h 56"/>
                  <a:gd name="T64" fmla="*/ 76 w 84"/>
                  <a:gd name="T65" fmla="*/ 44 h 56"/>
                  <a:gd name="T66" fmla="*/ 76 w 84"/>
                  <a:gd name="T67" fmla="*/ 43 h 56"/>
                  <a:gd name="T68" fmla="*/ 84 w 84"/>
                  <a:gd name="T69" fmla="*/ 32 h 56"/>
                  <a:gd name="T70" fmla="*/ 84 w 84"/>
                  <a:gd name="T71" fmla="*/ 28 h 56"/>
                  <a:gd name="T72" fmla="*/ 76 w 84"/>
                  <a:gd name="T73" fmla="*/ 28 h 56"/>
                  <a:gd name="T74" fmla="*/ 76 w 84"/>
                  <a:gd name="T75" fmla="*/ 32 h 56"/>
                  <a:gd name="T76" fmla="*/ 16 w 84"/>
                  <a:gd name="T77" fmla="*/ 40 h 56"/>
                  <a:gd name="T78" fmla="*/ 8 w 84"/>
                  <a:gd name="T79" fmla="*/ 40 h 56"/>
                  <a:gd name="T80" fmla="*/ 8 w 84"/>
                  <a:gd name="T81" fmla="*/ 16 h 56"/>
                  <a:gd name="T82" fmla="*/ 16 w 84"/>
                  <a:gd name="T83" fmla="*/ 16 h 56"/>
                  <a:gd name="T84" fmla="*/ 16 w 84"/>
                  <a:gd name="T85" fmla="*/ 4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4" h="56">
                    <a:moveTo>
                      <a:pt x="76" y="32"/>
                    </a:moveTo>
                    <a:cubicBezTo>
                      <a:pt x="76" y="34"/>
                      <a:pt x="74" y="36"/>
                      <a:pt x="72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68" y="46"/>
                      <a:pt x="66" y="48"/>
                      <a:pt x="64" y="48"/>
                    </a:cubicBezTo>
                    <a:cubicBezTo>
                      <a:pt x="34" y="48"/>
                      <a:pt x="34" y="48"/>
                      <a:pt x="34" y="48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14"/>
                      <a:pt x="46" y="16"/>
                      <a:pt x="44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51" y="24"/>
                      <a:pt x="56" y="19"/>
                      <a:pt x="56" y="12"/>
                    </a:cubicBezTo>
                    <a:cubicBezTo>
                      <a:pt x="56" y="4"/>
                      <a:pt x="56" y="4"/>
                      <a:pt x="56" y="4"/>
                    </a:cubicBezTo>
                    <a:cubicBezTo>
                      <a:pt x="56" y="2"/>
                      <a:pt x="54" y="0"/>
                      <a:pt x="5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1" y="0"/>
                      <a:pt x="30" y="0"/>
                      <a:pt x="29" y="1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1" y="8"/>
                      <a:pt x="21" y="8"/>
                      <a:pt x="20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10"/>
                      <a:pt x="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1" y="48"/>
                      <a:pt x="21" y="48"/>
                      <a:pt x="22" y="47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30" y="56"/>
                      <a:pt x="31" y="56"/>
                      <a:pt x="32" y="56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71" y="56"/>
                      <a:pt x="76" y="51"/>
                      <a:pt x="76" y="44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81" y="42"/>
                      <a:pt x="84" y="37"/>
                      <a:pt x="84" y="32"/>
                    </a:cubicBezTo>
                    <a:cubicBezTo>
                      <a:pt x="84" y="28"/>
                      <a:pt x="84" y="28"/>
                      <a:pt x="84" y="28"/>
                    </a:cubicBezTo>
                    <a:cubicBezTo>
                      <a:pt x="76" y="28"/>
                      <a:pt x="76" y="28"/>
                      <a:pt x="76" y="28"/>
                    </a:cubicBezTo>
                    <a:lnTo>
                      <a:pt x="76" y="32"/>
                    </a:lnTo>
                    <a:close/>
                    <a:moveTo>
                      <a:pt x="16" y="40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16" y="16"/>
                      <a:pt x="16" y="16"/>
                      <a:pt x="16" y="16"/>
                    </a:cubicBezTo>
                    <a:lnTo>
                      <a:pt x="16" y="4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5" name="Freeform 133"/>
              <p:cNvSpPr>
                <a:spLocks/>
              </p:cNvSpPr>
              <p:nvPr/>
            </p:nvSpPr>
            <p:spPr bwMode="auto">
              <a:xfrm>
                <a:off x="7018338" y="4835526"/>
                <a:ext cx="76200" cy="125413"/>
              </a:xfrm>
              <a:custGeom>
                <a:avLst/>
                <a:gdLst>
                  <a:gd name="T0" fmla="*/ 8 w 24"/>
                  <a:gd name="T1" fmla="*/ 0 h 40"/>
                  <a:gd name="T2" fmla="*/ 8 w 24"/>
                  <a:gd name="T3" fmla="*/ 4 h 40"/>
                  <a:gd name="T4" fmla="*/ 0 w 24"/>
                  <a:gd name="T5" fmla="*/ 14 h 40"/>
                  <a:gd name="T6" fmla="*/ 10 w 24"/>
                  <a:gd name="T7" fmla="*/ 24 h 40"/>
                  <a:gd name="T8" fmla="*/ 14 w 24"/>
                  <a:gd name="T9" fmla="*/ 24 h 40"/>
                  <a:gd name="T10" fmla="*/ 16 w 24"/>
                  <a:gd name="T11" fmla="*/ 26 h 40"/>
                  <a:gd name="T12" fmla="*/ 14 w 24"/>
                  <a:gd name="T13" fmla="*/ 28 h 40"/>
                  <a:gd name="T14" fmla="*/ 8 w 24"/>
                  <a:gd name="T15" fmla="*/ 28 h 40"/>
                  <a:gd name="T16" fmla="*/ 8 w 24"/>
                  <a:gd name="T17" fmla="*/ 40 h 40"/>
                  <a:gd name="T18" fmla="*/ 16 w 24"/>
                  <a:gd name="T19" fmla="*/ 40 h 40"/>
                  <a:gd name="T20" fmla="*/ 16 w 24"/>
                  <a:gd name="T21" fmla="*/ 36 h 40"/>
                  <a:gd name="T22" fmla="*/ 24 w 24"/>
                  <a:gd name="T23" fmla="*/ 26 h 40"/>
                  <a:gd name="T24" fmla="*/ 14 w 24"/>
                  <a:gd name="T25" fmla="*/ 16 h 40"/>
                  <a:gd name="T26" fmla="*/ 10 w 24"/>
                  <a:gd name="T27" fmla="*/ 16 h 40"/>
                  <a:gd name="T28" fmla="*/ 8 w 24"/>
                  <a:gd name="T29" fmla="*/ 14 h 40"/>
                  <a:gd name="T30" fmla="*/ 10 w 24"/>
                  <a:gd name="T31" fmla="*/ 12 h 40"/>
                  <a:gd name="T32" fmla="*/ 24 w 24"/>
                  <a:gd name="T33" fmla="*/ 12 h 40"/>
                  <a:gd name="T34" fmla="*/ 24 w 24"/>
                  <a:gd name="T35" fmla="*/ 4 h 40"/>
                  <a:gd name="T36" fmla="*/ 16 w 24"/>
                  <a:gd name="T37" fmla="*/ 4 h 40"/>
                  <a:gd name="T38" fmla="*/ 16 w 24"/>
                  <a:gd name="T39" fmla="*/ 0 h 40"/>
                  <a:gd name="T40" fmla="*/ 8 w 24"/>
                  <a:gd name="T4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" h="40">
                    <a:moveTo>
                      <a:pt x="8" y="0"/>
                    </a:moveTo>
                    <a:cubicBezTo>
                      <a:pt x="8" y="4"/>
                      <a:pt x="8" y="4"/>
                      <a:pt x="8" y="4"/>
                    </a:cubicBezTo>
                    <a:cubicBezTo>
                      <a:pt x="3" y="5"/>
                      <a:pt x="0" y="9"/>
                      <a:pt x="0" y="14"/>
                    </a:cubicBezTo>
                    <a:cubicBezTo>
                      <a:pt x="0" y="20"/>
                      <a:pt x="4" y="24"/>
                      <a:pt x="10" y="24"/>
                    </a:cubicBezTo>
                    <a:cubicBezTo>
                      <a:pt x="14" y="24"/>
                      <a:pt x="14" y="24"/>
                      <a:pt x="14" y="24"/>
                    </a:cubicBezTo>
                    <a:cubicBezTo>
                      <a:pt x="15" y="24"/>
                      <a:pt x="16" y="25"/>
                      <a:pt x="16" y="26"/>
                    </a:cubicBezTo>
                    <a:cubicBezTo>
                      <a:pt x="16" y="27"/>
                      <a:pt x="15" y="28"/>
                      <a:pt x="14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36"/>
                      <a:pt x="16" y="36"/>
                      <a:pt x="16" y="36"/>
                    </a:cubicBezTo>
                    <a:cubicBezTo>
                      <a:pt x="21" y="35"/>
                      <a:pt x="24" y="31"/>
                      <a:pt x="24" y="26"/>
                    </a:cubicBezTo>
                    <a:cubicBezTo>
                      <a:pt x="24" y="20"/>
                      <a:pt x="20" y="16"/>
                      <a:pt x="14" y="16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9" y="16"/>
                      <a:pt x="8" y="15"/>
                      <a:pt x="8" y="14"/>
                    </a:cubicBezTo>
                    <a:cubicBezTo>
                      <a:pt x="8" y="13"/>
                      <a:pt x="9" y="12"/>
                      <a:pt x="10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6" name="Freeform 134"/>
              <p:cNvSpPr>
                <a:spLocks/>
              </p:cNvSpPr>
              <p:nvPr/>
            </p:nvSpPr>
            <p:spPr bwMode="auto">
              <a:xfrm>
                <a:off x="6954838" y="4797426"/>
                <a:ext cx="203200" cy="201613"/>
              </a:xfrm>
              <a:custGeom>
                <a:avLst/>
                <a:gdLst>
                  <a:gd name="T0" fmla="*/ 32 w 64"/>
                  <a:gd name="T1" fmla="*/ 0 h 64"/>
                  <a:gd name="T2" fmla="*/ 0 w 64"/>
                  <a:gd name="T3" fmla="*/ 32 h 64"/>
                  <a:gd name="T4" fmla="*/ 0 w 64"/>
                  <a:gd name="T5" fmla="*/ 36 h 64"/>
                  <a:gd name="T6" fmla="*/ 8 w 64"/>
                  <a:gd name="T7" fmla="*/ 36 h 64"/>
                  <a:gd name="T8" fmla="*/ 8 w 64"/>
                  <a:gd name="T9" fmla="*/ 32 h 64"/>
                  <a:gd name="T10" fmla="*/ 32 w 64"/>
                  <a:gd name="T11" fmla="*/ 8 h 64"/>
                  <a:gd name="T12" fmla="*/ 56 w 64"/>
                  <a:gd name="T13" fmla="*/ 32 h 64"/>
                  <a:gd name="T14" fmla="*/ 32 w 64"/>
                  <a:gd name="T15" fmla="*/ 56 h 64"/>
                  <a:gd name="T16" fmla="*/ 28 w 64"/>
                  <a:gd name="T17" fmla="*/ 56 h 64"/>
                  <a:gd name="T18" fmla="*/ 28 w 64"/>
                  <a:gd name="T19" fmla="*/ 64 h 64"/>
                  <a:gd name="T20" fmla="*/ 32 w 64"/>
                  <a:gd name="T21" fmla="*/ 64 h 64"/>
                  <a:gd name="T22" fmla="*/ 64 w 64"/>
                  <a:gd name="T23" fmla="*/ 32 h 64"/>
                  <a:gd name="T24" fmla="*/ 32 w 64"/>
                  <a:gd name="T2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32" y="0"/>
                    </a:moveTo>
                    <a:cubicBezTo>
                      <a:pt x="14" y="0"/>
                      <a:pt x="0" y="14"/>
                      <a:pt x="0" y="32"/>
                    </a:cubicBezTo>
                    <a:cubicBezTo>
                      <a:pt x="0" y="33"/>
                      <a:pt x="0" y="35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35"/>
                      <a:pt x="8" y="33"/>
                      <a:pt x="8" y="32"/>
                    </a:cubicBezTo>
                    <a:cubicBezTo>
                      <a:pt x="8" y="19"/>
                      <a:pt x="19" y="8"/>
                      <a:pt x="32" y="8"/>
                    </a:cubicBezTo>
                    <a:cubicBezTo>
                      <a:pt x="45" y="8"/>
                      <a:pt x="56" y="19"/>
                      <a:pt x="56" y="32"/>
                    </a:cubicBezTo>
                    <a:cubicBezTo>
                      <a:pt x="56" y="45"/>
                      <a:pt x="45" y="56"/>
                      <a:pt x="32" y="56"/>
                    </a:cubicBezTo>
                    <a:cubicBezTo>
                      <a:pt x="31" y="56"/>
                      <a:pt x="29" y="56"/>
                      <a:pt x="28" y="56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29" y="64"/>
                      <a:pt x="31" y="64"/>
                      <a:pt x="32" y="64"/>
                    </a:cubicBezTo>
                    <a:cubicBezTo>
                      <a:pt x="50" y="64"/>
                      <a:pt x="64" y="50"/>
                      <a:pt x="64" y="32"/>
                    </a:cubicBezTo>
                    <a:cubicBezTo>
                      <a:pt x="64" y="14"/>
                      <a:pt x="50" y="0"/>
                      <a:pt x="32" y="0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7" name="组合 486"/>
            <p:cNvGrpSpPr/>
            <p:nvPr/>
          </p:nvGrpSpPr>
          <p:grpSpPr>
            <a:xfrm>
              <a:off x="6248401" y="4797426"/>
              <a:ext cx="303212" cy="303213"/>
              <a:chOff x="6248401" y="4797426"/>
              <a:chExt cx="303212" cy="303213"/>
            </a:xfrm>
          </p:grpSpPr>
          <p:sp>
            <p:nvSpPr>
              <p:cNvPr id="437" name="Freeform 135"/>
              <p:cNvSpPr>
                <a:spLocks noEditPoints="1"/>
              </p:cNvSpPr>
              <p:nvPr/>
            </p:nvSpPr>
            <p:spPr bwMode="auto">
              <a:xfrm>
                <a:off x="6248401" y="4797426"/>
                <a:ext cx="176213" cy="303213"/>
              </a:xfrm>
              <a:custGeom>
                <a:avLst/>
                <a:gdLst>
                  <a:gd name="T0" fmla="*/ 52 w 56"/>
                  <a:gd name="T1" fmla="*/ 21 h 96"/>
                  <a:gd name="T2" fmla="*/ 52 w 56"/>
                  <a:gd name="T3" fmla="*/ 4 h 96"/>
                  <a:gd name="T4" fmla="*/ 50 w 56"/>
                  <a:gd name="T5" fmla="*/ 1 h 96"/>
                  <a:gd name="T6" fmla="*/ 47 w 56"/>
                  <a:gd name="T7" fmla="*/ 0 h 96"/>
                  <a:gd name="T8" fmla="*/ 36 w 56"/>
                  <a:gd name="T9" fmla="*/ 4 h 96"/>
                  <a:gd name="T10" fmla="*/ 30 w 56"/>
                  <a:gd name="T11" fmla="*/ 0 h 96"/>
                  <a:gd name="T12" fmla="*/ 26 w 56"/>
                  <a:gd name="T13" fmla="*/ 0 h 96"/>
                  <a:gd name="T14" fmla="*/ 20 w 56"/>
                  <a:gd name="T15" fmla="*/ 4 h 96"/>
                  <a:gd name="T16" fmla="*/ 9 w 56"/>
                  <a:gd name="T17" fmla="*/ 0 h 96"/>
                  <a:gd name="T18" fmla="*/ 6 w 56"/>
                  <a:gd name="T19" fmla="*/ 1 h 96"/>
                  <a:gd name="T20" fmla="*/ 4 w 56"/>
                  <a:gd name="T21" fmla="*/ 4 h 96"/>
                  <a:gd name="T22" fmla="*/ 4 w 56"/>
                  <a:gd name="T23" fmla="*/ 21 h 96"/>
                  <a:gd name="T24" fmla="*/ 0 w 56"/>
                  <a:gd name="T25" fmla="*/ 28 h 96"/>
                  <a:gd name="T26" fmla="*/ 0 w 56"/>
                  <a:gd name="T27" fmla="*/ 88 h 96"/>
                  <a:gd name="T28" fmla="*/ 8 w 56"/>
                  <a:gd name="T29" fmla="*/ 96 h 96"/>
                  <a:gd name="T30" fmla="*/ 48 w 56"/>
                  <a:gd name="T31" fmla="*/ 96 h 96"/>
                  <a:gd name="T32" fmla="*/ 56 w 56"/>
                  <a:gd name="T33" fmla="*/ 88 h 96"/>
                  <a:gd name="T34" fmla="*/ 56 w 56"/>
                  <a:gd name="T35" fmla="*/ 28 h 96"/>
                  <a:gd name="T36" fmla="*/ 52 w 56"/>
                  <a:gd name="T37" fmla="*/ 21 h 96"/>
                  <a:gd name="T38" fmla="*/ 19 w 56"/>
                  <a:gd name="T39" fmla="*/ 12 h 96"/>
                  <a:gd name="T40" fmla="*/ 22 w 56"/>
                  <a:gd name="T41" fmla="*/ 12 h 96"/>
                  <a:gd name="T42" fmla="*/ 28 w 56"/>
                  <a:gd name="T43" fmla="*/ 8 h 96"/>
                  <a:gd name="T44" fmla="*/ 34 w 56"/>
                  <a:gd name="T45" fmla="*/ 12 h 96"/>
                  <a:gd name="T46" fmla="*/ 37 w 56"/>
                  <a:gd name="T47" fmla="*/ 12 h 96"/>
                  <a:gd name="T48" fmla="*/ 44 w 56"/>
                  <a:gd name="T49" fmla="*/ 10 h 96"/>
                  <a:gd name="T50" fmla="*/ 44 w 56"/>
                  <a:gd name="T51" fmla="*/ 20 h 96"/>
                  <a:gd name="T52" fmla="*/ 12 w 56"/>
                  <a:gd name="T53" fmla="*/ 20 h 96"/>
                  <a:gd name="T54" fmla="*/ 12 w 56"/>
                  <a:gd name="T55" fmla="*/ 10 h 96"/>
                  <a:gd name="T56" fmla="*/ 19 w 56"/>
                  <a:gd name="T57" fmla="*/ 12 h 96"/>
                  <a:gd name="T58" fmla="*/ 48 w 56"/>
                  <a:gd name="T59" fmla="*/ 88 h 96"/>
                  <a:gd name="T60" fmla="*/ 8 w 56"/>
                  <a:gd name="T61" fmla="*/ 88 h 96"/>
                  <a:gd name="T62" fmla="*/ 8 w 56"/>
                  <a:gd name="T63" fmla="*/ 28 h 96"/>
                  <a:gd name="T64" fmla="*/ 48 w 56"/>
                  <a:gd name="T65" fmla="*/ 28 h 96"/>
                  <a:gd name="T66" fmla="*/ 48 w 56"/>
                  <a:gd name="T67" fmla="*/ 8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6" h="96">
                    <a:moveTo>
                      <a:pt x="52" y="21"/>
                    </a:moveTo>
                    <a:cubicBezTo>
                      <a:pt x="52" y="4"/>
                      <a:pt x="52" y="4"/>
                      <a:pt x="52" y="4"/>
                    </a:cubicBezTo>
                    <a:cubicBezTo>
                      <a:pt x="52" y="3"/>
                      <a:pt x="51" y="2"/>
                      <a:pt x="50" y="1"/>
                    </a:cubicBezTo>
                    <a:cubicBezTo>
                      <a:pt x="49" y="0"/>
                      <a:pt x="48" y="0"/>
                      <a:pt x="47" y="0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7" y="0"/>
                      <a:pt x="26" y="0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7" y="0"/>
                      <a:pt x="6" y="1"/>
                    </a:cubicBezTo>
                    <a:cubicBezTo>
                      <a:pt x="5" y="2"/>
                      <a:pt x="4" y="3"/>
                      <a:pt x="4" y="4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2" y="23"/>
                      <a:pt x="0" y="25"/>
                      <a:pt x="0" y="28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0" y="92"/>
                      <a:pt x="4" y="96"/>
                      <a:pt x="8" y="96"/>
                    </a:cubicBezTo>
                    <a:cubicBezTo>
                      <a:pt x="48" y="96"/>
                      <a:pt x="48" y="96"/>
                      <a:pt x="48" y="96"/>
                    </a:cubicBezTo>
                    <a:cubicBezTo>
                      <a:pt x="52" y="96"/>
                      <a:pt x="56" y="92"/>
                      <a:pt x="56" y="88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25"/>
                      <a:pt x="54" y="23"/>
                      <a:pt x="52" y="21"/>
                    </a:cubicBezTo>
                    <a:close/>
                    <a:moveTo>
                      <a:pt x="19" y="12"/>
                    </a:moveTo>
                    <a:cubicBezTo>
                      <a:pt x="20" y="12"/>
                      <a:pt x="21" y="12"/>
                      <a:pt x="22" y="12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34" y="12"/>
                      <a:pt x="34" y="12"/>
                      <a:pt x="34" y="12"/>
                    </a:cubicBezTo>
                    <a:cubicBezTo>
                      <a:pt x="35" y="12"/>
                      <a:pt x="36" y="12"/>
                      <a:pt x="37" y="12"/>
                    </a:cubicBezTo>
                    <a:cubicBezTo>
                      <a:pt x="44" y="10"/>
                      <a:pt x="44" y="10"/>
                      <a:pt x="44" y="10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10"/>
                      <a:pt x="12" y="10"/>
                      <a:pt x="12" y="10"/>
                    </a:cubicBezTo>
                    <a:lnTo>
                      <a:pt x="19" y="12"/>
                    </a:lnTo>
                    <a:close/>
                    <a:moveTo>
                      <a:pt x="48" y="88"/>
                    </a:moveTo>
                    <a:cubicBezTo>
                      <a:pt x="8" y="88"/>
                      <a:pt x="8" y="88"/>
                      <a:pt x="8" y="8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48" y="28"/>
                      <a:pt x="48" y="28"/>
                      <a:pt x="48" y="28"/>
                    </a:cubicBezTo>
                    <a:lnTo>
                      <a:pt x="48" y="88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8" name="Rectangle 136"/>
              <p:cNvSpPr>
                <a:spLocks noChangeArrowheads="1"/>
              </p:cNvSpPr>
              <p:nvPr/>
            </p:nvSpPr>
            <p:spPr bwMode="auto">
              <a:xfrm>
                <a:off x="6284913" y="4897438"/>
                <a:ext cx="101600" cy="50800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9" name="Oval 137"/>
              <p:cNvSpPr>
                <a:spLocks noChangeArrowheads="1"/>
              </p:cNvSpPr>
              <p:nvPr/>
            </p:nvSpPr>
            <p:spPr bwMode="auto">
              <a:xfrm>
                <a:off x="6284913" y="49609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0" name="Oval 138"/>
              <p:cNvSpPr>
                <a:spLocks noChangeArrowheads="1"/>
              </p:cNvSpPr>
              <p:nvPr/>
            </p:nvSpPr>
            <p:spPr bwMode="auto">
              <a:xfrm>
                <a:off x="6361113" y="49609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1" name="Oval 139"/>
              <p:cNvSpPr>
                <a:spLocks noChangeArrowheads="1"/>
              </p:cNvSpPr>
              <p:nvPr/>
            </p:nvSpPr>
            <p:spPr bwMode="auto">
              <a:xfrm>
                <a:off x="6323013" y="49609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2" name="Oval 140"/>
              <p:cNvSpPr>
                <a:spLocks noChangeArrowheads="1"/>
              </p:cNvSpPr>
              <p:nvPr/>
            </p:nvSpPr>
            <p:spPr bwMode="auto">
              <a:xfrm>
                <a:off x="6284913" y="49990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3" name="Oval 141"/>
              <p:cNvSpPr>
                <a:spLocks noChangeArrowheads="1"/>
              </p:cNvSpPr>
              <p:nvPr/>
            </p:nvSpPr>
            <p:spPr bwMode="auto">
              <a:xfrm>
                <a:off x="6361113" y="49990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4" name="Oval 142"/>
              <p:cNvSpPr>
                <a:spLocks noChangeArrowheads="1"/>
              </p:cNvSpPr>
              <p:nvPr/>
            </p:nvSpPr>
            <p:spPr bwMode="auto">
              <a:xfrm>
                <a:off x="6323013" y="49990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5" name="Oval 143"/>
              <p:cNvSpPr>
                <a:spLocks noChangeArrowheads="1"/>
              </p:cNvSpPr>
              <p:nvPr/>
            </p:nvSpPr>
            <p:spPr bwMode="auto">
              <a:xfrm>
                <a:off x="6284913" y="50371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6" name="Oval 144"/>
              <p:cNvSpPr>
                <a:spLocks noChangeArrowheads="1"/>
              </p:cNvSpPr>
              <p:nvPr/>
            </p:nvSpPr>
            <p:spPr bwMode="auto">
              <a:xfrm>
                <a:off x="6361113" y="50371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7" name="Oval 145"/>
              <p:cNvSpPr>
                <a:spLocks noChangeArrowheads="1"/>
              </p:cNvSpPr>
              <p:nvPr/>
            </p:nvSpPr>
            <p:spPr bwMode="auto">
              <a:xfrm>
                <a:off x="6323013" y="50371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8" name="Freeform 146"/>
              <p:cNvSpPr>
                <a:spLocks noEditPoints="1"/>
              </p:cNvSpPr>
              <p:nvPr/>
            </p:nvSpPr>
            <p:spPr bwMode="auto">
              <a:xfrm>
                <a:off x="6437313" y="4897438"/>
                <a:ext cx="114300" cy="152400"/>
              </a:xfrm>
              <a:custGeom>
                <a:avLst/>
                <a:gdLst>
                  <a:gd name="T0" fmla="*/ 32 w 36"/>
                  <a:gd name="T1" fmla="*/ 0 h 48"/>
                  <a:gd name="T2" fmla="*/ 4 w 36"/>
                  <a:gd name="T3" fmla="*/ 0 h 48"/>
                  <a:gd name="T4" fmla="*/ 0 w 36"/>
                  <a:gd name="T5" fmla="*/ 4 h 48"/>
                  <a:gd name="T6" fmla="*/ 0 w 36"/>
                  <a:gd name="T7" fmla="*/ 44 h 48"/>
                  <a:gd name="T8" fmla="*/ 4 w 36"/>
                  <a:gd name="T9" fmla="*/ 48 h 48"/>
                  <a:gd name="T10" fmla="*/ 32 w 36"/>
                  <a:gd name="T11" fmla="*/ 48 h 48"/>
                  <a:gd name="T12" fmla="*/ 36 w 36"/>
                  <a:gd name="T13" fmla="*/ 44 h 48"/>
                  <a:gd name="T14" fmla="*/ 36 w 36"/>
                  <a:gd name="T15" fmla="*/ 4 h 48"/>
                  <a:gd name="T16" fmla="*/ 32 w 36"/>
                  <a:gd name="T17" fmla="*/ 0 h 48"/>
                  <a:gd name="T18" fmla="*/ 8 w 36"/>
                  <a:gd name="T19" fmla="*/ 8 h 48"/>
                  <a:gd name="T20" fmla="*/ 12 w 36"/>
                  <a:gd name="T21" fmla="*/ 8 h 48"/>
                  <a:gd name="T22" fmla="*/ 12 w 36"/>
                  <a:gd name="T23" fmla="*/ 40 h 48"/>
                  <a:gd name="T24" fmla="*/ 8 w 36"/>
                  <a:gd name="T25" fmla="*/ 40 h 48"/>
                  <a:gd name="T26" fmla="*/ 8 w 36"/>
                  <a:gd name="T27" fmla="*/ 8 h 48"/>
                  <a:gd name="T28" fmla="*/ 28 w 36"/>
                  <a:gd name="T29" fmla="*/ 40 h 48"/>
                  <a:gd name="T30" fmla="*/ 20 w 36"/>
                  <a:gd name="T31" fmla="*/ 40 h 48"/>
                  <a:gd name="T32" fmla="*/ 20 w 36"/>
                  <a:gd name="T33" fmla="*/ 8 h 48"/>
                  <a:gd name="T34" fmla="*/ 28 w 36"/>
                  <a:gd name="T35" fmla="*/ 8 h 48"/>
                  <a:gd name="T36" fmla="*/ 28 w 36"/>
                  <a:gd name="T37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" h="48">
                    <a:moveTo>
                      <a:pt x="3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4" y="48"/>
                      <a:pt x="36" y="46"/>
                      <a:pt x="36" y="4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2"/>
                      <a:pt x="34" y="0"/>
                      <a:pt x="32" y="0"/>
                    </a:cubicBezTo>
                    <a:close/>
                    <a:moveTo>
                      <a:pt x="8" y="8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8" y="40"/>
                      <a:pt x="8" y="40"/>
                      <a:pt x="8" y="40"/>
                    </a:cubicBezTo>
                    <a:lnTo>
                      <a:pt x="8" y="8"/>
                    </a:lnTo>
                    <a:close/>
                    <a:moveTo>
                      <a:pt x="28" y="40"/>
                    </a:move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28" y="8"/>
                      <a:pt x="28" y="8"/>
                      <a:pt x="28" y="8"/>
                    </a:cubicBezTo>
                    <a:lnTo>
                      <a:pt x="28" y="4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9" name="Freeform 147"/>
            <p:cNvSpPr>
              <a:spLocks noEditPoints="1"/>
            </p:cNvSpPr>
            <p:nvPr/>
          </p:nvSpPr>
          <p:spPr bwMode="auto">
            <a:xfrm>
              <a:off x="8677276" y="3584576"/>
              <a:ext cx="296863" cy="296863"/>
            </a:xfrm>
            <a:custGeom>
              <a:avLst/>
              <a:gdLst>
                <a:gd name="T0" fmla="*/ 88 w 94"/>
                <a:gd name="T1" fmla="*/ 29 h 94"/>
                <a:gd name="T2" fmla="*/ 85 w 94"/>
                <a:gd name="T3" fmla="*/ 31 h 94"/>
                <a:gd name="T4" fmla="*/ 85 w 94"/>
                <a:gd name="T5" fmla="*/ 31 h 94"/>
                <a:gd name="T6" fmla="*/ 63 w 94"/>
                <a:gd name="T7" fmla="*/ 9 h 94"/>
                <a:gd name="T8" fmla="*/ 63 w 94"/>
                <a:gd name="T9" fmla="*/ 9 h 94"/>
                <a:gd name="T10" fmla="*/ 65 w 94"/>
                <a:gd name="T11" fmla="*/ 6 h 94"/>
                <a:gd name="T12" fmla="*/ 60 w 94"/>
                <a:gd name="T13" fmla="*/ 0 h 94"/>
                <a:gd name="T14" fmla="*/ 57 w 94"/>
                <a:gd name="T15" fmla="*/ 3 h 94"/>
                <a:gd name="T16" fmla="*/ 42 w 94"/>
                <a:gd name="T17" fmla="*/ 42 h 94"/>
                <a:gd name="T18" fmla="*/ 3 w 94"/>
                <a:gd name="T19" fmla="*/ 57 h 94"/>
                <a:gd name="T20" fmla="*/ 0 w 94"/>
                <a:gd name="T21" fmla="*/ 60 h 94"/>
                <a:gd name="T22" fmla="*/ 6 w 94"/>
                <a:gd name="T23" fmla="*/ 65 h 94"/>
                <a:gd name="T24" fmla="*/ 9 w 94"/>
                <a:gd name="T25" fmla="*/ 63 h 94"/>
                <a:gd name="T26" fmla="*/ 9 w 94"/>
                <a:gd name="T27" fmla="*/ 63 h 94"/>
                <a:gd name="T28" fmla="*/ 31 w 94"/>
                <a:gd name="T29" fmla="*/ 85 h 94"/>
                <a:gd name="T30" fmla="*/ 31 w 94"/>
                <a:gd name="T31" fmla="*/ 85 h 94"/>
                <a:gd name="T32" fmla="*/ 29 w 94"/>
                <a:gd name="T33" fmla="*/ 88 h 94"/>
                <a:gd name="T34" fmla="*/ 34 w 94"/>
                <a:gd name="T35" fmla="*/ 94 h 94"/>
                <a:gd name="T36" fmla="*/ 37 w 94"/>
                <a:gd name="T37" fmla="*/ 91 h 94"/>
                <a:gd name="T38" fmla="*/ 52 w 94"/>
                <a:gd name="T39" fmla="*/ 52 h 94"/>
                <a:gd name="T40" fmla="*/ 91 w 94"/>
                <a:gd name="T41" fmla="*/ 37 h 94"/>
                <a:gd name="T42" fmla="*/ 94 w 94"/>
                <a:gd name="T43" fmla="*/ 34 h 94"/>
                <a:gd name="T44" fmla="*/ 88 w 94"/>
                <a:gd name="T45" fmla="*/ 29 h 94"/>
                <a:gd name="T46" fmla="*/ 79 w 94"/>
                <a:gd name="T47" fmla="*/ 36 h 94"/>
                <a:gd name="T48" fmla="*/ 72 w 94"/>
                <a:gd name="T49" fmla="*/ 40 h 94"/>
                <a:gd name="T50" fmla="*/ 54 w 94"/>
                <a:gd name="T51" fmla="*/ 23 h 94"/>
                <a:gd name="T52" fmla="*/ 58 w 94"/>
                <a:gd name="T53" fmla="*/ 15 h 94"/>
                <a:gd name="T54" fmla="*/ 79 w 94"/>
                <a:gd name="T55" fmla="*/ 36 h 94"/>
                <a:gd name="T56" fmla="*/ 43 w 94"/>
                <a:gd name="T57" fmla="*/ 51 h 94"/>
                <a:gd name="T58" fmla="*/ 43 w 94"/>
                <a:gd name="T59" fmla="*/ 63 h 94"/>
                <a:gd name="T60" fmla="*/ 31 w 94"/>
                <a:gd name="T61" fmla="*/ 51 h 94"/>
                <a:gd name="T62" fmla="*/ 43 w 94"/>
                <a:gd name="T63" fmla="*/ 51 h 94"/>
                <a:gd name="T64" fmla="*/ 15 w 94"/>
                <a:gd name="T65" fmla="*/ 58 h 94"/>
                <a:gd name="T66" fmla="*/ 22 w 94"/>
                <a:gd name="T67" fmla="*/ 54 h 94"/>
                <a:gd name="T68" fmla="*/ 40 w 94"/>
                <a:gd name="T69" fmla="*/ 72 h 94"/>
                <a:gd name="T70" fmla="*/ 36 w 94"/>
                <a:gd name="T71" fmla="*/ 79 h 94"/>
                <a:gd name="T72" fmla="*/ 15 w 94"/>
                <a:gd name="T73" fmla="*/ 58 h 94"/>
                <a:gd name="T74" fmla="*/ 51 w 94"/>
                <a:gd name="T75" fmla="*/ 43 h 94"/>
                <a:gd name="T76" fmla="*/ 51 w 94"/>
                <a:gd name="T77" fmla="*/ 31 h 94"/>
                <a:gd name="T78" fmla="*/ 63 w 94"/>
                <a:gd name="T79" fmla="*/ 43 h 94"/>
                <a:gd name="T80" fmla="*/ 51 w 94"/>
                <a:gd name="T81" fmla="*/ 4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4" h="94">
                  <a:moveTo>
                    <a:pt x="88" y="29"/>
                  </a:moveTo>
                  <a:cubicBezTo>
                    <a:pt x="85" y="31"/>
                    <a:pt x="85" y="31"/>
                    <a:pt x="85" y="3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47" y="13"/>
                    <a:pt x="41" y="28"/>
                    <a:pt x="42" y="42"/>
                  </a:cubicBezTo>
                  <a:cubicBezTo>
                    <a:pt x="28" y="41"/>
                    <a:pt x="13" y="47"/>
                    <a:pt x="3" y="57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6" y="65"/>
                    <a:pt x="6" y="65"/>
                    <a:pt x="6" y="65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31" y="85"/>
                    <a:pt x="31" y="85"/>
                    <a:pt x="31" y="85"/>
                  </a:cubicBezTo>
                  <a:cubicBezTo>
                    <a:pt x="29" y="88"/>
                    <a:pt x="29" y="88"/>
                    <a:pt x="29" y="88"/>
                  </a:cubicBezTo>
                  <a:cubicBezTo>
                    <a:pt x="34" y="94"/>
                    <a:pt x="34" y="94"/>
                    <a:pt x="34" y="94"/>
                  </a:cubicBezTo>
                  <a:cubicBezTo>
                    <a:pt x="37" y="91"/>
                    <a:pt x="37" y="91"/>
                    <a:pt x="37" y="91"/>
                  </a:cubicBezTo>
                  <a:cubicBezTo>
                    <a:pt x="47" y="81"/>
                    <a:pt x="53" y="66"/>
                    <a:pt x="52" y="52"/>
                  </a:cubicBezTo>
                  <a:cubicBezTo>
                    <a:pt x="66" y="53"/>
                    <a:pt x="81" y="47"/>
                    <a:pt x="91" y="37"/>
                  </a:cubicBezTo>
                  <a:cubicBezTo>
                    <a:pt x="94" y="34"/>
                    <a:pt x="94" y="34"/>
                    <a:pt x="94" y="34"/>
                  </a:cubicBezTo>
                  <a:lnTo>
                    <a:pt x="88" y="29"/>
                  </a:lnTo>
                  <a:close/>
                  <a:moveTo>
                    <a:pt x="79" y="36"/>
                  </a:moveTo>
                  <a:cubicBezTo>
                    <a:pt x="77" y="38"/>
                    <a:pt x="74" y="39"/>
                    <a:pt x="72" y="40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5" y="20"/>
                    <a:pt x="56" y="17"/>
                    <a:pt x="58" y="15"/>
                  </a:cubicBezTo>
                  <a:lnTo>
                    <a:pt x="79" y="36"/>
                  </a:lnTo>
                  <a:close/>
                  <a:moveTo>
                    <a:pt x="43" y="51"/>
                  </a:moveTo>
                  <a:cubicBezTo>
                    <a:pt x="44" y="55"/>
                    <a:pt x="44" y="59"/>
                    <a:pt x="43" y="63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5" y="50"/>
                    <a:pt x="39" y="50"/>
                    <a:pt x="43" y="51"/>
                  </a:cubicBezTo>
                  <a:close/>
                  <a:moveTo>
                    <a:pt x="15" y="58"/>
                  </a:moveTo>
                  <a:cubicBezTo>
                    <a:pt x="17" y="56"/>
                    <a:pt x="20" y="55"/>
                    <a:pt x="22" y="54"/>
                  </a:cubicBezTo>
                  <a:cubicBezTo>
                    <a:pt x="40" y="72"/>
                    <a:pt x="40" y="72"/>
                    <a:pt x="40" y="72"/>
                  </a:cubicBezTo>
                  <a:cubicBezTo>
                    <a:pt x="39" y="74"/>
                    <a:pt x="38" y="77"/>
                    <a:pt x="36" y="79"/>
                  </a:cubicBezTo>
                  <a:lnTo>
                    <a:pt x="15" y="58"/>
                  </a:lnTo>
                  <a:close/>
                  <a:moveTo>
                    <a:pt x="51" y="43"/>
                  </a:moveTo>
                  <a:cubicBezTo>
                    <a:pt x="50" y="39"/>
                    <a:pt x="50" y="35"/>
                    <a:pt x="51" y="31"/>
                  </a:cubicBezTo>
                  <a:cubicBezTo>
                    <a:pt x="63" y="43"/>
                    <a:pt x="63" y="43"/>
                    <a:pt x="63" y="43"/>
                  </a:cubicBezTo>
                  <a:cubicBezTo>
                    <a:pt x="59" y="44"/>
                    <a:pt x="55" y="44"/>
                    <a:pt x="51" y="43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278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532516" y="1104219"/>
            <a:ext cx="7200000" cy="4186416"/>
            <a:chOff x="3214688" y="1757363"/>
            <a:chExt cx="5749925" cy="3343275"/>
          </a:xfrm>
        </p:grpSpPr>
        <p:grpSp>
          <p:nvGrpSpPr>
            <p:cNvPr id="177" name="组合 176"/>
            <p:cNvGrpSpPr/>
            <p:nvPr/>
          </p:nvGrpSpPr>
          <p:grpSpPr>
            <a:xfrm>
              <a:off x="3227388" y="1770063"/>
              <a:ext cx="277813" cy="279400"/>
              <a:chOff x="3227388" y="1770063"/>
              <a:chExt cx="277813" cy="279400"/>
            </a:xfrm>
          </p:grpSpPr>
          <p:sp>
            <p:nvSpPr>
              <p:cNvPr id="6" name="Freeform 5"/>
              <p:cNvSpPr>
                <a:spLocks/>
              </p:cNvSpPr>
              <p:nvPr/>
            </p:nvSpPr>
            <p:spPr bwMode="auto">
              <a:xfrm>
                <a:off x="3227388" y="1770063"/>
                <a:ext cx="277813" cy="279400"/>
              </a:xfrm>
              <a:custGeom>
                <a:avLst/>
                <a:gdLst>
                  <a:gd name="T0" fmla="*/ 86 w 88"/>
                  <a:gd name="T1" fmla="*/ 25 h 88"/>
                  <a:gd name="T2" fmla="*/ 46 w 88"/>
                  <a:gd name="T3" fmla="*/ 1 h 88"/>
                  <a:gd name="T4" fmla="*/ 42 w 88"/>
                  <a:gd name="T5" fmla="*/ 1 h 88"/>
                  <a:gd name="T6" fmla="*/ 2 w 88"/>
                  <a:gd name="T7" fmla="*/ 25 h 88"/>
                  <a:gd name="T8" fmla="*/ 0 w 88"/>
                  <a:gd name="T9" fmla="*/ 29 h 88"/>
                  <a:gd name="T10" fmla="*/ 4 w 88"/>
                  <a:gd name="T11" fmla="*/ 32 h 88"/>
                  <a:gd name="T12" fmla="*/ 4 w 88"/>
                  <a:gd name="T13" fmla="*/ 88 h 88"/>
                  <a:gd name="T14" fmla="*/ 12 w 88"/>
                  <a:gd name="T15" fmla="*/ 88 h 88"/>
                  <a:gd name="T16" fmla="*/ 12 w 88"/>
                  <a:gd name="T17" fmla="*/ 32 h 88"/>
                  <a:gd name="T18" fmla="*/ 76 w 88"/>
                  <a:gd name="T19" fmla="*/ 32 h 88"/>
                  <a:gd name="T20" fmla="*/ 76 w 88"/>
                  <a:gd name="T21" fmla="*/ 88 h 88"/>
                  <a:gd name="T22" fmla="*/ 84 w 88"/>
                  <a:gd name="T23" fmla="*/ 88 h 88"/>
                  <a:gd name="T24" fmla="*/ 84 w 88"/>
                  <a:gd name="T25" fmla="*/ 32 h 88"/>
                  <a:gd name="T26" fmla="*/ 88 w 88"/>
                  <a:gd name="T27" fmla="*/ 29 h 88"/>
                  <a:gd name="T28" fmla="*/ 86 w 88"/>
                  <a:gd name="T29" fmla="*/ 25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8" h="88">
                    <a:moveTo>
                      <a:pt x="86" y="25"/>
                    </a:moveTo>
                    <a:cubicBezTo>
                      <a:pt x="46" y="1"/>
                      <a:pt x="46" y="1"/>
                      <a:pt x="46" y="1"/>
                    </a:cubicBezTo>
                    <a:cubicBezTo>
                      <a:pt x="45" y="0"/>
                      <a:pt x="43" y="0"/>
                      <a:pt x="42" y="1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5"/>
                      <a:pt x="0" y="27"/>
                      <a:pt x="0" y="29"/>
                    </a:cubicBezTo>
                    <a:cubicBezTo>
                      <a:pt x="1" y="31"/>
                      <a:pt x="2" y="32"/>
                      <a:pt x="4" y="32"/>
                    </a:cubicBezTo>
                    <a:cubicBezTo>
                      <a:pt x="4" y="88"/>
                      <a:pt x="4" y="88"/>
                      <a:pt x="4" y="88"/>
                    </a:cubicBezTo>
                    <a:cubicBezTo>
                      <a:pt x="12" y="88"/>
                      <a:pt x="12" y="88"/>
                      <a:pt x="12" y="88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76" y="32"/>
                      <a:pt x="76" y="32"/>
                      <a:pt x="76" y="32"/>
                    </a:cubicBezTo>
                    <a:cubicBezTo>
                      <a:pt x="76" y="88"/>
                      <a:pt x="76" y="88"/>
                      <a:pt x="76" y="88"/>
                    </a:cubicBezTo>
                    <a:cubicBezTo>
                      <a:pt x="84" y="88"/>
                      <a:pt x="84" y="88"/>
                      <a:pt x="84" y="88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86" y="32"/>
                      <a:pt x="87" y="31"/>
                      <a:pt x="88" y="29"/>
                    </a:cubicBezTo>
                    <a:cubicBezTo>
                      <a:pt x="88" y="27"/>
                      <a:pt x="88" y="25"/>
                      <a:pt x="86" y="2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" name="Freeform 6"/>
              <p:cNvSpPr>
                <a:spLocks/>
              </p:cNvSpPr>
              <p:nvPr/>
            </p:nvSpPr>
            <p:spPr bwMode="auto">
              <a:xfrm>
                <a:off x="3328988" y="1884363"/>
                <a:ext cx="74613" cy="76200"/>
              </a:xfrm>
              <a:custGeom>
                <a:avLst/>
                <a:gdLst>
                  <a:gd name="T0" fmla="*/ 0 w 47"/>
                  <a:gd name="T1" fmla="*/ 0 h 48"/>
                  <a:gd name="T2" fmla="*/ 0 w 47"/>
                  <a:gd name="T3" fmla="*/ 48 h 48"/>
                  <a:gd name="T4" fmla="*/ 47 w 47"/>
                  <a:gd name="T5" fmla="*/ 48 h 48"/>
                  <a:gd name="T6" fmla="*/ 47 w 47"/>
                  <a:gd name="T7" fmla="*/ 0 h 48"/>
                  <a:gd name="T8" fmla="*/ 32 w 47"/>
                  <a:gd name="T9" fmla="*/ 0 h 48"/>
                  <a:gd name="T10" fmla="*/ 32 w 47"/>
                  <a:gd name="T11" fmla="*/ 16 h 48"/>
                  <a:gd name="T12" fmla="*/ 16 w 47"/>
                  <a:gd name="T13" fmla="*/ 16 h 48"/>
                  <a:gd name="T14" fmla="*/ 16 w 47"/>
                  <a:gd name="T15" fmla="*/ 0 h 48"/>
                  <a:gd name="T16" fmla="*/ 0 w 47"/>
                  <a:gd name="T1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8">
                    <a:moveTo>
                      <a:pt x="0" y="0"/>
                    </a:moveTo>
                    <a:lnTo>
                      <a:pt x="0" y="48"/>
                    </a:lnTo>
                    <a:lnTo>
                      <a:pt x="47" y="48"/>
                    </a:lnTo>
                    <a:lnTo>
                      <a:pt x="47" y="0"/>
                    </a:lnTo>
                    <a:lnTo>
                      <a:pt x="32" y="0"/>
                    </a:lnTo>
                    <a:lnTo>
                      <a:pt x="32" y="16"/>
                    </a:ln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" name="Freeform 7"/>
              <p:cNvSpPr>
                <a:spLocks/>
              </p:cNvSpPr>
              <p:nvPr/>
            </p:nvSpPr>
            <p:spPr bwMode="auto">
              <a:xfrm>
                <a:off x="3278188" y="1973263"/>
                <a:ext cx="76200" cy="76200"/>
              </a:xfrm>
              <a:custGeom>
                <a:avLst/>
                <a:gdLst>
                  <a:gd name="T0" fmla="*/ 32 w 48"/>
                  <a:gd name="T1" fmla="*/ 16 h 48"/>
                  <a:gd name="T2" fmla="*/ 16 w 48"/>
                  <a:gd name="T3" fmla="*/ 16 h 48"/>
                  <a:gd name="T4" fmla="*/ 16 w 48"/>
                  <a:gd name="T5" fmla="*/ 0 h 48"/>
                  <a:gd name="T6" fmla="*/ 0 w 48"/>
                  <a:gd name="T7" fmla="*/ 0 h 48"/>
                  <a:gd name="T8" fmla="*/ 0 w 48"/>
                  <a:gd name="T9" fmla="*/ 48 h 48"/>
                  <a:gd name="T10" fmla="*/ 48 w 48"/>
                  <a:gd name="T11" fmla="*/ 48 h 48"/>
                  <a:gd name="T12" fmla="*/ 48 w 48"/>
                  <a:gd name="T13" fmla="*/ 0 h 48"/>
                  <a:gd name="T14" fmla="*/ 32 w 48"/>
                  <a:gd name="T15" fmla="*/ 0 h 48"/>
                  <a:gd name="T16" fmla="*/ 32 w 48"/>
                  <a:gd name="T17" fmla="*/ 1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48">
                    <a:moveTo>
                      <a:pt x="32" y="16"/>
                    </a:move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48"/>
                    </a:lnTo>
                    <a:lnTo>
                      <a:pt x="48" y="48"/>
                    </a:lnTo>
                    <a:lnTo>
                      <a:pt x="48" y="0"/>
                    </a:lnTo>
                    <a:lnTo>
                      <a:pt x="32" y="0"/>
                    </a:lnTo>
                    <a:lnTo>
                      <a:pt x="32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Freeform 8"/>
              <p:cNvSpPr>
                <a:spLocks/>
              </p:cNvSpPr>
              <p:nvPr/>
            </p:nvSpPr>
            <p:spPr bwMode="auto">
              <a:xfrm>
                <a:off x="3379788" y="1973263"/>
                <a:ext cx="74613" cy="76200"/>
              </a:xfrm>
              <a:custGeom>
                <a:avLst/>
                <a:gdLst>
                  <a:gd name="T0" fmla="*/ 31 w 47"/>
                  <a:gd name="T1" fmla="*/ 16 h 48"/>
                  <a:gd name="T2" fmla="*/ 15 w 47"/>
                  <a:gd name="T3" fmla="*/ 16 h 48"/>
                  <a:gd name="T4" fmla="*/ 15 w 47"/>
                  <a:gd name="T5" fmla="*/ 0 h 48"/>
                  <a:gd name="T6" fmla="*/ 0 w 47"/>
                  <a:gd name="T7" fmla="*/ 0 h 48"/>
                  <a:gd name="T8" fmla="*/ 0 w 47"/>
                  <a:gd name="T9" fmla="*/ 48 h 48"/>
                  <a:gd name="T10" fmla="*/ 47 w 47"/>
                  <a:gd name="T11" fmla="*/ 48 h 48"/>
                  <a:gd name="T12" fmla="*/ 47 w 47"/>
                  <a:gd name="T13" fmla="*/ 0 h 48"/>
                  <a:gd name="T14" fmla="*/ 31 w 47"/>
                  <a:gd name="T15" fmla="*/ 0 h 48"/>
                  <a:gd name="T16" fmla="*/ 31 w 47"/>
                  <a:gd name="T17" fmla="*/ 1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48">
                    <a:moveTo>
                      <a:pt x="31" y="16"/>
                    </a:moveTo>
                    <a:lnTo>
                      <a:pt x="15" y="16"/>
                    </a:lnTo>
                    <a:lnTo>
                      <a:pt x="15" y="0"/>
                    </a:lnTo>
                    <a:lnTo>
                      <a:pt x="0" y="0"/>
                    </a:lnTo>
                    <a:lnTo>
                      <a:pt x="0" y="48"/>
                    </a:lnTo>
                    <a:lnTo>
                      <a:pt x="47" y="48"/>
                    </a:lnTo>
                    <a:lnTo>
                      <a:pt x="47" y="0"/>
                    </a:lnTo>
                    <a:lnTo>
                      <a:pt x="31" y="0"/>
                    </a:lnTo>
                    <a:lnTo>
                      <a:pt x="31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9" name="组合 178"/>
            <p:cNvGrpSpPr/>
            <p:nvPr/>
          </p:nvGrpSpPr>
          <p:grpSpPr>
            <a:xfrm>
              <a:off x="4452938" y="1782763"/>
              <a:ext cx="252413" cy="254000"/>
              <a:chOff x="4452938" y="1782763"/>
              <a:chExt cx="252413" cy="254000"/>
            </a:xfrm>
          </p:grpSpPr>
          <p:sp>
            <p:nvSpPr>
              <p:cNvPr id="10" name="Freeform 9"/>
              <p:cNvSpPr>
                <a:spLocks/>
              </p:cNvSpPr>
              <p:nvPr/>
            </p:nvSpPr>
            <p:spPr bwMode="auto">
              <a:xfrm>
                <a:off x="4459288" y="1782763"/>
                <a:ext cx="107950" cy="76200"/>
              </a:xfrm>
              <a:custGeom>
                <a:avLst/>
                <a:gdLst>
                  <a:gd name="T0" fmla="*/ 34 w 34"/>
                  <a:gd name="T1" fmla="*/ 24 h 24"/>
                  <a:gd name="T2" fmla="*/ 34 w 34"/>
                  <a:gd name="T3" fmla="*/ 0 h 24"/>
                  <a:gd name="T4" fmla="*/ 18 w 34"/>
                  <a:gd name="T5" fmla="*/ 0 h 24"/>
                  <a:gd name="T6" fmla="*/ 15 w 34"/>
                  <a:gd name="T7" fmla="*/ 2 h 24"/>
                  <a:gd name="T8" fmla="*/ 0 w 34"/>
                  <a:gd name="T9" fmla="*/ 24 h 24"/>
                  <a:gd name="T10" fmla="*/ 34 w 34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24">
                    <a:moveTo>
                      <a:pt x="34" y="24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34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Freeform 10"/>
              <p:cNvSpPr>
                <a:spLocks/>
              </p:cNvSpPr>
              <p:nvPr/>
            </p:nvSpPr>
            <p:spPr bwMode="auto">
              <a:xfrm>
                <a:off x="4592638" y="1782763"/>
                <a:ext cx="106363" cy="76200"/>
              </a:xfrm>
              <a:custGeom>
                <a:avLst/>
                <a:gdLst>
                  <a:gd name="T0" fmla="*/ 34 w 34"/>
                  <a:gd name="T1" fmla="*/ 24 h 24"/>
                  <a:gd name="T2" fmla="*/ 19 w 34"/>
                  <a:gd name="T3" fmla="*/ 2 h 24"/>
                  <a:gd name="T4" fmla="*/ 16 w 34"/>
                  <a:gd name="T5" fmla="*/ 0 h 24"/>
                  <a:gd name="T6" fmla="*/ 0 w 34"/>
                  <a:gd name="T7" fmla="*/ 0 h 24"/>
                  <a:gd name="T8" fmla="*/ 0 w 34"/>
                  <a:gd name="T9" fmla="*/ 24 h 24"/>
                  <a:gd name="T10" fmla="*/ 34 w 34"/>
                  <a:gd name="T11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24">
                    <a:moveTo>
                      <a:pt x="34" y="24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7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34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11"/>
              <p:cNvSpPr>
                <a:spLocks noEditPoints="1"/>
              </p:cNvSpPr>
              <p:nvPr/>
            </p:nvSpPr>
            <p:spPr bwMode="auto">
              <a:xfrm>
                <a:off x="4452938" y="1884363"/>
                <a:ext cx="252413" cy="152400"/>
              </a:xfrm>
              <a:custGeom>
                <a:avLst/>
                <a:gdLst>
                  <a:gd name="T0" fmla="*/ 0 w 80"/>
                  <a:gd name="T1" fmla="*/ 44 h 48"/>
                  <a:gd name="T2" fmla="*/ 4 w 80"/>
                  <a:gd name="T3" fmla="*/ 48 h 48"/>
                  <a:gd name="T4" fmla="*/ 76 w 80"/>
                  <a:gd name="T5" fmla="*/ 48 h 48"/>
                  <a:gd name="T6" fmla="*/ 80 w 80"/>
                  <a:gd name="T7" fmla="*/ 44 h 48"/>
                  <a:gd name="T8" fmla="*/ 80 w 80"/>
                  <a:gd name="T9" fmla="*/ 0 h 48"/>
                  <a:gd name="T10" fmla="*/ 0 w 80"/>
                  <a:gd name="T11" fmla="*/ 0 h 48"/>
                  <a:gd name="T12" fmla="*/ 0 w 80"/>
                  <a:gd name="T13" fmla="*/ 44 h 48"/>
                  <a:gd name="T14" fmla="*/ 44 w 80"/>
                  <a:gd name="T15" fmla="*/ 24 h 48"/>
                  <a:gd name="T16" fmla="*/ 68 w 80"/>
                  <a:gd name="T17" fmla="*/ 24 h 48"/>
                  <a:gd name="T18" fmla="*/ 68 w 80"/>
                  <a:gd name="T19" fmla="*/ 36 h 48"/>
                  <a:gd name="T20" fmla="*/ 44 w 80"/>
                  <a:gd name="T21" fmla="*/ 36 h 48"/>
                  <a:gd name="T22" fmla="*/ 44 w 80"/>
                  <a:gd name="T23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48">
                    <a:moveTo>
                      <a:pt x="0" y="44"/>
                    </a:moveTo>
                    <a:cubicBezTo>
                      <a:pt x="0" y="46"/>
                      <a:pt x="2" y="48"/>
                      <a:pt x="4" y="48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78" y="48"/>
                      <a:pt x="80" y="46"/>
                      <a:pt x="80" y="44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4"/>
                    </a:lnTo>
                    <a:close/>
                    <a:moveTo>
                      <a:pt x="44" y="24"/>
                    </a:move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36"/>
                      <a:pt x="68" y="36"/>
                      <a:pt x="68" y="36"/>
                    </a:cubicBezTo>
                    <a:cubicBezTo>
                      <a:pt x="44" y="36"/>
                      <a:pt x="44" y="36"/>
                      <a:pt x="44" y="36"/>
                    </a:cubicBezTo>
                    <a:lnTo>
                      <a:pt x="44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78" name="组合 177"/>
            <p:cNvGrpSpPr/>
            <p:nvPr/>
          </p:nvGrpSpPr>
          <p:grpSpPr>
            <a:xfrm>
              <a:off x="3821113" y="1757363"/>
              <a:ext cx="303213" cy="304800"/>
              <a:chOff x="3821113" y="1757363"/>
              <a:chExt cx="303213" cy="304800"/>
            </a:xfrm>
          </p:grpSpPr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>
                <a:off x="3897313" y="1757363"/>
                <a:ext cx="227013" cy="203200"/>
              </a:xfrm>
              <a:custGeom>
                <a:avLst/>
                <a:gdLst>
                  <a:gd name="T0" fmla="*/ 64 w 72"/>
                  <a:gd name="T1" fmla="*/ 0 h 64"/>
                  <a:gd name="T2" fmla="*/ 48 w 72"/>
                  <a:gd name="T3" fmla="*/ 0 h 64"/>
                  <a:gd name="T4" fmla="*/ 48 w 72"/>
                  <a:gd name="T5" fmla="*/ 24 h 64"/>
                  <a:gd name="T6" fmla="*/ 36 w 72"/>
                  <a:gd name="T7" fmla="*/ 16 h 64"/>
                  <a:gd name="T8" fmla="*/ 24 w 72"/>
                  <a:gd name="T9" fmla="*/ 24 h 64"/>
                  <a:gd name="T10" fmla="*/ 24 w 72"/>
                  <a:gd name="T11" fmla="*/ 0 h 64"/>
                  <a:gd name="T12" fmla="*/ 8 w 72"/>
                  <a:gd name="T13" fmla="*/ 0 h 64"/>
                  <a:gd name="T14" fmla="*/ 0 w 72"/>
                  <a:gd name="T15" fmla="*/ 8 h 64"/>
                  <a:gd name="T16" fmla="*/ 0 w 72"/>
                  <a:gd name="T17" fmla="*/ 56 h 64"/>
                  <a:gd name="T18" fmla="*/ 16 w 72"/>
                  <a:gd name="T19" fmla="*/ 52 h 64"/>
                  <a:gd name="T20" fmla="*/ 28 w 72"/>
                  <a:gd name="T21" fmla="*/ 64 h 64"/>
                  <a:gd name="T22" fmla="*/ 64 w 72"/>
                  <a:gd name="T23" fmla="*/ 64 h 64"/>
                  <a:gd name="T24" fmla="*/ 72 w 72"/>
                  <a:gd name="T25" fmla="*/ 56 h 64"/>
                  <a:gd name="T26" fmla="*/ 72 w 72"/>
                  <a:gd name="T27" fmla="*/ 8 h 64"/>
                  <a:gd name="T28" fmla="*/ 64 w 72"/>
                  <a:gd name="T29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2" h="64">
                    <a:moveTo>
                      <a:pt x="64" y="0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8" y="64"/>
                      <a:pt x="72" y="60"/>
                      <a:pt x="72" y="56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3"/>
              <p:cNvSpPr>
                <a:spLocks/>
              </p:cNvSpPr>
              <p:nvPr/>
            </p:nvSpPr>
            <p:spPr bwMode="auto">
              <a:xfrm>
                <a:off x="3884613" y="1947863"/>
                <a:ext cx="188913" cy="101600"/>
              </a:xfrm>
              <a:custGeom>
                <a:avLst/>
                <a:gdLst>
                  <a:gd name="T0" fmla="*/ 56 w 60"/>
                  <a:gd name="T1" fmla="*/ 12 h 32"/>
                  <a:gd name="T2" fmla="*/ 22 w 60"/>
                  <a:gd name="T3" fmla="*/ 12 h 32"/>
                  <a:gd name="T4" fmla="*/ 23 w 60"/>
                  <a:gd name="T5" fmla="*/ 11 h 32"/>
                  <a:gd name="T6" fmla="*/ 23 w 60"/>
                  <a:gd name="T7" fmla="*/ 5 h 32"/>
                  <a:gd name="T8" fmla="*/ 19 w 60"/>
                  <a:gd name="T9" fmla="*/ 1 h 32"/>
                  <a:gd name="T10" fmla="*/ 15 w 60"/>
                  <a:gd name="T11" fmla="*/ 0 h 32"/>
                  <a:gd name="T12" fmla="*/ 0 w 60"/>
                  <a:gd name="T13" fmla="*/ 6 h 32"/>
                  <a:gd name="T14" fmla="*/ 0 w 60"/>
                  <a:gd name="T15" fmla="*/ 32 h 32"/>
                  <a:gd name="T16" fmla="*/ 44 w 60"/>
                  <a:gd name="T17" fmla="*/ 32 h 32"/>
                  <a:gd name="T18" fmla="*/ 47 w 60"/>
                  <a:gd name="T19" fmla="*/ 31 h 32"/>
                  <a:gd name="T20" fmla="*/ 59 w 60"/>
                  <a:gd name="T21" fmla="*/ 19 h 32"/>
                  <a:gd name="T22" fmla="*/ 60 w 60"/>
                  <a:gd name="T23" fmla="*/ 14 h 32"/>
                  <a:gd name="T24" fmla="*/ 56 w 60"/>
                  <a:gd name="T25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32">
                    <a:moveTo>
                      <a:pt x="56" y="12"/>
                    </a:moveTo>
                    <a:cubicBezTo>
                      <a:pt x="22" y="12"/>
                      <a:pt x="22" y="12"/>
                      <a:pt x="22" y="12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4" y="9"/>
                      <a:pt x="24" y="7"/>
                      <a:pt x="23" y="5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0"/>
                      <a:pt x="16" y="0"/>
                      <a:pt x="15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5" y="32"/>
                      <a:pt x="46" y="32"/>
                      <a:pt x="47" y="31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0" y="18"/>
                      <a:pt x="60" y="16"/>
                      <a:pt x="60" y="14"/>
                    </a:cubicBezTo>
                    <a:cubicBezTo>
                      <a:pt x="59" y="13"/>
                      <a:pt x="58" y="12"/>
                      <a:pt x="56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4"/>
              <p:cNvSpPr>
                <a:spLocks/>
              </p:cNvSpPr>
              <p:nvPr/>
            </p:nvSpPr>
            <p:spPr bwMode="auto">
              <a:xfrm>
                <a:off x="3821113" y="1947863"/>
                <a:ext cx="50800" cy="114300"/>
              </a:xfrm>
              <a:custGeom>
                <a:avLst/>
                <a:gdLst>
                  <a:gd name="T0" fmla="*/ 12 w 16"/>
                  <a:gd name="T1" fmla="*/ 0 h 36"/>
                  <a:gd name="T2" fmla="*/ 4 w 16"/>
                  <a:gd name="T3" fmla="*/ 0 h 36"/>
                  <a:gd name="T4" fmla="*/ 0 w 16"/>
                  <a:gd name="T5" fmla="*/ 4 h 36"/>
                  <a:gd name="T6" fmla="*/ 0 w 16"/>
                  <a:gd name="T7" fmla="*/ 32 h 36"/>
                  <a:gd name="T8" fmla="*/ 4 w 16"/>
                  <a:gd name="T9" fmla="*/ 36 h 36"/>
                  <a:gd name="T10" fmla="*/ 12 w 16"/>
                  <a:gd name="T11" fmla="*/ 36 h 36"/>
                  <a:gd name="T12" fmla="*/ 16 w 16"/>
                  <a:gd name="T13" fmla="*/ 32 h 36"/>
                  <a:gd name="T14" fmla="*/ 16 w 16"/>
                  <a:gd name="T15" fmla="*/ 4 h 36"/>
                  <a:gd name="T16" fmla="*/ 12 w 16"/>
                  <a:gd name="T1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36">
                    <a:moveTo>
                      <a:pt x="1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4" y="36"/>
                      <a:pt x="16" y="34"/>
                      <a:pt x="16" y="32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5033963" y="1757363"/>
              <a:ext cx="303213" cy="304800"/>
              <a:chOff x="5033963" y="1757363"/>
              <a:chExt cx="303213" cy="304800"/>
            </a:xfrm>
          </p:grpSpPr>
          <p:sp>
            <p:nvSpPr>
              <p:cNvPr id="16" name="Freeform 15"/>
              <p:cNvSpPr>
                <a:spLocks/>
              </p:cNvSpPr>
              <p:nvPr/>
            </p:nvSpPr>
            <p:spPr bwMode="auto">
              <a:xfrm>
                <a:off x="5173663" y="1757363"/>
                <a:ext cx="107950" cy="76200"/>
              </a:xfrm>
              <a:custGeom>
                <a:avLst/>
                <a:gdLst>
                  <a:gd name="T0" fmla="*/ 19 w 34"/>
                  <a:gd name="T1" fmla="*/ 2 h 24"/>
                  <a:gd name="T2" fmla="*/ 16 w 34"/>
                  <a:gd name="T3" fmla="*/ 0 h 24"/>
                  <a:gd name="T4" fmla="*/ 0 w 34"/>
                  <a:gd name="T5" fmla="*/ 0 h 24"/>
                  <a:gd name="T6" fmla="*/ 0 w 34"/>
                  <a:gd name="T7" fmla="*/ 24 h 24"/>
                  <a:gd name="T8" fmla="*/ 34 w 34"/>
                  <a:gd name="T9" fmla="*/ 24 h 24"/>
                  <a:gd name="T10" fmla="*/ 19 w 34"/>
                  <a:gd name="T11" fmla="*/ 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24">
                    <a:moveTo>
                      <a:pt x="19" y="2"/>
                    </a:moveTo>
                    <a:cubicBezTo>
                      <a:pt x="19" y="1"/>
                      <a:pt x="17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4" y="24"/>
                      <a:pt x="34" y="24"/>
                      <a:pt x="34" y="24"/>
                    </a:cubicBez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16"/>
              <p:cNvSpPr>
                <a:spLocks/>
              </p:cNvSpPr>
              <p:nvPr/>
            </p:nvSpPr>
            <p:spPr bwMode="auto">
              <a:xfrm>
                <a:off x="5040313" y="1757363"/>
                <a:ext cx="107950" cy="76200"/>
              </a:xfrm>
              <a:custGeom>
                <a:avLst/>
                <a:gdLst>
                  <a:gd name="T0" fmla="*/ 34 w 34"/>
                  <a:gd name="T1" fmla="*/ 0 h 24"/>
                  <a:gd name="T2" fmla="*/ 18 w 34"/>
                  <a:gd name="T3" fmla="*/ 0 h 24"/>
                  <a:gd name="T4" fmla="*/ 15 w 34"/>
                  <a:gd name="T5" fmla="*/ 2 h 24"/>
                  <a:gd name="T6" fmla="*/ 0 w 34"/>
                  <a:gd name="T7" fmla="*/ 24 h 24"/>
                  <a:gd name="T8" fmla="*/ 34 w 34"/>
                  <a:gd name="T9" fmla="*/ 24 h 24"/>
                  <a:gd name="T10" fmla="*/ 34 w 34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24">
                    <a:moveTo>
                      <a:pt x="34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4" y="24"/>
                      <a:pt x="34" y="24"/>
                      <a:pt x="34" y="24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17"/>
              <p:cNvSpPr>
                <a:spLocks/>
              </p:cNvSpPr>
              <p:nvPr/>
            </p:nvSpPr>
            <p:spPr bwMode="auto">
              <a:xfrm>
                <a:off x="5033963" y="1858963"/>
                <a:ext cx="254000" cy="152400"/>
              </a:xfrm>
              <a:custGeom>
                <a:avLst/>
                <a:gdLst>
                  <a:gd name="T0" fmla="*/ 80 w 80"/>
                  <a:gd name="T1" fmla="*/ 0 h 48"/>
                  <a:gd name="T2" fmla="*/ 0 w 80"/>
                  <a:gd name="T3" fmla="*/ 0 h 48"/>
                  <a:gd name="T4" fmla="*/ 0 w 80"/>
                  <a:gd name="T5" fmla="*/ 44 h 48"/>
                  <a:gd name="T6" fmla="*/ 4 w 80"/>
                  <a:gd name="T7" fmla="*/ 48 h 48"/>
                  <a:gd name="T8" fmla="*/ 56 w 80"/>
                  <a:gd name="T9" fmla="*/ 48 h 48"/>
                  <a:gd name="T10" fmla="*/ 56 w 80"/>
                  <a:gd name="T11" fmla="*/ 48 h 48"/>
                  <a:gd name="T12" fmla="*/ 80 w 80"/>
                  <a:gd name="T13" fmla="*/ 24 h 48"/>
                  <a:gd name="T14" fmla="*/ 80 w 80"/>
                  <a:gd name="T1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0" h="48">
                    <a:moveTo>
                      <a:pt x="8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56" y="35"/>
                      <a:pt x="67" y="24"/>
                      <a:pt x="80" y="24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8"/>
              <p:cNvSpPr>
                <a:spLocks/>
              </p:cNvSpPr>
              <p:nvPr/>
            </p:nvSpPr>
            <p:spPr bwMode="auto">
              <a:xfrm>
                <a:off x="5237163" y="1960563"/>
                <a:ext cx="100013" cy="101600"/>
              </a:xfrm>
              <a:custGeom>
                <a:avLst/>
                <a:gdLst>
                  <a:gd name="T0" fmla="*/ 40 w 63"/>
                  <a:gd name="T1" fmla="*/ 24 h 64"/>
                  <a:gd name="T2" fmla="*/ 40 w 63"/>
                  <a:gd name="T3" fmla="*/ 0 h 64"/>
                  <a:gd name="T4" fmla="*/ 24 w 63"/>
                  <a:gd name="T5" fmla="*/ 0 h 64"/>
                  <a:gd name="T6" fmla="*/ 24 w 63"/>
                  <a:gd name="T7" fmla="*/ 24 h 64"/>
                  <a:gd name="T8" fmla="*/ 0 w 63"/>
                  <a:gd name="T9" fmla="*/ 24 h 64"/>
                  <a:gd name="T10" fmla="*/ 0 w 63"/>
                  <a:gd name="T11" fmla="*/ 40 h 64"/>
                  <a:gd name="T12" fmla="*/ 24 w 63"/>
                  <a:gd name="T13" fmla="*/ 40 h 64"/>
                  <a:gd name="T14" fmla="*/ 24 w 63"/>
                  <a:gd name="T15" fmla="*/ 64 h 64"/>
                  <a:gd name="T16" fmla="*/ 40 w 63"/>
                  <a:gd name="T17" fmla="*/ 64 h 64"/>
                  <a:gd name="T18" fmla="*/ 40 w 63"/>
                  <a:gd name="T19" fmla="*/ 40 h 64"/>
                  <a:gd name="T20" fmla="*/ 63 w 63"/>
                  <a:gd name="T21" fmla="*/ 40 h 64"/>
                  <a:gd name="T22" fmla="*/ 63 w 63"/>
                  <a:gd name="T23" fmla="*/ 24 h 64"/>
                  <a:gd name="T24" fmla="*/ 40 w 63"/>
                  <a:gd name="T25" fmla="*/ 2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3" h="64">
                    <a:moveTo>
                      <a:pt x="40" y="24"/>
                    </a:move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lnTo>
                      <a:pt x="40" y="40"/>
                    </a:lnTo>
                    <a:lnTo>
                      <a:pt x="63" y="40"/>
                    </a:lnTo>
                    <a:lnTo>
                      <a:pt x="63" y="24"/>
                    </a:lnTo>
                    <a:lnTo>
                      <a:pt x="40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1" name="组合 180"/>
            <p:cNvGrpSpPr/>
            <p:nvPr/>
          </p:nvGrpSpPr>
          <p:grpSpPr>
            <a:xfrm>
              <a:off x="5640388" y="1757363"/>
              <a:ext cx="292100" cy="266700"/>
              <a:chOff x="5640388" y="1757363"/>
              <a:chExt cx="292100" cy="266700"/>
            </a:xfrm>
          </p:grpSpPr>
          <p:sp>
            <p:nvSpPr>
              <p:cNvPr id="20" name="Freeform 19"/>
              <p:cNvSpPr>
                <a:spLocks/>
              </p:cNvSpPr>
              <p:nvPr/>
            </p:nvSpPr>
            <p:spPr bwMode="auto">
              <a:xfrm>
                <a:off x="5780088" y="1757363"/>
                <a:ext cx="107950" cy="76200"/>
              </a:xfrm>
              <a:custGeom>
                <a:avLst/>
                <a:gdLst>
                  <a:gd name="T0" fmla="*/ 19 w 34"/>
                  <a:gd name="T1" fmla="*/ 2 h 24"/>
                  <a:gd name="T2" fmla="*/ 16 w 34"/>
                  <a:gd name="T3" fmla="*/ 0 h 24"/>
                  <a:gd name="T4" fmla="*/ 0 w 34"/>
                  <a:gd name="T5" fmla="*/ 0 h 24"/>
                  <a:gd name="T6" fmla="*/ 0 w 34"/>
                  <a:gd name="T7" fmla="*/ 24 h 24"/>
                  <a:gd name="T8" fmla="*/ 34 w 34"/>
                  <a:gd name="T9" fmla="*/ 24 h 24"/>
                  <a:gd name="T10" fmla="*/ 19 w 34"/>
                  <a:gd name="T11" fmla="*/ 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24">
                    <a:moveTo>
                      <a:pt x="19" y="2"/>
                    </a:moveTo>
                    <a:cubicBezTo>
                      <a:pt x="19" y="1"/>
                      <a:pt x="17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4" y="24"/>
                      <a:pt x="34" y="24"/>
                      <a:pt x="34" y="24"/>
                    </a:cubicBez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20"/>
              <p:cNvSpPr>
                <a:spLocks/>
              </p:cNvSpPr>
              <p:nvPr/>
            </p:nvSpPr>
            <p:spPr bwMode="auto">
              <a:xfrm>
                <a:off x="5640388" y="1858963"/>
                <a:ext cx="254000" cy="152400"/>
              </a:xfrm>
              <a:custGeom>
                <a:avLst/>
                <a:gdLst>
                  <a:gd name="T0" fmla="*/ 80 w 80"/>
                  <a:gd name="T1" fmla="*/ 0 h 48"/>
                  <a:gd name="T2" fmla="*/ 0 w 80"/>
                  <a:gd name="T3" fmla="*/ 0 h 48"/>
                  <a:gd name="T4" fmla="*/ 0 w 80"/>
                  <a:gd name="T5" fmla="*/ 44 h 48"/>
                  <a:gd name="T6" fmla="*/ 4 w 80"/>
                  <a:gd name="T7" fmla="*/ 48 h 48"/>
                  <a:gd name="T8" fmla="*/ 60 w 80"/>
                  <a:gd name="T9" fmla="*/ 48 h 48"/>
                  <a:gd name="T10" fmla="*/ 60 w 80"/>
                  <a:gd name="T11" fmla="*/ 48 h 48"/>
                  <a:gd name="T12" fmla="*/ 80 w 80"/>
                  <a:gd name="T13" fmla="*/ 28 h 48"/>
                  <a:gd name="T14" fmla="*/ 80 w 80"/>
                  <a:gd name="T15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0" h="48">
                    <a:moveTo>
                      <a:pt x="8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37"/>
                      <a:pt x="69" y="28"/>
                      <a:pt x="80" y="28"/>
                    </a:cubicBez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21"/>
              <p:cNvSpPr>
                <a:spLocks/>
              </p:cNvSpPr>
              <p:nvPr/>
            </p:nvSpPr>
            <p:spPr bwMode="auto">
              <a:xfrm>
                <a:off x="5646738" y="1757363"/>
                <a:ext cx="107950" cy="76200"/>
              </a:xfrm>
              <a:custGeom>
                <a:avLst/>
                <a:gdLst>
                  <a:gd name="T0" fmla="*/ 34 w 34"/>
                  <a:gd name="T1" fmla="*/ 0 h 24"/>
                  <a:gd name="T2" fmla="*/ 18 w 34"/>
                  <a:gd name="T3" fmla="*/ 0 h 24"/>
                  <a:gd name="T4" fmla="*/ 15 w 34"/>
                  <a:gd name="T5" fmla="*/ 2 h 24"/>
                  <a:gd name="T6" fmla="*/ 0 w 34"/>
                  <a:gd name="T7" fmla="*/ 24 h 24"/>
                  <a:gd name="T8" fmla="*/ 34 w 34"/>
                  <a:gd name="T9" fmla="*/ 24 h 24"/>
                  <a:gd name="T10" fmla="*/ 34 w 34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24">
                    <a:moveTo>
                      <a:pt x="34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4" y="24"/>
                      <a:pt x="34" y="24"/>
                      <a:pt x="34" y="24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5856288" y="1998663"/>
                <a:ext cx="762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2" name="组合 181"/>
            <p:cNvGrpSpPr/>
            <p:nvPr/>
          </p:nvGrpSpPr>
          <p:grpSpPr>
            <a:xfrm>
              <a:off x="6248401" y="1757363"/>
              <a:ext cx="300037" cy="298450"/>
              <a:chOff x="6248401" y="1757363"/>
              <a:chExt cx="300037" cy="298450"/>
            </a:xfrm>
          </p:grpSpPr>
          <p:sp>
            <p:nvSpPr>
              <p:cNvPr id="24" name="Freeform 23"/>
              <p:cNvSpPr>
                <a:spLocks/>
              </p:cNvSpPr>
              <p:nvPr/>
            </p:nvSpPr>
            <p:spPr bwMode="auto">
              <a:xfrm>
                <a:off x="6386513" y="1757363"/>
                <a:ext cx="107950" cy="76200"/>
              </a:xfrm>
              <a:custGeom>
                <a:avLst/>
                <a:gdLst>
                  <a:gd name="T0" fmla="*/ 19 w 34"/>
                  <a:gd name="T1" fmla="*/ 2 h 24"/>
                  <a:gd name="T2" fmla="*/ 16 w 34"/>
                  <a:gd name="T3" fmla="*/ 0 h 24"/>
                  <a:gd name="T4" fmla="*/ 0 w 34"/>
                  <a:gd name="T5" fmla="*/ 0 h 24"/>
                  <a:gd name="T6" fmla="*/ 0 w 34"/>
                  <a:gd name="T7" fmla="*/ 24 h 24"/>
                  <a:gd name="T8" fmla="*/ 34 w 34"/>
                  <a:gd name="T9" fmla="*/ 24 h 24"/>
                  <a:gd name="T10" fmla="*/ 19 w 34"/>
                  <a:gd name="T11" fmla="*/ 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24">
                    <a:moveTo>
                      <a:pt x="19" y="2"/>
                    </a:moveTo>
                    <a:cubicBezTo>
                      <a:pt x="19" y="1"/>
                      <a:pt x="17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4" y="24"/>
                      <a:pt x="34" y="24"/>
                      <a:pt x="34" y="24"/>
                    </a:cubicBezTo>
                    <a:lnTo>
                      <a:pt x="19" y="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24"/>
              <p:cNvSpPr>
                <a:spLocks/>
              </p:cNvSpPr>
              <p:nvPr/>
            </p:nvSpPr>
            <p:spPr bwMode="auto">
              <a:xfrm>
                <a:off x="6254751" y="1757363"/>
                <a:ext cx="106363" cy="76200"/>
              </a:xfrm>
              <a:custGeom>
                <a:avLst/>
                <a:gdLst>
                  <a:gd name="T0" fmla="*/ 34 w 34"/>
                  <a:gd name="T1" fmla="*/ 0 h 24"/>
                  <a:gd name="T2" fmla="*/ 18 w 34"/>
                  <a:gd name="T3" fmla="*/ 0 h 24"/>
                  <a:gd name="T4" fmla="*/ 15 w 34"/>
                  <a:gd name="T5" fmla="*/ 2 h 24"/>
                  <a:gd name="T6" fmla="*/ 0 w 34"/>
                  <a:gd name="T7" fmla="*/ 24 h 24"/>
                  <a:gd name="T8" fmla="*/ 34 w 34"/>
                  <a:gd name="T9" fmla="*/ 24 h 24"/>
                  <a:gd name="T10" fmla="*/ 34 w 34"/>
                  <a:gd name="T11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4" h="24">
                    <a:moveTo>
                      <a:pt x="34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34" y="24"/>
                      <a:pt x="34" y="24"/>
                      <a:pt x="34" y="24"/>
                    </a:cubicBez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25"/>
              <p:cNvSpPr>
                <a:spLocks/>
              </p:cNvSpPr>
              <p:nvPr/>
            </p:nvSpPr>
            <p:spPr bwMode="auto">
              <a:xfrm>
                <a:off x="6248401" y="1858963"/>
                <a:ext cx="252413" cy="152400"/>
              </a:xfrm>
              <a:custGeom>
                <a:avLst/>
                <a:gdLst>
                  <a:gd name="T0" fmla="*/ 76 w 80"/>
                  <a:gd name="T1" fmla="*/ 24 h 48"/>
                  <a:gd name="T2" fmla="*/ 80 w 80"/>
                  <a:gd name="T3" fmla="*/ 24 h 48"/>
                  <a:gd name="T4" fmla="*/ 80 w 80"/>
                  <a:gd name="T5" fmla="*/ 0 h 48"/>
                  <a:gd name="T6" fmla="*/ 0 w 80"/>
                  <a:gd name="T7" fmla="*/ 0 h 48"/>
                  <a:gd name="T8" fmla="*/ 0 w 80"/>
                  <a:gd name="T9" fmla="*/ 44 h 48"/>
                  <a:gd name="T10" fmla="*/ 4 w 80"/>
                  <a:gd name="T11" fmla="*/ 48 h 48"/>
                  <a:gd name="T12" fmla="*/ 52 w 80"/>
                  <a:gd name="T13" fmla="*/ 48 h 48"/>
                  <a:gd name="T14" fmla="*/ 52 w 80"/>
                  <a:gd name="T15" fmla="*/ 48 h 48"/>
                  <a:gd name="T16" fmla="*/ 76 w 80"/>
                  <a:gd name="T17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0" h="48">
                    <a:moveTo>
                      <a:pt x="76" y="24"/>
                    </a:moveTo>
                    <a:cubicBezTo>
                      <a:pt x="77" y="24"/>
                      <a:pt x="79" y="24"/>
                      <a:pt x="80" y="24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35"/>
                      <a:pt x="63" y="24"/>
                      <a:pt x="76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26"/>
              <p:cNvSpPr>
                <a:spLocks/>
              </p:cNvSpPr>
              <p:nvPr/>
            </p:nvSpPr>
            <p:spPr bwMode="auto">
              <a:xfrm>
                <a:off x="6427788" y="1963738"/>
                <a:ext cx="120650" cy="92075"/>
              </a:xfrm>
              <a:custGeom>
                <a:avLst/>
                <a:gdLst>
                  <a:gd name="T0" fmla="*/ 64 w 76"/>
                  <a:gd name="T1" fmla="*/ 0 h 58"/>
                  <a:gd name="T2" fmla="*/ 30 w 76"/>
                  <a:gd name="T3" fmla="*/ 34 h 58"/>
                  <a:gd name="T4" fmla="*/ 12 w 76"/>
                  <a:gd name="T5" fmla="*/ 16 h 58"/>
                  <a:gd name="T6" fmla="*/ 0 w 76"/>
                  <a:gd name="T7" fmla="*/ 28 h 58"/>
                  <a:gd name="T8" fmla="*/ 30 w 76"/>
                  <a:gd name="T9" fmla="*/ 58 h 58"/>
                  <a:gd name="T10" fmla="*/ 76 w 76"/>
                  <a:gd name="T11" fmla="*/ 12 h 58"/>
                  <a:gd name="T12" fmla="*/ 64 w 76"/>
                  <a:gd name="T13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" h="58">
                    <a:moveTo>
                      <a:pt x="64" y="0"/>
                    </a:moveTo>
                    <a:lnTo>
                      <a:pt x="30" y="34"/>
                    </a:lnTo>
                    <a:lnTo>
                      <a:pt x="12" y="16"/>
                    </a:lnTo>
                    <a:lnTo>
                      <a:pt x="0" y="28"/>
                    </a:lnTo>
                    <a:lnTo>
                      <a:pt x="30" y="58"/>
                    </a:lnTo>
                    <a:lnTo>
                      <a:pt x="76" y="1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3" name="组合 182"/>
            <p:cNvGrpSpPr/>
            <p:nvPr/>
          </p:nvGrpSpPr>
          <p:grpSpPr>
            <a:xfrm>
              <a:off x="6854826" y="1782763"/>
              <a:ext cx="303212" cy="254000"/>
              <a:chOff x="6854826" y="1782763"/>
              <a:chExt cx="303212" cy="254000"/>
            </a:xfrm>
          </p:grpSpPr>
          <p:sp>
            <p:nvSpPr>
              <p:cNvPr id="28" name="Oval 27"/>
              <p:cNvSpPr>
                <a:spLocks noChangeArrowheads="1"/>
              </p:cNvSpPr>
              <p:nvPr/>
            </p:nvSpPr>
            <p:spPr bwMode="auto">
              <a:xfrm>
                <a:off x="7056438" y="1782763"/>
                <a:ext cx="76200" cy="762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7031038" y="1858963"/>
                <a:ext cx="127000" cy="177800"/>
              </a:xfrm>
              <a:custGeom>
                <a:avLst/>
                <a:gdLst>
                  <a:gd name="T0" fmla="*/ 20 w 40"/>
                  <a:gd name="T1" fmla="*/ 0 h 56"/>
                  <a:gd name="T2" fmla="*/ 0 w 40"/>
                  <a:gd name="T3" fmla="*/ 20 h 56"/>
                  <a:gd name="T4" fmla="*/ 0 w 40"/>
                  <a:gd name="T5" fmla="*/ 32 h 56"/>
                  <a:gd name="T6" fmla="*/ 4 w 40"/>
                  <a:gd name="T7" fmla="*/ 36 h 56"/>
                  <a:gd name="T8" fmla="*/ 8 w 40"/>
                  <a:gd name="T9" fmla="*/ 36 h 56"/>
                  <a:gd name="T10" fmla="*/ 8 w 40"/>
                  <a:gd name="T11" fmla="*/ 52 h 56"/>
                  <a:gd name="T12" fmla="*/ 12 w 40"/>
                  <a:gd name="T13" fmla="*/ 56 h 56"/>
                  <a:gd name="T14" fmla="*/ 28 w 40"/>
                  <a:gd name="T15" fmla="*/ 56 h 56"/>
                  <a:gd name="T16" fmla="*/ 32 w 40"/>
                  <a:gd name="T17" fmla="*/ 52 h 56"/>
                  <a:gd name="T18" fmla="*/ 32 w 40"/>
                  <a:gd name="T19" fmla="*/ 36 h 56"/>
                  <a:gd name="T20" fmla="*/ 36 w 40"/>
                  <a:gd name="T21" fmla="*/ 36 h 56"/>
                  <a:gd name="T22" fmla="*/ 40 w 40"/>
                  <a:gd name="T23" fmla="*/ 32 h 56"/>
                  <a:gd name="T24" fmla="*/ 40 w 40"/>
                  <a:gd name="T25" fmla="*/ 20 h 56"/>
                  <a:gd name="T26" fmla="*/ 20 w 40"/>
                  <a:gd name="T2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" h="56">
                    <a:moveTo>
                      <a:pt x="20" y="0"/>
                    </a:moveTo>
                    <a:cubicBezTo>
                      <a:pt x="9" y="0"/>
                      <a:pt x="0" y="9"/>
                      <a:pt x="0" y="2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54"/>
                      <a:pt x="10" y="56"/>
                      <a:pt x="12" y="56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30" y="56"/>
                      <a:pt x="32" y="54"/>
                      <a:pt x="32" y="52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8" y="36"/>
                      <a:pt x="40" y="34"/>
                      <a:pt x="40" y="32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29"/>
              <p:cNvSpPr>
                <a:spLocks/>
              </p:cNvSpPr>
              <p:nvPr/>
            </p:nvSpPr>
            <p:spPr bwMode="auto">
              <a:xfrm>
                <a:off x="6854826" y="1858963"/>
                <a:ext cx="87313" cy="101600"/>
              </a:xfrm>
              <a:custGeom>
                <a:avLst/>
                <a:gdLst>
                  <a:gd name="T0" fmla="*/ 24 w 28"/>
                  <a:gd name="T1" fmla="*/ 32 h 32"/>
                  <a:gd name="T2" fmla="*/ 28 w 28"/>
                  <a:gd name="T3" fmla="*/ 28 h 32"/>
                  <a:gd name="T4" fmla="*/ 28 w 28"/>
                  <a:gd name="T5" fmla="*/ 4 h 32"/>
                  <a:gd name="T6" fmla="*/ 24 w 28"/>
                  <a:gd name="T7" fmla="*/ 0 h 32"/>
                  <a:gd name="T8" fmla="*/ 4 w 28"/>
                  <a:gd name="T9" fmla="*/ 0 h 32"/>
                  <a:gd name="T10" fmla="*/ 0 w 28"/>
                  <a:gd name="T11" fmla="*/ 4 h 32"/>
                  <a:gd name="T12" fmla="*/ 0 w 28"/>
                  <a:gd name="T13" fmla="*/ 28 h 32"/>
                  <a:gd name="T14" fmla="*/ 4 w 28"/>
                  <a:gd name="T15" fmla="*/ 32 h 32"/>
                  <a:gd name="T16" fmla="*/ 24 w 28"/>
                  <a:gd name="T1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2">
                    <a:moveTo>
                      <a:pt x="24" y="32"/>
                    </a:moveTo>
                    <a:cubicBezTo>
                      <a:pt x="26" y="32"/>
                      <a:pt x="28" y="30"/>
                      <a:pt x="28" y="28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2"/>
                      <a:pt x="26" y="0"/>
                      <a:pt x="2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lnTo>
                      <a:pt x="24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Oval 30"/>
              <p:cNvSpPr>
                <a:spLocks noChangeArrowheads="1"/>
              </p:cNvSpPr>
              <p:nvPr/>
            </p:nvSpPr>
            <p:spPr bwMode="auto">
              <a:xfrm>
                <a:off x="6954838" y="1985963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6867526" y="1820863"/>
                <a:ext cx="150813" cy="177800"/>
              </a:xfrm>
              <a:custGeom>
                <a:avLst/>
                <a:gdLst>
                  <a:gd name="T0" fmla="*/ 32 w 48"/>
                  <a:gd name="T1" fmla="*/ 4 h 56"/>
                  <a:gd name="T2" fmla="*/ 28 w 48"/>
                  <a:gd name="T3" fmla="*/ 48 h 56"/>
                  <a:gd name="T4" fmla="*/ 0 w 48"/>
                  <a:gd name="T5" fmla="*/ 48 h 56"/>
                  <a:gd name="T6" fmla="*/ 0 w 48"/>
                  <a:gd name="T7" fmla="*/ 56 h 56"/>
                  <a:gd name="T8" fmla="*/ 25 w 48"/>
                  <a:gd name="T9" fmla="*/ 56 h 56"/>
                  <a:gd name="T10" fmla="*/ 36 w 48"/>
                  <a:gd name="T11" fmla="*/ 48 h 56"/>
                  <a:gd name="T12" fmla="*/ 40 w 48"/>
                  <a:gd name="T13" fmla="*/ 8 h 56"/>
                  <a:gd name="T14" fmla="*/ 48 w 48"/>
                  <a:gd name="T15" fmla="*/ 8 h 56"/>
                  <a:gd name="T16" fmla="*/ 48 w 48"/>
                  <a:gd name="T17" fmla="*/ 0 h 56"/>
                  <a:gd name="T18" fmla="*/ 36 w 48"/>
                  <a:gd name="T19" fmla="*/ 0 h 56"/>
                  <a:gd name="T20" fmla="*/ 32 w 48"/>
                  <a:gd name="T21" fmla="*/ 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56">
                    <a:moveTo>
                      <a:pt x="32" y="4"/>
                    </a:moveTo>
                    <a:cubicBezTo>
                      <a:pt x="28" y="48"/>
                      <a:pt x="28" y="48"/>
                      <a:pt x="28" y="4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5" y="56"/>
                      <a:pt x="25" y="56"/>
                      <a:pt x="25" y="56"/>
                    </a:cubicBezTo>
                    <a:cubicBezTo>
                      <a:pt x="26" y="51"/>
                      <a:pt x="31" y="48"/>
                      <a:pt x="36" y="4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4" y="0"/>
                      <a:pt x="32" y="2"/>
                      <a:pt x="32" y="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4" name="组合 183"/>
            <p:cNvGrpSpPr/>
            <p:nvPr/>
          </p:nvGrpSpPr>
          <p:grpSpPr>
            <a:xfrm>
              <a:off x="7486651" y="1782763"/>
              <a:ext cx="252413" cy="254000"/>
              <a:chOff x="7486651" y="1782763"/>
              <a:chExt cx="252413" cy="254000"/>
            </a:xfrm>
          </p:grpSpPr>
          <p:sp>
            <p:nvSpPr>
              <p:cNvPr id="33" name="Freeform 32"/>
              <p:cNvSpPr>
                <a:spLocks noEditPoints="1"/>
              </p:cNvSpPr>
              <p:nvPr/>
            </p:nvSpPr>
            <p:spPr bwMode="auto">
              <a:xfrm>
                <a:off x="7486651" y="1782763"/>
                <a:ext cx="252413" cy="254000"/>
              </a:xfrm>
              <a:custGeom>
                <a:avLst/>
                <a:gdLst>
                  <a:gd name="T0" fmla="*/ 76 w 80"/>
                  <a:gd name="T1" fmla="*/ 32 h 80"/>
                  <a:gd name="T2" fmla="*/ 72 w 80"/>
                  <a:gd name="T3" fmla="*/ 32 h 80"/>
                  <a:gd name="T4" fmla="*/ 72 w 80"/>
                  <a:gd name="T5" fmla="*/ 24 h 80"/>
                  <a:gd name="T6" fmla="*/ 64 w 80"/>
                  <a:gd name="T7" fmla="*/ 16 h 80"/>
                  <a:gd name="T8" fmla="*/ 62 w 80"/>
                  <a:gd name="T9" fmla="*/ 16 h 80"/>
                  <a:gd name="T10" fmla="*/ 56 w 80"/>
                  <a:gd name="T11" fmla="*/ 2 h 80"/>
                  <a:gd name="T12" fmla="*/ 51 w 80"/>
                  <a:gd name="T13" fmla="*/ 0 h 80"/>
                  <a:gd name="T14" fmla="*/ 11 w 80"/>
                  <a:gd name="T15" fmla="*/ 16 h 80"/>
                  <a:gd name="T16" fmla="*/ 8 w 80"/>
                  <a:gd name="T17" fmla="*/ 16 h 80"/>
                  <a:gd name="T18" fmla="*/ 0 w 80"/>
                  <a:gd name="T19" fmla="*/ 24 h 80"/>
                  <a:gd name="T20" fmla="*/ 0 w 80"/>
                  <a:gd name="T21" fmla="*/ 72 h 80"/>
                  <a:gd name="T22" fmla="*/ 8 w 80"/>
                  <a:gd name="T23" fmla="*/ 80 h 80"/>
                  <a:gd name="T24" fmla="*/ 64 w 80"/>
                  <a:gd name="T25" fmla="*/ 80 h 80"/>
                  <a:gd name="T26" fmla="*/ 72 w 80"/>
                  <a:gd name="T27" fmla="*/ 72 h 80"/>
                  <a:gd name="T28" fmla="*/ 72 w 80"/>
                  <a:gd name="T29" fmla="*/ 64 h 80"/>
                  <a:gd name="T30" fmla="*/ 76 w 80"/>
                  <a:gd name="T31" fmla="*/ 64 h 80"/>
                  <a:gd name="T32" fmla="*/ 80 w 80"/>
                  <a:gd name="T33" fmla="*/ 60 h 80"/>
                  <a:gd name="T34" fmla="*/ 80 w 80"/>
                  <a:gd name="T35" fmla="*/ 36 h 80"/>
                  <a:gd name="T36" fmla="*/ 76 w 80"/>
                  <a:gd name="T37" fmla="*/ 32 h 80"/>
                  <a:gd name="T38" fmla="*/ 50 w 80"/>
                  <a:gd name="T39" fmla="*/ 9 h 80"/>
                  <a:gd name="T40" fmla="*/ 54 w 80"/>
                  <a:gd name="T41" fmla="*/ 16 h 80"/>
                  <a:gd name="T42" fmla="*/ 33 w 80"/>
                  <a:gd name="T43" fmla="*/ 16 h 80"/>
                  <a:gd name="T44" fmla="*/ 50 w 80"/>
                  <a:gd name="T45" fmla="*/ 9 h 80"/>
                  <a:gd name="T46" fmla="*/ 72 w 80"/>
                  <a:gd name="T47" fmla="*/ 56 h 80"/>
                  <a:gd name="T48" fmla="*/ 46 w 80"/>
                  <a:gd name="T49" fmla="*/ 56 h 80"/>
                  <a:gd name="T50" fmla="*/ 38 w 80"/>
                  <a:gd name="T51" fmla="*/ 48 h 80"/>
                  <a:gd name="T52" fmla="*/ 46 w 80"/>
                  <a:gd name="T53" fmla="*/ 40 h 80"/>
                  <a:gd name="T54" fmla="*/ 72 w 80"/>
                  <a:gd name="T55" fmla="*/ 40 h 80"/>
                  <a:gd name="T56" fmla="*/ 72 w 80"/>
                  <a:gd name="T57" fmla="*/ 5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0" h="80">
                    <a:moveTo>
                      <a:pt x="76" y="32"/>
                    </a:move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2" y="20"/>
                      <a:pt x="68" y="16"/>
                      <a:pt x="64" y="16"/>
                    </a:cubicBezTo>
                    <a:cubicBezTo>
                      <a:pt x="62" y="16"/>
                      <a:pt x="62" y="16"/>
                      <a:pt x="62" y="16"/>
                    </a:cubicBezTo>
                    <a:cubicBezTo>
                      <a:pt x="56" y="2"/>
                      <a:pt x="56" y="2"/>
                      <a:pt x="56" y="2"/>
                    </a:cubicBezTo>
                    <a:cubicBezTo>
                      <a:pt x="55" y="0"/>
                      <a:pt x="52" y="0"/>
                      <a:pt x="51" y="0"/>
                    </a:cubicBezTo>
                    <a:cubicBezTo>
                      <a:pt x="11" y="16"/>
                      <a:pt x="11" y="16"/>
                      <a:pt x="11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4" y="16"/>
                      <a:pt x="0" y="20"/>
                      <a:pt x="0" y="24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64" y="80"/>
                      <a:pt x="64" y="80"/>
                      <a:pt x="64" y="80"/>
                    </a:cubicBezTo>
                    <a:cubicBezTo>
                      <a:pt x="68" y="80"/>
                      <a:pt x="72" y="76"/>
                      <a:pt x="72" y="72"/>
                    </a:cubicBezTo>
                    <a:cubicBezTo>
                      <a:pt x="72" y="64"/>
                      <a:pt x="72" y="64"/>
                      <a:pt x="72" y="64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78" y="64"/>
                      <a:pt x="80" y="62"/>
                      <a:pt x="80" y="60"/>
                    </a:cubicBezTo>
                    <a:cubicBezTo>
                      <a:pt x="80" y="36"/>
                      <a:pt x="80" y="36"/>
                      <a:pt x="80" y="36"/>
                    </a:cubicBezTo>
                    <a:cubicBezTo>
                      <a:pt x="80" y="34"/>
                      <a:pt x="78" y="32"/>
                      <a:pt x="76" y="32"/>
                    </a:cubicBezTo>
                    <a:close/>
                    <a:moveTo>
                      <a:pt x="50" y="9"/>
                    </a:moveTo>
                    <a:cubicBezTo>
                      <a:pt x="54" y="16"/>
                      <a:pt x="54" y="16"/>
                      <a:pt x="54" y="16"/>
                    </a:cubicBezTo>
                    <a:cubicBezTo>
                      <a:pt x="33" y="16"/>
                      <a:pt x="33" y="16"/>
                      <a:pt x="33" y="16"/>
                    </a:cubicBezTo>
                    <a:lnTo>
                      <a:pt x="50" y="9"/>
                    </a:lnTo>
                    <a:close/>
                    <a:moveTo>
                      <a:pt x="72" y="56"/>
                    </a:moveTo>
                    <a:cubicBezTo>
                      <a:pt x="46" y="56"/>
                      <a:pt x="46" y="56"/>
                      <a:pt x="46" y="56"/>
                    </a:cubicBezTo>
                    <a:cubicBezTo>
                      <a:pt x="38" y="48"/>
                      <a:pt x="38" y="48"/>
                      <a:pt x="38" y="4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72" y="40"/>
                      <a:pt x="72" y="40"/>
                      <a:pt x="72" y="40"/>
                    </a:cubicBezTo>
                    <a:lnTo>
                      <a:pt x="72" y="5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Oval 33"/>
              <p:cNvSpPr>
                <a:spLocks noChangeArrowheads="1"/>
              </p:cNvSpPr>
              <p:nvPr/>
            </p:nvSpPr>
            <p:spPr bwMode="auto">
              <a:xfrm>
                <a:off x="7637463" y="1922463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5" name="组合 184"/>
            <p:cNvGrpSpPr/>
            <p:nvPr/>
          </p:nvGrpSpPr>
          <p:grpSpPr>
            <a:xfrm>
              <a:off x="8093076" y="1808163"/>
              <a:ext cx="252413" cy="215900"/>
              <a:chOff x="8093076" y="1808163"/>
              <a:chExt cx="252413" cy="215900"/>
            </a:xfrm>
          </p:grpSpPr>
          <p:sp>
            <p:nvSpPr>
              <p:cNvPr id="35" name="Freeform 34"/>
              <p:cNvSpPr>
                <a:spLocks/>
              </p:cNvSpPr>
              <p:nvPr/>
            </p:nvSpPr>
            <p:spPr bwMode="auto">
              <a:xfrm>
                <a:off x="8093076" y="1884363"/>
                <a:ext cx="252413" cy="139700"/>
              </a:xfrm>
              <a:custGeom>
                <a:avLst/>
                <a:gdLst>
                  <a:gd name="T0" fmla="*/ 40 w 80"/>
                  <a:gd name="T1" fmla="*/ 0 h 44"/>
                  <a:gd name="T2" fmla="*/ 0 w 80"/>
                  <a:gd name="T3" fmla="*/ 40 h 44"/>
                  <a:gd name="T4" fmla="*/ 4 w 80"/>
                  <a:gd name="T5" fmla="*/ 44 h 44"/>
                  <a:gd name="T6" fmla="*/ 76 w 80"/>
                  <a:gd name="T7" fmla="*/ 44 h 44"/>
                  <a:gd name="T8" fmla="*/ 80 w 80"/>
                  <a:gd name="T9" fmla="*/ 40 h 44"/>
                  <a:gd name="T10" fmla="*/ 40 w 80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" h="44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8" y="44"/>
                      <a:pt x="80" y="42"/>
                      <a:pt x="80" y="40"/>
                    </a:cubicBezTo>
                    <a:cubicBezTo>
                      <a:pt x="80" y="18"/>
                      <a:pt x="62" y="0"/>
                      <a:pt x="40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35"/>
              <p:cNvSpPr>
                <a:spLocks/>
              </p:cNvSpPr>
              <p:nvPr/>
            </p:nvSpPr>
            <p:spPr bwMode="auto">
              <a:xfrm>
                <a:off x="8096251" y="1808163"/>
                <a:ext cx="246063" cy="111125"/>
              </a:xfrm>
              <a:custGeom>
                <a:avLst/>
                <a:gdLst>
                  <a:gd name="T0" fmla="*/ 39 w 78"/>
                  <a:gd name="T1" fmla="*/ 20 h 35"/>
                  <a:gd name="T2" fmla="*/ 72 w 78"/>
                  <a:gd name="T3" fmla="*/ 35 h 35"/>
                  <a:gd name="T4" fmla="*/ 78 w 78"/>
                  <a:gd name="T5" fmla="*/ 29 h 35"/>
                  <a:gd name="T6" fmla="*/ 52 w 78"/>
                  <a:gd name="T7" fmla="*/ 14 h 35"/>
                  <a:gd name="T8" fmla="*/ 55 w 78"/>
                  <a:gd name="T9" fmla="*/ 8 h 35"/>
                  <a:gd name="T10" fmla="*/ 47 w 78"/>
                  <a:gd name="T11" fmla="*/ 0 h 35"/>
                  <a:gd name="T12" fmla="*/ 39 w 78"/>
                  <a:gd name="T13" fmla="*/ 8 h 35"/>
                  <a:gd name="T14" fmla="*/ 40 w 78"/>
                  <a:gd name="T15" fmla="*/ 12 h 35"/>
                  <a:gd name="T16" fmla="*/ 39 w 78"/>
                  <a:gd name="T17" fmla="*/ 12 h 35"/>
                  <a:gd name="T18" fmla="*/ 38 w 78"/>
                  <a:gd name="T19" fmla="*/ 12 h 35"/>
                  <a:gd name="T20" fmla="*/ 39 w 78"/>
                  <a:gd name="T21" fmla="*/ 8 h 35"/>
                  <a:gd name="T22" fmla="*/ 31 w 78"/>
                  <a:gd name="T23" fmla="*/ 0 h 35"/>
                  <a:gd name="T24" fmla="*/ 23 w 78"/>
                  <a:gd name="T25" fmla="*/ 8 h 35"/>
                  <a:gd name="T26" fmla="*/ 26 w 78"/>
                  <a:gd name="T27" fmla="*/ 14 h 35"/>
                  <a:gd name="T28" fmla="*/ 0 w 78"/>
                  <a:gd name="T29" fmla="*/ 29 h 35"/>
                  <a:gd name="T30" fmla="*/ 6 w 78"/>
                  <a:gd name="T31" fmla="*/ 35 h 35"/>
                  <a:gd name="T32" fmla="*/ 39 w 78"/>
                  <a:gd name="T33" fmla="*/ 2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8" h="35">
                    <a:moveTo>
                      <a:pt x="39" y="20"/>
                    </a:moveTo>
                    <a:cubicBezTo>
                      <a:pt x="51" y="20"/>
                      <a:pt x="63" y="25"/>
                      <a:pt x="72" y="35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71" y="22"/>
                      <a:pt x="62" y="16"/>
                      <a:pt x="52" y="14"/>
                    </a:cubicBezTo>
                    <a:cubicBezTo>
                      <a:pt x="54" y="12"/>
                      <a:pt x="55" y="10"/>
                      <a:pt x="55" y="8"/>
                    </a:cubicBezTo>
                    <a:cubicBezTo>
                      <a:pt x="55" y="4"/>
                      <a:pt x="51" y="0"/>
                      <a:pt x="47" y="0"/>
                    </a:cubicBezTo>
                    <a:cubicBezTo>
                      <a:pt x="43" y="0"/>
                      <a:pt x="39" y="4"/>
                      <a:pt x="39" y="8"/>
                    </a:cubicBezTo>
                    <a:cubicBezTo>
                      <a:pt x="39" y="9"/>
                      <a:pt x="39" y="11"/>
                      <a:pt x="40" y="12"/>
                    </a:cubicBezTo>
                    <a:cubicBezTo>
                      <a:pt x="40" y="12"/>
                      <a:pt x="39" y="12"/>
                      <a:pt x="39" y="12"/>
                    </a:cubicBezTo>
                    <a:cubicBezTo>
                      <a:pt x="39" y="12"/>
                      <a:pt x="38" y="12"/>
                      <a:pt x="38" y="12"/>
                    </a:cubicBezTo>
                    <a:cubicBezTo>
                      <a:pt x="39" y="11"/>
                      <a:pt x="39" y="9"/>
                      <a:pt x="39" y="8"/>
                    </a:cubicBezTo>
                    <a:cubicBezTo>
                      <a:pt x="39" y="4"/>
                      <a:pt x="35" y="0"/>
                      <a:pt x="31" y="0"/>
                    </a:cubicBezTo>
                    <a:cubicBezTo>
                      <a:pt x="27" y="0"/>
                      <a:pt x="23" y="4"/>
                      <a:pt x="23" y="8"/>
                    </a:cubicBezTo>
                    <a:cubicBezTo>
                      <a:pt x="23" y="10"/>
                      <a:pt x="24" y="12"/>
                      <a:pt x="26" y="14"/>
                    </a:cubicBezTo>
                    <a:cubicBezTo>
                      <a:pt x="16" y="16"/>
                      <a:pt x="7" y="22"/>
                      <a:pt x="0" y="29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15" y="25"/>
                      <a:pt x="27" y="20"/>
                      <a:pt x="39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6" name="组合 185"/>
            <p:cNvGrpSpPr/>
            <p:nvPr/>
          </p:nvGrpSpPr>
          <p:grpSpPr>
            <a:xfrm>
              <a:off x="8699501" y="1782763"/>
              <a:ext cx="252413" cy="254000"/>
              <a:chOff x="8699501" y="1782763"/>
              <a:chExt cx="252413" cy="254000"/>
            </a:xfrm>
          </p:grpSpPr>
          <p:sp>
            <p:nvSpPr>
              <p:cNvPr id="37" name="Freeform 36"/>
              <p:cNvSpPr>
                <a:spLocks/>
              </p:cNvSpPr>
              <p:nvPr/>
            </p:nvSpPr>
            <p:spPr bwMode="auto">
              <a:xfrm>
                <a:off x="8699501" y="1782763"/>
                <a:ext cx="150813" cy="228600"/>
              </a:xfrm>
              <a:custGeom>
                <a:avLst/>
                <a:gdLst>
                  <a:gd name="T0" fmla="*/ 8 w 48"/>
                  <a:gd name="T1" fmla="*/ 12 h 72"/>
                  <a:gd name="T2" fmla="*/ 24 w 48"/>
                  <a:gd name="T3" fmla="*/ 8 h 72"/>
                  <a:gd name="T4" fmla="*/ 40 w 48"/>
                  <a:gd name="T5" fmla="*/ 12 h 72"/>
                  <a:gd name="T6" fmla="*/ 48 w 48"/>
                  <a:gd name="T7" fmla="*/ 12 h 72"/>
                  <a:gd name="T8" fmla="*/ 24 w 48"/>
                  <a:gd name="T9" fmla="*/ 0 h 72"/>
                  <a:gd name="T10" fmla="*/ 0 w 48"/>
                  <a:gd name="T11" fmla="*/ 12 h 72"/>
                  <a:gd name="T12" fmla="*/ 0 w 48"/>
                  <a:gd name="T13" fmla="*/ 60 h 72"/>
                  <a:gd name="T14" fmla="*/ 24 w 48"/>
                  <a:gd name="T15" fmla="*/ 72 h 72"/>
                  <a:gd name="T16" fmla="*/ 28 w 48"/>
                  <a:gd name="T17" fmla="*/ 72 h 72"/>
                  <a:gd name="T18" fmla="*/ 28 w 48"/>
                  <a:gd name="T19" fmla="*/ 64 h 72"/>
                  <a:gd name="T20" fmla="*/ 24 w 48"/>
                  <a:gd name="T21" fmla="*/ 64 h 72"/>
                  <a:gd name="T22" fmla="*/ 8 w 48"/>
                  <a:gd name="T23" fmla="*/ 60 h 72"/>
                  <a:gd name="T24" fmla="*/ 8 w 48"/>
                  <a:gd name="T25" fmla="*/ 57 h 72"/>
                  <a:gd name="T26" fmla="*/ 24 w 48"/>
                  <a:gd name="T27" fmla="*/ 60 h 72"/>
                  <a:gd name="T28" fmla="*/ 28 w 48"/>
                  <a:gd name="T29" fmla="*/ 60 h 72"/>
                  <a:gd name="T30" fmla="*/ 28 w 48"/>
                  <a:gd name="T31" fmla="*/ 52 h 72"/>
                  <a:gd name="T32" fmla="*/ 24 w 48"/>
                  <a:gd name="T33" fmla="*/ 52 h 72"/>
                  <a:gd name="T34" fmla="*/ 8 w 48"/>
                  <a:gd name="T35" fmla="*/ 48 h 72"/>
                  <a:gd name="T36" fmla="*/ 8 w 48"/>
                  <a:gd name="T37" fmla="*/ 45 h 72"/>
                  <a:gd name="T38" fmla="*/ 24 w 48"/>
                  <a:gd name="T39" fmla="*/ 48 h 72"/>
                  <a:gd name="T40" fmla="*/ 28 w 48"/>
                  <a:gd name="T41" fmla="*/ 48 h 72"/>
                  <a:gd name="T42" fmla="*/ 28 w 48"/>
                  <a:gd name="T43" fmla="*/ 40 h 72"/>
                  <a:gd name="T44" fmla="*/ 24 w 48"/>
                  <a:gd name="T45" fmla="*/ 40 h 72"/>
                  <a:gd name="T46" fmla="*/ 8 w 48"/>
                  <a:gd name="T47" fmla="*/ 36 h 72"/>
                  <a:gd name="T48" fmla="*/ 8 w 48"/>
                  <a:gd name="T49" fmla="*/ 33 h 72"/>
                  <a:gd name="T50" fmla="*/ 24 w 48"/>
                  <a:gd name="T51" fmla="*/ 36 h 72"/>
                  <a:gd name="T52" fmla="*/ 28 w 48"/>
                  <a:gd name="T53" fmla="*/ 36 h 72"/>
                  <a:gd name="T54" fmla="*/ 28 w 48"/>
                  <a:gd name="T55" fmla="*/ 28 h 72"/>
                  <a:gd name="T56" fmla="*/ 24 w 48"/>
                  <a:gd name="T57" fmla="*/ 28 h 72"/>
                  <a:gd name="T58" fmla="*/ 8 w 48"/>
                  <a:gd name="T59" fmla="*/ 24 h 72"/>
                  <a:gd name="T60" fmla="*/ 8 w 48"/>
                  <a:gd name="T61" fmla="*/ 21 h 72"/>
                  <a:gd name="T62" fmla="*/ 24 w 48"/>
                  <a:gd name="T63" fmla="*/ 24 h 72"/>
                  <a:gd name="T64" fmla="*/ 28 w 48"/>
                  <a:gd name="T65" fmla="*/ 24 h 72"/>
                  <a:gd name="T66" fmla="*/ 28 w 48"/>
                  <a:gd name="T67" fmla="*/ 16 h 72"/>
                  <a:gd name="T68" fmla="*/ 24 w 48"/>
                  <a:gd name="T69" fmla="*/ 16 h 72"/>
                  <a:gd name="T70" fmla="*/ 8 w 48"/>
                  <a:gd name="T71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8" h="72">
                    <a:moveTo>
                      <a:pt x="8" y="12"/>
                    </a:moveTo>
                    <a:cubicBezTo>
                      <a:pt x="10" y="10"/>
                      <a:pt x="17" y="8"/>
                      <a:pt x="24" y="8"/>
                    </a:cubicBezTo>
                    <a:cubicBezTo>
                      <a:pt x="31" y="8"/>
                      <a:pt x="38" y="10"/>
                      <a:pt x="40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3"/>
                      <a:pt x="32" y="0"/>
                      <a:pt x="24" y="0"/>
                    </a:cubicBezTo>
                    <a:cubicBezTo>
                      <a:pt x="16" y="0"/>
                      <a:pt x="0" y="3"/>
                      <a:pt x="0" y="12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9"/>
                      <a:pt x="16" y="72"/>
                      <a:pt x="24" y="72"/>
                    </a:cubicBezTo>
                    <a:cubicBezTo>
                      <a:pt x="25" y="72"/>
                      <a:pt x="27" y="72"/>
                      <a:pt x="28" y="72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27" y="64"/>
                      <a:pt x="25" y="64"/>
                      <a:pt x="24" y="64"/>
                    </a:cubicBezTo>
                    <a:cubicBezTo>
                      <a:pt x="16" y="64"/>
                      <a:pt x="9" y="61"/>
                      <a:pt x="8" y="60"/>
                    </a:cubicBezTo>
                    <a:cubicBezTo>
                      <a:pt x="8" y="57"/>
                      <a:pt x="8" y="57"/>
                      <a:pt x="8" y="57"/>
                    </a:cubicBezTo>
                    <a:cubicBezTo>
                      <a:pt x="13" y="59"/>
                      <a:pt x="20" y="60"/>
                      <a:pt x="24" y="60"/>
                    </a:cubicBezTo>
                    <a:cubicBezTo>
                      <a:pt x="25" y="60"/>
                      <a:pt x="27" y="60"/>
                      <a:pt x="28" y="60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7" y="52"/>
                      <a:pt x="25" y="52"/>
                      <a:pt x="24" y="52"/>
                    </a:cubicBezTo>
                    <a:cubicBezTo>
                      <a:pt x="16" y="52"/>
                      <a:pt x="9" y="49"/>
                      <a:pt x="8" y="48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13" y="47"/>
                      <a:pt x="20" y="48"/>
                      <a:pt x="24" y="48"/>
                    </a:cubicBezTo>
                    <a:cubicBezTo>
                      <a:pt x="25" y="48"/>
                      <a:pt x="27" y="48"/>
                      <a:pt x="28" y="48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7" y="40"/>
                      <a:pt x="25" y="40"/>
                      <a:pt x="24" y="40"/>
                    </a:cubicBezTo>
                    <a:cubicBezTo>
                      <a:pt x="16" y="40"/>
                      <a:pt x="9" y="37"/>
                      <a:pt x="8" y="36"/>
                    </a:cubicBezTo>
                    <a:cubicBezTo>
                      <a:pt x="8" y="33"/>
                      <a:pt x="8" y="33"/>
                      <a:pt x="8" y="33"/>
                    </a:cubicBezTo>
                    <a:cubicBezTo>
                      <a:pt x="13" y="35"/>
                      <a:pt x="20" y="36"/>
                      <a:pt x="24" y="36"/>
                    </a:cubicBezTo>
                    <a:cubicBezTo>
                      <a:pt x="25" y="36"/>
                      <a:pt x="27" y="36"/>
                      <a:pt x="28" y="36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7" y="28"/>
                      <a:pt x="25" y="28"/>
                      <a:pt x="24" y="28"/>
                    </a:cubicBezTo>
                    <a:cubicBezTo>
                      <a:pt x="16" y="28"/>
                      <a:pt x="9" y="25"/>
                      <a:pt x="8" y="24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3" y="23"/>
                      <a:pt x="20" y="24"/>
                      <a:pt x="24" y="24"/>
                    </a:cubicBezTo>
                    <a:cubicBezTo>
                      <a:pt x="25" y="24"/>
                      <a:pt x="27" y="24"/>
                      <a:pt x="28" y="24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7" y="16"/>
                      <a:pt x="25" y="16"/>
                      <a:pt x="24" y="16"/>
                    </a:cubicBezTo>
                    <a:cubicBezTo>
                      <a:pt x="17" y="16"/>
                      <a:pt x="10" y="14"/>
                      <a:pt x="8" y="12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37"/>
              <p:cNvSpPr>
                <a:spLocks noEditPoints="1"/>
              </p:cNvSpPr>
              <p:nvPr/>
            </p:nvSpPr>
            <p:spPr bwMode="auto">
              <a:xfrm>
                <a:off x="8801101" y="1846263"/>
                <a:ext cx="150813" cy="190500"/>
              </a:xfrm>
              <a:custGeom>
                <a:avLst/>
                <a:gdLst>
                  <a:gd name="T0" fmla="*/ 24 w 48"/>
                  <a:gd name="T1" fmla="*/ 0 h 60"/>
                  <a:gd name="T2" fmla="*/ 0 w 48"/>
                  <a:gd name="T3" fmla="*/ 12 h 60"/>
                  <a:gd name="T4" fmla="*/ 0 w 48"/>
                  <a:gd name="T5" fmla="*/ 48 h 60"/>
                  <a:gd name="T6" fmla="*/ 24 w 48"/>
                  <a:gd name="T7" fmla="*/ 60 h 60"/>
                  <a:gd name="T8" fmla="*/ 48 w 48"/>
                  <a:gd name="T9" fmla="*/ 48 h 60"/>
                  <a:gd name="T10" fmla="*/ 48 w 48"/>
                  <a:gd name="T11" fmla="*/ 12 h 60"/>
                  <a:gd name="T12" fmla="*/ 24 w 48"/>
                  <a:gd name="T13" fmla="*/ 0 h 60"/>
                  <a:gd name="T14" fmla="*/ 40 w 48"/>
                  <a:gd name="T15" fmla="*/ 24 h 60"/>
                  <a:gd name="T16" fmla="*/ 24 w 48"/>
                  <a:gd name="T17" fmla="*/ 28 h 60"/>
                  <a:gd name="T18" fmla="*/ 8 w 48"/>
                  <a:gd name="T19" fmla="*/ 24 h 60"/>
                  <a:gd name="T20" fmla="*/ 8 w 48"/>
                  <a:gd name="T21" fmla="*/ 21 h 60"/>
                  <a:gd name="T22" fmla="*/ 24 w 48"/>
                  <a:gd name="T23" fmla="*/ 24 h 60"/>
                  <a:gd name="T24" fmla="*/ 40 w 48"/>
                  <a:gd name="T25" fmla="*/ 21 h 60"/>
                  <a:gd name="T26" fmla="*/ 40 w 48"/>
                  <a:gd name="T27" fmla="*/ 24 h 60"/>
                  <a:gd name="T28" fmla="*/ 40 w 48"/>
                  <a:gd name="T29" fmla="*/ 36 h 60"/>
                  <a:gd name="T30" fmla="*/ 24 w 48"/>
                  <a:gd name="T31" fmla="*/ 40 h 60"/>
                  <a:gd name="T32" fmla="*/ 8 w 48"/>
                  <a:gd name="T33" fmla="*/ 36 h 60"/>
                  <a:gd name="T34" fmla="*/ 8 w 48"/>
                  <a:gd name="T35" fmla="*/ 33 h 60"/>
                  <a:gd name="T36" fmla="*/ 24 w 48"/>
                  <a:gd name="T37" fmla="*/ 36 h 60"/>
                  <a:gd name="T38" fmla="*/ 40 w 48"/>
                  <a:gd name="T39" fmla="*/ 33 h 60"/>
                  <a:gd name="T40" fmla="*/ 40 w 48"/>
                  <a:gd name="T41" fmla="*/ 36 h 60"/>
                  <a:gd name="T42" fmla="*/ 24 w 48"/>
                  <a:gd name="T43" fmla="*/ 8 h 60"/>
                  <a:gd name="T44" fmla="*/ 40 w 48"/>
                  <a:gd name="T45" fmla="*/ 12 h 60"/>
                  <a:gd name="T46" fmla="*/ 24 w 48"/>
                  <a:gd name="T47" fmla="*/ 16 h 60"/>
                  <a:gd name="T48" fmla="*/ 8 w 48"/>
                  <a:gd name="T49" fmla="*/ 12 h 60"/>
                  <a:gd name="T50" fmla="*/ 24 w 48"/>
                  <a:gd name="T51" fmla="*/ 8 h 60"/>
                  <a:gd name="T52" fmla="*/ 24 w 48"/>
                  <a:gd name="T53" fmla="*/ 52 h 60"/>
                  <a:gd name="T54" fmla="*/ 8 w 48"/>
                  <a:gd name="T55" fmla="*/ 48 h 60"/>
                  <a:gd name="T56" fmla="*/ 8 w 48"/>
                  <a:gd name="T57" fmla="*/ 45 h 60"/>
                  <a:gd name="T58" fmla="*/ 24 w 48"/>
                  <a:gd name="T59" fmla="*/ 48 h 60"/>
                  <a:gd name="T60" fmla="*/ 40 w 48"/>
                  <a:gd name="T61" fmla="*/ 45 h 60"/>
                  <a:gd name="T62" fmla="*/ 40 w 48"/>
                  <a:gd name="T63" fmla="*/ 48 h 60"/>
                  <a:gd name="T64" fmla="*/ 24 w 48"/>
                  <a:gd name="T65" fmla="*/ 5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8" h="60">
                    <a:moveTo>
                      <a:pt x="24" y="0"/>
                    </a:moveTo>
                    <a:cubicBezTo>
                      <a:pt x="16" y="0"/>
                      <a:pt x="0" y="3"/>
                      <a:pt x="0" y="12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7"/>
                      <a:pt x="16" y="60"/>
                      <a:pt x="24" y="60"/>
                    </a:cubicBezTo>
                    <a:cubicBezTo>
                      <a:pt x="32" y="60"/>
                      <a:pt x="48" y="57"/>
                      <a:pt x="48" y="48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3"/>
                      <a:pt x="32" y="0"/>
                      <a:pt x="24" y="0"/>
                    </a:cubicBezTo>
                    <a:close/>
                    <a:moveTo>
                      <a:pt x="40" y="24"/>
                    </a:moveTo>
                    <a:cubicBezTo>
                      <a:pt x="39" y="25"/>
                      <a:pt x="32" y="28"/>
                      <a:pt x="24" y="28"/>
                    </a:cubicBezTo>
                    <a:cubicBezTo>
                      <a:pt x="16" y="28"/>
                      <a:pt x="9" y="25"/>
                      <a:pt x="8" y="24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3" y="23"/>
                      <a:pt x="20" y="24"/>
                      <a:pt x="24" y="24"/>
                    </a:cubicBezTo>
                    <a:cubicBezTo>
                      <a:pt x="28" y="24"/>
                      <a:pt x="35" y="23"/>
                      <a:pt x="40" y="21"/>
                    </a:cubicBezTo>
                    <a:lnTo>
                      <a:pt x="40" y="24"/>
                    </a:lnTo>
                    <a:close/>
                    <a:moveTo>
                      <a:pt x="40" y="36"/>
                    </a:moveTo>
                    <a:cubicBezTo>
                      <a:pt x="39" y="37"/>
                      <a:pt x="32" y="40"/>
                      <a:pt x="24" y="40"/>
                    </a:cubicBezTo>
                    <a:cubicBezTo>
                      <a:pt x="16" y="40"/>
                      <a:pt x="9" y="37"/>
                      <a:pt x="8" y="36"/>
                    </a:cubicBezTo>
                    <a:cubicBezTo>
                      <a:pt x="8" y="33"/>
                      <a:pt x="8" y="33"/>
                      <a:pt x="8" y="33"/>
                    </a:cubicBezTo>
                    <a:cubicBezTo>
                      <a:pt x="13" y="35"/>
                      <a:pt x="20" y="36"/>
                      <a:pt x="24" y="36"/>
                    </a:cubicBezTo>
                    <a:cubicBezTo>
                      <a:pt x="28" y="36"/>
                      <a:pt x="35" y="35"/>
                      <a:pt x="40" y="33"/>
                    </a:cubicBezTo>
                    <a:lnTo>
                      <a:pt x="40" y="36"/>
                    </a:lnTo>
                    <a:close/>
                    <a:moveTo>
                      <a:pt x="24" y="8"/>
                    </a:moveTo>
                    <a:cubicBezTo>
                      <a:pt x="31" y="8"/>
                      <a:pt x="38" y="10"/>
                      <a:pt x="40" y="12"/>
                    </a:cubicBezTo>
                    <a:cubicBezTo>
                      <a:pt x="38" y="14"/>
                      <a:pt x="31" y="16"/>
                      <a:pt x="24" y="16"/>
                    </a:cubicBezTo>
                    <a:cubicBezTo>
                      <a:pt x="17" y="16"/>
                      <a:pt x="10" y="14"/>
                      <a:pt x="8" y="12"/>
                    </a:cubicBezTo>
                    <a:cubicBezTo>
                      <a:pt x="10" y="10"/>
                      <a:pt x="17" y="8"/>
                      <a:pt x="24" y="8"/>
                    </a:cubicBezTo>
                    <a:close/>
                    <a:moveTo>
                      <a:pt x="24" y="52"/>
                    </a:moveTo>
                    <a:cubicBezTo>
                      <a:pt x="16" y="52"/>
                      <a:pt x="9" y="49"/>
                      <a:pt x="8" y="48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13" y="47"/>
                      <a:pt x="20" y="48"/>
                      <a:pt x="24" y="48"/>
                    </a:cubicBezTo>
                    <a:cubicBezTo>
                      <a:pt x="28" y="48"/>
                      <a:pt x="35" y="47"/>
                      <a:pt x="40" y="45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39" y="49"/>
                      <a:pt x="32" y="52"/>
                      <a:pt x="24" y="52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214688" y="2416176"/>
              <a:ext cx="303213" cy="203200"/>
              <a:chOff x="3214688" y="2416176"/>
              <a:chExt cx="303213" cy="203200"/>
            </a:xfrm>
          </p:grpSpPr>
          <p:sp>
            <p:nvSpPr>
              <p:cNvPr id="39" name="Freeform 38"/>
              <p:cNvSpPr>
                <a:spLocks/>
              </p:cNvSpPr>
              <p:nvPr/>
            </p:nvSpPr>
            <p:spPr bwMode="auto">
              <a:xfrm>
                <a:off x="3403601" y="2492376"/>
                <a:ext cx="25400" cy="12700"/>
              </a:xfrm>
              <a:custGeom>
                <a:avLst/>
                <a:gdLst>
                  <a:gd name="T0" fmla="*/ 0 w 8"/>
                  <a:gd name="T1" fmla="*/ 4 h 4"/>
                  <a:gd name="T2" fmla="*/ 6 w 8"/>
                  <a:gd name="T3" fmla="*/ 4 h 4"/>
                  <a:gd name="T4" fmla="*/ 8 w 8"/>
                  <a:gd name="T5" fmla="*/ 2 h 4"/>
                  <a:gd name="T6" fmla="*/ 6 w 8"/>
                  <a:gd name="T7" fmla="*/ 0 h 4"/>
                  <a:gd name="T8" fmla="*/ 0 w 8"/>
                  <a:gd name="T9" fmla="*/ 0 h 4"/>
                  <a:gd name="T10" fmla="*/ 0 w 8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4">
                    <a:moveTo>
                      <a:pt x="0" y="4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3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39"/>
              <p:cNvSpPr>
                <a:spLocks/>
              </p:cNvSpPr>
              <p:nvPr/>
            </p:nvSpPr>
            <p:spPr bwMode="auto">
              <a:xfrm>
                <a:off x="3403601" y="2530476"/>
                <a:ext cx="25400" cy="12700"/>
              </a:xfrm>
              <a:custGeom>
                <a:avLst/>
                <a:gdLst>
                  <a:gd name="T0" fmla="*/ 6 w 8"/>
                  <a:gd name="T1" fmla="*/ 0 h 4"/>
                  <a:gd name="T2" fmla="*/ 0 w 8"/>
                  <a:gd name="T3" fmla="*/ 0 h 4"/>
                  <a:gd name="T4" fmla="*/ 0 w 8"/>
                  <a:gd name="T5" fmla="*/ 4 h 4"/>
                  <a:gd name="T6" fmla="*/ 6 w 8"/>
                  <a:gd name="T7" fmla="*/ 4 h 4"/>
                  <a:gd name="T8" fmla="*/ 8 w 8"/>
                  <a:gd name="T9" fmla="*/ 2 h 4"/>
                  <a:gd name="T10" fmla="*/ 6 w 8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4">
                    <a:moveTo>
                      <a:pt x="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3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40"/>
              <p:cNvSpPr>
                <a:spLocks noEditPoints="1"/>
              </p:cNvSpPr>
              <p:nvPr/>
            </p:nvSpPr>
            <p:spPr bwMode="auto">
              <a:xfrm>
                <a:off x="3214688" y="2416176"/>
                <a:ext cx="303213" cy="203200"/>
              </a:xfrm>
              <a:custGeom>
                <a:avLst/>
                <a:gdLst>
                  <a:gd name="T0" fmla="*/ 64 w 96"/>
                  <a:gd name="T1" fmla="*/ 0 h 64"/>
                  <a:gd name="T2" fmla="*/ 35 w 96"/>
                  <a:gd name="T3" fmla="*/ 19 h 64"/>
                  <a:gd name="T4" fmla="*/ 24 w 96"/>
                  <a:gd name="T5" fmla="*/ 16 h 64"/>
                  <a:gd name="T6" fmla="*/ 0 w 96"/>
                  <a:gd name="T7" fmla="*/ 40 h 64"/>
                  <a:gd name="T8" fmla="*/ 24 w 96"/>
                  <a:gd name="T9" fmla="*/ 64 h 64"/>
                  <a:gd name="T10" fmla="*/ 64 w 96"/>
                  <a:gd name="T11" fmla="*/ 64 h 64"/>
                  <a:gd name="T12" fmla="*/ 96 w 96"/>
                  <a:gd name="T13" fmla="*/ 32 h 64"/>
                  <a:gd name="T14" fmla="*/ 64 w 96"/>
                  <a:gd name="T15" fmla="*/ 0 h 64"/>
                  <a:gd name="T16" fmla="*/ 76 w 96"/>
                  <a:gd name="T17" fmla="*/ 38 h 64"/>
                  <a:gd name="T18" fmla="*/ 68 w 96"/>
                  <a:gd name="T19" fmla="*/ 48 h 64"/>
                  <a:gd name="T20" fmla="*/ 68 w 96"/>
                  <a:gd name="T21" fmla="*/ 52 h 64"/>
                  <a:gd name="T22" fmla="*/ 60 w 96"/>
                  <a:gd name="T23" fmla="*/ 52 h 64"/>
                  <a:gd name="T24" fmla="*/ 60 w 96"/>
                  <a:gd name="T25" fmla="*/ 48 h 64"/>
                  <a:gd name="T26" fmla="*/ 52 w 96"/>
                  <a:gd name="T27" fmla="*/ 48 h 64"/>
                  <a:gd name="T28" fmla="*/ 52 w 96"/>
                  <a:gd name="T29" fmla="*/ 16 h 64"/>
                  <a:gd name="T30" fmla="*/ 60 w 96"/>
                  <a:gd name="T31" fmla="*/ 16 h 64"/>
                  <a:gd name="T32" fmla="*/ 60 w 96"/>
                  <a:gd name="T33" fmla="*/ 12 h 64"/>
                  <a:gd name="T34" fmla="*/ 68 w 96"/>
                  <a:gd name="T35" fmla="*/ 12 h 64"/>
                  <a:gd name="T36" fmla="*/ 68 w 96"/>
                  <a:gd name="T37" fmla="*/ 16 h 64"/>
                  <a:gd name="T38" fmla="*/ 76 w 96"/>
                  <a:gd name="T39" fmla="*/ 26 h 64"/>
                  <a:gd name="T40" fmla="*/ 74 w 96"/>
                  <a:gd name="T41" fmla="*/ 32 h 64"/>
                  <a:gd name="T42" fmla="*/ 76 w 96"/>
                  <a:gd name="T43" fmla="*/ 3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6" h="64">
                    <a:moveTo>
                      <a:pt x="64" y="0"/>
                    </a:moveTo>
                    <a:cubicBezTo>
                      <a:pt x="51" y="0"/>
                      <a:pt x="40" y="7"/>
                      <a:pt x="35" y="19"/>
                    </a:cubicBezTo>
                    <a:cubicBezTo>
                      <a:pt x="32" y="17"/>
                      <a:pt x="28" y="16"/>
                      <a:pt x="24" y="16"/>
                    </a:cubicBezTo>
                    <a:cubicBezTo>
                      <a:pt x="11" y="16"/>
                      <a:pt x="0" y="27"/>
                      <a:pt x="0" y="40"/>
                    </a:cubicBezTo>
                    <a:cubicBezTo>
                      <a:pt x="0" y="53"/>
                      <a:pt x="11" y="64"/>
                      <a:pt x="24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82" y="64"/>
                      <a:pt x="96" y="50"/>
                      <a:pt x="96" y="32"/>
                    </a:cubicBezTo>
                    <a:cubicBezTo>
                      <a:pt x="96" y="14"/>
                      <a:pt x="82" y="0"/>
                      <a:pt x="64" y="0"/>
                    </a:cubicBezTo>
                    <a:close/>
                    <a:moveTo>
                      <a:pt x="76" y="38"/>
                    </a:moveTo>
                    <a:cubicBezTo>
                      <a:pt x="76" y="43"/>
                      <a:pt x="73" y="47"/>
                      <a:pt x="68" y="48"/>
                    </a:cubicBezTo>
                    <a:cubicBezTo>
                      <a:pt x="68" y="52"/>
                      <a:pt x="68" y="52"/>
                      <a:pt x="68" y="52"/>
                    </a:cubicBezTo>
                    <a:cubicBezTo>
                      <a:pt x="60" y="52"/>
                      <a:pt x="60" y="52"/>
                      <a:pt x="60" y="52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68" y="12"/>
                      <a:pt x="68" y="12"/>
                      <a:pt x="68" y="12"/>
                    </a:cubicBezTo>
                    <a:cubicBezTo>
                      <a:pt x="68" y="16"/>
                      <a:pt x="68" y="16"/>
                      <a:pt x="68" y="16"/>
                    </a:cubicBezTo>
                    <a:cubicBezTo>
                      <a:pt x="73" y="17"/>
                      <a:pt x="76" y="21"/>
                      <a:pt x="76" y="26"/>
                    </a:cubicBezTo>
                    <a:cubicBezTo>
                      <a:pt x="76" y="28"/>
                      <a:pt x="75" y="30"/>
                      <a:pt x="74" y="32"/>
                    </a:cubicBezTo>
                    <a:cubicBezTo>
                      <a:pt x="75" y="34"/>
                      <a:pt x="76" y="36"/>
                      <a:pt x="76" y="3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8" name="组合 187"/>
            <p:cNvGrpSpPr/>
            <p:nvPr/>
          </p:nvGrpSpPr>
          <p:grpSpPr>
            <a:xfrm>
              <a:off x="3821113" y="2390776"/>
              <a:ext cx="303213" cy="252413"/>
              <a:chOff x="3821113" y="2390776"/>
              <a:chExt cx="303213" cy="252413"/>
            </a:xfrm>
          </p:grpSpPr>
          <p:sp>
            <p:nvSpPr>
              <p:cNvPr id="42" name="Freeform 41"/>
              <p:cNvSpPr>
                <a:spLocks noEditPoints="1"/>
              </p:cNvSpPr>
              <p:nvPr/>
            </p:nvSpPr>
            <p:spPr bwMode="auto">
              <a:xfrm>
                <a:off x="3821113" y="2390776"/>
                <a:ext cx="303213" cy="252413"/>
              </a:xfrm>
              <a:custGeom>
                <a:avLst/>
                <a:gdLst>
                  <a:gd name="T0" fmla="*/ 93 w 96"/>
                  <a:gd name="T1" fmla="*/ 56 h 80"/>
                  <a:gd name="T2" fmla="*/ 92 w 96"/>
                  <a:gd name="T3" fmla="*/ 56 h 80"/>
                  <a:gd name="T4" fmla="*/ 92 w 96"/>
                  <a:gd name="T5" fmla="*/ 4 h 80"/>
                  <a:gd name="T6" fmla="*/ 88 w 96"/>
                  <a:gd name="T7" fmla="*/ 0 h 80"/>
                  <a:gd name="T8" fmla="*/ 8 w 96"/>
                  <a:gd name="T9" fmla="*/ 0 h 80"/>
                  <a:gd name="T10" fmla="*/ 4 w 96"/>
                  <a:gd name="T11" fmla="*/ 4 h 80"/>
                  <a:gd name="T12" fmla="*/ 4 w 96"/>
                  <a:gd name="T13" fmla="*/ 56 h 80"/>
                  <a:gd name="T14" fmla="*/ 3 w 96"/>
                  <a:gd name="T15" fmla="*/ 56 h 80"/>
                  <a:gd name="T16" fmla="*/ 0 w 96"/>
                  <a:gd name="T17" fmla="*/ 61 h 80"/>
                  <a:gd name="T18" fmla="*/ 3 w 96"/>
                  <a:gd name="T19" fmla="*/ 73 h 80"/>
                  <a:gd name="T20" fmla="*/ 12 w 96"/>
                  <a:gd name="T21" fmla="*/ 80 h 80"/>
                  <a:gd name="T22" fmla="*/ 84 w 96"/>
                  <a:gd name="T23" fmla="*/ 80 h 80"/>
                  <a:gd name="T24" fmla="*/ 93 w 96"/>
                  <a:gd name="T25" fmla="*/ 73 h 80"/>
                  <a:gd name="T26" fmla="*/ 96 w 96"/>
                  <a:gd name="T27" fmla="*/ 61 h 80"/>
                  <a:gd name="T28" fmla="*/ 93 w 96"/>
                  <a:gd name="T29" fmla="*/ 56 h 80"/>
                  <a:gd name="T30" fmla="*/ 12 w 96"/>
                  <a:gd name="T31" fmla="*/ 8 h 80"/>
                  <a:gd name="T32" fmla="*/ 84 w 96"/>
                  <a:gd name="T33" fmla="*/ 8 h 80"/>
                  <a:gd name="T34" fmla="*/ 84 w 96"/>
                  <a:gd name="T35" fmla="*/ 56 h 80"/>
                  <a:gd name="T36" fmla="*/ 56 w 96"/>
                  <a:gd name="T37" fmla="*/ 56 h 80"/>
                  <a:gd name="T38" fmla="*/ 52 w 96"/>
                  <a:gd name="T39" fmla="*/ 60 h 80"/>
                  <a:gd name="T40" fmla="*/ 44 w 96"/>
                  <a:gd name="T41" fmla="*/ 60 h 80"/>
                  <a:gd name="T42" fmla="*/ 40 w 96"/>
                  <a:gd name="T43" fmla="*/ 56 h 80"/>
                  <a:gd name="T44" fmla="*/ 12 w 96"/>
                  <a:gd name="T45" fmla="*/ 56 h 80"/>
                  <a:gd name="T46" fmla="*/ 12 w 96"/>
                  <a:gd name="T47" fmla="*/ 8 h 80"/>
                  <a:gd name="T48" fmla="*/ 85 w 96"/>
                  <a:gd name="T49" fmla="*/ 71 h 80"/>
                  <a:gd name="T50" fmla="*/ 84 w 96"/>
                  <a:gd name="T51" fmla="*/ 72 h 80"/>
                  <a:gd name="T52" fmla="*/ 12 w 96"/>
                  <a:gd name="T53" fmla="*/ 72 h 80"/>
                  <a:gd name="T54" fmla="*/ 11 w 96"/>
                  <a:gd name="T55" fmla="*/ 71 h 80"/>
                  <a:gd name="T56" fmla="*/ 9 w 96"/>
                  <a:gd name="T57" fmla="*/ 64 h 80"/>
                  <a:gd name="T58" fmla="*/ 36 w 96"/>
                  <a:gd name="T59" fmla="*/ 64 h 80"/>
                  <a:gd name="T60" fmla="*/ 40 w 96"/>
                  <a:gd name="T61" fmla="*/ 68 h 80"/>
                  <a:gd name="T62" fmla="*/ 56 w 96"/>
                  <a:gd name="T63" fmla="*/ 68 h 80"/>
                  <a:gd name="T64" fmla="*/ 60 w 96"/>
                  <a:gd name="T65" fmla="*/ 64 h 80"/>
                  <a:gd name="T66" fmla="*/ 87 w 96"/>
                  <a:gd name="T67" fmla="*/ 64 h 80"/>
                  <a:gd name="T68" fmla="*/ 85 w 96"/>
                  <a:gd name="T69" fmla="*/ 71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96" h="80">
                    <a:moveTo>
                      <a:pt x="93" y="56"/>
                    </a:moveTo>
                    <a:cubicBezTo>
                      <a:pt x="93" y="56"/>
                      <a:pt x="92" y="56"/>
                      <a:pt x="92" y="56"/>
                    </a:cubicBezTo>
                    <a:cubicBezTo>
                      <a:pt x="92" y="4"/>
                      <a:pt x="92" y="4"/>
                      <a:pt x="92" y="4"/>
                    </a:cubicBezTo>
                    <a:cubicBezTo>
                      <a:pt x="92" y="2"/>
                      <a:pt x="90" y="0"/>
                      <a:pt x="8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4" y="2"/>
                      <a:pt x="4" y="4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56"/>
                      <a:pt x="3" y="56"/>
                      <a:pt x="3" y="56"/>
                    </a:cubicBezTo>
                    <a:cubicBezTo>
                      <a:pt x="1" y="57"/>
                      <a:pt x="0" y="59"/>
                      <a:pt x="0" y="61"/>
                    </a:cubicBezTo>
                    <a:cubicBezTo>
                      <a:pt x="3" y="73"/>
                      <a:pt x="3" y="73"/>
                      <a:pt x="3" y="73"/>
                    </a:cubicBezTo>
                    <a:cubicBezTo>
                      <a:pt x="4" y="77"/>
                      <a:pt x="8" y="80"/>
                      <a:pt x="12" y="80"/>
                    </a:cubicBezTo>
                    <a:cubicBezTo>
                      <a:pt x="84" y="80"/>
                      <a:pt x="84" y="80"/>
                      <a:pt x="84" y="80"/>
                    </a:cubicBezTo>
                    <a:cubicBezTo>
                      <a:pt x="88" y="80"/>
                      <a:pt x="92" y="77"/>
                      <a:pt x="93" y="73"/>
                    </a:cubicBezTo>
                    <a:cubicBezTo>
                      <a:pt x="96" y="61"/>
                      <a:pt x="96" y="61"/>
                      <a:pt x="96" y="61"/>
                    </a:cubicBezTo>
                    <a:cubicBezTo>
                      <a:pt x="96" y="59"/>
                      <a:pt x="95" y="57"/>
                      <a:pt x="93" y="56"/>
                    </a:cubicBezTo>
                    <a:close/>
                    <a:moveTo>
                      <a:pt x="12" y="8"/>
                    </a:moveTo>
                    <a:cubicBezTo>
                      <a:pt x="84" y="8"/>
                      <a:pt x="84" y="8"/>
                      <a:pt x="84" y="8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56" y="56"/>
                      <a:pt x="56" y="56"/>
                      <a:pt x="56" y="56"/>
                    </a:cubicBezTo>
                    <a:cubicBezTo>
                      <a:pt x="54" y="56"/>
                      <a:pt x="52" y="58"/>
                      <a:pt x="52" y="60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4" y="58"/>
                      <a:pt x="42" y="56"/>
                      <a:pt x="40" y="56"/>
                    </a:cubicBezTo>
                    <a:cubicBezTo>
                      <a:pt x="12" y="56"/>
                      <a:pt x="12" y="56"/>
                      <a:pt x="12" y="56"/>
                    </a:cubicBezTo>
                    <a:lnTo>
                      <a:pt x="12" y="8"/>
                    </a:lnTo>
                    <a:close/>
                    <a:moveTo>
                      <a:pt x="85" y="71"/>
                    </a:moveTo>
                    <a:cubicBezTo>
                      <a:pt x="85" y="72"/>
                      <a:pt x="84" y="72"/>
                      <a:pt x="84" y="72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72"/>
                      <a:pt x="11" y="72"/>
                      <a:pt x="11" y="71"/>
                    </a:cubicBezTo>
                    <a:cubicBezTo>
                      <a:pt x="9" y="64"/>
                      <a:pt x="9" y="64"/>
                      <a:pt x="9" y="64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36" y="66"/>
                      <a:pt x="38" y="68"/>
                      <a:pt x="40" y="68"/>
                    </a:cubicBezTo>
                    <a:cubicBezTo>
                      <a:pt x="56" y="68"/>
                      <a:pt x="56" y="68"/>
                      <a:pt x="56" y="68"/>
                    </a:cubicBezTo>
                    <a:cubicBezTo>
                      <a:pt x="58" y="68"/>
                      <a:pt x="60" y="66"/>
                      <a:pt x="60" y="64"/>
                    </a:cubicBezTo>
                    <a:cubicBezTo>
                      <a:pt x="87" y="64"/>
                      <a:pt x="87" y="64"/>
                      <a:pt x="87" y="64"/>
                    </a:cubicBezTo>
                    <a:lnTo>
                      <a:pt x="85" y="71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42"/>
              <p:cNvSpPr>
                <a:spLocks/>
              </p:cNvSpPr>
              <p:nvPr/>
            </p:nvSpPr>
            <p:spPr bwMode="auto">
              <a:xfrm>
                <a:off x="3871913" y="2428876"/>
                <a:ext cx="88900" cy="127000"/>
              </a:xfrm>
              <a:custGeom>
                <a:avLst/>
                <a:gdLst>
                  <a:gd name="T0" fmla="*/ 28 w 28"/>
                  <a:gd name="T1" fmla="*/ 36 h 40"/>
                  <a:gd name="T2" fmla="*/ 20 w 28"/>
                  <a:gd name="T3" fmla="*/ 36 h 40"/>
                  <a:gd name="T4" fmla="*/ 20 w 28"/>
                  <a:gd name="T5" fmla="*/ 4 h 40"/>
                  <a:gd name="T6" fmla="*/ 28 w 28"/>
                  <a:gd name="T7" fmla="*/ 4 h 40"/>
                  <a:gd name="T8" fmla="*/ 28 w 28"/>
                  <a:gd name="T9" fmla="*/ 0 h 40"/>
                  <a:gd name="T10" fmla="*/ 4 w 28"/>
                  <a:gd name="T11" fmla="*/ 0 h 40"/>
                  <a:gd name="T12" fmla="*/ 0 w 28"/>
                  <a:gd name="T13" fmla="*/ 4 h 40"/>
                  <a:gd name="T14" fmla="*/ 0 w 28"/>
                  <a:gd name="T15" fmla="*/ 36 h 40"/>
                  <a:gd name="T16" fmla="*/ 4 w 28"/>
                  <a:gd name="T17" fmla="*/ 40 h 40"/>
                  <a:gd name="T18" fmla="*/ 28 w 28"/>
                  <a:gd name="T19" fmla="*/ 40 h 40"/>
                  <a:gd name="T20" fmla="*/ 28 w 28"/>
                  <a:gd name="T21" fmla="*/ 3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40">
                    <a:moveTo>
                      <a:pt x="28" y="36"/>
                    </a:move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28" y="40"/>
                      <a:pt x="28" y="40"/>
                      <a:pt x="28" y="40"/>
                    </a:cubicBezTo>
                    <a:lnTo>
                      <a:pt x="28" y="3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43"/>
              <p:cNvSpPr>
                <a:spLocks/>
              </p:cNvSpPr>
              <p:nvPr/>
            </p:nvSpPr>
            <p:spPr bwMode="auto">
              <a:xfrm>
                <a:off x="3960813" y="2505076"/>
                <a:ext cx="25400" cy="12700"/>
              </a:xfrm>
              <a:custGeom>
                <a:avLst/>
                <a:gdLst>
                  <a:gd name="T0" fmla="*/ 6 w 8"/>
                  <a:gd name="T1" fmla="*/ 0 h 4"/>
                  <a:gd name="T2" fmla="*/ 0 w 8"/>
                  <a:gd name="T3" fmla="*/ 0 h 4"/>
                  <a:gd name="T4" fmla="*/ 0 w 8"/>
                  <a:gd name="T5" fmla="*/ 4 h 4"/>
                  <a:gd name="T6" fmla="*/ 6 w 8"/>
                  <a:gd name="T7" fmla="*/ 4 h 4"/>
                  <a:gd name="T8" fmla="*/ 8 w 8"/>
                  <a:gd name="T9" fmla="*/ 2 h 4"/>
                  <a:gd name="T10" fmla="*/ 6 w 8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4">
                    <a:moveTo>
                      <a:pt x="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3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44"/>
              <p:cNvSpPr>
                <a:spLocks/>
              </p:cNvSpPr>
              <p:nvPr/>
            </p:nvSpPr>
            <p:spPr bwMode="auto">
              <a:xfrm>
                <a:off x="3986213" y="2428876"/>
                <a:ext cx="87313" cy="127000"/>
              </a:xfrm>
              <a:custGeom>
                <a:avLst/>
                <a:gdLst>
                  <a:gd name="T0" fmla="*/ 8 w 28"/>
                  <a:gd name="T1" fmla="*/ 14 h 40"/>
                  <a:gd name="T2" fmla="*/ 6 w 28"/>
                  <a:gd name="T3" fmla="*/ 20 h 40"/>
                  <a:gd name="T4" fmla="*/ 8 w 28"/>
                  <a:gd name="T5" fmla="*/ 26 h 40"/>
                  <a:gd name="T6" fmla="*/ 0 w 28"/>
                  <a:gd name="T7" fmla="*/ 36 h 40"/>
                  <a:gd name="T8" fmla="*/ 0 w 28"/>
                  <a:gd name="T9" fmla="*/ 40 h 40"/>
                  <a:gd name="T10" fmla="*/ 24 w 28"/>
                  <a:gd name="T11" fmla="*/ 40 h 40"/>
                  <a:gd name="T12" fmla="*/ 28 w 28"/>
                  <a:gd name="T13" fmla="*/ 36 h 40"/>
                  <a:gd name="T14" fmla="*/ 28 w 28"/>
                  <a:gd name="T15" fmla="*/ 4 h 40"/>
                  <a:gd name="T16" fmla="*/ 24 w 28"/>
                  <a:gd name="T17" fmla="*/ 0 h 40"/>
                  <a:gd name="T18" fmla="*/ 0 w 28"/>
                  <a:gd name="T19" fmla="*/ 0 h 40"/>
                  <a:gd name="T20" fmla="*/ 0 w 28"/>
                  <a:gd name="T21" fmla="*/ 4 h 40"/>
                  <a:gd name="T22" fmla="*/ 8 w 28"/>
                  <a:gd name="T23" fmla="*/ 14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8" h="40">
                    <a:moveTo>
                      <a:pt x="8" y="14"/>
                    </a:moveTo>
                    <a:cubicBezTo>
                      <a:pt x="8" y="16"/>
                      <a:pt x="7" y="18"/>
                      <a:pt x="6" y="20"/>
                    </a:cubicBezTo>
                    <a:cubicBezTo>
                      <a:pt x="7" y="22"/>
                      <a:pt x="8" y="24"/>
                      <a:pt x="8" y="26"/>
                    </a:cubicBezTo>
                    <a:cubicBezTo>
                      <a:pt x="8" y="31"/>
                      <a:pt x="5" y="35"/>
                      <a:pt x="0" y="3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6" y="40"/>
                      <a:pt x="28" y="38"/>
                      <a:pt x="28" y="36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2"/>
                      <a:pt x="26" y="0"/>
                      <a:pt x="2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5" y="5"/>
                      <a:pt x="8" y="9"/>
                      <a:pt x="8" y="1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45"/>
              <p:cNvSpPr>
                <a:spLocks/>
              </p:cNvSpPr>
              <p:nvPr/>
            </p:nvSpPr>
            <p:spPr bwMode="auto">
              <a:xfrm>
                <a:off x="3960813" y="2466976"/>
                <a:ext cx="25400" cy="12700"/>
              </a:xfrm>
              <a:custGeom>
                <a:avLst/>
                <a:gdLst>
                  <a:gd name="T0" fmla="*/ 0 w 8"/>
                  <a:gd name="T1" fmla="*/ 4 h 4"/>
                  <a:gd name="T2" fmla="*/ 6 w 8"/>
                  <a:gd name="T3" fmla="*/ 4 h 4"/>
                  <a:gd name="T4" fmla="*/ 8 w 8"/>
                  <a:gd name="T5" fmla="*/ 2 h 4"/>
                  <a:gd name="T6" fmla="*/ 6 w 8"/>
                  <a:gd name="T7" fmla="*/ 0 h 4"/>
                  <a:gd name="T8" fmla="*/ 0 w 8"/>
                  <a:gd name="T9" fmla="*/ 0 h 4"/>
                  <a:gd name="T10" fmla="*/ 0 w 8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4">
                    <a:moveTo>
                      <a:pt x="0" y="4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3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89" name="组合 188"/>
            <p:cNvGrpSpPr/>
            <p:nvPr/>
          </p:nvGrpSpPr>
          <p:grpSpPr>
            <a:xfrm>
              <a:off x="4427538" y="2365376"/>
              <a:ext cx="303213" cy="303213"/>
              <a:chOff x="4427538" y="2365376"/>
              <a:chExt cx="303213" cy="303213"/>
            </a:xfrm>
          </p:grpSpPr>
          <p:sp>
            <p:nvSpPr>
              <p:cNvPr id="47" name="Freeform 46"/>
              <p:cNvSpPr>
                <a:spLocks/>
              </p:cNvSpPr>
              <p:nvPr/>
            </p:nvSpPr>
            <p:spPr bwMode="auto">
              <a:xfrm>
                <a:off x="4567238" y="2492376"/>
                <a:ext cx="25400" cy="12700"/>
              </a:xfrm>
              <a:custGeom>
                <a:avLst/>
                <a:gdLst>
                  <a:gd name="T0" fmla="*/ 0 w 8"/>
                  <a:gd name="T1" fmla="*/ 4 h 4"/>
                  <a:gd name="T2" fmla="*/ 6 w 8"/>
                  <a:gd name="T3" fmla="*/ 4 h 4"/>
                  <a:gd name="T4" fmla="*/ 8 w 8"/>
                  <a:gd name="T5" fmla="*/ 2 h 4"/>
                  <a:gd name="T6" fmla="*/ 6 w 8"/>
                  <a:gd name="T7" fmla="*/ 0 h 4"/>
                  <a:gd name="T8" fmla="*/ 0 w 8"/>
                  <a:gd name="T9" fmla="*/ 0 h 4"/>
                  <a:gd name="T10" fmla="*/ 0 w 8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4">
                    <a:moveTo>
                      <a:pt x="0" y="4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3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47"/>
              <p:cNvSpPr>
                <a:spLocks noEditPoints="1"/>
              </p:cNvSpPr>
              <p:nvPr/>
            </p:nvSpPr>
            <p:spPr bwMode="auto">
              <a:xfrm>
                <a:off x="4427538" y="2365376"/>
                <a:ext cx="303213" cy="303213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83 w 96"/>
                  <a:gd name="T11" fmla="*/ 28 h 96"/>
                  <a:gd name="T12" fmla="*/ 70 w 96"/>
                  <a:gd name="T13" fmla="*/ 28 h 96"/>
                  <a:gd name="T14" fmla="*/ 60 w 96"/>
                  <a:gd name="T15" fmla="*/ 10 h 96"/>
                  <a:gd name="T16" fmla="*/ 83 w 96"/>
                  <a:gd name="T17" fmla="*/ 28 h 96"/>
                  <a:gd name="T18" fmla="*/ 60 w 96"/>
                  <a:gd name="T19" fmla="*/ 54 h 96"/>
                  <a:gd name="T20" fmla="*/ 52 w 96"/>
                  <a:gd name="T21" fmla="*/ 64 h 96"/>
                  <a:gd name="T22" fmla="*/ 52 w 96"/>
                  <a:gd name="T23" fmla="*/ 68 h 96"/>
                  <a:gd name="T24" fmla="*/ 44 w 96"/>
                  <a:gd name="T25" fmla="*/ 68 h 96"/>
                  <a:gd name="T26" fmla="*/ 44 w 96"/>
                  <a:gd name="T27" fmla="*/ 64 h 96"/>
                  <a:gd name="T28" fmla="*/ 36 w 96"/>
                  <a:gd name="T29" fmla="*/ 64 h 96"/>
                  <a:gd name="T30" fmla="*/ 36 w 96"/>
                  <a:gd name="T31" fmla="*/ 32 h 96"/>
                  <a:gd name="T32" fmla="*/ 44 w 96"/>
                  <a:gd name="T33" fmla="*/ 32 h 96"/>
                  <a:gd name="T34" fmla="*/ 44 w 96"/>
                  <a:gd name="T35" fmla="*/ 28 h 96"/>
                  <a:gd name="T36" fmla="*/ 52 w 96"/>
                  <a:gd name="T37" fmla="*/ 28 h 96"/>
                  <a:gd name="T38" fmla="*/ 52 w 96"/>
                  <a:gd name="T39" fmla="*/ 32 h 96"/>
                  <a:gd name="T40" fmla="*/ 60 w 96"/>
                  <a:gd name="T41" fmla="*/ 42 h 96"/>
                  <a:gd name="T42" fmla="*/ 58 w 96"/>
                  <a:gd name="T43" fmla="*/ 48 h 96"/>
                  <a:gd name="T44" fmla="*/ 60 w 96"/>
                  <a:gd name="T45" fmla="*/ 54 h 96"/>
                  <a:gd name="T46" fmla="*/ 46 w 96"/>
                  <a:gd name="T47" fmla="*/ 8 h 96"/>
                  <a:gd name="T48" fmla="*/ 48 w 96"/>
                  <a:gd name="T49" fmla="*/ 8 h 96"/>
                  <a:gd name="T50" fmla="*/ 50 w 96"/>
                  <a:gd name="T51" fmla="*/ 8 h 96"/>
                  <a:gd name="T52" fmla="*/ 58 w 96"/>
                  <a:gd name="T53" fmla="*/ 22 h 96"/>
                  <a:gd name="T54" fmla="*/ 48 w 96"/>
                  <a:gd name="T55" fmla="*/ 20 h 96"/>
                  <a:gd name="T56" fmla="*/ 38 w 96"/>
                  <a:gd name="T57" fmla="*/ 22 h 96"/>
                  <a:gd name="T58" fmla="*/ 46 w 96"/>
                  <a:gd name="T59" fmla="*/ 8 h 96"/>
                  <a:gd name="T60" fmla="*/ 36 w 96"/>
                  <a:gd name="T61" fmla="*/ 10 h 96"/>
                  <a:gd name="T62" fmla="*/ 26 w 96"/>
                  <a:gd name="T63" fmla="*/ 28 h 96"/>
                  <a:gd name="T64" fmla="*/ 13 w 96"/>
                  <a:gd name="T65" fmla="*/ 28 h 96"/>
                  <a:gd name="T66" fmla="*/ 36 w 96"/>
                  <a:gd name="T67" fmla="*/ 10 h 96"/>
                  <a:gd name="T68" fmla="*/ 8 w 96"/>
                  <a:gd name="T69" fmla="*/ 48 h 96"/>
                  <a:gd name="T70" fmla="*/ 10 w 96"/>
                  <a:gd name="T71" fmla="*/ 36 h 96"/>
                  <a:gd name="T72" fmla="*/ 23 w 96"/>
                  <a:gd name="T73" fmla="*/ 36 h 96"/>
                  <a:gd name="T74" fmla="*/ 20 w 96"/>
                  <a:gd name="T75" fmla="*/ 48 h 96"/>
                  <a:gd name="T76" fmla="*/ 23 w 96"/>
                  <a:gd name="T77" fmla="*/ 60 h 96"/>
                  <a:gd name="T78" fmla="*/ 10 w 96"/>
                  <a:gd name="T79" fmla="*/ 60 h 96"/>
                  <a:gd name="T80" fmla="*/ 8 w 96"/>
                  <a:gd name="T81" fmla="*/ 48 h 96"/>
                  <a:gd name="T82" fmla="*/ 13 w 96"/>
                  <a:gd name="T83" fmla="*/ 68 h 96"/>
                  <a:gd name="T84" fmla="*/ 26 w 96"/>
                  <a:gd name="T85" fmla="*/ 68 h 96"/>
                  <a:gd name="T86" fmla="*/ 36 w 96"/>
                  <a:gd name="T87" fmla="*/ 86 h 96"/>
                  <a:gd name="T88" fmla="*/ 13 w 96"/>
                  <a:gd name="T89" fmla="*/ 68 h 96"/>
                  <a:gd name="T90" fmla="*/ 50 w 96"/>
                  <a:gd name="T91" fmla="*/ 88 h 96"/>
                  <a:gd name="T92" fmla="*/ 48 w 96"/>
                  <a:gd name="T93" fmla="*/ 88 h 96"/>
                  <a:gd name="T94" fmla="*/ 46 w 96"/>
                  <a:gd name="T95" fmla="*/ 88 h 96"/>
                  <a:gd name="T96" fmla="*/ 38 w 96"/>
                  <a:gd name="T97" fmla="*/ 74 h 96"/>
                  <a:gd name="T98" fmla="*/ 48 w 96"/>
                  <a:gd name="T99" fmla="*/ 76 h 96"/>
                  <a:gd name="T100" fmla="*/ 57 w 96"/>
                  <a:gd name="T101" fmla="*/ 74 h 96"/>
                  <a:gd name="T102" fmla="*/ 50 w 96"/>
                  <a:gd name="T103" fmla="*/ 88 h 96"/>
                  <a:gd name="T104" fmla="*/ 60 w 96"/>
                  <a:gd name="T105" fmla="*/ 86 h 96"/>
                  <a:gd name="T106" fmla="*/ 70 w 96"/>
                  <a:gd name="T107" fmla="*/ 68 h 96"/>
                  <a:gd name="T108" fmla="*/ 83 w 96"/>
                  <a:gd name="T109" fmla="*/ 68 h 96"/>
                  <a:gd name="T110" fmla="*/ 60 w 96"/>
                  <a:gd name="T111" fmla="*/ 86 h 96"/>
                  <a:gd name="T112" fmla="*/ 73 w 96"/>
                  <a:gd name="T113" fmla="*/ 60 h 96"/>
                  <a:gd name="T114" fmla="*/ 76 w 96"/>
                  <a:gd name="T115" fmla="*/ 48 h 96"/>
                  <a:gd name="T116" fmla="*/ 73 w 96"/>
                  <a:gd name="T117" fmla="*/ 36 h 96"/>
                  <a:gd name="T118" fmla="*/ 86 w 96"/>
                  <a:gd name="T119" fmla="*/ 36 h 96"/>
                  <a:gd name="T120" fmla="*/ 88 w 96"/>
                  <a:gd name="T121" fmla="*/ 48 h 96"/>
                  <a:gd name="T122" fmla="*/ 86 w 96"/>
                  <a:gd name="T123" fmla="*/ 60 h 96"/>
                  <a:gd name="T124" fmla="*/ 73 w 96"/>
                  <a:gd name="T125" fmla="*/ 6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4" y="96"/>
                      <a:pt x="96" y="74"/>
                      <a:pt x="96" y="48"/>
                    </a:cubicBezTo>
                    <a:cubicBezTo>
                      <a:pt x="96" y="22"/>
                      <a:pt x="74" y="0"/>
                      <a:pt x="48" y="0"/>
                    </a:cubicBezTo>
                    <a:close/>
                    <a:moveTo>
                      <a:pt x="83" y="28"/>
                    </a:moveTo>
                    <a:cubicBezTo>
                      <a:pt x="70" y="28"/>
                      <a:pt x="70" y="28"/>
                      <a:pt x="70" y="28"/>
                    </a:cubicBezTo>
                    <a:cubicBezTo>
                      <a:pt x="60" y="10"/>
                      <a:pt x="60" y="10"/>
                      <a:pt x="60" y="10"/>
                    </a:cubicBezTo>
                    <a:cubicBezTo>
                      <a:pt x="70" y="13"/>
                      <a:pt x="78" y="19"/>
                      <a:pt x="83" y="28"/>
                    </a:cubicBezTo>
                    <a:close/>
                    <a:moveTo>
                      <a:pt x="60" y="54"/>
                    </a:moveTo>
                    <a:cubicBezTo>
                      <a:pt x="60" y="59"/>
                      <a:pt x="57" y="63"/>
                      <a:pt x="52" y="64"/>
                    </a:cubicBezTo>
                    <a:cubicBezTo>
                      <a:pt x="52" y="68"/>
                      <a:pt x="52" y="68"/>
                      <a:pt x="52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4" y="64"/>
                      <a:pt x="44" y="64"/>
                      <a:pt x="44" y="64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52" y="28"/>
                      <a:pt x="52" y="28"/>
                      <a:pt x="52" y="28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7" y="33"/>
                      <a:pt x="60" y="37"/>
                      <a:pt x="60" y="42"/>
                    </a:cubicBezTo>
                    <a:cubicBezTo>
                      <a:pt x="60" y="44"/>
                      <a:pt x="59" y="46"/>
                      <a:pt x="58" y="48"/>
                    </a:cubicBezTo>
                    <a:cubicBezTo>
                      <a:pt x="59" y="50"/>
                      <a:pt x="60" y="52"/>
                      <a:pt x="60" y="54"/>
                    </a:cubicBezTo>
                    <a:close/>
                    <a:moveTo>
                      <a:pt x="46" y="8"/>
                    </a:moveTo>
                    <a:cubicBezTo>
                      <a:pt x="47" y="8"/>
                      <a:pt x="47" y="8"/>
                      <a:pt x="48" y="8"/>
                    </a:cubicBezTo>
                    <a:cubicBezTo>
                      <a:pt x="49" y="8"/>
                      <a:pt x="49" y="8"/>
                      <a:pt x="50" y="8"/>
                    </a:cubicBezTo>
                    <a:cubicBezTo>
                      <a:pt x="58" y="22"/>
                      <a:pt x="58" y="22"/>
                      <a:pt x="58" y="22"/>
                    </a:cubicBezTo>
                    <a:cubicBezTo>
                      <a:pt x="55" y="21"/>
                      <a:pt x="51" y="20"/>
                      <a:pt x="48" y="20"/>
                    </a:cubicBezTo>
                    <a:cubicBezTo>
                      <a:pt x="45" y="20"/>
                      <a:pt x="41" y="21"/>
                      <a:pt x="38" y="22"/>
                    </a:cubicBezTo>
                    <a:lnTo>
                      <a:pt x="46" y="8"/>
                    </a:lnTo>
                    <a:close/>
                    <a:moveTo>
                      <a:pt x="36" y="10"/>
                    </a:moveTo>
                    <a:cubicBezTo>
                      <a:pt x="26" y="28"/>
                      <a:pt x="26" y="28"/>
                      <a:pt x="26" y="28"/>
                    </a:cubicBezTo>
                    <a:cubicBezTo>
                      <a:pt x="13" y="28"/>
                      <a:pt x="13" y="28"/>
                      <a:pt x="13" y="28"/>
                    </a:cubicBezTo>
                    <a:cubicBezTo>
                      <a:pt x="18" y="19"/>
                      <a:pt x="26" y="13"/>
                      <a:pt x="36" y="10"/>
                    </a:cubicBezTo>
                    <a:close/>
                    <a:moveTo>
                      <a:pt x="8" y="48"/>
                    </a:moveTo>
                    <a:cubicBezTo>
                      <a:pt x="8" y="44"/>
                      <a:pt x="9" y="40"/>
                      <a:pt x="10" y="36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1" y="40"/>
                      <a:pt x="20" y="44"/>
                      <a:pt x="20" y="48"/>
                    </a:cubicBezTo>
                    <a:cubicBezTo>
                      <a:pt x="20" y="52"/>
                      <a:pt x="21" y="56"/>
                      <a:pt x="23" y="60"/>
                    </a:cubicBezTo>
                    <a:cubicBezTo>
                      <a:pt x="10" y="60"/>
                      <a:pt x="10" y="60"/>
                      <a:pt x="10" y="60"/>
                    </a:cubicBezTo>
                    <a:cubicBezTo>
                      <a:pt x="9" y="56"/>
                      <a:pt x="8" y="52"/>
                      <a:pt x="8" y="48"/>
                    </a:cubicBezTo>
                    <a:close/>
                    <a:moveTo>
                      <a:pt x="13" y="68"/>
                    </a:moveTo>
                    <a:cubicBezTo>
                      <a:pt x="26" y="68"/>
                      <a:pt x="26" y="68"/>
                      <a:pt x="26" y="68"/>
                    </a:cubicBezTo>
                    <a:cubicBezTo>
                      <a:pt x="36" y="86"/>
                      <a:pt x="36" y="86"/>
                      <a:pt x="36" y="86"/>
                    </a:cubicBezTo>
                    <a:cubicBezTo>
                      <a:pt x="26" y="83"/>
                      <a:pt x="18" y="77"/>
                      <a:pt x="13" y="68"/>
                    </a:cubicBezTo>
                    <a:close/>
                    <a:moveTo>
                      <a:pt x="50" y="88"/>
                    </a:moveTo>
                    <a:cubicBezTo>
                      <a:pt x="49" y="88"/>
                      <a:pt x="49" y="88"/>
                      <a:pt x="48" y="88"/>
                    </a:cubicBezTo>
                    <a:cubicBezTo>
                      <a:pt x="47" y="88"/>
                      <a:pt x="47" y="88"/>
                      <a:pt x="46" y="88"/>
                    </a:cubicBezTo>
                    <a:cubicBezTo>
                      <a:pt x="38" y="74"/>
                      <a:pt x="38" y="74"/>
                      <a:pt x="38" y="74"/>
                    </a:cubicBezTo>
                    <a:cubicBezTo>
                      <a:pt x="41" y="75"/>
                      <a:pt x="45" y="76"/>
                      <a:pt x="48" y="76"/>
                    </a:cubicBezTo>
                    <a:cubicBezTo>
                      <a:pt x="51" y="76"/>
                      <a:pt x="55" y="75"/>
                      <a:pt x="57" y="74"/>
                    </a:cubicBezTo>
                    <a:lnTo>
                      <a:pt x="50" y="88"/>
                    </a:lnTo>
                    <a:close/>
                    <a:moveTo>
                      <a:pt x="60" y="86"/>
                    </a:moveTo>
                    <a:cubicBezTo>
                      <a:pt x="70" y="68"/>
                      <a:pt x="70" y="68"/>
                      <a:pt x="70" y="68"/>
                    </a:cubicBezTo>
                    <a:cubicBezTo>
                      <a:pt x="83" y="68"/>
                      <a:pt x="83" y="68"/>
                      <a:pt x="83" y="68"/>
                    </a:cubicBezTo>
                    <a:cubicBezTo>
                      <a:pt x="78" y="77"/>
                      <a:pt x="70" y="83"/>
                      <a:pt x="60" y="86"/>
                    </a:cubicBezTo>
                    <a:close/>
                    <a:moveTo>
                      <a:pt x="73" y="60"/>
                    </a:moveTo>
                    <a:cubicBezTo>
                      <a:pt x="75" y="56"/>
                      <a:pt x="76" y="52"/>
                      <a:pt x="76" y="48"/>
                    </a:cubicBezTo>
                    <a:cubicBezTo>
                      <a:pt x="76" y="44"/>
                      <a:pt x="75" y="40"/>
                      <a:pt x="73" y="36"/>
                    </a:cubicBezTo>
                    <a:cubicBezTo>
                      <a:pt x="86" y="36"/>
                      <a:pt x="86" y="36"/>
                      <a:pt x="86" y="36"/>
                    </a:cubicBezTo>
                    <a:cubicBezTo>
                      <a:pt x="87" y="40"/>
                      <a:pt x="88" y="44"/>
                      <a:pt x="88" y="48"/>
                    </a:cubicBezTo>
                    <a:cubicBezTo>
                      <a:pt x="88" y="52"/>
                      <a:pt x="87" y="56"/>
                      <a:pt x="86" y="60"/>
                    </a:cubicBezTo>
                    <a:lnTo>
                      <a:pt x="73" y="6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48"/>
              <p:cNvSpPr>
                <a:spLocks/>
              </p:cNvSpPr>
              <p:nvPr/>
            </p:nvSpPr>
            <p:spPr bwMode="auto">
              <a:xfrm>
                <a:off x="4567238" y="2530476"/>
                <a:ext cx="25400" cy="12700"/>
              </a:xfrm>
              <a:custGeom>
                <a:avLst/>
                <a:gdLst>
                  <a:gd name="T0" fmla="*/ 6 w 8"/>
                  <a:gd name="T1" fmla="*/ 0 h 4"/>
                  <a:gd name="T2" fmla="*/ 0 w 8"/>
                  <a:gd name="T3" fmla="*/ 0 h 4"/>
                  <a:gd name="T4" fmla="*/ 0 w 8"/>
                  <a:gd name="T5" fmla="*/ 4 h 4"/>
                  <a:gd name="T6" fmla="*/ 6 w 8"/>
                  <a:gd name="T7" fmla="*/ 4 h 4"/>
                  <a:gd name="T8" fmla="*/ 8 w 8"/>
                  <a:gd name="T9" fmla="*/ 2 h 4"/>
                  <a:gd name="T10" fmla="*/ 6 w 8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4">
                    <a:moveTo>
                      <a:pt x="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3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0" name="组合 189"/>
            <p:cNvGrpSpPr/>
            <p:nvPr/>
          </p:nvGrpSpPr>
          <p:grpSpPr>
            <a:xfrm>
              <a:off x="5059363" y="2403476"/>
              <a:ext cx="254000" cy="227013"/>
              <a:chOff x="5059363" y="2403476"/>
              <a:chExt cx="254000" cy="227013"/>
            </a:xfrm>
          </p:grpSpPr>
          <p:sp>
            <p:nvSpPr>
              <p:cNvPr id="50" name="Freeform 49"/>
              <p:cNvSpPr>
                <a:spLocks/>
              </p:cNvSpPr>
              <p:nvPr/>
            </p:nvSpPr>
            <p:spPr bwMode="auto">
              <a:xfrm>
                <a:off x="5173663" y="2555876"/>
                <a:ext cx="25400" cy="12700"/>
              </a:xfrm>
              <a:custGeom>
                <a:avLst/>
                <a:gdLst>
                  <a:gd name="T0" fmla="*/ 6 w 8"/>
                  <a:gd name="T1" fmla="*/ 0 h 4"/>
                  <a:gd name="T2" fmla="*/ 0 w 8"/>
                  <a:gd name="T3" fmla="*/ 0 h 4"/>
                  <a:gd name="T4" fmla="*/ 0 w 8"/>
                  <a:gd name="T5" fmla="*/ 4 h 4"/>
                  <a:gd name="T6" fmla="*/ 6 w 8"/>
                  <a:gd name="T7" fmla="*/ 4 h 4"/>
                  <a:gd name="T8" fmla="*/ 8 w 8"/>
                  <a:gd name="T9" fmla="*/ 2 h 4"/>
                  <a:gd name="T10" fmla="*/ 6 w 8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4">
                    <a:moveTo>
                      <a:pt x="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3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50"/>
              <p:cNvSpPr>
                <a:spLocks/>
              </p:cNvSpPr>
              <p:nvPr/>
            </p:nvSpPr>
            <p:spPr bwMode="auto">
              <a:xfrm>
                <a:off x="5173663" y="2517776"/>
                <a:ext cx="25400" cy="12700"/>
              </a:xfrm>
              <a:custGeom>
                <a:avLst/>
                <a:gdLst>
                  <a:gd name="T0" fmla="*/ 0 w 8"/>
                  <a:gd name="T1" fmla="*/ 4 h 4"/>
                  <a:gd name="T2" fmla="*/ 6 w 8"/>
                  <a:gd name="T3" fmla="*/ 4 h 4"/>
                  <a:gd name="T4" fmla="*/ 8 w 8"/>
                  <a:gd name="T5" fmla="*/ 2 h 4"/>
                  <a:gd name="T6" fmla="*/ 6 w 8"/>
                  <a:gd name="T7" fmla="*/ 0 h 4"/>
                  <a:gd name="T8" fmla="*/ 0 w 8"/>
                  <a:gd name="T9" fmla="*/ 0 h 4"/>
                  <a:gd name="T10" fmla="*/ 0 w 8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4">
                    <a:moveTo>
                      <a:pt x="0" y="4"/>
                    </a:move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3"/>
                      <a:pt x="8" y="2"/>
                    </a:cubicBezTo>
                    <a:cubicBezTo>
                      <a:pt x="8" y="1"/>
                      <a:pt x="7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51"/>
              <p:cNvSpPr>
                <a:spLocks noEditPoints="1"/>
              </p:cNvSpPr>
              <p:nvPr/>
            </p:nvSpPr>
            <p:spPr bwMode="auto">
              <a:xfrm>
                <a:off x="5059363" y="2403476"/>
                <a:ext cx="254000" cy="50800"/>
              </a:xfrm>
              <a:custGeom>
                <a:avLst/>
                <a:gdLst>
                  <a:gd name="T0" fmla="*/ 80 w 80"/>
                  <a:gd name="T1" fmla="*/ 16 h 16"/>
                  <a:gd name="T2" fmla="*/ 80 w 80"/>
                  <a:gd name="T3" fmla="*/ 8 h 16"/>
                  <a:gd name="T4" fmla="*/ 72 w 80"/>
                  <a:gd name="T5" fmla="*/ 0 h 16"/>
                  <a:gd name="T6" fmla="*/ 8 w 80"/>
                  <a:gd name="T7" fmla="*/ 0 h 16"/>
                  <a:gd name="T8" fmla="*/ 0 w 80"/>
                  <a:gd name="T9" fmla="*/ 8 h 16"/>
                  <a:gd name="T10" fmla="*/ 0 w 80"/>
                  <a:gd name="T11" fmla="*/ 16 h 16"/>
                  <a:gd name="T12" fmla="*/ 80 w 80"/>
                  <a:gd name="T13" fmla="*/ 16 h 16"/>
                  <a:gd name="T14" fmla="*/ 24 w 80"/>
                  <a:gd name="T15" fmla="*/ 4 h 16"/>
                  <a:gd name="T16" fmla="*/ 28 w 80"/>
                  <a:gd name="T17" fmla="*/ 8 h 16"/>
                  <a:gd name="T18" fmla="*/ 24 w 80"/>
                  <a:gd name="T19" fmla="*/ 12 h 16"/>
                  <a:gd name="T20" fmla="*/ 20 w 80"/>
                  <a:gd name="T21" fmla="*/ 8 h 16"/>
                  <a:gd name="T22" fmla="*/ 24 w 80"/>
                  <a:gd name="T23" fmla="*/ 4 h 16"/>
                  <a:gd name="T24" fmla="*/ 12 w 80"/>
                  <a:gd name="T25" fmla="*/ 4 h 16"/>
                  <a:gd name="T26" fmla="*/ 16 w 80"/>
                  <a:gd name="T27" fmla="*/ 8 h 16"/>
                  <a:gd name="T28" fmla="*/ 12 w 80"/>
                  <a:gd name="T29" fmla="*/ 12 h 16"/>
                  <a:gd name="T30" fmla="*/ 8 w 80"/>
                  <a:gd name="T31" fmla="*/ 8 h 16"/>
                  <a:gd name="T32" fmla="*/ 12 w 80"/>
                  <a:gd name="T33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" h="16">
                    <a:moveTo>
                      <a:pt x="80" y="16"/>
                    </a:move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lnTo>
                      <a:pt x="80" y="16"/>
                    </a:lnTo>
                    <a:close/>
                    <a:moveTo>
                      <a:pt x="24" y="4"/>
                    </a:moveTo>
                    <a:cubicBezTo>
                      <a:pt x="26" y="4"/>
                      <a:pt x="28" y="6"/>
                      <a:pt x="28" y="8"/>
                    </a:cubicBezTo>
                    <a:cubicBezTo>
                      <a:pt x="28" y="10"/>
                      <a:pt x="26" y="12"/>
                      <a:pt x="24" y="12"/>
                    </a:cubicBezTo>
                    <a:cubicBezTo>
                      <a:pt x="22" y="12"/>
                      <a:pt x="20" y="10"/>
                      <a:pt x="20" y="8"/>
                    </a:cubicBezTo>
                    <a:cubicBezTo>
                      <a:pt x="20" y="6"/>
                      <a:pt x="22" y="4"/>
                      <a:pt x="24" y="4"/>
                    </a:cubicBezTo>
                    <a:close/>
                    <a:moveTo>
                      <a:pt x="12" y="4"/>
                    </a:moveTo>
                    <a:cubicBezTo>
                      <a:pt x="14" y="4"/>
                      <a:pt x="16" y="6"/>
                      <a:pt x="16" y="8"/>
                    </a:cubicBezTo>
                    <a:cubicBezTo>
                      <a:pt x="16" y="10"/>
                      <a:pt x="14" y="12"/>
                      <a:pt x="12" y="12"/>
                    </a:cubicBezTo>
                    <a:cubicBezTo>
                      <a:pt x="10" y="12"/>
                      <a:pt x="8" y="10"/>
                      <a:pt x="8" y="8"/>
                    </a:cubicBezTo>
                    <a:cubicBezTo>
                      <a:pt x="8" y="6"/>
                      <a:pt x="10" y="4"/>
                      <a:pt x="12" y="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52"/>
              <p:cNvSpPr>
                <a:spLocks noEditPoints="1"/>
              </p:cNvSpPr>
              <p:nvPr/>
            </p:nvSpPr>
            <p:spPr bwMode="auto">
              <a:xfrm>
                <a:off x="5059363" y="2466976"/>
                <a:ext cx="254000" cy="163513"/>
              </a:xfrm>
              <a:custGeom>
                <a:avLst/>
                <a:gdLst>
                  <a:gd name="T0" fmla="*/ 0 w 80"/>
                  <a:gd name="T1" fmla="*/ 0 h 52"/>
                  <a:gd name="T2" fmla="*/ 0 w 80"/>
                  <a:gd name="T3" fmla="*/ 44 h 52"/>
                  <a:gd name="T4" fmla="*/ 8 w 80"/>
                  <a:gd name="T5" fmla="*/ 52 h 52"/>
                  <a:gd name="T6" fmla="*/ 72 w 80"/>
                  <a:gd name="T7" fmla="*/ 52 h 52"/>
                  <a:gd name="T8" fmla="*/ 80 w 80"/>
                  <a:gd name="T9" fmla="*/ 44 h 52"/>
                  <a:gd name="T10" fmla="*/ 80 w 80"/>
                  <a:gd name="T11" fmla="*/ 0 h 52"/>
                  <a:gd name="T12" fmla="*/ 0 w 80"/>
                  <a:gd name="T13" fmla="*/ 0 h 52"/>
                  <a:gd name="T14" fmla="*/ 52 w 80"/>
                  <a:gd name="T15" fmla="*/ 30 h 52"/>
                  <a:gd name="T16" fmla="*/ 44 w 80"/>
                  <a:gd name="T17" fmla="*/ 40 h 52"/>
                  <a:gd name="T18" fmla="*/ 44 w 80"/>
                  <a:gd name="T19" fmla="*/ 44 h 52"/>
                  <a:gd name="T20" fmla="*/ 36 w 80"/>
                  <a:gd name="T21" fmla="*/ 44 h 52"/>
                  <a:gd name="T22" fmla="*/ 36 w 80"/>
                  <a:gd name="T23" fmla="*/ 40 h 52"/>
                  <a:gd name="T24" fmla="*/ 28 w 80"/>
                  <a:gd name="T25" fmla="*/ 40 h 52"/>
                  <a:gd name="T26" fmla="*/ 28 w 80"/>
                  <a:gd name="T27" fmla="*/ 8 h 52"/>
                  <a:gd name="T28" fmla="*/ 36 w 80"/>
                  <a:gd name="T29" fmla="*/ 8 h 52"/>
                  <a:gd name="T30" fmla="*/ 36 w 80"/>
                  <a:gd name="T31" fmla="*/ 4 h 52"/>
                  <a:gd name="T32" fmla="*/ 44 w 80"/>
                  <a:gd name="T33" fmla="*/ 4 h 52"/>
                  <a:gd name="T34" fmla="*/ 44 w 80"/>
                  <a:gd name="T35" fmla="*/ 8 h 52"/>
                  <a:gd name="T36" fmla="*/ 52 w 80"/>
                  <a:gd name="T37" fmla="*/ 18 h 52"/>
                  <a:gd name="T38" fmla="*/ 50 w 80"/>
                  <a:gd name="T39" fmla="*/ 24 h 52"/>
                  <a:gd name="T40" fmla="*/ 52 w 80"/>
                  <a:gd name="T41" fmla="*/ 3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0" h="52">
                    <a:moveTo>
                      <a:pt x="0" y="0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76" y="52"/>
                      <a:pt x="80" y="48"/>
                      <a:pt x="80" y="44"/>
                    </a:cubicBezTo>
                    <a:cubicBezTo>
                      <a:pt x="80" y="0"/>
                      <a:pt x="80" y="0"/>
                      <a:pt x="80" y="0"/>
                    </a:cubicBezTo>
                    <a:lnTo>
                      <a:pt x="0" y="0"/>
                    </a:lnTo>
                    <a:close/>
                    <a:moveTo>
                      <a:pt x="52" y="30"/>
                    </a:moveTo>
                    <a:cubicBezTo>
                      <a:pt x="52" y="35"/>
                      <a:pt x="49" y="39"/>
                      <a:pt x="44" y="40"/>
                    </a:cubicBezTo>
                    <a:cubicBezTo>
                      <a:pt x="44" y="44"/>
                      <a:pt x="44" y="44"/>
                      <a:pt x="44" y="44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4" y="4"/>
                      <a:pt x="44" y="4"/>
                      <a:pt x="44" y="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9" y="9"/>
                      <a:pt x="52" y="13"/>
                      <a:pt x="52" y="18"/>
                    </a:cubicBezTo>
                    <a:cubicBezTo>
                      <a:pt x="52" y="20"/>
                      <a:pt x="51" y="22"/>
                      <a:pt x="50" y="24"/>
                    </a:cubicBezTo>
                    <a:cubicBezTo>
                      <a:pt x="51" y="26"/>
                      <a:pt x="52" y="28"/>
                      <a:pt x="52" y="3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" name="组合 193"/>
            <p:cNvGrpSpPr/>
            <p:nvPr/>
          </p:nvGrpSpPr>
          <p:grpSpPr>
            <a:xfrm>
              <a:off x="7512051" y="2393951"/>
              <a:ext cx="201613" cy="249238"/>
              <a:chOff x="7512051" y="2393951"/>
              <a:chExt cx="201613" cy="249238"/>
            </a:xfrm>
          </p:grpSpPr>
          <p:sp>
            <p:nvSpPr>
              <p:cNvPr id="54" name="Freeform 53"/>
              <p:cNvSpPr>
                <a:spLocks/>
              </p:cNvSpPr>
              <p:nvPr/>
            </p:nvSpPr>
            <p:spPr bwMode="auto">
              <a:xfrm>
                <a:off x="7512051" y="2492376"/>
                <a:ext cx="201613" cy="150813"/>
              </a:xfrm>
              <a:custGeom>
                <a:avLst/>
                <a:gdLst>
                  <a:gd name="T0" fmla="*/ 60 w 64"/>
                  <a:gd name="T1" fmla="*/ 0 h 48"/>
                  <a:gd name="T2" fmla="*/ 4 w 64"/>
                  <a:gd name="T3" fmla="*/ 0 h 48"/>
                  <a:gd name="T4" fmla="*/ 0 w 64"/>
                  <a:gd name="T5" fmla="*/ 4 h 48"/>
                  <a:gd name="T6" fmla="*/ 0 w 64"/>
                  <a:gd name="T7" fmla="*/ 32 h 48"/>
                  <a:gd name="T8" fmla="*/ 8 w 64"/>
                  <a:gd name="T9" fmla="*/ 32 h 48"/>
                  <a:gd name="T10" fmla="*/ 8 w 64"/>
                  <a:gd name="T11" fmla="*/ 8 h 48"/>
                  <a:gd name="T12" fmla="*/ 12 w 64"/>
                  <a:gd name="T13" fmla="*/ 8 h 48"/>
                  <a:gd name="T14" fmla="*/ 12 w 64"/>
                  <a:gd name="T15" fmla="*/ 32 h 48"/>
                  <a:gd name="T16" fmla="*/ 16 w 64"/>
                  <a:gd name="T17" fmla="*/ 36 h 48"/>
                  <a:gd name="T18" fmla="*/ 20 w 64"/>
                  <a:gd name="T19" fmla="*/ 36 h 48"/>
                  <a:gd name="T20" fmla="*/ 20 w 64"/>
                  <a:gd name="T21" fmla="*/ 48 h 48"/>
                  <a:gd name="T22" fmla="*/ 28 w 64"/>
                  <a:gd name="T23" fmla="*/ 48 h 48"/>
                  <a:gd name="T24" fmla="*/ 28 w 64"/>
                  <a:gd name="T25" fmla="*/ 36 h 48"/>
                  <a:gd name="T26" fmla="*/ 36 w 64"/>
                  <a:gd name="T27" fmla="*/ 36 h 48"/>
                  <a:gd name="T28" fmla="*/ 36 w 64"/>
                  <a:gd name="T29" fmla="*/ 48 h 48"/>
                  <a:gd name="T30" fmla="*/ 44 w 64"/>
                  <a:gd name="T31" fmla="*/ 48 h 48"/>
                  <a:gd name="T32" fmla="*/ 44 w 64"/>
                  <a:gd name="T33" fmla="*/ 36 h 48"/>
                  <a:gd name="T34" fmla="*/ 48 w 64"/>
                  <a:gd name="T35" fmla="*/ 36 h 48"/>
                  <a:gd name="T36" fmla="*/ 52 w 64"/>
                  <a:gd name="T37" fmla="*/ 32 h 48"/>
                  <a:gd name="T38" fmla="*/ 52 w 64"/>
                  <a:gd name="T39" fmla="*/ 8 h 48"/>
                  <a:gd name="T40" fmla="*/ 56 w 64"/>
                  <a:gd name="T41" fmla="*/ 8 h 48"/>
                  <a:gd name="T42" fmla="*/ 56 w 64"/>
                  <a:gd name="T43" fmla="*/ 32 h 48"/>
                  <a:gd name="T44" fmla="*/ 64 w 64"/>
                  <a:gd name="T45" fmla="*/ 32 h 48"/>
                  <a:gd name="T46" fmla="*/ 64 w 64"/>
                  <a:gd name="T47" fmla="*/ 4 h 48"/>
                  <a:gd name="T48" fmla="*/ 60 w 64"/>
                  <a:gd name="T49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64" h="48">
                    <a:moveTo>
                      <a:pt x="6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34"/>
                      <a:pt x="14" y="36"/>
                      <a:pt x="16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50" y="36"/>
                      <a:pt x="52" y="34"/>
                      <a:pt x="52" y="32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2"/>
                      <a:pt x="62" y="0"/>
                      <a:pt x="60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54"/>
              <p:cNvSpPr>
                <a:spLocks/>
              </p:cNvSpPr>
              <p:nvPr/>
            </p:nvSpPr>
            <p:spPr bwMode="auto">
              <a:xfrm>
                <a:off x="7540626" y="2393951"/>
                <a:ext cx="144463" cy="85725"/>
              </a:xfrm>
              <a:custGeom>
                <a:avLst/>
                <a:gdLst>
                  <a:gd name="T0" fmla="*/ 3 w 46"/>
                  <a:gd name="T1" fmla="*/ 23 h 27"/>
                  <a:gd name="T2" fmla="*/ 7 w 46"/>
                  <a:gd name="T3" fmla="*/ 27 h 27"/>
                  <a:gd name="T4" fmla="*/ 39 w 46"/>
                  <a:gd name="T5" fmla="*/ 27 h 27"/>
                  <a:gd name="T6" fmla="*/ 43 w 46"/>
                  <a:gd name="T7" fmla="*/ 23 h 27"/>
                  <a:gd name="T8" fmla="*/ 40 w 46"/>
                  <a:gd name="T9" fmla="*/ 12 h 27"/>
                  <a:gd name="T10" fmla="*/ 46 w 46"/>
                  <a:gd name="T11" fmla="*/ 6 h 27"/>
                  <a:gd name="T12" fmla="*/ 40 w 46"/>
                  <a:gd name="T13" fmla="*/ 0 h 27"/>
                  <a:gd name="T14" fmla="*/ 34 w 46"/>
                  <a:gd name="T15" fmla="*/ 6 h 27"/>
                  <a:gd name="T16" fmla="*/ 23 w 46"/>
                  <a:gd name="T17" fmla="*/ 3 h 27"/>
                  <a:gd name="T18" fmla="*/ 12 w 46"/>
                  <a:gd name="T19" fmla="*/ 6 h 27"/>
                  <a:gd name="T20" fmla="*/ 6 w 46"/>
                  <a:gd name="T21" fmla="*/ 0 h 27"/>
                  <a:gd name="T22" fmla="*/ 0 w 46"/>
                  <a:gd name="T23" fmla="*/ 6 h 27"/>
                  <a:gd name="T24" fmla="*/ 6 w 46"/>
                  <a:gd name="T25" fmla="*/ 12 h 27"/>
                  <a:gd name="T26" fmla="*/ 3 w 46"/>
                  <a:gd name="T27" fmla="*/ 2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" h="27">
                    <a:moveTo>
                      <a:pt x="3" y="23"/>
                    </a:moveTo>
                    <a:cubicBezTo>
                      <a:pt x="3" y="25"/>
                      <a:pt x="5" y="27"/>
                      <a:pt x="7" y="27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1" y="27"/>
                      <a:pt x="43" y="25"/>
                      <a:pt x="43" y="23"/>
                    </a:cubicBezTo>
                    <a:cubicBezTo>
                      <a:pt x="43" y="19"/>
                      <a:pt x="42" y="15"/>
                      <a:pt x="40" y="12"/>
                    </a:cubicBezTo>
                    <a:cubicBezTo>
                      <a:pt x="46" y="6"/>
                      <a:pt x="46" y="6"/>
                      <a:pt x="46" y="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4" y="6"/>
                      <a:pt x="34" y="6"/>
                      <a:pt x="34" y="6"/>
                    </a:cubicBezTo>
                    <a:cubicBezTo>
                      <a:pt x="31" y="4"/>
                      <a:pt x="27" y="3"/>
                      <a:pt x="23" y="3"/>
                    </a:cubicBezTo>
                    <a:cubicBezTo>
                      <a:pt x="19" y="3"/>
                      <a:pt x="15" y="4"/>
                      <a:pt x="12" y="6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4" y="15"/>
                      <a:pt x="3" y="19"/>
                      <a:pt x="3" y="2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1" name="组合 190"/>
            <p:cNvGrpSpPr/>
            <p:nvPr/>
          </p:nvGrpSpPr>
          <p:grpSpPr>
            <a:xfrm>
              <a:off x="5665788" y="2428876"/>
              <a:ext cx="254000" cy="196850"/>
              <a:chOff x="5665788" y="2428876"/>
              <a:chExt cx="254000" cy="196850"/>
            </a:xfrm>
          </p:grpSpPr>
          <p:sp>
            <p:nvSpPr>
              <p:cNvPr id="56" name="Oval 55"/>
              <p:cNvSpPr>
                <a:spLocks noChangeArrowheads="1"/>
              </p:cNvSpPr>
              <p:nvPr/>
            </p:nvSpPr>
            <p:spPr bwMode="auto">
              <a:xfrm>
                <a:off x="5703888" y="2466976"/>
                <a:ext cx="50800" cy="508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Oval 56"/>
              <p:cNvSpPr>
                <a:spLocks noChangeArrowheads="1"/>
              </p:cNvSpPr>
              <p:nvPr/>
            </p:nvSpPr>
            <p:spPr bwMode="auto">
              <a:xfrm>
                <a:off x="5767388" y="2466976"/>
                <a:ext cx="50800" cy="508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57"/>
              <p:cNvSpPr>
                <a:spLocks/>
              </p:cNvSpPr>
              <p:nvPr/>
            </p:nvSpPr>
            <p:spPr bwMode="auto">
              <a:xfrm>
                <a:off x="5665788" y="2428876"/>
                <a:ext cx="254000" cy="127000"/>
              </a:xfrm>
              <a:custGeom>
                <a:avLst/>
                <a:gdLst>
                  <a:gd name="T0" fmla="*/ 72 w 80"/>
                  <a:gd name="T1" fmla="*/ 0 h 40"/>
                  <a:gd name="T2" fmla="*/ 8 w 80"/>
                  <a:gd name="T3" fmla="*/ 0 h 40"/>
                  <a:gd name="T4" fmla="*/ 0 w 80"/>
                  <a:gd name="T5" fmla="*/ 8 h 40"/>
                  <a:gd name="T6" fmla="*/ 0 w 80"/>
                  <a:gd name="T7" fmla="*/ 32 h 40"/>
                  <a:gd name="T8" fmla="*/ 8 w 80"/>
                  <a:gd name="T9" fmla="*/ 40 h 40"/>
                  <a:gd name="T10" fmla="*/ 40 w 80"/>
                  <a:gd name="T11" fmla="*/ 40 h 40"/>
                  <a:gd name="T12" fmla="*/ 40 w 80"/>
                  <a:gd name="T13" fmla="*/ 32 h 40"/>
                  <a:gd name="T14" fmla="*/ 8 w 80"/>
                  <a:gd name="T15" fmla="*/ 32 h 40"/>
                  <a:gd name="T16" fmla="*/ 8 w 80"/>
                  <a:gd name="T17" fmla="*/ 8 h 40"/>
                  <a:gd name="T18" fmla="*/ 72 w 80"/>
                  <a:gd name="T19" fmla="*/ 8 h 40"/>
                  <a:gd name="T20" fmla="*/ 72 w 80"/>
                  <a:gd name="T21" fmla="*/ 28 h 40"/>
                  <a:gd name="T22" fmla="*/ 80 w 80"/>
                  <a:gd name="T23" fmla="*/ 28 h 40"/>
                  <a:gd name="T24" fmla="*/ 80 w 80"/>
                  <a:gd name="T25" fmla="*/ 8 h 40"/>
                  <a:gd name="T26" fmla="*/ 72 w 80"/>
                  <a:gd name="T2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40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4" y="40"/>
                      <a:pt x="8" y="40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58"/>
              <p:cNvSpPr>
                <a:spLocks/>
              </p:cNvSpPr>
              <p:nvPr/>
            </p:nvSpPr>
            <p:spPr bwMode="auto">
              <a:xfrm>
                <a:off x="5799138" y="2536826"/>
                <a:ext cx="114300" cy="88900"/>
              </a:xfrm>
              <a:custGeom>
                <a:avLst/>
                <a:gdLst>
                  <a:gd name="T0" fmla="*/ 28 w 72"/>
                  <a:gd name="T1" fmla="*/ 32 h 56"/>
                  <a:gd name="T2" fmla="*/ 12 w 72"/>
                  <a:gd name="T3" fmla="*/ 16 h 56"/>
                  <a:gd name="T4" fmla="*/ 0 w 72"/>
                  <a:gd name="T5" fmla="*/ 28 h 56"/>
                  <a:gd name="T6" fmla="*/ 28 w 72"/>
                  <a:gd name="T7" fmla="*/ 56 h 56"/>
                  <a:gd name="T8" fmla="*/ 72 w 72"/>
                  <a:gd name="T9" fmla="*/ 12 h 56"/>
                  <a:gd name="T10" fmla="*/ 60 w 72"/>
                  <a:gd name="T11" fmla="*/ 0 h 56"/>
                  <a:gd name="T12" fmla="*/ 28 w 72"/>
                  <a:gd name="T13" fmla="*/ 3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56">
                    <a:moveTo>
                      <a:pt x="28" y="32"/>
                    </a:moveTo>
                    <a:lnTo>
                      <a:pt x="12" y="16"/>
                    </a:lnTo>
                    <a:lnTo>
                      <a:pt x="0" y="28"/>
                    </a:lnTo>
                    <a:lnTo>
                      <a:pt x="28" y="56"/>
                    </a:lnTo>
                    <a:lnTo>
                      <a:pt x="72" y="12"/>
                    </a:lnTo>
                    <a:lnTo>
                      <a:pt x="60" y="0"/>
                    </a:lnTo>
                    <a:lnTo>
                      <a:pt x="28" y="32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6273801" y="2428876"/>
              <a:ext cx="252413" cy="127000"/>
            </a:xfrm>
            <a:custGeom>
              <a:avLst/>
              <a:gdLst>
                <a:gd name="T0" fmla="*/ 72 w 80"/>
                <a:gd name="T1" fmla="*/ 0 h 40"/>
                <a:gd name="T2" fmla="*/ 8 w 80"/>
                <a:gd name="T3" fmla="*/ 0 h 40"/>
                <a:gd name="T4" fmla="*/ 0 w 80"/>
                <a:gd name="T5" fmla="*/ 8 h 40"/>
                <a:gd name="T6" fmla="*/ 0 w 80"/>
                <a:gd name="T7" fmla="*/ 32 h 40"/>
                <a:gd name="T8" fmla="*/ 8 w 80"/>
                <a:gd name="T9" fmla="*/ 40 h 40"/>
                <a:gd name="T10" fmla="*/ 44 w 80"/>
                <a:gd name="T11" fmla="*/ 40 h 40"/>
                <a:gd name="T12" fmla="*/ 44 w 80"/>
                <a:gd name="T13" fmla="*/ 32 h 40"/>
                <a:gd name="T14" fmla="*/ 8 w 80"/>
                <a:gd name="T15" fmla="*/ 32 h 40"/>
                <a:gd name="T16" fmla="*/ 8 w 80"/>
                <a:gd name="T17" fmla="*/ 8 h 40"/>
                <a:gd name="T18" fmla="*/ 72 w 80"/>
                <a:gd name="T19" fmla="*/ 8 h 40"/>
                <a:gd name="T20" fmla="*/ 72 w 80"/>
                <a:gd name="T21" fmla="*/ 28 h 40"/>
                <a:gd name="T22" fmla="*/ 80 w 80"/>
                <a:gd name="T23" fmla="*/ 28 h 40"/>
                <a:gd name="T24" fmla="*/ 80 w 80"/>
                <a:gd name="T25" fmla="*/ 8 h 40"/>
                <a:gd name="T26" fmla="*/ 72 w 80"/>
                <a:gd name="T2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40">
                  <a:moveTo>
                    <a:pt x="72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6"/>
                    <a:pt x="4" y="40"/>
                    <a:pt x="8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80" y="28"/>
                    <a:pt x="80" y="28"/>
                    <a:pt x="80" y="28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80" y="4"/>
                    <a:pt x="76" y="0"/>
                    <a:pt x="72" y="0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92" name="组合 191"/>
            <p:cNvGrpSpPr/>
            <p:nvPr/>
          </p:nvGrpSpPr>
          <p:grpSpPr>
            <a:xfrm>
              <a:off x="6310313" y="2466976"/>
              <a:ext cx="209550" cy="158750"/>
              <a:chOff x="6310313" y="2466976"/>
              <a:chExt cx="209550" cy="158750"/>
            </a:xfrm>
          </p:grpSpPr>
          <p:sp>
            <p:nvSpPr>
              <p:cNvPr id="60" name="Oval 59"/>
              <p:cNvSpPr>
                <a:spLocks noChangeArrowheads="1"/>
              </p:cNvSpPr>
              <p:nvPr/>
            </p:nvSpPr>
            <p:spPr bwMode="auto">
              <a:xfrm>
                <a:off x="6310313" y="2466976"/>
                <a:ext cx="50800" cy="508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Oval 60"/>
              <p:cNvSpPr>
                <a:spLocks noChangeArrowheads="1"/>
              </p:cNvSpPr>
              <p:nvPr/>
            </p:nvSpPr>
            <p:spPr bwMode="auto">
              <a:xfrm>
                <a:off x="6373813" y="2466976"/>
                <a:ext cx="50800" cy="508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62"/>
              <p:cNvSpPr>
                <a:spLocks/>
              </p:cNvSpPr>
              <p:nvPr/>
            </p:nvSpPr>
            <p:spPr bwMode="auto">
              <a:xfrm>
                <a:off x="6430963" y="2536826"/>
                <a:ext cx="88900" cy="88900"/>
              </a:xfrm>
              <a:custGeom>
                <a:avLst/>
                <a:gdLst>
                  <a:gd name="T0" fmla="*/ 44 w 56"/>
                  <a:gd name="T1" fmla="*/ 0 h 56"/>
                  <a:gd name="T2" fmla="*/ 28 w 56"/>
                  <a:gd name="T3" fmla="*/ 16 h 56"/>
                  <a:gd name="T4" fmla="*/ 12 w 56"/>
                  <a:gd name="T5" fmla="*/ 0 h 56"/>
                  <a:gd name="T6" fmla="*/ 0 w 56"/>
                  <a:gd name="T7" fmla="*/ 12 h 56"/>
                  <a:gd name="T8" fmla="*/ 16 w 56"/>
                  <a:gd name="T9" fmla="*/ 28 h 56"/>
                  <a:gd name="T10" fmla="*/ 0 w 56"/>
                  <a:gd name="T11" fmla="*/ 44 h 56"/>
                  <a:gd name="T12" fmla="*/ 12 w 56"/>
                  <a:gd name="T13" fmla="*/ 56 h 56"/>
                  <a:gd name="T14" fmla="*/ 28 w 56"/>
                  <a:gd name="T15" fmla="*/ 40 h 56"/>
                  <a:gd name="T16" fmla="*/ 44 w 56"/>
                  <a:gd name="T17" fmla="*/ 56 h 56"/>
                  <a:gd name="T18" fmla="*/ 56 w 56"/>
                  <a:gd name="T19" fmla="*/ 44 h 56"/>
                  <a:gd name="T20" fmla="*/ 40 w 56"/>
                  <a:gd name="T21" fmla="*/ 28 h 56"/>
                  <a:gd name="T22" fmla="*/ 56 w 56"/>
                  <a:gd name="T23" fmla="*/ 12 h 56"/>
                  <a:gd name="T24" fmla="*/ 44 w 56"/>
                  <a:gd name="T2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56">
                    <a:moveTo>
                      <a:pt x="44" y="0"/>
                    </a:moveTo>
                    <a:lnTo>
                      <a:pt x="28" y="16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16" y="28"/>
                    </a:lnTo>
                    <a:lnTo>
                      <a:pt x="0" y="44"/>
                    </a:lnTo>
                    <a:lnTo>
                      <a:pt x="12" y="56"/>
                    </a:lnTo>
                    <a:lnTo>
                      <a:pt x="28" y="40"/>
                    </a:lnTo>
                    <a:lnTo>
                      <a:pt x="44" y="56"/>
                    </a:lnTo>
                    <a:lnTo>
                      <a:pt x="56" y="44"/>
                    </a:lnTo>
                    <a:lnTo>
                      <a:pt x="40" y="28"/>
                    </a:lnTo>
                    <a:lnTo>
                      <a:pt x="56" y="12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3" name="组合 192"/>
            <p:cNvGrpSpPr/>
            <p:nvPr/>
          </p:nvGrpSpPr>
          <p:grpSpPr>
            <a:xfrm>
              <a:off x="6880226" y="2428876"/>
              <a:ext cx="252413" cy="201613"/>
              <a:chOff x="6880226" y="2428876"/>
              <a:chExt cx="252413" cy="201613"/>
            </a:xfrm>
          </p:grpSpPr>
          <p:sp>
            <p:nvSpPr>
              <p:cNvPr id="64" name="Oval 63"/>
              <p:cNvSpPr>
                <a:spLocks noChangeArrowheads="1"/>
              </p:cNvSpPr>
              <p:nvPr/>
            </p:nvSpPr>
            <p:spPr bwMode="auto">
              <a:xfrm>
                <a:off x="6916738" y="2466976"/>
                <a:ext cx="50800" cy="508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64"/>
              <p:cNvSpPr>
                <a:spLocks/>
              </p:cNvSpPr>
              <p:nvPr/>
            </p:nvSpPr>
            <p:spPr bwMode="auto">
              <a:xfrm>
                <a:off x="6880226" y="2428876"/>
                <a:ext cx="252413" cy="127000"/>
              </a:xfrm>
              <a:custGeom>
                <a:avLst/>
                <a:gdLst>
                  <a:gd name="T0" fmla="*/ 72 w 80"/>
                  <a:gd name="T1" fmla="*/ 0 h 40"/>
                  <a:gd name="T2" fmla="*/ 8 w 80"/>
                  <a:gd name="T3" fmla="*/ 0 h 40"/>
                  <a:gd name="T4" fmla="*/ 0 w 80"/>
                  <a:gd name="T5" fmla="*/ 8 h 40"/>
                  <a:gd name="T6" fmla="*/ 0 w 80"/>
                  <a:gd name="T7" fmla="*/ 32 h 40"/>
                  <a:gd name="T8" fmla="*/ 8 w 80"/>
                  <a:gd name="T9" fmla="*/ 40 h 40"/>
                  <a:gd name="T10" fmla="*/ 44 w 80"/>
                  <a:gd name="T11" fmla="*/ 40 h 40"/>
                  <a:gd name="T12" fmla="*/ 44 w 80"/>
                  <a:gd name="T13" fmla="*/ 32 h 40"/>
                  <a:gd name="T14" fmla="*/ 8 w 80"/>
                  <a:gd name="T15" fmla="*/ 32 h 40"/>
                  <a:gd name="T16" fmla="*/ 8 w 80"/>
                  <a:gd name="T17" fmla="*/ 8 h 40"/>
                  <a:gd name="T18" fmla="*/ 72 w 80"/>
                  <a:gd name="T19" fmla="*/ 8 h 40"/>
                  <a:gd name="T20" fmla="*/ 72 w 80"/>
                  <a:gd name="T21" fmla="*/ 16 h 40"/>
                  <a:gd name="T22" fmla="*/ 80 w 80"/>
                  <a:gd name="T23" fmla="*/ 16 h 40"/>
                  <a:gd name="T24" fmla="*/ 80 w 80"/>
                  <a:gd name="T25" fmla="*/ 8 h 40"/>
                  <a:gd name="T26" fmla="*/ 72 w 80"/>
                  <a:gd name="T27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40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4" y="40"/>
                      <a:pt x="8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65"/>
              <p:cNvSpPr>
                <a:spLocks noEditPoints="1"/>
              </p:cNvSpPr>
              <p:nvPr/>
            </p:nvSpPr>
            <p:spPr bwMode="auto">
              <a:xfrm>
                <a:off x="7043738" y="2505076"/>
                <a:ext cx="88900" cy="125413"/>
              </a:xfrm>
              <a:custGeom>
                <a:avLst/>
                <a:gdLst>
                  <a:gd name="T0" fmla="*/ 24 w 28"/>
                  <a:gd name="T1" fmla="*/ 12 h 40"/>
                  <a:gd name="T2" fmla="*/ 24 w 28"/>
                  <a:gd name="T3" fmla="*/ 10 h 40"/>
                  <a:gd name="T4" fmla="*/ 14 w 28"/>
                  <a:gd name="T5" fmla="*/ 0 h 40"/>
                  <a:gd name="T6" fmla="*/ 4 w 28"/>
                  <a:gd name="T7" fmla="*/ 10 h 40"/>
                  <a:gd name="T8" fmla="*/ 4 w 28"/>
                  <a:gd name="T9" fmla="*/ 12 h 40"/>
                  <a:gd name="T10" fmla="*/ 0 w 28"/>
                  <a:gd name="T11" fmla="*/ 16 h 40"/>
                  <a:gd name="T12" fmla="*/ 0 w 28"/>
                  <a:gd name="T13" fmla="*/ 36 h 40"/>
                  <a:gd name="T14" fmla="*/ 4 w 28"/>
                  <a:gd name="T15" fmla="*/ 40 h 40"/>
                  <a:gd name="T16" fmla="*/ 24 w 28"/>
                  <a:gd name="T17" fmla="*/ 40 h 40"/>
                  <a:gd name="T18" fmla="*/ 28 w 28"/>
                  <a:gd name="T19" fmla="*/ 36 h 40"/>
                  <a:gd name="T20" fmla="*/ 28 w 28"/>
                  <a:gd name="T21" fmla="*/ 16 h 40"/>
                  <a:gd name="T22" fmla="*/ 24 w 28"/>
                  <a:gd name="T23" fmla="*/ 12 h 40"/>
                  <a:gd name="T24" fmla="*/ 12 w 28"/>
                  <a:gd name="T25" fmla="*/ 10 h 40"/>
                  <a:gd name="T26" fmla="*/ 14 w 28"/>
                  <a:gd name="T27" fmla="*/ 8 h 40"/>
                  <a:gd name="T28" fmla="*/ 16 w 28"/>
                  <a:gd name="T29" fmla="*/ 10 h 40"/>
                  <a:gd name="T30" fmla="*/ 16 w 28"/>
                  <a:gd name="T31" fmla="*/ 12 h 40"/>
                  <a:gd name="T32" fmla="*/ 12 w 28"/>
                  <a:gd name="T33" fmla="*/ 12 h 40"/>
                  <a:gd name="T34" fmla="*/ 12 w 28"/>
                  <a:gd name="T35" fmla="*/ 10 h 40"/>
                  <a:gd name="T36" fmla="*/ 20 w 28"/>
                  <a:gd name="T37" fmla="*/ 32 h 40"/>
                  <a:gd name="T38" fmla="*/ 8 w 28"/>
                  <a:gd name="T39" fmla="*/ 32 h 40"/>
                  <a:gd name="T40" fmla="*/ 8 w 28"/>
                  <a:gd name="T41" fmla="*/ 20 h 40"/>
                  <a:gd name="T42" fmla="*/ 20 w 28"/>
                  <a:gd name="T43" fmla="*/ 20 h 40"/>
                  <a:gd name="T44" fmla="*/ 20 w 28"/>
                  <a:gd name="T45" fmla="*/ 3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8" h="40">
                    <a:moveTo>
                      <a:pt x="24" y="12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24" y="4"/>
                      <a:pt x="20" y="0"/>
                      <a:pt x="14" y="0"/>
                    </a:cubicBezTo>
                    <a:cubicBezTo>
                      <a:pt x="8" y="0"/>
                      <a:pt x="4" y="4"/>
                      <a:pt x="4" y="10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2" y="12"/>
                      <a:pt x="0" y="14"/>
                      <a:pt x="0" y="1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6" y="40"/>
                      <a:pt x="28" y="38"/>
                      <a:pt x="28" y="3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14"/>
                      <a:pt x="26" y="12"/>
                      <a:pt x="24" y="12"/>
                    </a:cubicBezTo>
                    <a:close/>
                    <a:moveTo>
                      <a:pt x="12" y="10"/>
                    </a:moveTo>
                    <a:cubicBezTo>
                      <a:pt x="12" y="9"/>
                      <a:pt x="13" y="8"/>
                      <a:pt x="14" y="8"/>
                    </a:cubicBezTo>
                    <a:cubicBezTo>
                      <a:pt x="15" y="8"/>
                      <a:pt x="16" y="9"/>
                      <a:pt x="16" y="10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10"/>
                    </a:lnTo>
                    <a:close/>
                    <a:moveTo>
                      <a:pt x="20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20" y="20"/>
                      <a:pt x="20" y="20"/>
                      <a:pt x="20" y="20"/>
                    </a:cubicBezTo>
                    <a:lnTo>
                      <a:pt x="20" y="32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Oval 66"/>
              <p:cNvSpPr>
                <a:spLocks noChangeArrowheads="1"/>
              </p:cNvSpPr>
              <p:nvPr/>
            </p:nvSpPr>
            <p:spPr bwMode="auto">
              <a:xfrm>
                <a:off x="6980238" y="2466976"/>
                <a:ext cx="50800" cy="508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5" name="组合 194"/>
            <p:cNvGrpSpPr/>
            <p:nvPr/>
          </p:nvGrpSpPr>
          <p:grpSpPr>
            <a:xfrm>
              <a:off x="8093076" y="2403476"/>
              <a:ext cx="252413" cy="227013"/>
              <a:chOff x="8093076" y="2403476"/>
              <a:chExt cx="252413" cy="227013"/>
            </a:xfrm>
          </p:grpSpPr>
          <p:sp>
            <p:nvSpPr>
              <p:cNvPr id="68" name="Freeform 67"/>
              <p:cNvSpPr>
                <a:spLocks noEditPoints="1"/>
              </p:cNvSpPr>
              <p:nvPr/>
            </p:nvSpPr>
            <p:spPr bwMode="auto">
              <a:xfrm>
                <a:off x="8093076" y="2403476"/>
                <a:ext cx="252413" cy="50800"/>
              </a:xfrm>
              <a:custGeom>
                <a:avLst/>
                <a:gdLst>
                  <a:gd name="T0" fmla="*/ 80 w 80"/>
                  <a:gd name="T1" fmla="*/ 16 h 16"/>
                  <a:gd name="T2" fmla="*/ 80 w 80"/>
                  <a:gd name="T3" fmla="*/ 8 h 16"/>
                  <a:gd name="T4" fmla="*/ 72 w 80"/>
                  <a:gd name="T5" fmla="*/ 0 h 16"/>
                  <a:gd name="T6" fmla="*/ 8 w 80"/>
                  <a:gd name="T7" fmla="*/ 0 h 16"/>
                  <a:gd name="T8" fmla="*/ 0 w 80"/>
                  <a:gd name="T9" fmla="*/ 8 h 16"/>
                  <a:gd name="T10" fmla="*/ 0 w 80"/>
                  <a:gd name="T11" fmla="*/ 16 h 16"/>
                  <a:gd name="T12" fmla="*/ 80 w 80"/>
                  <a:gd name="T13" fmla="*/ 16 h 16"/>
                  <a:gd name="T14" fmla="*/ 24 w 80"/>
                  <a:gd name="T15" fmla="*/ 4 h 16"/>
                  <a:gd name="T16" fmla="*/ 28 w 80"/>
                  <a:gd name="T17" fmla="*/ 8 h 16"/>
                  <a:gd name="T18" fmla="*/ 24 w 80"/>
                  <a:gd name="T19" fmla="*/ 12 h 16"/>
                  <a:gd name="T20" fmla="*/ 20 w 80"/>
                  <a:gd name="T21" fmla="*/ 8 h 16"/>
                  <a:gd name="T22" fmla="*/ 24 w 80"/>
                  <a:gd name="T23" fmla="*/ 4 h 16"/>
                  <a:gd name="T24" fmla="*/ 12 w 80"/>
                  <a:gd name="T25" fmla="*/ 4 h 16"/>
                  <a:gd name="T26" fmla="*/ 16 w 80"/>
                  <a:gd name="T27" fmla="*/ 8 h 16"/>
                  <a:gd name="T28" fmla="*/ 12 w 80"/>
                  <a:gd name="T29" fmla="*/ 12 h 16"/>
                  <a:gd name="T30" fmla="*/ 8 w 80"/>
                  <a:gd name="T31" fmla="*/ 8 h 16"/>
                  <a:gd name="T32" fmla="*/ 12 w 80"/>
                  <a:gd name="T33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" h="16">
                    <a:moveTo>
                      <a:pt x="80" y="16"/>
                    </a:move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lnTo>
                      <a:pt x="80" y="16"/>
                    </a:lnTo>
                    <a:close/>
                    <a:moveTo>
                      <a:pt x="24" y="4"/>
                    </a:moveTo>
                    <a:cubicBezTo>
                      <a:pt x="26" y="4"/>
                      <a:pt x="28" y="6"/>
                      <a:pt x="28" y="8"/>
                    </a:cubicBezTo>
                    <a:cubicBezTo>
                      <a:pt x="28" y="10"/>
                      <a:pt x="26" y="12"/>
                      <a:pt x="24" y="12"/>
                    </a:cubicBezTo>
                    <a:cubicBezTo>
                      <a:pt x="22" y="12"/>
                      <a:pt x="20" y="10"/>
                      <a:pt x="20" y="8"/>
                    </a:cubicBezTo>
                    <a:cubicBezTo>
                      <a:pt x="20" y="6"/>
                      <a:pt x="22" y="4"/>
                      <a:pt x="24" y="4"/>
                    </a:cubicBezTo>
                    <a:close/>
                    <a:moveTo>
                      <a:pt x="12" y="4"/>
                    </a:moveTo>
                    <a:cubicBezTo>
                      <a:pt x="14" y="4"/>
                      <a:pt x="16" y="6"/>
                      <a:pt x="16" y="8"/>
                    </a:cubicBezTo>
                    <a:cubicBezTo>
                      <a:pt x="16" y="10"/>
                      <a:pt x="14" y="12"/>
                      <a:pt x="12" y="12"/>
                    </a:cubicBezTo>
                    <a:cubicBezTo>
                      <a:pt x="10" y="12"/>
                      <a:pt x="8" y="10"/>
                      <a:pt x="8" y="8"/>
                    </a:cubicBezTo>
                    <a:cubicBezTo>
                      <a:pt x="8" y="6"/>
                      <a:pt x="10" y="4"/>
                      <a:pt x="12" y="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Freeform 68"/>
              <p:cNvSpPr>
                <a:spLocks/>
              </p:cNvSpPr>
              <p:nvPr/>
            </p:nvSpPr>
            <p:spPr bwMode="auto">
              <a:xfrm>
                <a:off x="8093076" y="2466976"/>
                <a:ext cx="252413" cy="163513"/>
              </a:xfrm>
              <a:custGeom>
                <a:avLst/>
                <a:gdLst>
                  <a:gd name="T0" fmla="*/ 0 w 80"/>
                  <a:gd name="T1" fmla="*/ 0 h 52"/>
                  <a:gd name="T2" fmla="*/ 0 w 80"/>
                  <a:gd name="T3" fmla="*/ 44 h 52"/>
                  <a:gd name="T4" fmla="*/ 8 w 80"/>
                  <a:gd name="T5" fmla="*/ 52 h 52"/>
                  <a:gd name="T6" fmla="*/ 72 w 80"/>
                  <a:gd name="T7" fmla="*/ 52 h 52"/>
                  <a:gd name="T8" fmla="*/ 80 w 80"/>
                  <a:gd name="T9" fmla="*/ 44 h 52"/>
                  <a:gd name="T10" fmla="*/ 80 w 80"/>
                  <a:gd name="T11" fmla="*/ 0 h 52"/>
                  <a:gd name="T12" fmla="*/ 0 w 80"/>
                  <a:gd name="T13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52">
                    <a:moveTo>
                      <a:pt x="0" y="0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76" y="52"/>
                      <a:pt x="80" y="48"/>
                      <a:pt x="80" y="44"/>
                    </a:cubicBezTo>
                    <a:cubicBezTo>
                      <a:pt x="80" y="0"/>
                      <a:pt x="80" y="0"/>
                      <a:pt x="8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6" name="组合 195"/>
            <p:cNvGrpSpPr/>
            <p:nvPr/>
          </p:nvGrpSpPr>
          <p:grpSpPr>
            <a:xfrm>
              <a:off x="8699501" y="2403476"/>
              <a:ext cx="252413" cy="227013"/>
              <a:chOff x="8699501" y="2403476"/>
              <a:chExt cx="252413" cy="227013"/>
            </a:xfrm>
          </p:grpSpPr>
          <p:sp>
            <p:nvSpPr>
              <p:cNvPr id="70" name="Freeform 69"/>
              <p:cNvSpPr>
                <a:spLocks noEditPoints="1"/>
              </p:cNvSpPr>
              <p:nvPr/>
            </p:nvSpPr>
            <p:spPr bwMode="auto">
              <a:xfrm>
                <a:off x="8699501" y="2403476"/>
                <a:ext cx="252413" cy="50800"/>
              </a:xfrm>
              <a:custGeom>
                <a:avLst/>
                <a:gdLst>
                  <a:gd name="T0" fmla="*/ 80 w 80"/>
                  <a:gd name="T1" fmla="*/ 16 h 16"/>
                  <a:gd name="T2" fmla="*/ 80 w 80"/>
                  <a:gd name="T3" fmla="*/ 8 h 16"/>
                  <a:gd name="T4" fmla="*/ 72 w 80"/>
                  <a:gd name="T5" fmla="*/ 0 h 16"/>
                  <a:gd name="T6" fmla="*/ 8 w 80"/>
                  <a:gd name="T7" fmla="*/ 0 h 16"/>
                  <a:gd name="T8" fmla="*/ 0 w 80"/>
                  <a:gd name="T9" fmla="*/ 8 h 16"/>
                  <a:gd name="T10" fmla="*/ 0 w 80"/>
                  <a:gd name="T11" fmla="*/ 16 h 16"/>
                  <a:gd name="T12" fmla="*/ 80 w 80"/>
                  <a:gd name="T13" fmla="*/ 16 h 16"/>
                  <a:gd name="T14" fmla="*/ 24 w 80"/>
                  <a:gd name="T15" fmla="*/ 4 h 16"/>
                  <a:gd name="T16" fmla="*/ 28 w 80"/>
                  <a:gd name="T17" fmla="*/ 8 h 16"/>
                  <a:gd name="T18" fmla="*/ 24 w 80"/>
                  <a:gd name="T19" fmla="*/ 12 h 16"/>
                  <a:gd name="T20" fmla="*/ 20 w 80"/>
                  <a:gd name="T21" fmla="*/ 8 h 16"/>
                  <a:gd name="T22" fmla="*/ 24 w 80"/>
                  <a:gd name="T23" fmla="*/ 4 h 16"/>
                  <a:gd name="T24" fmla="*/ 12 w 80"/>
                  <a:gd name="T25" fmla="*/ 4 h 16"/>
                  <a:gd name="T26" fmla="*/ 16 w 80"/>
                  <a:gd name="T27" fmla="*/ 8 h 16"/>
                  <a:gd name="T28" fmla="*/ 12 w 80"/>
                  <a:gd name="T29" fmla="*/ 12 h 16"/>
                  <a:gd name="T30" fmla="*/ 8 w 80"/>
                  <a:gd name="T31" fmla="*/ 8 h 16"/>
                  <a:gd name="T32" fmla="*/ 12 w 80"/>
                  <a:gd name="T33" fmla="*/ 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" h="16">
                    <a:moveTo>
                      <a:pt x="80" y="16"/>
                    </a:move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lnTo>
                      <a:pt x="80" y="16"/>
                    </a:lnTo>
                    <a:close/>
                    <a:moveTo>
                      <a:pt x="24" y="4"/>
                    </a:moveTo>
                    <a:cubicBezTo>
                      <a:pt x="26" y="4"/>
                      <a:pt x="28" y="6"/>
                      <a:pt x="28" y="8"/>
                    </a:cubicBezTo>
                    <a:cubicBezTo>
                      <a:pt x="28" y="10"/>
                      <a:pt x="26" y="12"/>
                      <a:pt x="24" y="12"/>
                    </a:cubicBezTo>
                    <a:cubicBezTo>
                      <a:pt x="22" y="12"/>
                      <a:pt x="20" y="10"/>
                      <a:pt x="20" y="8"/>
                    </a:cubicBezTo>
                    <a:cubicBezTo>
                      <a:pt x="20" y="6"/>
                      <a:pt x="22" y="4"/>
                      <a:pt x="24" y="4"/>
                    </a:cubicBezTo>
                    <a:close/>
                    <a:moveTo>
                      <a:pt x="12" y="4"/>
                    </a:moveTo>
                    <a:cubicBezTo>
                      <a:pt x="14" y="4"/>
                      <a:pt x="16" y="6"/>
                      <a:pt x="16" y="8"/>
                    </a:cubicBezTo>
                    <a:cubicBezTo>
                      <a:pt x="16" y="10"/>
                      <a:pt x="14" y="12"/>
                      <a:pt x="12" y="12"/>
                    </a:cubicBezTo>
                    <a:cubicBezTo>
                      <a:pt x="10" y="12"/>
                      <a:pt x="8" y="10"/>
                      <a:pt x="8" y="8"/>
                    </a:cubicBezTo>
                    <a:cubicBezTo>
                      <a:pt x="8" y="6"/>
                      <a:pt x="10" y="4"/>
                      <a:pt x="12" y="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70"/>
              <p:cNvSpPr>
                <a:spLocks noEditPoints="1"/>
              </p:cNvSpPr>
              <p:nvPr/>
            </p:nvSpPr>
            <p:spPr bwMode="auto">
              <a:xfrm>
                <a:off x="8699501" y="2466976"/>
                <a:ext cx="252413" cy="163513"/>
              </a:xfrm>
              <a:custGeom>
                <a:avLst/>
                <a:gdLst>
                  <a:gd name="T0" fmla="*/ 0 w 80"/>
                  <a:gd name="T1" fmla="*/ 0 h 52"/>
                  <a:gd name="T2" fmla="*/ 0 w 80"/>
                  <a:gd name="T3" fmla="*/ 44 h 52"/>
                  <a:gd name="T4" fmla="*/ 8 w 80"/>
                  <a:gd name="T5" fmla="*/ 52 h 52"/>
                  <a:gd name="T6" fmla="*/ 72 w 80"/>
                  <a:gd name="T7" fmla="*/ 52 h 52"/>
                  <a:gd name="T8" fmla="*/ 80 w 80"/>
                  <a:gd name="T9" fmla="*/ 44 h 52"/>
                  <a:gd name="T10" fmla="*/ 80 w 80"/>
                  <a:gd name="T11" fmla="*/ 0 h 52"/>
                  <a:gd name="T12" fmla="*/ 0 w 80"/>
                  <a:gd name="T13" fmla="*/ 0 h 52"/>
                  <a:gd name="T14" fmla="*/ 23 w 80"/>
                  <a:gd name="T15" fmla="*/ 43 h 52"/>
                  <a:gd name="T16" fmla="*/ 17 w 80"/>
                  <a:gd name="T17" fmla="*/ 37 h 52"/>
                  <a:gd name="T18" fmla="*/ 26 w 80"/>
                  <a:gd name="T19" fmla="*/ 28 h 52"/>
                  <a:gd name="T20" fmla="*/ 17 w 80"/>
                  <a:gd name="T21" fmla="*/ 19 h 52"/>
                  <a:gd name="T22" fmla="*/ 23 w 80"/>
                  <a:gd name="T23" fmla="*/ 13 h 52"/>
                  <a:gd name="T24" fmla="*/ 38 w 80"/>
                  <a:gd name="T25" fmla="*/ 28 h 52"/>
                  <a:gd name="T26" fmla="*/ 23 w 80"/>
                  <a:gd name="T27" fmla="*/ 43 h 52"/>
                  <a:gd name="T28" fmla="*/ 64 w 80"/>
                  <a:gd name="T29" fmla="*/ 40 h 52"/>
                  <a:gd name="T30" fmla="*/ 44 w 80"/>
                  <a:gd name="T31" fmla="*/ 40 h 52"/>
                  <a:gd name="T32" fmla="*/ 44 w 80"/>
                  <a:gd name="T33" fmla="*/ 32 h 52"/>
                  <a:gd name="T34" fmla="*/ 64 w 80"/>
                  <a:gd name="T35" fmla="*/ 32 h 52"/>
                  <a:gd name="T36" fmla="*/ 64 w 80"/>
                  <a:gd name="T37" fmla="*/ 4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0" h="52">
                    <a:moveTo>
                      <a:pt x="0" y="0"/>
                    </a:move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76" y="52"/>
                      <a:pt x="80" y="48"/>
                      <a:pt x="80" y="44"/>
                    </a:cubicBezTo>
                    <a:cubicBezTo>
                      <a:pt x="80" y="0"/>
                      <a:pt x="80" y="0"/>
                      <a:pt x="80" y="0"/>
                    </a:cubicBezTo>
                    <a:lnTo>
                      <a:pt x="0" y="0"/>
                    </a:lnTo>
                    <a:close/>
                    <a:moveTo>
                      <a:pt x="23" y="43"/>
                    </a:moveTo>
                    <a:cubicBezTo>
                      <a:pt x="17" y="37"/>
                      <a:pt x="17" y="37"/>
                      <a:pt x="17" y="37"/>
                    </a:cubicBezTo>
                    <a:cubicBezTo>
                      <a:pt x="26" y="28"/>
                      <a:pt x="26" y="28"/>
                      <a:pt x="26" y="28"/>
                    </a:cubicBezTo>
                    <a:cubicBezTo>
                      <a:pt x="17" y="19"/>
                      <a:pt x="17" y="19"/>
                      <a:pt x="17" y="19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38" y="28"/>
                      <a:pt x="38" y="28"/>
                      <a:pt x="38" y="28"/>
                    </a:cubicBezTo>
                    <a:lnTo>
                      <a:pt x="23" y="43"/>
                    </a:lnTo>
                    <a:close/>
                    <a:moveTo>
                      <a:pt x="64" y="40"/>
                    </a:move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64" y="32"/>
                      <a:pt x="64" y="32"/>
                      <a:pt x="64" y="32"/>
                    </a:cubicBezTo>
                    <a:lnTo>
                      <a:pt x="64" y="4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2" name="Oval 71"/>
            <p:cNvSpPr>
              <a:spLocks noChangeArrowheads="1"/>
            </p:cNvSpPr>
            <p:nvPr/>
          </p:nvSpPr>
          <p:spPr bwMode="auto">
            <a:xfrm>
              <a:off x="8788401" y="3074988"/>
              <a:ext cx="25400" cy="25400"/>
            </a:xfrm>
            <a:prstGeom prst="ellipse">
              <a:avLst/>
            </a:pr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Oval 72"/>
            <p:cNvSpPr>
              <a:spLocks noChangeArrowheads="1"/>
            </p:cNvSpPr>
            <p:nvPr/>
          </p:nvSpPr>
          <p:spPr bwMode="auto">
            <a:xfrm>
              <a:off x="8837613" y="3074988"/>
              <a:ext cx="25400" cy="25400"/>
            </a:xfrm>
            <a:prstGeom prst="ellipse">
              <a:avLst/>
            </a:pr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73"/>
            <p:cNvSpPr>
              <a:spLocks noEditPoints="1"/>
            </p:cNvSpPr>
            <p:nvPr/>
          </p:nvSpPr>
          <p:spPr bwMode="auto">
            <a:xfrm>
              <a:off x="8724901" y="2998788"/>
              <a:ext cx="201613" cy="252413"/>
            </a:xfrm>
            <a:custGeom>
              <a:avLst/>
              <a:gdLst>
                <a:gd name="T0" fmla="*/ 32 w 64"/>
                <a:gd name="T1" fmla="*/ 0 h 80"/>
                <a:gd name="T2" fmla="*/ 0 w 64"/>
                <a:gd name="T3" fmla="*/ 32 h 80"/>
                <a:gd name="T4" fmla="*/ 32 w 64"/>
                <a:gd name="T5" fmla="*/ 80 h 80"/>
                <a:gd name="T6" fmla="*/ 64 w 64"/>
                <a:gd name="T7" fmla="*/ 32 h 80"/>
                <a:gd name="T8" fmla="*/ 32 w 64"/>
                <a:gd name="T9" fmla="*/ 0 h 80"/>
                <a:gd name="T10" fmla="*/ 52 w 64"/>
                <a:gd name="T11" fmla="*/ 40 h 80"/>
                <a:gd name="T12" fmla="*/ 44 w 64"/>
                <a:gd name="T13" fmla="*/ 40 h 80"/>
                <a:gd name="T14" fmla="*/ 44 w 64"/>
                <a:gd name="T15" fmla="*/ 48 h 80"/>
                <a:gd name="T16" fmla="*/ 40 w 64"/>
                <a:gd name="T17" fmla="*/ 52 h 80"/>
                <a:gd name="T18" fmla="*/ 40 w 64"/>
                <a:gd name="T19" fmla="*/ 44 h 80"/>
                <a:gd name="T20" fmla="*/ 36 w 64"/>
                <a:gd name="T21" fmla="*/ 44 h 80"/>
                <a:gd name="T22" fmla="*/ 36 w 64"/>
                <a:gd name="T23" fmla="*/ 52 h 80"/>
                <a:gd name="T24" fmla="*/ 28 w 64"/>
                <a:gd name="T25" fmla="*/ 52 h 80"/>
                <a:gd name="T26" fmla="*/ 28 w 64"/>
                <a:gd name="T27" fmla="*/ 44 h 80"/>
                <a:gd name="T28" fmla="*/ 24 w 64"/>
                <a:gd name="T29" fmla="*/ 44 h 80"/>
                <a:gd name="T30" fmla="*/ 24 w 64"/>
                <a:gd name="T31" fmla="*/ 52 h 80"/>
                <a:gd name="T32" fmla="*/ 20 w 64"/>
                <a:gd name="T33" fmla="*/ 48 h 80"/>
                <a:gd name="T34" fmla="*/ 20 w 64"/>
                <a:gd name="T35" fmla="*/ 40 h 80"/>
                <a:gd name="T36" fmla="*/ 12 w 64"/>
                <a:gd name="T37" fmla="*/ 40 h 80"/>
                <a:gd name="T38" fmla="*/ 12 w 64"/>
                <a:gd name="T39" fmla="*/ 32 h 80"/>
                <a:gd name="T40" fmla="*/ 32 w 64"/>
                <a:gd name="T41" fmla="*/ 12 h 80"/>
                <a:gd name="T42" fmla="*/ 52 w 64"/>
                <a:gd name="T43" fmla="*/ 32 h 80"/>
                <a:gd name="T44" fmla="*/ 52 w 64"/>
                <a:gd name="T45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" h="80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32" y="80"/>
                    <a:pt x="32" y="80"/>
                  </a:cubicBezTo>
                  <a:cubicBezTo>
                    <a:pt x="32" y="80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2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44" y="50"/>
                    <a:pt x="42" y="52"/>
                    <a:pt x="40" y="52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2" y="52"/>
                    <a:pt x="20" y="50"/>
                    <a:pt x="20" y="48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21"/>
                    <a:pt x="21" y="12"/>
                    <a:pt x="32" y="12"/>
                  </a:cubicBezTo>
                  <a:cubicBezTo>
                    <a:pt x="43" y="12"/>
                    <a:pt x="52" y="21"/>
                    <a:pt x="52" y="32"/>
                  </a:cubicBezTo>
                  <a:lnTo>
                    <a:pt x="52" y="4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74"/>
            <p:cNvSpPr>
              <a:spLocks noEditPoints="1"/>
            </p:cNvSpPr>
            <p:nvPr/>
          </p:nvSpPr>
          <p:spPr bwMode="auto">
            <a:xfrm>
              <a:off x="7512051" y="2998788"/>
              <a:ext cx="201613" cy="252413"/>
            </a:xfrm>
            <a:custGeom>
              <a:avLst/>
              <a:gdLst>
                <a:gd name="T0" fmla="*/ 32 w 64"/>
                <a:gd name="T1" fmla="*/ 0 h 80"/>
                <a:gd name="T2" fmla="*/ 0 w 64"/>
                <a:gd name="T3" fmla="*/ 32 h 80"/>
                <a:gd name="T4" fmla="*/ 32 w 64"/>
                <a:gd name="T5" fmla="*/ 80 h 80"/>
                <a:gd name="T6" fmla="*/ 64 w 64"/>
                <a:gd name="T7" fmla="*/ 32 h 80"/>
                <a:gd name="T8" fmla="*/ 32 w 64"/>
                <a:gd name="T9" fmla="*/ 0 h 80"/>
                <a:gd name="T10" fmla="*/ 36 w 64"/>
                <a:gd name="T11" fmla="*/ 51 h 80"/>
                <a:gd name="T12" fmla="*/ 36 w 64"/>
                <a:gd name="T13" fmla="*/ 56 h 80"/>
                <a:gd name="T14" fmla="*/ 28 w 64"/>
                <a:gd name="T15" fmla="*/ 56 h 80"/>
                <a:gd name="T16" fmla="*/ 28 w 64"/>
                <a:gd name="T17" fmla="*/ 51 h 80"/>
                <a:gd name="T18" fmla="*/ 20 w 64"/>
                <a:gd name="T19" fmla="*/ 40 h 80"/>
                <a:gd name="T20" fmla="*/ 28 w 64"/>
                <a:gd name="T21" fmla="*/ 40 h 80"/>
                <a:gd name="T22" fmla="*/ 32 w 64"/>
                <a:gd name="T23" fmla="*/ 44 h 80"/>
                <a:gd name="T24" fmla="*/ 36 w 64"/>
                <a:gd name="T25" fmla="*/ 40 h 80"/>
                <a:gd name="T26" fmla="*/ 31 w 64"/>
                <a:gd name="T27" fmla="*/ 38 h 80"/>
                <a:gd name="T28" fmla="*/ 20 w 64"/>
                <a:gd name="T29" fmla="*/ 28 h 80"/>
                <a:gd name="T30" fmla="*/ 28 w 64"/>
                <a:gd name="T31" fmla="*/ 17 h 80"/>
                <a:gd name="T32" fmla="*/ 28 w 64"/>
                <a:gd name="T33" fmla="*/ 12 h 80"/>
                <a:gd name="T34" fmla="*/ 36 w 64"/>
                <a:gd name="T35" fmla="*/ 12 h 80"/>
                <a:gd name="T36" fmla="*/ 36 w 64"/>
                <a:gd name="T37" fmla="*/ 17 h 80"/>
                <a:gd name="T38" fmla="*/ 44 w 64"/>
                <a:gd name="T39" fmla="*/ 28 h 80"/>
                <a:gd name="T40" fmla="*/ 36 w 64"/>
                <a:gd name="T41" fmla="*/ 28 h 80"/>
                <a:gd name="T42" fmla="*/ 32 w 64"/>
                <a:gd name="T43" fmla="*/ 24 h 80"/>
                <a:gd name="T44" fmla="*/ 28 w 64"/>
                <a:gd name="T45" fmla="*/ 28 h 80"/>
                <a:gd name="T46" fmla="*/ 33 w 64"/>
                <a:gd name="T47" fmla="*/ 30 h 80"/>
                <a:gd name="T48" fmla="*/ 44 w 64"/>
                <a:gd name="T49" fmla="*/ 40 h 80"/>
                <a:gd name="T50" fmla="*/ 36 w 64"/>
                <a:gd name="T51" fmla="*/ 51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4" h="80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32" y="80"/>
                    <a:pt x="32" y="80"/>
                  </a:cubicBezTo>
                  <a:cubicBezTo>
                    <a:pt x="32" y="80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36" y="51"/>
                  </a:moveTo>
                  <a:cubicBezTo>
                    <a:pt x="36" y="56"/>
                    <a:pt x="36" y="56"/>
                    <a:pt x="36" y="56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28" y="51"/>
                    <a:pt x="28" y="51"/>
                    <a:pt x="28" y="51"/>
                  </a:cubicBezTo>
                  <a:cubicBezTo>
                    <a:pt x="23" y="49"/>
                    <a:pt x="20" y="45"/>
                    <a:pt x="20" y="40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28" y="42"/>
                    <a:pt x="30" y="44"/>
                    <a:pt x="32" y="44"/>
                  </a:cubicBezTo>
                  <a:cubicBezTo>
                    <a:pt x="34" y="44"/>
                    <a:pt x="36" y="42"/>
                    <a:pt x="36" y="40"/>
                  </a:cubicBezTo>
                  <a:cubicBezTo>
                    <a:pt x="36" y="39"/>
                    <a:pt x="34" y="39"/>
                    <a:pt x="31" y="38"/>
                  </a:cubicBezTo>
                  <a:cubicBezTo>
                    <a:pt x="27" y="37"/>
                    <a:pt x="20" y="35"/>
                    <a:pt x="20" y="28"/>
                  </a:cubicBezTo>
                  <a:cubicBezTo>
                    <a:pt x="20" y="23"/>
                    <a:pt x="23" y="19"/>
                    <a:pt x="28" y="17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41" y="19"/>
                    <a:pt x="44" y="23"/>
                    <a:pt x="44" y="28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36" y="26"/>
                    <a:pt x="34" y="24"/>
                    <a:pt x="32" y="24"/>
                  </a:cubicBezTo>
                  <a:cubicBezTo>
                    <a:pt x="30" y="24"/>
                    <a:pt x="28" y="26"/>
                    <a:pt x="28" y="28"/>
                  </a:cubicBezTo>
                  <a:cubicBezTo>
                    <a:pt x="28" y="29"/>
                    <a:pt x="30" y="29"/>
                    <a:pt x="33" y="30"/>
                  </a:cubicBezTo>
                  <a:cubicBezTo>
                    <a:pt x="37" y="31"/>
                    <a:pt x="44" y="33"/>
                    <a:pt x="44" y="40"/>
                  </a:cubicBezTo>
                  <a:cubicBezTo>
                    <a:pt x="44" y="45"/>
                    <a:pt x="41" y="49"/>
                    <a:pt x="36" y="51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75"/>
            <p:cNvSpPr>
              <a:spLocks noEditPoints="1"/>
            </p:cNvSpPr>
            <p:nvPr/>
          </p:nvSpPr>
          <p:spPr bwMode="auto">
            <a:xfrm>
              <a:off x="6297613" y="2998788"/>
              <a:ext cx="203200" cy="252413"/>
            </a:xfrm>
            <a:custGeom>
              <a:avLst/>
              <a:gdLst>
                <a:gd name="T0" fmla="*/ 32 w 64"/>
                <a:gd name="T1" fmla="*/ 0 h 80"/>
                <a:gd name="T2" fmla="*/ 0 w 64"/>
                <a:gd name="T3" fmla="*/ 32 h 80"/>
                <a:gd name="T4" fmla="*/ 32 w 64"/>
                <a:gd name="T5" fmla="*/ 80 h 80"/>
                <a:gd name="T6" fmla="*/ 64 w 64"/>
                <a:gd name="T7" fmla="*/ 32 h 80"/>
                <a:gd name="T8" fmla="*/ 32 w 64"/>
                <a:gd name="T9" fmla="*/ 0 h 80"/>
                <a:gd name="T10" fmla="*/ 48 w 64"/>
                <a:gd name="T11" fmla="*/ 36 h 80"/>
                <a:gd name="T12" fmla="*/ 16 w 64"/>
                <a:gd name="T13" fmla="*/ 36 h 80"/>
                <a:gd name="T14" fmla="*/ 16 w 64"/>
                <a:gd name="T15" fmla="*/ 28 h 80"/>
                <a:gd name="T16" fmla="*/ 48 w 64"/>
                <a:gd name="T17" fmla="*/ 28 h 80"/>
                <a:gd name="T18" fmla="*/ 48 w 64"/>
                <a:gd name="T19" fmla="*/ 3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80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32" y="80"/>
                    <a:pt x="32" y="80"/>
                  </a:cubicBezTo>
                  <a:cubicBezTo>
                    <a:pt x="32" y="80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48" y="36"/>
                  </a:moveTo>
                  <a:cubicBezTo>
                    <a:pt x="16" y="36"/>
                    <a:pt x="16" y="36"/>
                    <a:pt x="16" y="36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48" y="28"/>
                    <a:pt x="48" y="28"/>
                    <a:pt x="48" y="28"/>
                  </a:cubicBezTo>
                  <a:lnTo>
                    <a:pt x="48" y="3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76"/>
            <p:cNvSpPr>
              <a:spLocks noEditPoints="1"/>
            </p:cNvSpPr>
            <p:nvPr/>
          </p:nvSpPr>
          <p:spPr bwMode="auto">
            <a:xfrm>
              <a:off x="5691188" y="2998788"/>
              <a:ext cx="203200" cy="252413"/>
            </a:xfrm>
            <a:custGeom>
              <a:avLst/>
              <a:gdLst>
                <a:gd name="T0" fmla="*/ 32 w 64"/>
                <a:gd name="T1" fmla="*/ 0 h 80"/>
                <a:gd name="T2" fmla="*/ 0 w 64"/>
                <a:gd name="T3" fmla="*/ 32 h 80"/>
                <a:gd name="T4" fmla="*/ 32 w 64"/>
                <a:gd name="T5" fmla="*/ 80 h 80"/>
                <a:gd name="T6" fmla="*/ 64 w 64"/>
                <a:gd name="T7" fmla="*/ 32 h 80"/>
                <a:gd name="T8" fmla="*/ 32 w 64"/>
                <a:gd name="T9" fmla="*/ 0 h 80"/>
                <a:gd name="T10" fmla="*/ 52 w 64"/>
                <a:gd name="T11" fmla="*/ 36 h 80"/>
                <a:gd name="T12" fmla="*/ 36 w 64"/>
                <a:gd name="T13" fmla="*/ 36 h 80"/>
                <a:gd name="T14" fmla="*/ 36 w 64"/>
                <a:gd name="T15" fmla="*/ 52 h 80"/>
                <a:gd name="T16" fmla="*/ 28 w 64"/>
                <a:gd name="T17" fmla="*/ 52 h 80"/>
                <a:gd name="T18" fmla="*/ 28 w 64"/>
                <a:gd name="T19" fmla="*/ 36 h 80"/>
                <a:gd name="T20" fmla="*/ 12 w 64"/>
                <a:gd name="T21" fmla="*/ 36 h 80"/>
                <a:gd name="T22" fmla="*/ 12 w 64"/>
                <a:gd name="T23" fmla="*/ 28 h 80"/>
                <a:gd name="T24" fmla="*/ 28 w 64"/>
                <a:gd name="T25" fmla="*/ 28 h 80"/>
                <a:gd name="T26" fmla="*/ 28 w 64"/>
                <a:gd name="T27" fmla="*/ 12 h 80"/>
                <a:gd name="T28" fmla="*/ 36 w 64"/>
                <a:gd name="T29" fmla="*/ 12 h 80"/>
                <a:gd name="T30" fmla="*/ 36 w 64"/>
                <a:gd name="T31" fmla="*/ 28 h 80"/>
                <a:gd name="T32" fmla="*/ 52 w 64"/>
                <a:gd name="T33" fmla="*/ 28 h 80"/>
                <a:gd name="T34" fmla="*/ 52 w 64"/>
                <a:gd name="T35" fmla="*/ 3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" h="80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32" y="80"/>
                    <a:pt x="32" y="80"/>
                  </a:cubicBezTo>
                  <a:cubicBezTo>
                    <a:pt x="32" y="80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52" y="36"/>
                  </a:moveTo>
                  <a:cubicBezTo>
                    <a:pt x="36" y="36"/>
                    <a:pt x="36" y="36"/>
                    <a:pt x="36" y="36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52" y="28"/>
                    <a:pt x="52" y="28"/>
                    <a:pt x="52" y="28"/>
                  </a:cubicBezTo>
                  <a:lnTo>
                    <a:pt x="52" y="3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0" name="组合 199"/>
            <p:cNvGrpSpPr/>
            <p:nvPr/>
          </p:nvGrpSpPr>
          <p:grpSpPr>
            <a:xfrm>
              <a:off x="5110163" y="3011488"/>
              <a:ext cx="152400" cy="252413"/>
              <a:chOff x="5110163" y="3011488"/>
              <a:chExt cx="152400" cy="252413"/>
            </a:xfrm>
          </p:grpSpPr>
          <p:sp>
            <p:nvSpPr>
              <p:cNvPr id="78" name="Freeform 77"/>
              <p:cNvSpPr>
                <a:spLocks noEditPoints="1"/>
              </p:cNvSpPr>
              <p:nvPr/>
            </p:nvSpPr>
            <p:spPr bwMode="auto">
              <a:xfrm>
                <a:off x="5110163" y="3011488"/>
                <a:ext cx="152400" cy="214313"/>
              </a:xfrm>
              <a:custGeom>
                <a:avLst/>
                <a:gdLst>
                  <a:gd name="T0" fmla="*/ 48 w 48"/>
                  <a:gd name="T1" fmla="*/ 24 h 68"/>
                  <a:gd name="T2" fmla="*/ 24 w 48"/>
                  <a:gd name="T3" fmla="*/ 0 h 68"/>
                  <a:gd name="T4" fmla="*/ 0 w 48"/>
                  <a:gd name="T5" fmla="*/ 24 h 68"/>
                  <a:gd name="T6" fmla="*/ 24 w 48"/>
                  <a:gd name="T7" fmla="*/ 68 h 68"/>
                  <a:gd name="T8" fmla="*/ 48 w 48"/>
                  <a:gd name="T9" fmla="*/ 24 h 68"/>
                  <a:gd name="T10" fmla="*/ 14 w 48"/>
                  <a:gd name="T11" fmla="*/ 24 h 68"/>
                  <a:gd name="T12" fmla="*/ 24 w 48"/>
                  <a:gd name="T13" fmla="*/ 14 h 68"/>
                  <a:gd name="T14" fmla="*/ 34 w 48"/>
                  <a:gd name="T15" fmla="*/ 24 h 68"/>
                  <a:gd name="T16" fmla="*/ 24 w 48"/>
                  <a:gd name="T17" fmla="*/ 34 h 68"/>
                  <a:gd name="T18" fmla="*/ 14 w 48"/>
                  <a:gd name="T19" fmla="*/ 2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68">
                    <a:moveTo>
                      <a:pt x="48" y="24"/>
                    </a:moveTo>
                    <a:cubicBezTo>
                      <a:pt x="48" y="11"/>
                      <a:pt x="37" y="0"/>
                      <a:pt x="24" y="0"/>
                    </a:cubicBezTo>
                    <a:cubicBezTo>
                      <a:pt x="11" y="0"/>
                      <a:pt x="0" y="11"/>
                      <a:pt x="0" y="24"/>
                    </a:cubicBezTo>
                    <a:cubicBezTo>
                      <a:pt x="0" y="40"/>
                      <a:pt x="24" y="68"/>
                      <a:pt x="24" y="68"/>
                    </a:cubicBezTo>
                    <a:cubicBezTo>
                      <a:pt x="24" y="68"/>
                      <a:pt x="48" y="40"/>
                      <a:pt x="48" y="24"/>
                    </a:cubicBezTo>
                    <a:close/>
                    <a:moveTo>
                      <a:pt x="14" y="24"/>
                    </a:moveTo>
                    <a:cubicBezTo>
                      <a:pt x="14" y="18"/>
                      <a:pt x="18" y="14"/>
                      <a:pt x="24" y="14"/>
                    </a:cubicBezTo>
                    <a:cubicBezTo>
                      <a:pt x="30" y="14"/>
                      <a:pt x="34" y="18"/>
                      <a:pt x="34" y="24"/>
                    </a:cubicBezTo>
                    <a:cubicBezTo>
                      <a:pt x="34" y="30"/>
                      <a:pt x="30" y="34"/>
                      <a:pt x="24" y="34"/>
                    </a:cubicBezTo>
                    <a:cubicBezTo>
                      <a:pt x="18" y="34"/>
                      <a:pt x="14" y="30"/>
                      <a:pt x="14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Rectangle 78"/>
              <p:cNvSpPr>
                <a:spLocks noChangeArrowheads="1"/>
              </p:cNvSpPr>
              <p:nvPr/>
            </p:nvSpPr>
            <p:spPr bwMode="auto">
              <a:xfrm>
                <a:off x="5135563" y="3238501"/>
                <a:ext cx="1016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9" name="组合 198"/>
            <p:cNvGrpSpPr/>
            <p:nvPr/>
          </p:nvGrpSpPr>
          <p:grpSpPr>
            <a:xfrm>
              <a:off x="4452938" y="2998788"/>
              <a:ext cx="252413" cy="252413"/>
              <a:chOff x="4452938" y="2998788"/>
              <a:chExt cx="252413" cy="252413"/>
            </a:xfrm>
          </p:grpSpPr>
          <p:sp>
            <p:nvSpPr>
              <p:cNvPr id="80" name="Oval 79"/>
              <p:cNvSpPr>
                <a:spLocks noChangeArrowheads="1"/>
              </p:cNvSpPr>
              <p:nvPr/>
            </p:nvSpPr>
            <p:spPr bwMode="auto">
              <a:xfrm>
                <a:off x="4541838" y="3087688"/>
                <a:ext cx="76200" cy="762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80"/>
              <p:cNvSpPr>
                <a:spLocks noEditPoints="1"/>
              </p:cNvSpPr>
              <p:nvPr/>
            </p:nvSpPr>
            <p:spPr bwMode="auto">
              <a:xfrm>
                <a:off x="4452938" y="2998788"/>
                <a:ext cx="252413" cy="252413"/>
              </a:xfrm>
              <a:custGeom>
                <a:avLst/>
                <a:gdLst>
                  <a:gd name="T0" fmla="*/ 80 w 80"/>
                  <a:gd name="T1" fmla="*/ 36 h 80"/>
                  <a:gd name="T2" fmla="*/ 72 w 80"/>
                  <a:gd name="T3" fmla="*/ 36 h 80"/>
                  <a:gd name="T4" fmla="*/ 44 w 80"/>
                  <a:gd name="T5" fmla="*/ 8 h 80"/>
                  <a:gd name="T6" fmla="*/ 44 w 80"/>
                  <a:gd name="T7" fmla="*/ 0 h 80"/>
                  <a:gd name="T8" fmla="*/ 36 w 80"/>
                  <a:gd name="T9" fmla="*/ 0 h 80"/>
                  <a:gd name="T10" fmla="*/ 36 w 80"/>
                  <a:gd name="T11" fmla="*/ 8 h 80"/>
                  <a:gd name="T12" fmla="*/ 8 w 80"/>
                  <a:gd name="T13" fmla="*/ 36 h 80"/>
                  <a:gd name="T14" fmla="*/ 0 w 80"/>
                  <a:gd name="T15" fmla="*/ 36 h 80"/>
                  <a:gd name="T16" fmla="*/ 0 w 80"/>
                  <a:gd name="T17" fmla="*/ 44 h 80"/>
                  <a:gd name="T18" fmla="*/ 8 w 80"/>
                  <a:gd name="T19" fmla="*/ 44 h 80"/>
                  <a:gd name="T20" fmla="*/ 36 w 80"/>
                  <a:gd name="T21" fmla="*/ 72 h 80"/>
                  <a:gd name="T22" fmla="*/ 36 w 80"/>
                  <a:gd name="T23" fmla="*/ 80 h 80"/>
                  <a:gd name="T24" fmla="*/ 44 w 80"/>
                  <a:gd name="T25" fmla="*/ 80 h 80"/>
                  <a:gd name="T26" fmla="*/ 44 w 80"/>
                  <a:gd name="T27" fmla="*/ 72 h 80"/>
                  <a:gd name="T28" fmla="*/ 72 w 80"/>
                  <a:gd name="T29" fmla="*/ 44 h 80"/>
                  <a:gd name="T30" fmla="*/ 80 w 80"/>
                  <a:gd name="T31" fmla="*/ 44 h 80"/>
                  <a:gd name="T32" fmla="*/ 80 w 80"/>
                  <a:gd name="T33" fmla="*/ 36 h 80"/>
                  <a:gd name="T34" fmla="*/ 40 w 80"/>
                  <a:gd name="T35" fmla="*/ 64 h 80"/>
                  <a:gd name="T36" fmla="*/ 16 w 80"/>
                  <a:gd name="T37" fmla="*/ 40 h 80"/>
                  <a:gd name="T38" fmla="*/ 40 w 80"/>
                  <a:gd name="T39" fmla="*/ 16 h 80"/>
                  <a:gd name="T40" fmla="*/ 64 w 80"/>
                  <a:gd name="T41" fmla="*/ 40 h 80"/>
                  <a:gd name="T42" fmla="*/ 40 w 80"/>
                  <a:gd name="T43" fmla="*/ 6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80">
                    <a:moveTo>
                      <a:pt x="80" y="36"/>
                    </a:moveTo>
                    <a:cubicBezTo>
                      <a:pt x="72" y="36"/>
                      <a:pt x="72" y="36"/>
                      <a:pt x="72" y="36"/>
                    </a:cubicBezTo>
                    <a:cubicBezTo>
                      <a:pt x="70" y="22"/>
                      <a:pt x="58" y="10"/>
                      <a:pt x="44" y="8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22" y="10"/>
                      <a:pt x="10" y="22"/>
                      <a:pt x="8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10" y="58"/>
                      <a:pt x="22" y="70"/>
                      <a:pt x="36" y="72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58" y="70"/>
                      <a:pt x="70" y="58"/>
                      <a:pt x="72" y="44"/>
                    </a:cubicBezTo>
                    <a:cubicBezTo>
                      <a:pt x="80" y="44"/>
                      <a:pt x="80" y="44"/>
                      <a:pt x="80" y="44"/>
                    </a:cubicBezTo>
                    <a:lnTo>
                      <a:pt x="80" y="36"/>
                    </a:lnTo>
                    <a:close/>
                    <a:moveTo>
                      <a:pt x="40" y="64"/>
                    </a:moveTo>
                    <a:cubicBezTo>
                      <a:pt x="27" y="64"/>
                      <a:pt x="16" y="53"/>
                      <a:pt x="16" y="40"/>
                    </a:cubicBezTo>
                    <a:cubicBezTo>
                      <a:pt x="16" y="27"/>
                      <a:pt x="27" y="16"/>
                      <a:pt x="40" y="16"/>
                    </a:cubicBezTo>
                    <a:cubicBezTo>
                      <a:pt x="53" y="16"/>
                      <a:pt x="64" y="27"/>
                      <a:pt x="64" y="40"/>
                    </a:cubicBezTo>
                    <a:cubicBezTo>
                      <a:pt x="64" y="53"/>
                      <a:pt x="53" y="64"/>
                      <a:pt x="40" y="64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8" name="组合 197"/>
            <p:cNvGrpSpPr/>
            <p:nvPr/>
          </p:nvGrpSpPr>
          <p:grpSpPr>
            <a:xfrm>
              <a:off x="3846513" y="2973388"/>
              <a:ext cx="252413" cy="303213"/>
              <a:chOff x="3846513" y="2973388"/>
              <a:chExt cx="252413" cy="303213"/>
            </a:xfrm>
          </p:grpSpPr>
          <p:sp>
            <p:nvSpPr>
              <p:cNvPr id="82" name="Oval 81"/>
              <p:cNvSpPr>
                <a:spLocks noChangeArrowheads="1"/>
              </p:cNvSpPr>
              <p:nvPr/>
            </p:nvSpPr>
            <p:spPr bwMode="auto">
              <a:xfrm>
                <a:off x="3935413" y="2973388"/>
                <a:ext cx="76200" cy="762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82"/>
              <p:cNvSpPr>
                <a:spLocks/>
              </p:cNvSpPr>
              <p:nvPr/>
            </p:nvSpPr>
            <p:spPr bwMode="auto">
              <a:xfrm>
                <a:off x="3910013" y="3062288"/>
                <a:ext cx="125413" cy="163513"/>
              </a:xfrm>
              <a:custGeom>
                <a:avLst/>
                <a:gdLst>
                  <a:gd name="T0" fmla="*/ 4 w 40"/>
                  <a:gd name="T1" fmla="*/ 32 h 52"/>
                  <a:gd name="T2" fmla="*/ 8 w 40"/>
                  <a:gd name="T3" fmla="*/ 32 h 52"/>
                  <a:gd name="T4" fmla="*/ 8 w 40"/>
                  <a:gd name="T5" fmla="*/ 48 h 52"/>
                  <a:gd name="T6" fmla="*/ 12 w 40"/>
                  <a:gd name="T7" fmla="*/ 52 h 52"/>
                  <a:gd name="T8" fmla="*/ 28 w 40"/>
                  <a:gd name="T9" fmla="*/ 52 h 52"/>
                  <a:gd name="T10" fmla="*/ 32 w 40"/>
                  <a:gd name="T11" fmla="*/ 48 h 52"/>
                  <a:gd name="T12" fmla="*/ 32 w 40"/>
                  <a:gd name="T13" fmla="*/ 32 h 52"/>
                  <a:gd name="T14" fmla="*/ 36 w 40"/>
                  <a:gd name="T15" fmla="*/ 32 h 52"/>
                  <a:gd name="T16" fmla="*/ 40 w 40"/>
                  <a:gd name="T17" fmla="*/ 28 h 52"/>
                  <a:gd name="T18" fmla="*/ 40 w 40"/>
                  <a:gd name="T19" fmla="*/ 20 h 52"/>
                  <a:gd name="T20" fmla="*/ 20 w 40"/>
                  <a:gd name="T21" fmla="*/ 0 h 52"/>
                  <a:gd name="T22" fmla="*/ 0 w 40"/>
                  <a:gd name="T23" fmla="*/ 20 h 52"/>
                  <a:gd name="T24" fmla="*/ 0 w 40"/>
                  <a:gd name="T25" fmla="*/ 28 h 52"/>
                  <a:gd name="T26" fmla="*/ 4 w 40"/>
                  <a:gd name="T27" fmla="*/ 3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0" h="52">
                    <a:moveTo>
                      <a:pt x="4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10" y="52"/>
                      <a:pt x="12" y="52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30" y="52"/>
                      <a:pt x="32" y="50"/>
                      <a:pt x="32" y="48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8" y="32"/>
                      <a:pt x="40" y="30"/>
                      <a:pt x="40" y="28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9"/>
                      <a:pt x="31" y="0"/>
                      <a:pt x="20" y="0"/>
                    </a:cubicBezTo>
                    <a:cubicBezTo>
                      <a:pt x="9" y="0"/>
                      <a:pt x="0" y="9"/>
                      <a:pt x="0" y="2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83"/>
              <p:cNvSpPr>
                <a:spLocks/>
              </p:cNvSpPr>
              <p:nvPr/>
            </p:nvSpPr>
            <p:spPr bwMode="auto">
              <a:xfrm>
                <a:off x="3846513" y="3186113"/>
                <a:ext cx="252413" cy="90488"/>
              </a:xfrm>
              <a:custGeom>
                <a:avLst/>
                <a:gdLst>
                  <a:gd name="T0" fmla="*/ 65 w 80"/>
                  <a:gd name="T1" fmla="*/ 0 h 29"/>
                  <a:gd name="T2" fmla="*/ 63 w 80"/>
                  <a:gd name="T3" fmla="*/ 8 h 29"/>
                  <a:gd name="T4" fmla="*/ 72 w 80"/>
                  <a:gd name="T5" fmla="*/ 13 h 29"/>
                  <a:gd name="T6" fmla="*/ 40 w 80"/>
                  <a:gd name="T7" fmla="*/ 21 h 29"/>
                  <a:gd name="T8" fmla="*/ 8 w 80"/>
                  <a:gd name="T9" fmla="*/ 13 h 29"/>
                  <a:gd name="T10" fmla="*/ 18 w 80"/>
                  <a:gd name="T11" fmla="*/ 8 h 29"/>
                  <a:gd name="T12" fmla="*/ 15 w 80"/>
                  <a:gd name="T13" fmla="*/ 0 h 29"/>
                  <a:gd name="T14" fmla="*/ 0 w 80"/>
                  <a:gd name="T15" fmla="*/ 13 h 29"/>
                  <a:gd name="T16" fmla="*/ 40 w 80"/>
                  <a:gd name="T17" fmla="*/ 29 h 29"/>
                  <a:gd name="T18" fmla="*/ 80 w 80"/>
                  <a:gd name="T19" fmla="*/ 13 h 29"/>
                  <a:gd name="T20" fmla="*/ 65 w 80"/>
                  <a:gd name="T21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" h="29">
                    <a:moveTo>
                      <a:pt x="65" y="0"/>
                    </a:moveTo>
                    <a:cubicBezTo>
                      <a:pt x="63" y="8"/>
                      <a:pt x="63" y="8"/>
                      <a:pt x="63" y="8"/>
                    </a:cubicBezTo>
                    <a:cubicBezTo>
                      <a:pt x="70" y="10"/>
                      <a:pt x="72" y="13"/>
                      <a:pt x="72" y="13"/>
                    </a:cubicBezTo>
                    <a:cubicBezTo>
                      <a:pt x="72" y="15"/>
                      <a:pt x="61" y="21"/>
                      <a:pt x="40" y="21"/>
                    </a:cubicBezTo>
                    <a:cubicBezTo>
                      <a:pt x="19" y="21"/>
                      <a:pt x="8" y="15"/>
                      <a:pt x="8" y="13"/>
                    </a:cubicBezTo>
                    <a:cubicBezTo>
                      <a:pt x="8" y="13"/>
                      <a:pt x="10" y="10"/>
                      <a:pt x="18" y="8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3" y="4"/>
                      <a:pt x="0" y="9"/>
                      <a:pt x="0" y="13"/>
                    </a:cubicBezTo>
                    <a:cubicBezTo>
                      <a:pt x="0" y="24"/>
                      <a:pt x="21" y="29"/>
                      <a:pt x="40" y="29"/>
                    </a:cubicBezTo>
                    <a:cubicBezTo>
                      <a:pt x="59" y="29"/>
                      <a:pt x="80" y="24"/>
                      <a:pt x="80" y="13"/>
                    </a:cubicBezTo>
                    <a:cubicBezTo>
                      <a:pt x="80" y="9"/>
                      <a:pt x="77" y="4"/>
                      <a:pt x="65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7" name="组合 196"/>
            <p:cNvGrpSpPr/>
            <p:nvPr/>
          </p:nvGrpSpPr>
          <p:grpSpPr>
            <a:xfrm>
              <a:off x="3240088" y="2986088"/>
              <a:ext cx="252413" cy="252413"/>
              <a:chOff x="3240088" y="2986088"/>
              <a:chExt cx="252413" cy="252413"/>
            </a:xfrm>
          </p:grpSpPr>
          <p:sp>
            <p:nvSpPr>
              <p:cNvPr id="85" name="Oval 84"/>
              <p:cNvSpPr>
                <a:spLocks noChangeArrowheads="1"/>
              </p:cNvSpPr>
              <p:nvPr/>
            </p:nvSpPr>
            <p:spPr bwMode="auto">
              <a:xfrm>
                <a:off x="3348038" y="3030538"/>
                <a:ext cx="38100" cy="381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85"/>
              <p:cNvSpPr>
                <a:spLocks noEditPoints="1"/>
              </p:cNvSpPr>
              <p:nvPr/>
            </p:nvSpPr>
            <p:spPr bwMode="auto">
              <a:xfrm>
                <a:off x="3240088" y="2986088"/>
                <a:ext cx="252413" cy="252413"/>
              </a:xfrm>
              <a:custGeom>
                <a:avLst/>
                <a:gdLst>
                  <a:gd name="T0" fmla="*/ 80 w 80"/>
                  <a:gd name="T1" fmla="*/ 69 h 80"/>
                  <a:gd name="T2" fmla="*/ 70 w 80"/>
                  <a:gd name="T3" fmla="*/ 49 h 80"/>
                  <a:gd name="T4" fmla="*/ 62 w 80"/>
                  <a:gd name="T5" fmla="*/ 44 h 80"/>
                  <a:gd name="T6" fmla="*/ 53 w 80"/>
                  <a:gd name="T7" fmla="*/ 44 h 80"/>
                  <a:gd name="T8" fmla="*/ 60 w 80"/>
                  <a:gd name="T9" fmla="*/ 20 h 80"/>
                  <a:gd name="T10" fmla="*/ 40 w 80"/>
                  <a:gd name="T11" fmla="*/ 0 h 80"/>
                  <a:gd name="T12" fmla="*/ 20 w 80"/>
                  <a:gd name="T13" fmla="*/ 20 h 80"/>
                  <a:gd name="T14" fmla="*/ 27 w 80"/>
                  <a:gd name="T15" fmla="*/ 44 h 80"/>
                  <a:gd name="T16" fmla="*/ 18 w 80"/>
                  <a:gd name="T17" fmla="*/ 44 h 80"/>
                  <a:gd name="T18" fmla="*/ 10 w 80"/>
                  <a:gd name="T19" fmla="*/ 49 h 80"/>
                  <a:gd name="T20" fmla="*/ 0 w 80"/>
                  <a:gd name="T21" fmla="*/ 69 h 80"/>
                  <a:gd name="T22" fmla="*/ 2 w 80"/>
                  <a:gd name="T23" fmla="*/ 77 h 80"/>
                  <a:gd name="T24" fmla="*/ 8 w 80"/>
                  <a:gd name="T25" fmla="*/ 80 h 80"/>
                  <a:gd name="T26" fmla="*/ 72 w 80"/>
                  <a:gd name="T27" fmla="*/ 80 h 80"/>
                  <a:gd name="T28" fmla="*/ 78 w 80"/>
                  <a:gd name="T29" fmla="*/ 77 h 80"/>
                  <a:gd name="T30" fmla="*/ 80 w 80"/>
                  <a:gd name="T31" fmla="*/ 69 h 80"/>
                  <a:gd name="T32" fmla="*/ 40 w 80"/>
                  <a:gd name="T33" fmla="*/ 8 h 80"/>
                  <a:gd name="T34" fmla="*/ 52 w 80"/>
                  <a:gd name="T35" fmla="*/ 20 h 80"/>
                  <a:gd name="T36" fmla="*/ 40 w 80"/>
                  <a:gd name="T37" fmla="*/ 56 h 80"/>
                  <a:gd name="T38" fmla="*/ 28 w 80"/>
                  <a:gd name="T39" fmla="*/ 20 h 80"/>
                  <a:gd name="T40" fmla="*/ 40 w 80"/>
                  <a:gd name="T41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0" h="80">
                    <a:moveTo>
                      <a:pt x="80" y="69"/>
                    </a:moveTo>
                    <a:cubicBezTo>
                      <a:pt x="70" y="49"/>
                      <a:pt x="70" y="49"/>
                      <a:pt x="70" y="49"/>
                    </a:cubicBezTo>
                    <a:cubicBezTo>
                      <a:pt x="69" y="46"/>
                      <a:pt x="66" y="44"/>
                      <a:pt x="62" y="44"/>
                    </a:cubicBezTo>
                    <a:cubicBezTo>
                      <a:pt x="53" y="44"/>
                      <a:pt x="53" y="44"/>
                      <a:pt x="53" y="44"/>
                    </a:cubicBezTo>
                    <a:cubicBezTo>
                      <a:pt x="57" y="35"/>
                      <a:pt x="60" y="25"/>
                      <a:pt x="60" y="20"/>
                    </a:cubicBezTo>
                    <a:cubicBezTo>
                      <a:pt x="60" y="9"/>
                      <a:pt x="51" y="0"/>
                      <a:pt x="40" y="0"/>
                    </a:cubicBezTo>
                    <a:cubicBezTo>
                      <a:pt x="29" y="0"/>
                      <a:pt x="20" y="9"/>
                      <a:pt x="20" y="20"/>
                    </a:cubicBezTo>
                    <a:cubicBezTo>
                      <a:pt x="20" y="25"/>
                      <a:pt x="23" y="35"/>
                      <a:pt x="27" y="44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4" y="44"/>
                      <a:pt x="11" y="46"/>
                      <a:pt x="10" y="49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2"/>
                      <a:pt x="0" y="75"/>
                      <a:pt x="2" y="77"/>
                    </a:cubicBezTo>
                    <a:cubicBezTo>
                      <a:pt x="3" y="79"/>
                      <a:pt x="5" y="80"/>
                      <a:pt x="8" y="80"/>
                    </a:cubicBezTo>
                    <a:cubicBezTo>
                      <a:pt x="72" y="80"/>
                      <a:pt x="72" y="80"/>
                      <a:pt x="72" y="80"/>
                    </a:cubicBezTo>
                    <a:cubicBezTo>
                      <a:pt x="75" y="80"/>
                      <a:pt x="77" y="79"/>
                      <a:pt x="78" y="77"/>
                    </a:cubicBezTo>
                    <a:cubicBezTo>
                      <a:pt x="80" y="75"/>
                      <a:pt x="80" y="72"/>
                      <a:pt x="80" y="69"/>
                    </a:cubicBezTo>
                    <a:close/>
                    <a:moveTo>
                      <a:pt x="40" y="8"/>
                    </a:moveTo>
                    <a:cubicBezTo>
                      <a:pt x="47" y="8"/>
                      <a:pt x="52" y="13"/>
                      <a:pt x="52" y="20"/>
                    </a:cubicBezTo>
                    <a:cubicBezTo>
                      <a:pt x="52" y="26"/>
                      <a:pt x="42" y="51"/>
                      <a:pt x="40" y="56"/>
                    </a:cubicBezTo>
                    <a:cubicBezTo>
                      <a:pt x="38" y="51"/>
                      <a:pt x="28" y="26"/>
                      <a:pt x="28" y="20"/>
                    </a:cubicBezTo>
                    <a:cubicBezTo>
                      <a:pt x="28" y="13"/>
                      <a:pt x="33" y="8"/>
                      <a:pt x="40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7" name="Freeform 86"/>
            <p:cNvSpPr>
              <a:spLocks noEditPoints="1"/>
            </p:cNvSpPr>
            <p:nvPr/>
          </p:nvSpPr>
          <p:spPr bwMode="auto">
            <a:xfrm>
              <a:off x="8118476" y="2998788"/>
              <a:ext cx="201613" cy="252413"/>
            </a:xfrm>
            <a:custGeom>
              <a:avLst/>
              <a:gdLst>
                <a:gd name="T0" fmla="*/ 32 w 64"/>
                <a:gd name="T1" fmla="*/ 0 h 80"/>
                <a:gd name="T2" fmla="*/ 0 w 64"/>
                <a:gd name="T3" fmla="*/ 32 h 80"/>
                <a:gd name="T4" fmla="*/ 32 w 64"/>
                <a:gd name="T5" fmla="*/ 80 h 80"/>
                <a:gd name="T6" fmla="*/ 64 w 64"/>
                <a:gd name="T7" fmla="*/ 32 h 80"/>
                <a:gd name="T8" fmla="*/ 32 w 64"/>
                <a:gd name="T9" fmla="*/ 0 h 80"/>
                <a:gd name="T10" fmla="*/ 30 w 64"/>
                <a:gd name="T11" fmla="*/ 52 h 80"/>
                <a:gd name="T12" fmla="*/ 13 w 64"/>
                <a:gd name="T13" fmla="*/ 35 h 80"/>
                <a:gd name="T14" fmla="*/ 19 w 64"/>
                <a:gd name="T15" fmla="*/ 29 h 80"/>
                <a:gd name="T16" fmla="*/ 30 w 64"/>
                <a:gd name="T17" fmla="*/ 40 h 80"/>
                <a:gd name="T18" fmla="*/ 49 w 64"/>
                <a:gd name="T19" fmla="*/ 21 h 80"/>
                <a:gd name="T20" fmla="*/ 55 w 64"/>
                <a:gd name="T21" fmla="*/ 27 h 80"/>
                <a:gd name="T22" fmla="*/ 30 w 64"/>
                <a:gd name="T23" fmla="*/ 5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" h="80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32" y="80"/>
                    <a:pt x="32" y="80"/>
                  </a:cubicBezTo>
                  <a:cubicBezTo>
                    <a:pt x="32" y="80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30" y="52"/>
                  </a:moveTo>
                  <a:cubicBezTo>
                    <a:pt x="13" y="35"/>
                    <a:pt x="13" y="35"/>
                    <a:pt x="13" y="35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55" y="27"/>
                    <a:pt x="55" y="27"/>
                    <a:pt x="55" y="27"/>
                  </a:cubicBezTo>
                  <a:lnTo>
                    <a:pt x="30" y="5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87"/>
            <p:cNvSpPr>
              <a:spLocks noEditPoints="1"/>
            </p:cNvSpPr>
            <p:nvPr/>
          </p:nvSpPr>
          <p:spPr bwMode="auto">
            <a:xfrm>
              <a:off x="6905626" y="2998788"/>
              <a:ext cx="201613" cy="252413"/>
            </a:xfrm>
            <a:custGeom>
              <a:avLst/>
              <a:gdLst>
                <a:gd name="T0" fmla="*/ 32 w 64"/>
                <a:gd name="T1" fmla="*/ 0 h 80"/>
                <a:gd name="T2" fmla="*/ 0 w 64"/>
                <a:gd name="T3" fmla="*/ 32 h 80"/>
                <a:gd name="T4" fmla="*/ 32 w 64"/>
                <a:gd name="T5" fmla="*/ 80 h 80"/>
                <a:gd name="T6" fmla="*/ 64 w 64"/>
                <a:gd name="T7" fmla="*/ 32 h 80"/>
                <a:gd name="T8" fmla="*/ 32 w 64"/>
                <a:gd name="T9" fmla="*/ 0 h 80"/>
                <a:gd name="T10" fmla="*/ 49 w 64"/>
                <a:gd name="T11" fmla="*/ 43 h 80"/>
                <a:gd name="T12" fmla="*/ 43 w 64"/>
                <a:gd name="T13" fmla="*/ 49 h 80"/>
                <a:gd name="T14" fmla="*/ 32 w 64"/>
                <a:gd name="T15" fmla="*/ 38 h 80"/>
                <a:gd name="T16" fmla="*/ 21 w 64"/>
                <a:gd name="T17" fmla="*/ 49 h 80"/>
                <a:gd name="T18" fmla="*/ 15 w 64"/>
                <a:gd name="T19" fmla="*/ 43 h 80"/>
                <a:gd name="T20" fmla="*/ 26 w 64"/>
                <a:gd name="T21" fmla="*/ 32 h 80"/>
                <a:gd name="T22" fmla="*/ 15 w 64"/>
                <a:gd name="T23" fmla="*/ 21 h 80"/>
                <a:gd name="T24" fmla="*/ 21 w 64"/>
                <a:gd name="T25" fmla="*/ 15 h 80"/>
                <a:gd name="T26" fmla="*/ 32 w 64"/>
                <a:gd name="T27" fmla="*/ 26 h 80"/>
                <a:gd name="T28" fmla="*/ 43 w 64"/>
                <a:gd name="T29" fmla="*/ 15 h 80"/>
                <a:gd name="T30" fmla="*/ 49 w 64"/>
                <a:gd name="T31" fmla="*/ 21 h 80"/>
                <a:gd name="T32" fmla="*/ 38 w 64"/>
                <a:gd name="T33" fmla="*/ 32 h 80"/>
                <a:gd name="T34" fmla="*/ 49 w 64"/>
                <a:gd name="T35" fmla="*/ 4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4" h="80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32" y="80"/>
                    <a:pt x="32" y="80"/>
                  </a:cubicBezTo>
                  <a:cubicBezTo>
                    <a:pt x="32" y="80"/>
                    <a:pt x="64" y="50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49" y="43"/>
                  </a:moveTo>
                  <a:cubicBezTo>
                    <a:pt x="43" y="49"/>
                    <a:pt x="43" y="49"/>
                    <a:pt x="43" y="49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38" y="32"/>
                    <a:pt x="38" y="32"/>
                    <a:pt x="38" y="32"/>
                  </a:cubicBezTo>
                  <a:lnTo>
                    <a:pt x="49" y="43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88"/>
            <p:cNvSpPr>
              <a:spLocks noEditPoints="1"/>
            </p:cNvSpPr>
            <p:nvPr/>
          </p:nvSpPr>
          <p:spPr bwMode="auto">
            <a:xfrm>
              <a:off x="3240088" y="3632201"/>
              <a:ext cx="252413" cy="227013"/>
            </a:xfrm>
            <a:custGeom>
              <a:avLst/>
              <a:gdLst>
                <a:gd name="T0" fmla="*/ 79 w 80"/>
                <a:gd name="T1" fmla="*/ 37 h 72"/>
                <a:gd name="T2" fmla="*/ 72 w 80"/>
                <a:gd name="T3" fmla="*/ 30 h 72"/>
                <a:gd name="T4" fmla="*/ 72 w 80"/>
                <a:gd name="T5" fmla="*/ 12 h 72"/>
                <a:gd name="T6" fmla="*/ 60 w 80"/>
                <a:gd name="T7" fmla="*/ 12 h 72"/>
                <a:gd name="T8" fmla="*/ 60 w 80"/>
                <a:gd name="T9" fmla="*/ 18 h 72"/>
                <a:gd name="T10" fmla="*/ 43 w 80"/>
                <a:gd name="T11" fmla="*/ 1 h 72"/>
                <a:gd name="T12" fmla="*/ 37 w 80"/>
                <a:gd name="T13" fmla="*/ 1 h 72"/>
                <a:gd name="T14" fmla="*/ 1 w 80"/>
                <a:gd name="T15" fmla="*/ 37 h 72"/>
                <a:gd name="T16" fmla="*/ 0 w 80"/>
                <a:gd name="T17" fmla="*/ 42 h 72"/>
                <a:gd name="T18" fmla="*/ 4 w 80"/>
                <a:gd name="T19" fmla="*/ 44 h 72"/>
                <a:gd name="T20" fmla="*/ 8 w 80"/>
                <a:gd name="T21" fmla="*/ 44 h 72"/>
                <a:gd name="T22" fmla="*/ 8 w 80"/>
                <a:gd name="T23" fmla="*/ 72 h 72"/>
                <a:gd name="T24" fmla="*/ 20 w 80"/>
                <a:gd name="T25" fmla="*/ 72 h 72"/>
                <a:gd name="T26" fmla="*/ 20 w 80"/>
                <a:gd name="T27" fmla="*/ 52 h 72"/>
                <a:gd name="T28" fmla="*/ 32 w 80"/>
                <a:gd name="T29" fmla="*/ 52 h 72"/>
                <a:gd name="T30" fmla="*/ 32 w 80"/>
                <a:gd name="T31" fmla="*/ 72 h 72"/>
                <a:gd name="T32" fmla="*/ 72 w 80"/>
                <a:gd name="T33" fmla="*/ 72 h 72"/>
                <a:gd name="T34" fmla="*/ 72 w 80"/>
                <a:gd name="T35" fmla="*/ 44 h 72"/>
                <a:gd name="T36" fmla="*/ 76 w 80"/>
                <a:gd name="T37" fmla="*/ 44 h 72"/>
                <a:gd name="T38" fmla="*/ 80 w 80"/>
                <a:gd name="T39" fmla="*/ 42 h 72"/>
                <a:gd name="T40" fmla="*/ 79 w 80"/>
                <a:gd name="T41" fmla="*/ 37 h 72"/>
                <a:gd name="T42" fmla="*/ 64 w 80"/>
                <a:gd name="T43" fmla="*/ 56 h 72"/>
                <a:gd name="T44" fmla="*/ 44 w 80"/>
                <a:gd name="T45" fmla="*/ 56 h 72"/>
                <a:gd name="T46" fmla="*/ 44 w 80"/>
                <a:gd name="T47" fmla="*/ 44 h 72"/>
                <a:gd name="T48" fmla="*/ 64 w 80"/>
                <a:gd name="T49" fmla="*/ 44 h 72"/>
                <a:gd name="T50" fmla="*/ 64 w 80"/>
                <a:gd name="T51" fmla="*/ 5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" h="72">
                  <a:moveTo>
                    <a:pt x="79" y="37"/>
                  </a:moveTo>
                  <a:cubicBezTo>
                    <a:pt x="72" y="30"/>
                    <a:pt x="72" y="30"/>
                    <a:pt x="72" y="30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1" y="0"/>
                    <a:pt x="39" y="0"/>
                    <a:pt x="37" y="1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8"/>
                    <a:pt x="0" y="40"/>
                    <a:pt x="0" y="42"/>
                  </a:cubicBezTo>
                  <a:cubicBezTo>
                    <a:pt x="1" y="43"/>
                    <a:pt x="2" y="44"/>
                    <a:pt x="4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72" y="72"/>
                    <a:pt x="72" y="72"/>
                    <a:pt x="72" y="72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6" y="44"/>
                    <a:pt x="76" y="44"/>
                    <a:pt x="76" y="44"/>
                  </a:cubicBezTo>
                  <a:cubicBezTo>
                    <a:pt x="78" y="44"/>
                    <a:pt x="79" y="43"/>
                    <a:pt x="80" y="42"/>
                  </a:cubicBezTo>
                  <a:cubicBezTo>
                    <a:pt x="80" y="40"/>
                    <a:pt x="80" y="38"/>
                    <a:pt x="79" y="37"/>
                  </a:cubicBezTo>
                  <a:close/>
                  <a:moveTo>
                    <a:pt x="64" y="56"/>
                  </a:moveTo>
                  <a:cubicBezTo>
                    <a:pt x="44" y="56"/>
                    <a:pt x="44" y="56"/>
                    <a:pt x="44" y="5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64" y="44"/>
                    <a:pt x="64" y="44"/>
                    <a:pt x="64" y="44"/>
                  </a:cubicBezTo>
                  <a:lnTo>
                    <a:pt x="64" y="5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89"/>
            <p:cNvSpPr>
              <a:spLocks noEditPoints="1"/>
            </p:cNvSpPr>
            <p:nvPr/>
          </p:nvSpPr>
          <p:spPr bwMode="auto">
            <a:xfrm>
              <a:off x="3846513" y="3606801"/>
              <a:ext cx="252413" cy="252413"/>
            </a:xfrm>
            <a:custGeom>
              <a:avLst/>
              <a:gdLst>
                <a:gd name="T0" fmla="*/ 80 w 80"/>
                <a:gd name="T1" fmla="*/ 37 h 80"/>
                <a:gd name="T2" fmla="*/ 73 w 80"/>
                <a:gd name="T3" fmla="*/ 17 h 80"/>
                <a:gd name="T4" fmla="*/ 72 w 80"/>
                <a:gd name="T5" fmla="*/ 12 h 80"/>
                <a:gd name="T6" fmla="*/ 64 w 80"/>
                <a:gd name="T7" fmla="*/ 12 h 80"/>
                <a:gd name="T8" fmla="*/ 64 w 80"/>
                <a:gd name="T9" fmla="*/ 0 h 80"/>
                <a:gd name="T10" fmla="*/ 52 w 80"/>
                <a:gd name="T11" fmla="*/ 0 h 80"/>
                <a:gd name="T12" fmla="*/ 52 w 80"/>
                <a:gd name="T13" fmla="*/ 12 h 80"/>
                <a:gd name="T14" fmla="*/ 28 w 80"/>
                <a:gd name="T15" fmla="*/ 12 h 80"/>
                <a:gd name="T16" fmla="*/ 28 w 80"/>
                <a:gd name="T17" fmla="*/ 0 h 80"/>
                <a:gd name="T18" fmla="*/ 16 w 80"/>
                <a:gd name="T19" fmla="*/ 0 h 80"/>
                <a:gd name="T20" fmla="*/ 16 w 80"/>
                <a:gd name="T21" fmla="*/ 12 h 80"/>
                <a:gd name="T22" fmla="*/ 8 w 80"/>
                <a:gd name="T23" fmla="*/ 12 h 80"/>
                <a:gd name="T24" fmla="*/ 7 w 80"/>
                <a:gd name="T25" fmla="*/ 17 h 80"/>
                <a:gd name="T26" fmla="*/ 0 w 80"/>
                <a:gd name="T27" fmla="*/ 37 h 80"/>
                <a:gd name="T28" fmla="*/ 1 w 80"/>
                <a:gd name="T29" fmla="*/ 42 h 80"/>
                <a:gd name="T30" fmla="*/ 8 w 80"/>
                <a:gd name="T31" fmla="*/ 44 h 80"/>
                <a:gd name="T32" fmla="*/ 8 w 80"/>
                <a:gd name="T33" fmla="*/ 80 h 80"/>
                <a:gd name="T34" fmla="*/ 32 w 80"/>
                <a:gd name="T35" fmla="*/ 80 h 80"/>
                <a:gd name="T36" fmla="*/ 32 w 80"/>
                <a:gd name="T37" fmla="*/ 64 h 80"/>
                <a:gd name="T38" fmla="*/ 48 w 80"/>
                <a:gd name="T39" fmla="*/ 64 h 80"/>
                <a:gd name="T40" fmla="*/ 48 w 80"/>
                <a:gd name="T41" fmla="*/ 80 h 80"/>
                <a:gd name="T42" fmla="*/ 72 w 80"/>
                <a:gd name="T43" fmla="*/ 80 h 80"/>
                <a:gd name="T44" fmla="*/ 72 w 80"/>
                <a:gd name="T45" fmla="*/ 44 h 80"/>
                <a:gd name="T46" fmla="*/ 79 w 80"/>
                <a:gd name="T47" fmla="*/ 41 h 80"/>
                <a:gd name="T48" fmla="*/ 80 w 80"/>
                <a:gd name="T49" fmla="*/ 37 h 80"/>
                <a:gd name="T50" fmla="*/ 28 w 80"/>
                <a:gd name="T51" fmla="*/ 60 h 80"/>
                <a:gd name="T52" fmla="*/ 16 w 80"/>
                <a:gd name="T53" fmla="*/ 60 h 80"/>
                <a:gd name="T54" fmla="*/ 16 w 80"/>
                <a:gd name="T55" fmla="*/ 48 h 80"/>
                <a:gd name="T56" fmla="*/ 28 w 80"/>
                <a:gd name="T57" fmla="*/ 48 h 80"/>
                <a:gd name="T58" fmla="*/ 28 w 80"/>
                <a:gd name="T59" fmla="*/ 60 h 80"/>
                <a:gd name="T60" fmla="*/ 64 w 80"/>
                <a:gd name="T61" fmla="*/ 60 h 80"/>
                <a:gd name="T62" fmla="*/ 52 w 80"/>
                <a:gd name="T63" fmla="*/ 60 h 80"/>
                <a:gd name="T64" fmla="*/ 52 w 80"/>
                <a:gd name="T65" fmla="*/ 48 h 80"/>
                <a:gd name="T66" fmla="*/ 64 w 80"/>
                <a:gd name="T67" fmla="*/ 48 h 80"/>
                <a:gd name="T68" fmla="*/ 64 w 80"/>
                <a:gd name="T69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0" h="80">
                  <a:moveTo>
                    <a:pt x="80" y="37"/>
                  </a:moveTo>
                  <a:cubicBezTo>
                    <a:pt x="80" y="37"/>
                    <a:pt x="73" y="17"/>
                    <a:pt x="73" y="17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12"/>
                    <a:pt x="52" y="12"/>
                    <a:pt x="52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38"/>
                    <a:pt x="0" y="40"/>
                    <a:pt x="1" y="42"/>
                  </a:cubicBezTo>
                  <a:cubicBezTo>
                    <a:pt x="3" y="43"/>
                    <a:pt x="6" y="44"/>
                    <a:pt x="8" y="44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5" y="44"/>
                    <a:pt x="78" y="44"/>
                    <a:pt x="79" y="41"/>
                  </a:cubicBezTo>
                  <a:cubicBezTo>
                    <a:pt x="80" y="40"/>
                    <a:pt x="80" y="38"/>
                    <a:pt x="80" y="37"/>
                  </a:cubicBezTo>
                  <a:close/>
                  <a:moveTo>
                    <a:pt x="28" y="60"/>
                  </a:moveTo>
                  <a:cubicBezTo>
                    <a:pt x="16" y="60"/>
                    <a:pt x="16" y="60"/>
                    <a:pt x="16" y="60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28" y="48"/>
                    <a:pt x="28" y="48"/>
                    <a:pt x="28" y="48"/>
                  </a:cubicBezTo>
                  <a:lnTo>
                    <a:pt x="28" y="60"/>
                  </a:lnTo>
                  <a:close/>
                  <a:moveTo>
                    <a:pt x="64" y="60"/>
                  </a:moveTo>
                  <a:cubicBezTo>
                    <a:pt x="52" y="60"/>
                    <a:pt x="52" y="60"/>
                    <a:pt x="52" y="60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64" y="48"/>
                    <a:pt x="64" y="48"/>
                    <a:pt x="64" y="48"/>
                  </a:cubicBezTo>
                  <a:lnTo>
                    <a:pt x="64" y="6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2" name="组合 201"/>
            <p:cNvGrpSpPr/>
            <p:nvPr/>
          </p:nvGrpSpPr>
          <p:grpSpPr>
            <a:xfrm>
              <a:off x="5046663" y="3594101"/>
              <a:ext cx="277813" cy="265113"/>
              <a:chOff x="5046663" y="3594101"/>
              <a:chExt cx="277813" cy="265113"/>
            </a:xfrm>
          </p:grpSpPr>
          <p:sp>
            <p:nvSpPr>
              <p:cNvPr id="91" name="Freeform 90"/>
              <p:cNvSpPr>
                <a:spLocks/>
              </p:cNvSpPr>
              <p:nvPr/>
            </p:nvSpPr>
            <p:spPr bwMode="auto">
              <a:xfrm>
                <a:off x="5110163" y="3594101"/>
                <a:ext cx="152400" cy="101600"/>
              </a:xfrm>
              <a:custGeom>
                <a:avLst/>
                <a:gdLst>
                  <a:gd name="T0" fmla="*/ 28 w 48"/>
                  <a:gd name="T1" fmla="*/ 8 h 32"/>
                  <a:gd name="T2" fmla="*/ 28 w 48"/>
                  <a:gd name="T3" fmla="*/ 0 h 32"/>
                  <a:gd name="T4" fmla="*/ 20 w 48"/>
                  <a:gd name="T5" fmla="*/ 0 h 32"/>
                  <a:gd name="T6" fmla="*/ 20 w 48"/>
                  <a:gd name="T7" fmla="*/ 8 h 32"/>
                  <a:gd name="T8" fmla="*/ 0 w 48"/>
                  <a:gd name="T9" fmla="*/ 32 h 32"/>
                  <a:gd name="T10" fmla="*/ 48 w 48"/>
                  <a:gd name="T11" fmla="*/ 32 h 32"/>
                  <a:gd name="T12" fmla="*/ 28 w 48"/>
                  <a:gd name="T13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32">
                    <a:moveTo>
                      <a:pt x="28" y="8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9" y="10"/>
                      <a:pt x="0" y="20"/>
                      <a:pt x="0" y="32"/>
                    </a:cubicBezTo>
                    <a:cubicBezTo>
                      <a:pt x="48" y="32"/>
                      <a:pt x="48" y="32"/>
                      <a:pt x="48" y="32"/>
                    </a:cubicBezTo>
                    <a:cubicBezTo>
                      <a:pt x="48" y="20"/>
                      <a:pt x="39" y="10"/>
                      <a:pt x="28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91"/>
              <p:cNvSpPr>
                <a:spLocks noEditPoints="1"/>
              </p:cNvSpPr>
              <p:nvPr/>
            </p:nvSpPr>
            <p:spPr bwMode="auto">
              <a:xfrm>
                <a:off x="5046663" y="3721101"/>
                <a:ext cx="277813" cy="138113"/>
              </a:xfrm>
              <a:custGeom>
                <a:avLst/>
                <a:gdLst>
                  <a:gd name="T0" fmla="*/ 84 w 88"/>
                  <a:gd name="T1" fmla="*/ 20 h 44"/>
                  <a:gd name="T2" fmla="*/ 72 w 88"/>
                  <a:gd name="T3" fmla="*/ 20 h 44"/>
                  <a:gd name="T4" fmla="*/ 72 w 88"/>
                  <a:gd name="T5" fmla="*/ 4 h 44"/>
                  <a:gd name="T6" fmla="*/ 68 w 88"/>
                  <a:gd name="T7" fmla="*/ 0 h 44"/>
                  <a:gd name="T8" fmla="*/ 20 w 88"/>
                  <a:gd name="T9" fmla="*/ 0 h 44"/>
                  <a:gd name="T10" fmla="*/ 16 w 88"/>
                  <a:gd name="T11" fmla="*/ 4 h 44"/>
                  <a:gd name="T12" fmla="*/ 16 w 88"/>
                  <a:gd name="T13" fmla="*/ 20 h 44"/>
                  <a:gd name="T14" fmla="*/ 4 w 88"/>
                  <a:gd name="T15" fmla="*/ 20 h 44"/>
                  <a:gd name="T16" fmla="*/ 0 w 88"/>
                  <a:gd name="T17" fmla="*/ 24 h 44"/>
                  <a:gd name="T18" fmla="*/ 0 w 88"/>
                  <a:gd name="T19" fmla="*/ 40 h 44"/>
                  <a:gd name="T20" fmla="*/ 4 w 88"/>
                  <a:gd name="T21" fmla="*/ 44 h 44"/>
                  <a:gd name="T22" fmla="*/ 84 w 88"/>
                  <a:gd name="T23" fmla="*/ 44 h 44"/>
                  <a:gd name="T24" fmla="*/ 88 w 88"/>
                  <a:gd name="T25" fmla="*/ 40 h 44"/>
                  <a:gd name="T26" fmla="*/ 88 w 88"/>
                  <a:gd name="T27" fmla="*/ 24 h 44"/>
                  <a:gd name="T28" fmla="*/ 84 w 88"/>
                  <a:gd name="T29" fmla="*/ 20 h 44"/>
                  <a:gd name="T30" fmla="*/ 16 w 88"/>
                  <a:gd name="T31" fmla="*/ 36 h 44"/>
                  <a:gd name="T32" fmla="*/ 8 w 88"/>
                  <a:gd name="T33" fmla="*/ 36 h 44"/>
                  <a:gd name="T34" fmla="*/ 8 w 88"/>
                  <a:gd name="T35" fmla="*/ 28 h 44"/>
                  <a:gd name="T36" fmla="*/ 16 w 88"/>
                  <a:gd name="T37" fmla="*/ 28 h 44"/>
                  <a:gd name="T38" fmla="*/ 16 w 88"/>
                  <a:gd name="T39" fmla="*/ 36 h 44"/>
                  <a:gd name="T40" fmla="*/ 32 w 88"/>
                  <a:gd name="T41" fmla="*/ 36 h 44"/>
                  <a:gd name="T42" fmla="*/ 24 w 88"/>
                  <a:gd name="T43" fmla="*/ 36 h 44"/>
                  <a:gd name="T44" fmla="*/ 24 w 88"/>
                  <a:gd name="T45" fmla="*/ 28 h 44"/>
                  <a:gd name="T46" fmla="*/ 32 w 88"/>
                  <a:gd name="T47" fmla="*/ 28 h 44"/>
                  <a:gd name="T48" fmla="*/ 32 w 88"/>
                  <a:gd name="T49" fmla="*/ 36 h 44"/>
                  <a:gd name="T50" fmla="*/ 32 w 88"/>
                  <a:gd name="T51" fmla="*/ 16 h 44"/>
                  <a:gd name="T52" fmla="*/ 24 w 88"/>
                  <a:gd name="T53" fmla="*/ 16 h 44"/>
                  <a:gd name="T54" fmla="*/ 24 w 88"/>
                  <a:gd name="T55" fmla="*/ 8 h 44"/>
                  <a:gd name="T56" fmla="*/ 32 w 88"/>
                  <a:gd name="T57" fmla="*/ 8 h 44"/>
                  <a:gd name="T58" fmla="*/ 32 w 88"/>
                  <a:gd name="T59" fmla="*/ 16 h 44"/>
                  <a:gd name="T60" fmla="*/ 48 w 88"/>
                  <a:gd name="T61" fmla="*/ 36 h 44"/>
                  <a:gd name="T62" fmla="*/ 40 w 88"/>
                  <a:gd name="T63" fmla="*/ 36 h 44"/>
                  <a:gd name="T64" fmla="*/ 40 w 88"/>
                  <a:gd name="T65" fmla="*/ 28 h 44"/>
                  <a:gd name="T66" fmla="*/ 48 w 88"/>
                  <a:gd name="T67" fmla="*/ 28 h 44"/>
                  <a:gd name="T68" fmla="*/ 48 w 88"/>
                  <a:gd name="T69" fmla="*/ 36 h 44"/>
                  <a:gd name="T70" fmla="*/ 48 w 88"/>
                  <a:gd name="T71" fmla="*/ 16 h 44"/>
                  <a:gd name="T72" fmla="*/ 40 w 88"/>
                  <a:gd name="T73" fmla="*/ 16 h 44"/>
                  <a:gd name="T74" fmla="*/ 40 w 88"/>
                  <a:gd name="T75" fmla="*/ 8 h 44"/>
                  <a:gd name="T76" fmla="*/ 48 w 88"/>
                  <a:gd name="T77" fmla="*/ 8 h 44"/>
                  <a:gd name="T78" fmla="*/ 48 w 88"/>
                  <a:gd name="T79" fmla="*/ 16 h 44"/>
                  <a:gd name="T80" fmla="*/ 64 w 88"/>
                  <a:gd name="T81" fmla="*/ 36 h 44"/>
                  <a:gd name="T82" fmla="*/ 56 w 88"/>
                  <a:gd name="T83" fmla="*/ 36 h 44"/>
                  <a:gd name="T84" fmla="*/ 56 w 88"/>
                  <a:gd name="T85" fmla="*/ 28 h 44"/>
                  <a:gd name="T86" fmla="*/ 64 w 88"/>
                  <a:gd name="T87" fmla="*/ 28 h 44"/>
                  <a:gd name="T88" fmla="*/ 64 w 88"/>
                  <a:gd name="T89" fmla="*/ 36 h 44"/>
                  <a:gd name="T90" fmla="*/ 64 w 88"/>
                  <a:gd name="T91" fmla="*/ 16 h 44"/>
                  <a:gd name="T92" fmla="*/ 56 w 88"/>
                  <a:gd name="T93" fmla="*/ 16 h 44"/>
                  <a:gd name="T94" fmla="*/ 56 w 88"/>
                  <a:gd name="T95" fmla="*/ 8 h 44"/>
                  <a:gd name="T96" fmla="*/ 64 w 88"/>
                  <a:gd name="T97" fmla="*/ 8 h 44"/>
                  <a:gd name="T98" fmla="*/ 64 w 88"/>
                  <a:gd name="T99" fmla="*/ 16 h 44"/>
                  <a:gd name="T100" fmla="*/ 80 w 88"/>
                  <a:gd name="T101" fmla="*/ 36 h 44"/>
                  <a:gd name="T102" fmla="*/ 72 w 88"/>
                  <a:gd name="T103" fmla="*/ 36 h 44"/>
                  <a:gd name="T104" fmla="*/ 72 w 88"/>
                  <a:gd name="T105" fmla="*/ 28 h 44"/>
                  <a:gd name="T106" fmla="*/ 80 w 88"/>
                  <a:gd name="T107" fmla="*/ 28 h 44"/>
                  <a:gd name="T108" fmla="*/ 80 w 88"/>
                  <a:gd name="T109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88" h="44">
                    <a:moveTo>
                      <a:pt x="84" y="20"/>
                    </a:move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8" y="0"/>
                      <a:pt x="16" y="2"/>
                      <a:pt x="16" y="4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2" y="20"/>
                      <a:pt x="0" y="22"/>
                      <a:pt x="0" y="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84" y="44"/>
                      <a:pt x="84" y="44"/>
                      <a:pt x="84" y="44"/>
                    </a:cubicBezTo>
                    <a:cubicBezTo>
                      <a:pt x="86" y="44"/>
                      <a:pt x="88" y="42"/>
                      <a:pt x="88" y="40"/>
                    </a:cubicBezTo>
                    <a:cubicBezTo>
                      <a:pt x="88" y="24"/>
                      <a:pt x="88" y="24"/>
                      <a:pt x="88" y="24"/>
                    </a:cubicBezTo>
                    <a:cubicBezTo>
                      <a:pt x="88" y="22"/>
                      <a:pt x="86" y="20"/>
                      <a:pt x="84" y="20"/>
                    </a:cubicBezTo>
                    <a:close/>
                    <a:moveTo>
                      <a:pt x="16" y="36"/>
                    </a:moveTo>
                    <a:cubicBezTo>
                      <a:pt x="8" y="36"/>
                      <a:pt x="8" y="36"/>
                      <a:pt x="8" y="36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6" y="28"/>
                      <a:pt x="16" y="28"/>
                      <a:pt x="16" y="28"/>
                    </a:cubicBezTo>
                    <a:lnTo>
                      <a:pt x="16" y="36"/>
                    </a:lnTo>
                    <a:close/>
                    <a:moveTo>
                      <a:pt x="32" y="36"/>
                    </a:moveTo>
                    <a:cubicBezTo>
                      <a:pt x="24" y="36"/>
                      <a:pt x="24" y="36"/>
                      <a:pt x="24" y="36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32" y="28"/>
                      <a:pt x="32" y="28"/>
                      <a:pt x="32" y="28"/>
                    </a:cubicBezTo>
                    <a:lnTo>
                      <a:pt x="32" y="36"/>
                    </a:lnTo>
                    <a:close/>
                    <a:moveTo>
                      <a:pt x="32" y="16"/>
                    </a:move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6"/>
                    </a:lnTo>
                    <a:close/>
                    <a:moveTo>
                      <a:pt x="48" y="36"/>
                    </a:moveTo>
                    <a:cubicBezTo>
                      <a:pt x="40" y="36"/>
                      <a:pt x="40" y="36"/>
                      <a:pt x="40" y="36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8" y="28"/>
                      <a:pt x="48" y="28"/>
                      <a:pt x="48" y="28"/>
                    </a:cubicBezTo>
                    <a:lnTo>
                      <a:pt x="48" y="36"/>
                    </a:lnTo>
                    <a:close/>
                    <a:moveTo>
                      <a:pt x="48" y="16"/>
                    </a:move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8" y="8"/>
                      <a:pt x="48" y="8"/>
                      <a:pt x="48" y="8"/>
                    </a:cubicBezTo>
                    <a:lnTo>
                      <a:pt x="48" y="16"/>
                    </a:lnTo>
                    <a:close/>
                    <a:moveTo>
                      <a:pt x="64" y="36"/>
                    </a:move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28"/>
                      <a:pt x="56" y="28"/>
                      <a:pt x="56" y="28"/>
                    </a:cubicBezTo>
                    <a:cubicBezTo>
                      <a:pt x="64" y="28"/>
                      <a:pt x="64" y="28"/>
                      <a:pt x="64" y="28"/>
                    </a:cubicBezTo>
                    <a:lnTo>
                      <a:pt x="64" y="36"/>
                    </a:lnTo>
                    <a:close/>
                    <a:moveTo>
                      <a:pt x="64" y="16"/>
                    </a:move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64" y="8"/>
                      <a:pt x="64" y="8"/>
                      <a:pt x="64" y="8"/>
                    </a:cubicBezTo>
                    <a:lnTo>
                      <a:pt x="64" y="16"/>
                    </a:lnTo>
                    <a:close/>
                    <a:moveTo>
                      <a:pt x="80" y="36"/>
                    </a:moveTo>
                    <a:cubicBezTo>
                      <a:pt x="72" y="36"/>
                      <a:pt x="72" y="36"/>
                      <a:pt x="72" y="36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80" y="28"/>
                      <a:pt x="80" y="28"/>
                      <a:pt x="80" y="28"/>
                    </a:cubicBezTo>
                    <a:lnTo>
                      <a:pt x="80" y="3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3" name="Freeform 92"/>
            <p:cNvSpPr>
              <a:spLocks noEditPoints="1"/>
            </p:cNvSpPr>
            <p:nvPr/>
          </p:nvSpPr>
          <p:spPr bwMode="auto">
            <a:xfrm>
              <a:off x="5665788" y="3606801"/>
              <a:ext cx="254000" cy="252413"/>
            </a:xfrm>
            <a:custGeom>
              <a:avLst/>
              <a:gdLst>
                <a:gd name="T0" fmla="*/ 60 w 80"/>
                <a:gd name="T1" fmla="*/ 40 h 80"/>
                <a:gd name="T2" fmla="*/ 56 w 80"/>
                <a:gd name="T3" fmla="*/ 8 h 80"/>
                <a:gd name="T4" fmla="*/ 52 w 80"/>
                <a:gd name="T5" fmla="*/ 4 h 80"/>
                <a:gd name="T6" fmla="*/ 32 w 80"/>
                <a:gd name="T7" fmla="*/ 0 h 80"/>
                <a:gd name="T8" fmla="*/ 28 w 80"/>
                <a:gd name="T9" fmla="*/ 8 h 80"/>
                <a:gd name="T10" fmla="*/ 20 w 80"/>
                <a:gd name="T11" fmla="*/ 12 h 80"/>
                <a:gd name="T12" fmla="*/ 4 w 80"/>
                <a:gd name="T13" fmla="*/ 40 h 80"/>
                <a:gd name="T14" fmla="*/ 0 w 80"/>
                <a:gd name="T15" fmla="*/ 76 h 80"/>
                <a:gd name="T16" fmla="*/ 32 w 80"/>
                <a:gd name="T17" fmla="*/ 80 h 80"/>
                <a:gd name="T18" fmla="*/ 48 w 80"/>
                <a:gd name="T19" fmla="*/ 64 h 80"/>
                <a:gd name="T20" fmla="*/ 76 w 80"/>
                <a:gd name="T21" fmla="*/ 80 h 80"/>
                <a:gd name="T22" fmla="*/ 80 w 80"/>
                <a:gd name="T23" fmla="*/ 44 h 80"/>
                <a:gd name="T24" fmla="*/ 16 w 80"/>
                <a:gd name="T25" fmla="*/ 72 h 80"/>
                <a:gd name="T26" fmla="*/ 8 w 80"/>
                <a:gd name="T27" fmla="*/ 64 h 80"/>
                <a:gd name="T28" fmla="*/ 16 w 80"/>
                <a:gd name="T29" fmla="*/ 72 h 80"/>
                <a:gd name="T30" fmla="*/ 8 w 80"/>
                <a:gd name="T31" fmla="*/ 56 h 80"/>
                <a:gd name="T32" fmla="*/ 16 w 80"/>
                <a:gd name="T33" fmla="*/ 48 h 80"/>
                <a:gd name="T34" fmla="*/ 36 w 80"/>
                <a:gd name="T35" fmla="*/ 56 h 80"/>
                <a:gd name="T36" fmla="*/ 28 w 80"/>
                <a:gd name="T37" fmla="*/ 48 h 80"/>
                <a:gd name="T38" fmla="*/ 36 w 80"/>
                <a:gd name="T39" fmla="*/ 56 h 80"/>
                <a:gd name="T40" fmla="*/ 28 w 80"/>
                <a:gd name="T41" fmla="*/ 40 h 80"/>
                <a:gd name="T42" fmla="*/ 36 w 80"/>
                <a:gd name="T43" fmla="*/ 32 h 80"/>
                <a:gd name="T44" fmla="*/ 36 w 80"/>
                <a:gd name="T45" fmla="*/ 24 h 80"/>
                <a:gd name="T46" fmla="*/ 28 w 80"/>
                <a:gd name="T47" fmla="*/ 16 h 80"/>
                <a:gd name="T48" fmla="*/ 36 w 80"/>
                <a:gd name="T49" fmla="*/ 24 h 80"/>
                <a:gd name="T50" fmla="*/ 44 w 80"/>
                <a:gd name="T51" fmla="*/ 56 h 80"/>
                <a:gd name="T52" fmla="*/ 52 w 80"/>
                <a:gd name="T53" fmla="*/ 48 h 80"/>
                <a:gd name="T54" fmla="*/ 52 w 80"/>
                <a:gd name="T55" fmla="*/ 40 h 80"/>
                <a:gd name="T56" fmla="*/ 44 w 80"/>
                <a:gd name="T57" fmla="*/ 32 h 80"/>
                <a:gd name="T58" fmla="*/ 52 w 80"/>
                <a:gd name="T59" fmla="*/ 40 h 80"/>
                <a:gd name="T60" fmla="*/ 44 w 80"/>
                <a:gd name="T61" fmla="*/ 24 h 80"/>
                <a:gd name="T62" fmla="*/ 52 w 80"/>
                <a:gd name="T63" fmla="*/ 16 h 80"/>
                <a:gd name="T64" fmla="*/ 72 w 80"/>
                <a:gd name="T65" fmla="*/ 72 h 80"/>
                <a:gd name="T66" fmla="*/ 64 w 80"/>
                <a:gd name="T67" fmla="*/ 64 h 80"/>
                <a:gd name="T68" fmla="*/ 72 w 80"/>
                <a:gd name="T69" fmla="*/ 72 h 80"/>
                <a:gd name="T70" fmla="*/ 64 w 80"/>
                <a:gd name="T71" fmla="*/ 56 h 80"/>
                <a:gd name="T72" fmla="*/ 72 w 80"/>
                <a:gd name="T73" fmla="*/ 4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0" h="80">
                  <a:moveTo>
                    <a:pt x="76" y="40"/>
                  </a:moveTo>
                  <a:cubicBezTo>
                    <a:pt x="60" y="40"/>
                    <a:pt x="60" y="40"/>
                    <a:pt x="60" y="40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10"/>
                    <a:pt x="58" y="8"/>
                    <a:pt x="56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2"/>
                    <a:pt x="50" y="0"/>
                    <a:pt x="4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0" y="0"/>
                    <a:pt x="28" y="2"/>
                    <a:pt x="28" y="4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2" y="8"/>
                    <a:pt x="20" y="10"/>
                    <a:pt x="20" y="12"/>
                  </a:cubicBezTo>
                  <a:cubicBezTo>
                    <a:pt x="20" y="40"/>
                    <a:pt x="20" y="40"/>
                    <a:pt x="20" y="40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2" y="40"/>
                    <a:pt x="0" y="42"/>
                    <a:pt x="0" y="44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8"/>
                    <a:pt x="2" y="80"/>
                    <a:pt x="4" y="80"/>
                  </a:cubicBezTo>
                  <a:cubicBezTo>
                    <a:pt x="32" y="80"/>
                    <a:pt x="32" y="80"/>
                    <a:pt x="32" y="80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48" y="64"/>
                    <a:pt x="48" y="64"/>
                    <a:pt x="48" y="64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76" y="80"/>
                    <a:pt x="76" y="80"/>
                    <a:pt x="76" y="80"/>
                  </a:cubicBezTo>
                  <a:cubicBezTo>
                    <a:pt x="78" y="80"/>
                    <a:pt x="80" y="78"/>
                    <a:pt x="80" y="76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0" y="42"/>
                    <a:pt x="78" y="40"/>
                    <a:pt x="76" y="40"/>
                  </a:cubicBezTo>
                  <a:close/>
                  <a:moveTo>
                    <a:pt x="16" y="72"/>
                  </a:moveTo>
                  <a:cubicBezTo>
                    <a:pt x="8" y="72"/>
                    <a:pt x="8" y="72"/>
                    <a:pt x="8" y="72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16" y="64"/>
                    <a:pt x="16" y="64"/>
                    <a:pt x="16" y="64"/>
                  </a:cubicBezTo>
                  <a:lnTo>
                    <a:pt x="16" y="72"/>
                  </a:lnTo>
                  <a:close/>
                  <a:moveTo>
                    <a:pt x="16" y="56"/>
                  </a:moveTo>
                  <a:cubicBezTo>
                    <a:pt x="8" y="56"/>
                    <a:pt x="8" y="56"/>
                    <a:pt x="8" y="56"/>
                  </a:cubicBezTo>
                  <a:cubicBezTo>
                    <a:pt x="8" y="48"/>
                    <a:pt x="8" y="48"/>
                    <a:pt x="8" y="48"/>
                  </a:cubicBezTo>
                  <a:cubicBezTo>
                    <a:pt x="16" y="48"/>
                    <a:pt x="16" y="48"/>
                    <a:pt x="16" y="48"/>
                  </a:cubicBezTo>
                  <a:lnTo>
                    <a:pt x="16" y="56"/>
                  </a:lnTo>
                  <a:close/>
                  <a:moveTo>
                    <a:pt x="36" y="56"/>
                  </a:moveTo>
                  <a:cubicBezTo>
                    <a:pt x="28" y="56"/>
                    <a:pt x="28" y="56"/>
                    <a:pt x="28" y="56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6" y="48"/>
                    <a:pt x="36" y="48"/>
                    <a:pt x="36" y="48"/>
                  </a:cubicBezTo>
                  <a:lnTo>
                    <a:pt x="36" y="56"/>
                  </a:lnTo>
                  <a:close/>
                  <a:moveTo>
                    <a:pt x="36" y="40"/>
                  </a:moveTo>
                  <a:cubicBezTo>
                    <a:pt x="28" y="40"/>
                    <a:pt x="28" y="40"/>
                    <a:pt x="28" y="40"/>
                  </a:cubicBezTo>
                  <a:cubicBezTo>
                    <a:pt x="28" y="32"/>
                    <a:pt x="28" y="32"/>
                    <a:pt x="28" y="32"/>
                  </a:cubicBezTo>
                  <a:cubicBezTo>
                    <a:pt x="36" y="32"/>
                    <a:pt x="36" y="32"/>
                    <a:pt x="36" y="32"/>
                  </a:cubicBezTo>
                  <a:lnTo>
                    <a:pt x="36" y="40"/>
                  </a:lnTo>
                  <a:close/>
                  <a:moveTo>
                    <a:pt x="36" y="24"/>
                  </a:moveTo>
                  <a:cubicBezTo>
                    <a:pt x="28" y="24"/>
                    <a:pt x="28" y="24"/>
                    <a:pt x="28" y="24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36" y="16"/>
                    <a:pt x="36" y="16"/>
                    <a:pt x="36" y="16"/>
                  </a:cubicBezTo>
                  <a:lnTo>
                    <a:pt x="36" y="24"/>
                  </a:lnTo>
                  <a:close/>
                  <a:moveTo>
                    <a:pt x="52" y="56"/>
                  </a:moveTo>
                  <a:cubicBezTo>
                    <a:pt x="44" y="56"/>
                    <a:pt x="44" y="56"/>
                    <a:pt x="44" y="56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52" y="48"/>
                    <a:pt x="52" y="48"/>
                    <a:pt x="52" y="48"/>
                  </a:cubicBezTo>
                  <a:lnTo>
                    <a:pt x="52" y="56"/>
                  </a:lnTo>
                  <a:close/>
                  <a:moveTo>
                    <a:pt x="52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52" y="32"/>
                    <a:pt x="52" y="32"/>
                    <a:pt x="52" y="32"/>
                  </a:cubicBezTo>
                  <a:lnTo>
                    <a:pt x="52" y="40"/>
                  </a:lnTo>
                  <a:close/>
                  <a:moveTo>
                    <a:pt x="52" y="24"/>
                  </a:moveTo>
                  <a:cubicBezTo>
                    <a:pt x="44" y="24"/>
                    <a:pt x="44" y="24"/>
                    <a:pt x="44" y="24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52" y="16"/>
                    <a:pt x="52" y="16"/>
                    <a:pt x="52" y="16"/>
                  </a:cubicBezTo>
                  <a:lnTo>
                    <a:pt x="52" y="24"/>
                  </a:lnTo>
                  <a:close/>
                  <a:moveTo>
                    <a:pt x="72" y="72"/>
                  </a:moveTo>
                  <a:cubicBezTo>
                    <a:pt x="64" y="72"/>
                    <a:pt x="64" y="72"/>
                    <a:pt x="64" y="72"/>
                  </a:cubicBezTo>
                  <a:cubicBezTo>
                    <a:pt x="64" y="64"/>
                    <a:pt x="64" y="64"/>
                    <a:pt x="64" y="64"/>
                  </a:cubicBezTo>
                  <a:cubicBezTo>
                    <a:pt x="72" y="64"/>
                    <a:pt x="72" y="64"/>
                    <a:pt x="72" y="64"/>
                  </a:cubicBezTo>
                  <a:lnTo>
                    <a:pt x="72" y="72"/>
                  </a:lnTo>
                  <a:close/>
                  <a:moveTo>
                    <a:pt x="72" y="56"/>
                  </a:moveTo>
                  <a:cubicBezTo>
                    <a:pt x="64" y="56"/>
                    <a:pt x="64" y="56"/>
                    <a:pt x="64" y="56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72" y="48"/>
                    <a:pt x="72" y="48"/>
                    <a:pt x="72" y="48"/>
                  </a:cubicBezTo>
                  <a:lnTo>
                    <a:pt x="72" y="56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04" name="组合 203"/>
            <p:cNvGrpSpPr/>
            <p:nvPr/>
          </p:nvGrpSpPr>
          <p:grpSpPr>
            <a:xfrm>
              <a:off x="6880226" y="3606801"/>
              <a:ext cx="252413" cy="252412"/>
              <a:chOff x="6880226" y="3606801"/>
              <a:chExt cx="252413" cy="252412"/>
            </a:xfrm>
          </p:grpSpPr>
          <p:sp>
            <p:nvSpPr>
              <p:cNvPr id="94" name="Freeform 93"/>
              <p:cNvSpPr>
                <a:spLocks noEditPoints="1"/>
              </p:cNvSpPr>
              <p:nvPr/>
            </p:nvSpPr>
            <p:spPr bwMode="auto">
              <a:xfrm>
                <a:off x="6880226" y="3606801"/>
                <a:ext cx="252413" cy="101600"/>
              </a:xfrm>
              <a:custGeom>
                <a:avLst/>
                <a:gdLst>
                  <a:gd name="T0" fmla="*/ 64 w 80"/>
                  <a:gd name="T1" fmla="*/ 0 h 32"/>
                  <a:gd name="T2" fmla="*/ 16 w 80"/>
                  <a:gd name="T3" fmla="*/ 0 h 32"/>
                  <a:gd name="T4" fmla="*/ 0 w 80"/>
                  <a:gd name="T5" fmla="*/ 16 h 32"/>
                  <a:gd name="T6" fmla="*/ 16 w 80"/>
                  <a:gd name="T7" fmla="*/ 32 h 32"/>
                  <a:gd name="T8" fmla="*/ 32 w 80"/>
                  <a:gd name="T9" fmla="*/ 16 h 32"/>
                  <a:gd name="T10" fmla="*/ 30 w 80"/>
                  <a:gd name="T11" fmla="*/ 8 h 32"/>
                  <a:gd name="T12" fmla="*/ 50 w 80"/>
                  <a:gd name="T13" fmla="*/ 8 h 32"/>
                  <a:gd name="T14" fmla="*/ 48 w 80"/>
                  <a:gd name="T15" fmla="*/ 16 h 32"/>
                  <a:gd name="T16" fmla="*/ 64 w 80"/>
                  <a:gd name="T17" fmla="*/ 32 h 32"/>
                  <a:gd name="T18" fmla="*/ 80 w 80"/>
                  <a:gd name="T19" fmla="*/ 16 h 32"/>
                  <a:gd name="T20" fmla="*/ 64 w 80"/>
                  <a:gd name="T21" fmla="*/ 0 h 32"/>
                  <a:gd name="T22" fmla="*/ 24 w 80"/>
                  <a:gd name="T23" fmla="*/ 16 h 32"/>
                  <a:gd name="T24" fmla="*/ 16 w 80"/>
                  <a:gd name="T25" fmla="*/ 24 h 32"/>
                  <a:gd name="T26" fmla="*/ 8 w 80"/>
                  <a:gd name="T27" fmla="*/ 16 h 32"/>
                  <a:gd name="T28" fmla="*/ 16 w 80"/>
                  <a:gd name="T29" fmla="*/ 8 h 32"/>
                  <a:gd name="T30" fmla="*/ 24 w 80"/>
                  <a:gd name="T31" fmla="*/ 16 h 32"/>
                  <a:gd name="T32" fmla="*/ 64 w 80"/>
                  <a:gd name="T33" fmla="*/ 24 h 32"/>
                  <a:gd name="T34" fmla="*/ 56 w 80"/>
                  <a:gd name="T35" fmla="*/ 16 h 32"/>
                  <a:gd name="T36" fmla="*/ 64 w 80"/>
                  <a:gd name="T37" fmla="*/ 8 h 32"/>
                  <a:gd name="T38" fmla="*/ 72 w 80"/>
                  <a:gd name="T39" fmla="*/ 16 h 32"/>
                  <a:gd name="T40" fmla="*/ 64 w 80"/>
                  <a:gd name="T41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0" h="32">
                    <a:moveTo>
                      <a:pt x="6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13"/>
                      <a:pt x="31" y="10"/>
                      <a:pt x="30" y="8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49" y="10"/>
                      <a:pt x="48" y="13"/>
                      <a:pt x="48" y="16"/>
                    </a:cubicBezTo>
                    <a:cubicBezTo>
                      <a:pt x="48" y="25"/>
                      <a:pt x="55" y="32"/>
                      <a:pt x="64" y="32"/>
                    </a:cubicBezTo>
                    <a:cubicBezTo>
                      <a:pt x="73" y="32"/>
                      <a:pt x="80" y="25"/>
                      <a:pt x="80" y="16"/>
                    </a:cubicBezTo>
                    <a:cubicBezTo>
                      <a:pt x="80" y="7"/>
                      <a:pt x="73" y="0"/>
                      <a:pt x="64" y="0"/>
                    </a:cubicBezTo>
                    <a:close/>
                    <a:moveTo>
                      <a:pt x="24" y="16"/>
                    </a:moveTo>
                    <a:cubicBezTo>
                      <a:pt x="24" y="20"/>
                      <a:pt x="20" y="24"/>
                      <a:pt x="16" y="24"/>
                    </a:cubicBezTo>
                    <a:cubicBezTo>
                      <a:pt x="12" y="24"/>
                      <a:pt x="8" y="20"/>
                      <a:pt x="8" y="16"/>
                    </a:cubicBezTo>
                    <a:cubicBezTo>
                      <a:pt x="8" y="12"/>
                      <a:pt x="12" y="8"/>
                      <a:pt x="16" y="8"/>
                    </a:cubicBezTo>
                    <a:cubicBezTo>
                      <a:pt x="20" y="8"/>
                      <a:pt x="24" y="12"/>
                      <a:pt x="24" y="16"/>
                    </a:cubicBezTo>
                    <a:close/>
                    <a:moveTo>
                      <a:pt x="64" y="24"/>
                    </a:moveTo>
                    <a:cubicBezTo>
                      <a:pt x="60" y="24"/>
                      <a:pt x="56" y="20"/>
                      <a:pt x="56" y="16"/>
                    </a:cubicBezTo>
                    <a:cubicBezTo>
                      <a:pt x="56" y="12"/>
                      <a:pt x="60" y="8"/>
                      <a:pt x="64" y="8"/>
                    </a:cubicBezTo>
                    <a:cubicBezTo>
                      <a:pt x="68" y="8"/>
                      <a:pt x="72" y="12"/>
                      <a:pt x="72" y="16"/>
                    </a:cubicBezTo>
                    <a:cubicBezTo>
                      <a:pt x="72" y="20"/>
                      <a:pt x="68" y="24"/>
                      <a:pt x="64" y="24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94"/>
              <p:cNvSpPr>
                <a:spLocks/>
              </p:cNvSpPr>
              <p:nvPr/>
            </p:nvSpPr>
            <p:spPr bwMode="auto">
              <a:xfrm>
                <a:off x="6954838" y="3744913"/>
                <a:ext cx="101600" cy="114300"/>
              </a:xfrm>
              <a:custGeom>
                <a:avLst/>
                <a:gdLst>
                  <a:gd name="T0" fmla="*/ 0 w 64"/>
                  <a:gd name="T1" fmla="*/ 72 h 72"/>
                  <a:gd name="T2" fmla="*/ 16 w 64"/>
                  <a:gd name="T3" fmla="*/ 72 h 72"/>
                  <a:gd name="T4" fmla="*/ 16 w 64"/>
                  <a:gd name="T5" fmla="*/ 16 h 72"/>
                  <a:gd name="T6" fmla="*/ 24 w 64"/>
                  <a:gd name="T7" fmla="*/ 16 h 72"/>
                  <a:gd name="T8" fmla="*/ 24 w 64"/>
                  <a:gd name="T9" fmla="*/ 72 h 72"/>
                  <a:gd name="T10" fmla="*/ 40 w 64"/>
                  <a:gd name="T11" fmla="*/ 72 h 72"/>
                  <a:gd name="T12" fmla="*/ 40 w 64"/>
                  <a:gd name="T13" fmla="*/ 16 h 72"/>
                  <a:gd name="T14" fmla="*/ 48 w 64"/>
                  <a:gd name="T15" fmla="*/ 16 h 72"/>
                  <a:gd name="T16" fmla="*/ 48 w 64"/>
                  <a:gd name="T17" fmla="*/ 72 h 72"/>
                  <a:gd name="T18" fmla="*/ 64 w 64"/>
                  <a:gd name="T19" fmla="*/ 72 h 72"/>
                  <a:gd name="T20" fmla="*/ 64 w 64"/>
                  <a:gd name="T21" fmla="*/ 0 h 72"/>
                  <a:gd name="T22" fmla="*/ 0 w 64"/>
                  <a:gd name="T23" fmla="*/ 0 h 72"/>
                  <a:gd name="T24" fmla="*/ 0 w 64"/>
                  <a:gd name="T25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72">
                    <a:moveTo>
                      <a:pt x="0" y="72"/>
                    </a:moveTo>
                    <a:lnTo>
                      <a:pt x="16" y="72"/>
                    </a:lnTo>
                    <a:lnTo>
                      <a:pt x="16" y="16"/>
                    </a:lnTo>
                    <a:lnTo>
                      <a:pt x="24" y="16"/>
                    </a:lnTo>
                    <a:lnTo>
                      <a:pt x="24" y="72"/>
                    </a:lnTo>
                    <a:lnTo>
                      <a:pt x="40" y="72"/>
                    </a:lnTo>
                    <a:lnTo>
                      <a:pt x="40" y="16"/>
                    </a:lnTo>
                    <a:lnTo>
                      <a:pt x="48" y="16"/>
                    </a:lnTo>
                    <a:lnTo>
                      <a:pt x="48" y="72"/>
                    </a:lnTo>
                    <a:lnTo>
                      <a:pt x="64" y="72"/>
                    </a:lnTo>
                    <a:lnTo>
                      <a:pt x="64" y="0"/>
                    </a:lnTo>
                    <a:lnTo>
                      <a:pt x="0" y="0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Rectangle 95"/>
              <p:cNvSpPr>
                <a:spLocks noChangeArrowheads="1"/>
              </p:cNvSpPr>
              <p:nvPr/>
            </p:nvSpPr>
            <p:spPr bwMode="auto">
              <a:xfrm>
                <a:off x="6954838" y="3708401"/>
                <a:ext cx="101600" cy="25400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9" name="组合 208"/>
            <p:cNvGrpSpPr/>
            <p:nvPr/>
          </p:nvGrpSpPr>
          <p:grpSpPr>
            <a:xfrm>
              <a:off x="3252788" y="4192588"/>
              <a:ext cx="201613" cy="300038"/>
              <a:chOff x="3252788" y="4192588"/>
              <a:chExt cx="201613" cy="300038"/>
            </a:xfrm>
          </p:grpSpPr>
          <p:sp>
            <p:nvSpPr>
              <p:cNvPr id="97" name="Freeform 96"/>
              <p:cNvSpPr>
                <a:spLocks noEditPoints="1"/>
              </p:cNvSpPr>
              <p:nvPr/>
            </p:nvSpPr>
            <p:spPr bwMode="auto">
              <a:xfrm>
                <a:off x="3252788" y="4365626"/>
                <a:ext cx="201613" cy="127000"/>
              </a:xfrm>
              <a:custGeom>
                <a:avLst/>
                <a:gdLst>
                  <a:gd name="T0" fmla="*/ 127 w 127"/>
                  <a:gd name="T1" fmla="*/ 0 h 80"/>
                  <a:gd name="T2" fmla="*/ 0 w 127"/>
                  <a:gd name="T3" fmla="*/ 0 h 80"/>
                  <a:gd name="T4" fmla="*/ 0 w 127"/>
                  <a:gd name="T5" fmla="*/ 16 h 80"/>
                  <a:gd name="T6" fmla="*/ 30 w 127"/>
                  <a:gd name="T7" fmla="*/ 16 h 80"/>
                  <a:gd name="T8" fmla="*/ 16 w 127"/>
                  <a:gd name="T9" fmla="*/ 80 h 80"/>
                  <a:gd name="T10" fmla="*/ 48 w 127"/>
                  <a:gd name="T11" fmla="*/ 80 h 80"/>
                  <a:gd name="T12" fmla="*/ 64 w 127"/>
                  <a:gd name="T13" fmla="*/ 60 h 80"/>
                  <a:gd name="T14" fmla="*/ 80 w 127"/>
                  <a:gd name="T15" fmla="*/ 80 h 80"/>
                  <a:gd name="T16" fmla="*/ 111 w 127"/>
                  <a:gd name="T17" fmla="*/ 80 h 80"/>
                  <a:gd name="T18" fmla="*/ 97 w 127"/>
                  <a:gd name="T19" fmla="*/ 16 h 80"/>
                  <a:gd name="T20" fmla="*/ 127 w 127"/>
                  <a:gd name="T21" fmla="*/ 16 h 80"/>
                  <a:gd name="T22" fmla="*/ 127 w 127"/>
                  <a:gd name="T23" fmla="*/ 0 h 80"/>
                  <a:gd name="T24" fmla="*/ 34 w 127"/>
                  <a:gd name="T25" fmla="*/ 72 h 80"/>
                  <a:gd name="T26" fmla="*/ 42 w 127"/>
                  <a:gd name="T27" fmla="*/ 32 h 80"/>
                  <a:gd name="T28" fmla="*/ 54 w 127"/>
                  <a:gd name="T29" fmla="*/ 46 h 80"/>
                  <a:gd name="T30" fmla="*/ 34 w 127"/>
                  <a:gd name="T31" fmla="*/ 72 h 80"/>
                  <a:gd name="T32" fmla="*/ 74 w 127"/>
                  <a:gd name="T33" fmla="*/ 46 h 80"/>
                  <a:gd name="T34" fmla="*/ 86 w 127"/>
                  <a:gd name="T35" fmla="*/ 32 h 80"/>
                  <a:gd name="T36" fmla="*/ 93 w 127"/>
                  <a:gd name="T37" fmla="*/ 72 h 80"/>
                  <a:gd name="T38" fmla="*/ 74 w 127"/>
                  <a:gd name="T39" fmla="*/ 46 h 80"/>
                  <a:gd name="T40" fmla="*/ 64 w 127"/>
                  <a:gd name="T41" fmla="*/ 34 h 80"/>
                  <a:gd name="T42" fmla="*/ 50 w 127"/>
                  <a:gd name="T43" fmla="*/ 16 h 80"/>
                  <a:gd name="T44" fmla="*/ 78 w 127"/>
                  <a:gd name="T45" fmla="*/ 16 h 80"/>
                  <a:gd name="T46" fmla="*/ 64 w 127"/>
                  <a:gd name="T47" fmla="*/ 3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7" h="80">
                    <a:moveTo>
                      <a:pt x="127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30" y="16"/>
                    </a:lnTo>
                    <a:lnTo>
                      <a:pt x="16" y="80"/>
                    </a:lnTo>
                    <a:lnTo>
                      <a:pt x="48" y="80"/>
                    </a:lnTo>
                    <a:lnTo>
                      <a:pt x="64" y="60"/>
                    </a:lnTo>
                    <a:lnTo>
                      <a:pt x="80" y="80"/>
                    </a:lnTo>
                    <a:lnTo>
                      <a:pt x="111" y="80"/>
                    </a:lnTo>
                    <a:lnTo>
                      <a:pt x="97" y="16"/>
                    </a:lnTo>
                    <a:lnTo>
                      <a:pt x="127" y="16"/>
                    </a:lnTo>
                    <a:lnTo>
                      <a:pt x="127" y="0"/>
                    </a:lnTo>
                    <a:close/>
                    <a:moveTo>
                      <a:pt x="34" y="72"/>
                    </a:moveTo>
                    <a:lnTo>
                      <a:pt x="42" y="32"/>
                    </a:lnTo>
                    <a:lnTo>
                      <a:pt x="54" y="46"/>
                    </a:lnTo>
                    <a:lnTo>
                      <a:pt x="34" y="72"/>
                    </a:lnTo>
                    <a:close/>
                    <a:moveTo>
                      <a:pt x="74" y="46"/>
                    </a:moveTo>
                    <a:lnTo>
                      <a:pt x="86" y="32"/>
                    </a:lnTo>
                    <a:lnTo>
                      <a:pt x="93" y="72"/>
                    </a:lnTo>
                    <a:lnTo>
                      <a:pt x="74" y="46"/>
                    </a:lnTo>
                    <a:close/>
                    <a:moveTo>
                      <a:pt x="64" y="34"/>
                    </a:moveTo>
                    <a:lnTo>
                      <a:pt x="50" y="16"/>
                    </a:lnTo>
                    <a:lnTo>
                      <a:pt x="78" y="16"/>
                    </a:lnTo>
                    <a:lnTo>
                      <a:pt x="64" y="3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08" name="组合 207"/>
              <p:cNvGrpSpPr/>
              <p:nvPr/>
            </p:nvGrpSpPr>
            <p:grpSpPr>
              <a:xfrm>
                <a:off x="3265488" y="4192588"/>
                <a:ext cx="176213" cy="160338"/>
                <a:chOff x="3265488" y="4192588"/>
                <a:chExt cx="176213" cy="160338"/>
              </a:xfrm>
            </p:grpSpPr>
            <p:sp>
              <p:nvSpPr>
                <p:cNvPr id="98" name="Rectangle 97"/>
                <p:cNvSpPr>
                  <a:spLocks noChangeArrowheads="1"/>
                </p:cNvSpPr>
                <p:nvPr/>
              </p:nvSpPr>
              <p:spPr bwMode="auto">
                <a:xfrm>
                  <a:off x="3278188" y="4265613"/>
                  <a:ext cx="150813" cy="87313"/>
                </a:xfrm>
                <a:prstGeom prst="rect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98"/>
                <p:cNvSpPr>
                  <a:spLocks/>
                </p:cNvSpPr>
                <p:nvPr/>
              </p:nvSpPr>
              <p:spPr bwMode="auto">
                <a:xfrm>
                  <a:off x="3265488" y="4192588"/>
                  <a:ext cx="176213" cy="60325"/>
                </a:xfrm>
                <a:custGeom>
                  <a:avLst/>
                  <a:gdLst>
                    <a:gd name="T0" fmla="*/ 4 w 56"/>
                    <a:gd name="T1" fmla="*/ 19 h 19"/>
                    <a:gd name="T2" fmla="*/ 52 w 56"/>
                    <a:gd name="T3" fmla="*/ 19 h 19"/>
                    <a:gd name="T4" fmla="*/ 56 w 56"/>
                    <a:gd name="T5" fmla="*/ 16 h 19"/>
                    <a:gd name="T6" fmla="*/ 54 w 56"/>
                    <a:gd name="T7" fmla="*/ 12 h 19"/>
                    <a:gd name="T8" fmla="*/ 30 w 56"/>
                    <a:gd name="T9" fmla="*/ 1 h 19"/>
                    <a:gd name="T10" fmla="*/ 26 w 56"/>
                    <a:gd name="T11" fmla="*/ 1 h 19"/>
                    <a:gd name="T12" fmla="*/ 2 w 56"/>
                    <a:gd name="T13" fmla="*/ 12 h 19"/>
                    <a:gd name="T14" fmla="*/ 0 w 56"/>
                    <a:gd name="T15" fmla="*/ 16 h 19"/>
                    <a:gd name="T16" fmla="*/ 4 w 56"/>
                    <a:gd name="T17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6" h="19">
                      <a:moveTo>
                        <a:pt x="4" y="19"/>
                      </a:moveTo>
                      <a:cubicBezTo>
                        <a:pt x="52" y="19"/>
                        <a:pt x="52" y="19"/>
                        <a:pt x="52" y="19"/>
                      </a:cubicBezTo>
                      <a:cubicBezTo>
                        <a:pt x="54" y="19"/>
                        <a:pt x="55" y="18"/>
                        <a:pt x="56" y="16"/>
                      </a:cubicBezTo>
                      <a:cubicBezTo>
                        <a:pt x="56" y="15"/>
                        <a:pt x="56" y="13"/>
                        <a:pt x="54" y="12"/>
                      </a:cubicBezTo>
                      <a:cubicBezTo>
                        <a:pt x="30" y="1"/>
                        <a:pt x="30" y="1"/>
                        <a:pt x="30" y="1"/>
                      </a:cubicBezTo>
                      <a:cubicBezTo>
                        <a:pt x="29" y="0"/>
                        <a:pt x="27" y="0"/>
                        <a:pt x="26" y="1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0" y="13"/>
                        <a:pt x="0" y="15"/>
                        <a:pt x="0" y="16"/>
                      </a:cubicBezTo>
                      <a:cubicBezTo>
                        <a:pt x="1" y="18"/>
                        <a:pt x="2" y="19"/>
                        <a:pt x="4" y="19"/>
                      </a:cubicBezTo>
                      <a:close/>
                    </a:path>
                  </a:pathLst>
                </a:cu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10" name="组合 209"/>
            <p:cNvGrpSpPr/>
            <p:nvPr/>
          </p:nvGrpSpPr>
          <p:grpSpPr>
            <a:xfrm>
              <a:off x="3821113" y="4240213"/>
              <a:ext cx="303213" cy="227013"/>
              <a:chOff x="3821113" y="4240213"/>
              <a:chExt cx="303213" cy="227013"/>
            </a:xfrm>
          </p:grpSpPr>
          <p:sp>
            <p:nvSpPr>
              <p:cNvPr id="100" name="Freeform 99"/>
              <p:cNvSpPr>
                <a:spLocks/>
              </p:cNvSpPr>
              <p:nvPr/>
            </p:nvSpPr>
            <p:spPr bwMode="auto">
              <a:xfrm>
                <a:off x="3859213" y="4240213"/>
                <a:ext cx="88900" cy="74613"/>
              </a:xfrm>
              <a:custGeom>
                <a:avLst/>
                <a:gdLst>
                  <a:gd name="T0" fmla="*/ 28 w 28"/>
                  <a:gd name="T1" fmla="*/ 14 h 24"/>
                  <a:gd name="T2" fmla="*/ 14 w 28"/>
                  <a:gd name="T3" fmla="*/ 0 h 24"/>
                  <a:gd name="T4" fmla="*/ 0 w 28"/>
                  <a:gd name="T5" fmla="*/ 14 h 24"/>
                  <a:gd name="T6" fmla="*/ 0 w 28"/>
                  <a:gd name="T7" fmla="*/ 24 h 24"/>
                  <a:gd name="T8" fmla="*/ 28 w 28"/>
                  <a:gd name="T9" fmla="*/ 24 h 24"/>
                  <a:gd name="T10" fmla="*/ 28 w 28"/>
                  <a:gd name="T11" fmla="*/ 1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24">
                    <a:moveTo>
                      <a:pt x="28" y="14"/>
                    </a:moveTo>
                    <a:cubicBezTo>
                      <a:pt x="28" y="6"/>
                      <a:pt x="22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28" y="24"/>
                      <a:pt x="28" y="24"/>
                      <a:pt x="28" y="24"/>
                    </a:cubicBezTo>
                    <a:lnTo>
                      <a:pt x="28" y="1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Rectangle 100"/>
              <p:cNvSpPr>
                <a:spLocks noChangeArrowheads="1"/>
              </p:cNvSpPr>
              <p:nvPr/>
            </p:nvSpPr>
            <p:spPr bwMode="auto">
              <a:xfrm>
                <a:off x="3859213" y="4327526"/>
                <a:ext cx="889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101"/>
              <p:cNvSpPr>
                <a:spLocks noEditPoints="1"/>
              </p:cNvSpPr>
              <p:nvPr/>
            </p:nvSpPr>
            <p:spPr bwMode="auto">
              <a:xfrm>
                <a:off x="3821113" y="4314826"/>
                <a:ext cx="303213" cy="152400"/>
              </a:xfrm>
              <a:custGeom>
                <a:avLst/>
                <a:gdLst>
                  <a:gd name="T0" fmla="*/ 88 w 96"/>
                  <a:gd name="T1" fmla="*/ 40 h 48"/>
                  <a:gd name="T2" fmla="*/ 88 w 96"/>
                  <a:gd name="T3" fmla="*/ 14 h 48"/>
                  <a:gd name="T4" fmla="*/ 86 w 96"/>
                  <a:gd name="T5" fmla="*/ 11 h 48"/>
                  <a:gd name="T6" fmla="*/ 70 w 96"/>
                  <a:gd name="T7" fmla="*/ 1 h 48"/>
                  <a:gd name="T8" fmla="*/ 66 w 96"/>
                  <a:gd name="T9" fmla="*/ 1 h 48"/>
                  <a:gd name="T10" fmla="*/ 50 w 96"/>
                  <a:gd name="T11" fmla="*/ 11 h 48"/>
                  <a:gd name="T12" fmla="*/ 48 w 96"/>
                  <a:gd name="T13" fmla="*/ 14 h 48"/>
                  <a:gd name="T14" fmla="*/ 48 w 96"/>
                  <a:gd name="T15" fmla="*/ 40 h 48"/>
                  <a:gd name="T16" fmla="*/ 40 w 96"/>
                  <a:gd name="T17" fmla="*/ 40 h 48"/>
                  <a:gd name="T18" fmla="*/ 40 w 96"/>
                  <a:gd name="T19" fmla="*/ 24 h 48"/>
                  <a:gd name="T20" fmla="*/ 12 w 96"/>
                  <a:gd name="T21" fmla="*/ 24 h 48"/>
                  <a:gd name="T22" fmla="*/ 12 w 96"/>
                  <a:gd name="T23" fmla="*/ 40 h 48"/>
                  <a:gd name="T24" fmla="*/ 0 w 96"/>
                  <a:gd name="T25" fmla="*/ 40 h 48"/>
                  <a:gd name="T26" fmla="*/ 0 w 96"/>
                  <a:gd name="T27" fmla="*/ 48 h 48"/>
                  <a:gd name="T28" fmla="*/ 96 w 96"/>
                  <a:gd name="T29" fmla="*/ 48 h 48"/>
                  <a:gd name="T30" fmla="*/ 96 w 96"/>
                  <a:gd name="T31" fmla="*/ 40 h 48"/>
                  <a:gd name="T32" fmla="*/ 88 w 96"/>
                  <a:gd name="T33" fmla="*/ 40 h 48"/>
                  <a:gd name="T34" fmla="*/ 60 w 96"/>
                  <a:gd name="T35" fmla="*/ 40 h 48"/>
                  <a:gd name="T36" fmla="*/ 60 w 96"/>
                  <a:gd name="T37" fmla="*/ 24 h 48"/>
                  <a:gd name="T38" fmla="*/ 76 w 96"/>
                  <a:gd name="T39" fmla="*/ 24 h 48"/>
                  <a:gd name="T40" fmla="*/ 76 w 96"/>
                  <a:gd name="T41" fmla="*/ 40 h 48"/>
                  <a:gd name="T42" fmla="*/ 60 w 96"/>
                  <a:gd name="T43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6" h="48">
                    <a:moveTo>
                      <a:pt x="88" y="40"/>
                    </a:moveTo>
                    <a:cubicBezTo>
                      <a:pt x="88" y="14"/>
                      <a:pt x="88" y="14"/>
                      <a:pt x="88" y="14"/>
                    </a:cubicBezTo>
                    <a:cubicBezTo>
                      <a:pt x="88" y="13"/>
                      <a:pt x="87" y="12"/>
                      <a:pt x="86" y="11"/>
                    </a:cubicBezTo>
                    <a:cubicBezTo>
                      <a:pt x="70" y="1"/>
                      <a:pt x="70" y="1"/>
                      <a:pt x="70" y="1"/>
                    </a:cubicBezTo>
                    <a:cubicBezTo>
                      <a:pt x="69" y="0"/>
                      <a:pt x="67" y="0"/>
                      <a:pt x="66" y="1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49" y="12"/>
                      <a:pt x="48" y="13"/>
                      <a:pt x="48" y="14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96" y="48"/>
                      <a:pt x="96" y="48"/>
                      <a:pt x="96" y="48"/>
                    </a:cubicBezTo>
                    <a:cubicBezTo>
                      <a:pt x="96" y="40"/>
                      <a:pt x="96" y="40"/>
                      <a:pt x="96" y="40"/>
                    </a:cubicBezTo>
                    <a:lnTo>
                      <a:pt x="88" y="40"/>
                    </a:lnTo>
                    <a:close/>
                    <a:moveTo>
                      <a:pt x="60" y="40"/>
                    </a:moveTo>
                    <a:cubicBezTo>
                      <a:pt x="60" y="24"/>
                      <a:pt x="60" y="24"/>
                      <a:pt x="60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40"/>
                      <a:pt x="76" y="40"/>
                      <a:pt x="76" y="40"/>
                    </a:cubicBezTo>
                    <a:lnTo>
                      <a:pt x="60" y="4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4" name="组合 213"/>
            <p:cNvGrpSpPr/>
            <p:nvPr/>
          </p:nvGrpSpPr>
          <p:grpSpPr>
            <a:xfrm>
              <a:off x="5081588" y="4202113"/>
              <a:ext cx="209550" cy="290513"/>
              <a:chOff x="5081588" y="4202113"/>
              <a:chExt cx="209550" cy="290513"/>
            </a:xfrm>
          </p:grpSpPr>
          <p:sp>
            <p:nvSpPr>
              <p:cNvPr id="104" name="Freeform 103"/>
              <p:cNvSpPr>
                <a:spLocks/>
              </p:cNvSpPr>
              <p:nvPr/>
            </p:nvSpPr>
            <p:spPr bwMode="auto">
              <a:xfrm>
                <a:off x="5160963" y="4202113"/>
                <a:ext cx="50800" cy="100013"/>
              </a:xfrm>
              <a:custGeom>
                <a:avLst/>
                <a:gdLst>
                  <a:gd name="T0" fmla="*/ 12 w 16"/>
                  <a:gd name="T1" fmla="*/ 16 h 32"/>
                  <a:gd name="T2" fmla="*/ 12 w 16"/>
                  <a:gd name="T3" fmla="*/ 8 h 32"/>
                  <a:gd name="T4" fmla="*/ 8 w 16"/>
                  <a:gd name="T5" fmla="*/ 0 h 32"/>
                  <a:gd name="T6" fmla="*/ 4 w 16"/>
                  <a:gd name="T7" fmla="*/ 8 h 32"/>
                  <a:gd name="T8" fmla="*/ 4 w 16"/>
                  <a:gd name="T9" fmla="*/ 16 h 32"/>
                  <a:gd name="T10" fmla="*/ 0 w 16"/>
                  <a:gd name="T11" fmla="*/ 32 h 32"/>
                  <a:gd name="T12" fmla="*/ 16 w 16"/>
                  <a:gd name="T13" fmla="*/ 32 h 32"/>
                  <a:gd name="T14" fmla="*/ 12 w 16"/>
                  <a:gd name="T15" fmla="*/ 16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32">
                    <a:moveTo>
                      <a:pt x="12" y="16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3" y="21"/>
                      <a:pt x="1" y="26"/>
                      <a:pt x="0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5" y="26"/>
                      <a:pt x="13" y="21"/>
                      <a:pt x="1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212" name="组合 211"/>
              <p:cNvGrpSpPr/>
              <p:nvPr/>
            </p:nvGrpSpPr>
            <p:grpSpPr>
              <a:xfrm>
                <a:off x="5081588" y="4314826"/>
                <a:ext cx="209550" cy="177800"/>
                <a:chOff x="5081588" y="4314826"/>
                <a:chExt cx="209550" cy="177800"/>
              </a:xfrm>
            </p:grpSpPr>
            <p:sp>
              <p:nvSpPr>
                <p:cNvPr id="103" name="Freeform 102"/>
                <p:cNvSpPr>
                  <a:spLocks/>
                </p:cNvSpPr>
                <p:nvPr/>
              </p:nvSpPr>
              <p:spPr bwMode="auto">
                <a:xfrm>
                  <a:off x="5081588" y="4391026"/>
                  <a:ext cx="209550" cy="101600"/>
                </a:xfrm>
                <a:custGeom>
                  <a:avLst/>
                  <a:gdLst>
                    <a:gd name="T0" fmla="*/ 65 w 66"/>
                    <a:gd name="T1" fmla="*/ 26 h 32"/>
                    <a:gd name="T2" fmla="*/ 55 w 66"/>
                    <a:gd name="T3" fmla="*/ 8 h 32"/>
                    <a:gd name="T4" fmla="*/ 65 w 66"/>
                    <a:gd name="T5" fmla="*/ 8 h 32"/>
                    <a:gd name="T6" fmla="*/ 65 w 66"/>
                    <a:gd name="T7" fmla="*/ 0 h 32"/>
                    <a:gd name="T8" fmla="*/ 1 w 66"/>
                    <a:gd name="T9" fmla="*/ 0 h 32"/>
                    <a:gd name="T10" fmla="*/ 1 w 66"/>
                    <a:gd name="T11" fmla="*/ 8 h 32"/>
                    <a:gd name="T12" fmla="*/ 11 w 66"/>
                    <a:gd name="T13" fmla="*/ 8 h 32"/>
                    <a:gd name="T14" fmla="*/ 1 w 66"/>
                    <a:gd name="T15" fmla="*/ 26 h 32"/>
                    <a:gd name="T16" fmla="*/ 1 w 66"/>
                    <a:gd name="T17" fmla="*/ 30 h 32"/>
                    <a:gd name="T18" fmla="*/ 4 w 66"/>
                    <a:gd name="T19" fmla="*/ 32 h 32"/>
                    <a:gd name="T20" fmla="*/ 17 w 66"/>
                    <a:gd name="T21" fmla="*/ 32 h 32"/>
                    <a:gd name="T22" fmla="*/ 29 w 66"/>
                    <a:gd name="T23" fmla="*/ 16 h 32"/>
                    <a:gd name="T24" fmla="*/ 37 w 66"/>
                    <a:gd name="T25" fmla="*/ 16 h 32"/>
                    <a:gd name="T26" fmla="*/ 49 w 66"/>
                    <a:gd name="T27" fmla="*/ 32 h 32"/>
                    <a:gd name="T28" fmla="*/ 62 w 66"/>
                    <a:gd name="T29" fmla="*/ 32 h 32"/>
                    <a:gd name="T30" fmla="*/ 65 w 66"/>
                    <a:gd name="T31" fmla="*/ 30 h 32"/>
                    <a:gd name="T32" fmla="*/ 65 w 66"/>
                    <a:gd name="T33" fmla="*/ 26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66" h="32">
                      <a:moveTo>
                        <a:pt x="65" y="26"/>
                      </a:moveTo>
                      <a:cubicBezTo>
                        <a:pt x="61" y="20"/>
                        <a:pt x="58" y="14"/>
                        <a:pt x="55" y="8"/>
                      </a:cubicBezTo>
                      <a:cubicBezTo>
                        <a:pt x="65" y="8"/>
                        <a:pt x="65" y="8"/>
                        <a:pt x="65" y="8"/>
                      </a:cubicBezTo>
                      <a:cubicBezTo>
                        <a:pt x="65" y="0"/>
                        <a:pt x="65" y="0"/>
                        <a:pt x="65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11" y="8"/>
                        <a:pt x="11" y="8"/>
                        <a:pt x="11" y="8"/>
                      </a:cubicBezTo>
                      <a:cubicBezTo>
                        <a:pt x="8" y="14"/>
                        <a:pt x="5" y="20"/>
                        <a:pt x="1" y="26"/>
                      </a:cubicBezTo>
                      <a:cubicBezTo>
                        <a:pt x="0" y="27"/>
                        <a:pt x="0" y="29"/>
                        <a:pt x="1" y="30"/>
                      </a:cubicBezTo>
                      <a:cubicBezTo>
                        <a:pt x="2" y="31"/>
                        <a:pt x="3" y="32"/>
                        <a:pt x="4" y="32"/>
                      </a:cubicBezTo>
                      <a:cubicBezTo>
                        <a:pt x="17" y="32"/>
                        <a:pt x="17" y="32"/>
                        <a:pt x="17" y="32"/>
                      </a:cubicBezTo>
                      <a:cubicBezTo>
                        <a:pt x="17" y="23"/>
                        <a:pt x="20" y="16"/>
                        <a:pt x="29" y="16"/>
                      </a:cubicBezTo>
                      <a:cubicBezTo>
                        <a:pt x="37" y="16"/>
                        <a:pt x="37" y="16"/>
                        <a:pt x="37" y="16"/>
                      </a:cubicBezTo>
                      <a:cubicBezTo>
                        <a:pt x="46" y="16"/>
                        <a:pt x="49" y="23"/>
                        <a:pt x="49" y="32"/>
                      </a:cubicBezTo>
                      <a:cubicBezTo>
                        <a:pt x="54" y="32"/>
                        <a:pt x="57" y="32"/>
                        <a:pt x="62" y="32"/>
                      </a:cubicBezTo>
                      <a:cubicBezTo>
                        <a:pt x="63" y="32"/>
                        <a:pt x="64" y="31"/>
                        <a:pt x="65" y="30"/>
                      </a:cubicBezTo>
                      <a:cubicBezTo>
                        <a:pt x="66" y="29"/>
                        <a:pt x="66" y="27"/>
                        <a:pt x="65" y="26"/>
                      </a:cubicBezTo>
                      <a:close/>
                    </a:path>
                  </a:pathLst>
                </a:cu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04"/>
                <p:cNvSpPr>
                  <a:spLocks/>
                </p:cNvSpPr>
                <p:nvPr/>
              </p:nvSpPr>
              <p:spPr bwMode="auto">
                <a:xfrm>
                  <a:off x="5132388" y="4314826"/>
                  <a:ext cx="107950" cy="63500"/>
                </a:xfrm>
                <a:custGeom>
                  <a:avLst/>
                  <a:gdLst>
                    <a:gd name="T0" fmla="*/ 10 w 34"/>
                    <a:gd name="T1" fmla="*/ 20 h 20"/>
                    <a:gd name="T2" fmla="*/ 13 w 34"/>
                    <a:gd name="T3" fmla="*/ 8 h 20"/>
                    <a:gd name="T4" fmla="*/ 21 w 34"/>
                    <a:gd name="T5" fmla="*/ 8 h 20"/>
                    <a:gd name="T6" fmla="*/ 24 w 34"/>
                    <a:gd name="T7" fmla="*/ 20 h 20"/>
                    <a:gd name="T8" fmla="*/ 34 w 34"/>
                    <a:gd name="T9" fmla="*/ 20 h 20"/>
                    <a:gd name="T10" fmla="*/ 29 w 34"/>
                    <a:gd name="T11" fmla="*/ 8 h 20"/>
                    <a:gd name="T12" fmla="*/ 33 w 34"/>
                    <a:gd name="T13" fmla="*/ 8 h 20"/>
                    <a:gd name="T14" fmla="*/ 33 w 34"/>
                    <a:gd name="T15" fmla="*/ 0 h 20"/>
                    <a:gd name="T16" fmla="*/ 1 w 34"/>
                    <a:gd name="T17" fmla="*/ 0 h 20"/>
                    <a:gd name="T18" fmla="*/ 1 w 34"/>
                    <a:gd name="T19" fmla="*/ 8 h 20"/>
                    <a:gd name="T20" fmla="*/ 5 w 34"/>
                    <a:gd name="T21" fmla="*/ 8 h 20"/>
                    <a:gd name="T22" fmla="*/ 0 w 34"/>
                    <a:gd name="T23" fmla="*/ 20 h 20"/>
                    <a:gd name="T24" fmla="*/ 10 w 34"/>
                    <a:gd name="T25" fmla="*/ 20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4" h="20">
                      <a:moveTo>
                        <a:pt x="10" y="20"/>
                      </a:move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21" y="8"/>
                        <a:pt x="21" y="8"/>
                        <a:pt x="21" y="8"/>
                      </a:cubicBezTo>
                      <a:cubicBezTo>
                        <a:pt x="24" y="20"/>
                        <a:pt x="24" y="20"/>
                        <a:pt x="24" y="20"/>
                      </a:cubicBezTo>
                      <a:cubicBezTo>
                        <a:pt x="34" y="20"/>
                        <a:pt x="34" y="20"/>
                        <a:pt x="34" y="20"/>
                      </a:cubicBezTo>
                      <a:cubicBezTo>
                        <a:pt x="32" y="16"/>
                        <a:pt x="31" y="12"/>
                        <a:pt x="29" y="8"/>
                      </a:cubicBezTo>
                      <a:cubicBezTo>
                        <a:pt x="33" y="8"/>
                        <a:pt x="33" y="8"/>
                        <a:pt x="33" y="8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8"/>
                        <a:pt x="1" y="8"/>
                        <a:pt x="1" y="8"/>
                      </a:cubicBezTo>
                      <a:cubicBezTo>
                        <a:pt x="5" y="8"/>
                        <a:pt x="5" y="8"/>
                        <a:pt x="5" y="8"/>
                      </a:cubicBezTo>
                      <a:cubicBezTo>
                        <a:pt x="3" y="12"/>
                        <a:pt x="2" y="16"/>
                        <a:pt x="0" y="20"/>
                      </a:cubicBezTo>
                      <a:lnTo>
                        <a:pt x="10" y="20"/>
                      </a:lnTo>
                      <a:close/>
                    </a:path>
                  </a:pathLst>
                </a:cu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15" name="组合 214"/>
            <p:cNvGrpSpPr/>
            <p:nvPr/>
          </p:nvGrpSpPr>
          <p:grpSpPr>
            <a:xfrm>
              <a:off x="6273801" y="4205288"/>
              <a:ext cx="252412" cy="277813"/>
              <a:chOff x="6273801" y="4205288"/>
              <a:chExt cx="252412" cy="277813"/>
            </a:xfrm>
          </p:grpSpPr>
          <p:sp>
            <p:nvSpPr>
              <p:cNvPr id="106" name="Freeform 105"/>
              <p:cNvSpPr>
                <a:spLocks/>
              </p:cNvSpPr>
              <p:nvPr/>
            </p:nvSpPr>
            <p:spPr bwMode="auto">
              <a:xfrm>
                <a:off x="6373813" y="4205288"/>
                <a:ext cx="50800" cy="50800"/>
              </a:xfrm>
              <a:custGeom>
                <a:avLst/>
                <a:gdLst>
                  <a:gd name="T0" fmla="*/ 16 w 16"/>
                  <a:gd name="T1" fmla="*/ 8 h 16"/>
                  <a:gd name="T2" fmla="*/ 8 w 16"/>
                  <a:gd name="T3" fmla="*/ 0 h 16"/>
                  <a:gd name="T4" fmla="*/ 0 w 16"/>
                  <a:gd name="T5" fmla="*/ 8 h 16"/>
                  <a:gd name="T6" fmla="*/ 0 w 16"/>
                  <a:gd name="T7" fmla="*/ 16 h 16"/>
                  <a:gd name="T8" fmla="*/ 16 w 16"/>
                  <a:gd name="T9" fmla="*/ 16 h 16"/>
                  <a:gd name="T10" fmla="*/ 16 w 16"/>
                  <a:gd name="T11" fmla="*/ 8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16">
                    <a:moveTo>
                      <a:pt x="16" y="8"/>
                    </a:moveTo>
                    <a:cubicBezTo>
                      <a:pt x="16" y="3"/>
                      <a:pt x="12" y="0"/>
                      <a:pt x="8" y="0"/>
                    </a:cubicBezTo>
                    <a:cubicBezTo>
                      <a:pt x="4" y="0"/>
                      <a:pt x="0" y="3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6" y="16"/>
                      <a:pt x="16" y="16"/>
                      <a:pt x="16" y="16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106"/>
              <p:cNvSpPr>
                <a:spLocks/>
              </p:cNvSpPr>
              <p:nvPr/>
            </p:nvSpPr>
            <p:spPr bwMode="auto">
              <a:xfrm>
                <a:off x="6273801" y="4268788"/>
                <a:ext cx="163513" cy="74613"/>
              </a:xfrm>
              <a:custGeom>
                <a:avLst/>
                <a:gdLst>
                  <a:gd name="T0" fmla="*/ 28 w 52"/>
                  <a:gd name="T1" fmla="*/ 24 h 24"/>
                  <a:gd name="T2" fmla="*/ 52 w 52"/>
                  <a:gd name="T3" fmla="*/ 0 h 24"/>
                  <a:gd name="T4" fmla="*/ 4 w 52"/>
                  <a:gd name="T5" fmla="*/ 0 h 24"/>
                  <a:gd name="T6" fmla="*/ 0 w 52"/>
                  <a:gd name="T7" fmla="*/ 4 h 24"/>
                  <a:gd name="T8" fmla="*/ 4 w 52"/>
                  <a:gd name="T9" fmla="*/ 8 h 24"/>
                  <a:gd name="T10" fmla="*/ 10 w 52"/>
                  <a:gd name="T11" fmla="*/ 8 h 24"/>
                  <a:gd name="T12" fmla="*/ 11 w 52"/>
                  <a:gd name="T13" fmla="*/ 10 h 24"/>
                  <a:gd name="T14" fmla="*/ 14 w 52"/>
                  <a:gd name="T15" fmla="*/ 12 h 24"/>
                  <a:gd name="T16" fmla="*/ 28 w 52"/>
                  <a:gd name="T17" fmla="*/ 12 h 24"/>
                  <a:gd name="T18" fmla="*/ 28 w 52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2" h="24">
                    <a:moveTo>
                      <a:pt x="28" y="24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1" y="10"/>
                      <a:pt x="11" y="10"/>
                      <a:pt x="11" y="10"/>
                    </a:cubicBezTo>
                    <a:cubicBezTo>
                      <a:pt x="12" y="11"/>
                      <a:pt x="13" y="12"/>
                      <a:pt x="14" y="12"/>
                    </a:cubicBezTo>
                    <a:cubicBezTo>
                      <a:pt x="28" y="12"/>
                      <a:pt x="28" y="12"/>
                      <a:pt x="28" y="12"/>
                    </a:cubicBezTo>
                    <a:lnTo>
                      <a:pt x="28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107"/>
              <p:cNvSpPr>
                <a:spLocks/>
              </p:cNvSpPr>
              <p:nvPr/>
            </p:nvSpPr>
            <p:spPr bwMode="auto">
              <a:xfrm>
                <a:off x="6323013" y="4268788"/>
                <a:ext cx="203200" cy="214313"/>
              </a:xfrm>
              <a:custGeom>
                <a:avLst/>
                <a:gdLst>
                  <a:gd name="T0" fmla="*/ 60 w 64"/>
                  <a:gd name="T1" fmla="*/ 0 h 68"/>
                  <a:gd name="T2" fmla="*/ 44 w 64"/>
                  <a:gd name="T3" fmla="*/ 0 h 68"/>
                  <a:gd name="T4" fmla="*/ 12 w 64"/>
                  <a:gd name="T5" fmla="*/ 32 h 68"/>
                  <a:gd name="T6" fmla="*/ 12 w 64"/>
                  <a:gd name="T7" fmla="*/ 56 h 68"/>
                  <a:gd name="T8" fmla="*/ 5 w 64"/>
                  <a:gd name="T9" fmla="*/ 56 h 68"/>
                  <a:gd name="T10" fmla="*/ 2 w 64"/>
                  <a:gd name="T11" fmla="*/ 59 h 68"/>
                  <a:gd name="T12" fmla="*/ 0 w 64"/>
                  <a:gd name="T13" fmla="*/ 63 h 68"/>
                  <a:gd name="T14" fmla="*/ 1 w 64"/>
                  <a:gd name="T15" fmla="*/ 66 h 68"/>
                  <a:gd name="T16" fmla="*/ 4 w 64"/>
                  <a:gd name="T17" fmla="*/ 68 h 68"/>
                  <a:gd name="T18" fmla="*/ 44 w 64"/>
                  <a:gd name="T19" fmla="*/ 68 h 68"/>
                  <a:gd name="T20" fmla="*/ 47 w 64"/>
                  <a:gd name="T21" fmla="*/ 66 h 68"/>
                  <a:gd name="T22" fmla="*/ 48 w 64"/>
                  <a:gd name="T23" fmla="*/ 63 h 68"/>
                  <a:gd name="T24" fmla="*/ 46 w 64"/>
                  <a:gd name="T25" fmla="*/ 59 h 68"/>
                  <a:gd name="T26" fmla="*/ 43 w 64"/>
                  <a:gd name="T27" fmla="*/ 56 h 68"/>
                  <a:gd name="T28" fmla="*/ 36 w 64"/>
                  <a:gd name="T29" fmla="*/ 56 h 68"/>
                  <a:gd name="T30" fmla="*/ 36 w 64"/>
                  <a:gd name="T31" fmla="*/ 12 h 68"/>
                  <a:gd name="T32" fmla="*/ 50 w 64"/>
                  <a:gd name="T33" fmla="*/ 12 h 68"/>
                  <a:gd name="T34" fmla="*/ 53 w 64"/>
                  <a:gd name="T35" fmla="*/ 10 h 68"/>
                  <a:gd name="T36" fmla="*/ 54 w 64"/>
                  <a:gd name="T37" fmla="*/ 8 h 68"/>
                  <a:gd name="T38" fmla="*/ 60 w 64"/>
                  <a:gd name="T39" fmla="*/ 8 h 68"/>
                  <a:gd name="T40" fmla="*/ 64 w 64"/>
                  <a:gd name="T41" fmla="*/ 4 h 68"/>
                  <a:gd name="T42" fmla="*/ 60 w 64"/>
                  <a:gd name="T43" fmla="*/ 0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4" h="68">
                    <a:moveTo>
                      <a:pt x="6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56"/>
                      <a:pt x="12" y="56"/>
                      <a:pt x="12" y="56"/>
                    </a:cubicBezTo>
                    <a:cubicBezTo>
                      <a:pt x="5" y="56"/>
                      <a:pt x="5" y="56"/>
                      <a:pt x="5" y="56"/>
                    </a:cubicBezTo>
                    <a:cubicBezTo>
                      <a:pt x="4" y="56"/>
                      <a:pt x="2" y="57"/>
                      <a:pt x="2" y="59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4"/>
                      <a:pt x="0" y="65"/>
                      <a:pt x="1" y="66"/>
                    </a:cubicBezTo>
                    <a:cubicBezTo>
                      <a:pt x="2" y="67"/>
                      <a:pt x="3" y="68"/>
                      <a:pt x="4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6" y="67"/>
                      <a:pt x="47" y="66"/>
                    </a:cubicBezTo>
                    <a:cubicBezTo>
                      <a:pt x="48" y="65"/>
                      <a:pt x="48" y="64"/>
                      <a:pt x="48" y="63"/>
                    </a:cubicBezTo>
                    <a:cubicBezTo>
                      <a:pt x="46" y="59"/>
                      <a:pt x="46" y="59"/>
                      <a:pt x="46" y="59"/>
                    </a:cubicBezTo>
                    <a:cubicBezTo>
                      <a:pt x="46" y="57"/>
                      <a:pt x="44" y="56"/>
                      <a:pt x="43" y="56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50" y="12"/>
                      <a:pt x="50" y="12"/>
                      <a:pt x="50" y="12"/>
                    </a:cubicBezTo>
                    <a:cubicBezTo>
                      <a:pt x="51" y="12"/>
                      <a:pt x="52" y="11"/>
                      <a:pt x="53" y="10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4" y="6"/>
                      <a:pt x="64" y="4"/>
                    </a:cubicBezTo>
                    <a:cubicBezTo>
                      <a:pt x="64" y="2"/>
                      <a:pt x="62" y="0"/>
                      <a:pt x="60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7" name="组合 206"/>
            <p:cNvGrpSpPr/>
            <p:nvPr/>
          </p:nvGrpSpPr>
          <p:grpSpPr>
            <a:xfrm>
              <a:off x="8712201" y="3619501"/>
              <a:ext cx="227013" cy="252412"/>
              <a:chOff x="8712201" y="3619501"/>
              <a:chExt cx="227013" cy="252412"/>
            </a:xfrm>
          </p:grpSpPr>
          <p:sp>
            <p:nvSpPr>
              <p:cNvPr id="109" name="Freeform 108"/>
              <p:cNvSpPr>
                <a:spLocks/>
              </p:cNvSpPr>
              <p:nvPr/>
            </p:nvSpPr>
            <p:spPr bwMode="auto">
              <a:xfrm>
                <a:off x="8721726" y="3783013"/>
                <a:ext cx="207963" cy="88900"/>
              </a:xfrm>
              <a:custGeom>
                <a:avLst/>
                <a:gdLst>
                  <a:gd name="T0" fmla="*/ 49 w 66"/>
                  <a:gd name="T1" fmla="*/ 3 h 28"/>
                  <a:gd name="T2" fmla="*/ 46 w 66"/>
                  <a:gd name="T3" fmla="*/ 0 h 28"/>
                  <a:gd name="T4" fmla="*/ 20 w 66"/>
                  <a:gd name="T5" fmla="*/ 0 h 28"/>
                  <a:gd name="T6" fmla="*/ 17 w 66"/>
                  <a:gd name="T7" fmla="*/ 3 h 28"/>
                  <a:gd name="T8" fmla="*/ 2 w 66"/>
                  <a:gd name="T9" fmla="*/ 21 h 28"/>
                  <a:gd name="T10" fmla="*/ 1 w 66"/>
                  <a:gd name="T11" fmla="*/ 26 h 28"/>
                  <a:gd name="T12" fmla="*/ 5 w 66"/>
                  <a:gd name="T13" fmla="*/ 28 h 28"/>
                  <a:gd name="T14" fmla="*/ 61 w 66"/>
                  <a:gd name="T15" fmla="*/ 28 h 28"/>
                  <a:gd name="T16" fmla="*/ 65 w 66"/>
                  <a:gd name="T17" fmla="*/ 26 h 28"/>
                  <a:gd name="T18" fmla="*/ 64 w 66"/>
                  <a:gd name="T19" fmla="*/ 21 h 28"/>
                  <a:gd name="T20" fmla="*/ 49 w 66"/>
                  <a:gd name="T21" fmla="*/ 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6" h="28">
                    <a:moveTo>
                      <a:pt x="49" y="3"/>
                    </a:moveTo>
                    <a:cubicBezTo>
                      <a:pt x="49" y="1"/>
                      <a:pt x="47" y="0"/>
                      <a:pt x="46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9" y="0"/>
                      <a:pt x="17" y="1"/>
                      <a:pt x="17" y="3"/>
                    </a:cubicBezTo>
                    <a:cubicBezTo>
                      <a:pt x="15" y="9"/>
                      <a:pt x="8" y="16"/>
                      <a:pt x="2" y="21"/>
                    </a:cubicBezTo>
                    <a:cubicBezTo>
                      <a:pt x="1" y="22"/>
                      <a:pt x="0" y="24"/>
                      <a:pt x="1" y="26"/>
                    </a:cubicBezTo>
                    <a:cubicBezTo>
                      <a:pt x="2" y="27"/>
                      <a:pt x="3" y="28"/>
                      <a:pt x="5" y="28"/>
                    </a:cubicBezTo>
                    <a:cubicBezTo>
                      <a:pt x="61" y="28"/>
                      <a:pt x="61" y="28"/>
                      <a:pt x="61" y="28"/>
                    </a:cubicBezTo>
                    <a:cubicBezTo>
                      <a:pt x="63" y="28"/>
                      <a:pt x="64" y="27"/>
                      <a:pt x="65" y="26"/>
                    </a:cubicBezTo>
                    <a:cubicBezTo>
                      <a:pt x="66" y="24"/>
                      <a:pt x="65" y="22"/>
                      <a:pt x="64" y="21"/>
                    </a:cubicBezTo>
                    <a:cubicBezTo>
                      <a:pt x="58" y="16"/>
                      <a:pt x="51" y="9"/>
                      <a:pt x="49" y="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109"/>
              <p:cNvSpPr>
                <a:spLocks/>
              </p:cNvSpPr>
              <p:nvPr/>
            </p:nvSpPr>
            <p:spPr bwMode="auto">
              <a:xfrm>
                <a:off x="8712201" y="3619501"/>
                <a:ext cx="227013" cy="150813"/>
              </a:xfrm>
              <a:custGeom>
                <a:avLst/>
                <a:gdLst>
                  <a:gd name="T0" fmla="*/ 60 w 72"/>
                  <a:gd name="T1" fmla="*/ 12 h 48"/>
                  <a:gd name="T2" fmla="*/ 53 w 72"/>
                  <a:gd name="T3" fmla="*/ 12 h 48"/>
                  <a:gd name="T4" fmla="*/ 36 w 72"/>
                  <a:gd name="T5" fmla="*/ 0 h 48"/>
                  <a:gd name="T6" fmla="*/ 19 w 72"/>
                  <a:gd name="T7" fmla="*/ 12 h 48"/>
                  <a:gd name="T8" fmla="*/ 12 w 72"/>
                  <a:gd name="T9" fmla="*/ 12 h 48"/>
                  <a:gd name="T10" fmla="*/ 0 w 72"/>
                  <a:gd name="T11" fmla="*/ 24 h 48"/>
                  <a:gd name="T12" fmla="*/ 12 w 72"/>
                  <a:gd name="T13" fmla="*/ 36 h 48"/>
                  <a:gd name="T14" fmla="*/ 28 w 72"/>
                  <a:gd name="T15" fmla="*/ 36 h 48"/>
                  <a:gd name="T16" fmla="*/ 28 w 72"/>
                  <a:gd name="T17" fmla="*/ 48 h 48"/>
                  <a:gd name="T18" fmla="*/ 44 w 72"/>
                  <a:gd name="T19" fmla="*/ 48 h 48"/>
                  <a:gd name="T20" fmla="*/ 44 w 72"/>
                  <a:gd name="T21" fmla="*/ 36 h 48"/>
                  <a:gd name="T22" fmla="*/ 60 w 72"/>
                  <a:gd name="T23" fmla="*/ 36 h 48"/>
                  <a:gd name="T24" fmla="*/ 72 w 72"/>
                  <a:gd name="T25" fmla="*/ 24 h 48"/>
                  <a:gd name="T26" fmla="*/ 60 w 72"/>
                  <a:gd name="T27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48">
                    <a:moveTo>
                      <a:pt x="60" y="12"/>
                    </a:moveTo>
                    <a:cubicBezTo>
                      <a:pt x="53" y="12"/>
                      <a:pt x="53" y="12"/>
                      <a:pt x="53" y="12"/>
                    </a:cubicBezTo>
                    <a:cubicBezTo>
                      <a:pt x="50" y="5"/>
                      <a:pt x="44" y="0"/>
                      <a:pt x="36" y="0"/>
                    </a:cubicBezTo>
                    <a:cubicBezTo>
                      <a:pt x="28" y="0"/>
                      <a:pt x="22" y="5"/>
                      <a:pt x="19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5" y="12"/>
                      <a:pt x="0" y="17"/>
                      <a:pt x="0" y="24"/>
                    </a:cubicBezTo>
                    <a:cubicBezTo>
                      <a:pt x="0" y="31"/>
                      <a:pt x="5" y="36"/>
                      <a:pt x="12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7" y="36"/>
                      <a:pt x="72" y="31"/>
                      <a:pt x="72" y="24"/>
                    </a:cubicBezTo>
                    <a:cubicBezTo>
                      <a:pt x="72" y="17"/>
                      <a:pt x="67" y="12"/>
                      <a:pt x="60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1" name="组合 210"/>
            <p:cNvGrpSpPr/>
            <p:nvPr/>
          </p:nvGrpSpPr>
          <p:grpSpPr>
            <a:xfrm>
              <a:off x="4452938" y="4227513"/>
              <a:ext cx="252413" cy="239713"/>
              <a:chOff x="4452938" y="4227513"/>
              <a:chExt cx="252413" cy="239713"/>
            </a:xfrm>
          </p:grpSpPr>
          <p:sp>
            <p:nvSpPr>
              <p:cNvPr id="111" name="Freeform 110"/>
              <p:cNvSpPr>
                <a:spLocks/>
              </p:cNvSpPr>
              <p:nvPr/>
            </p:nvSpPr>
            <p:spPr bwMode="auto">
              <a:xfrm>
                <a:off x="4656138" y="4284663"/>
                <a:ext cx="49213" cy="61913"/>
              </a:xfrm>
              <a:custGeom>
                <a:avLst/>
                <a:gdLst>
                  <a:gd name="T0" fmla="*/ 8 w 16"/>
                  <a:gd name="T1" fmla="*/ 20 h 20"/>
                  <a:gd name="T2" fmla="*/ 16 w 16"/>
                  <a:gd name="T3" fmla="*/ 12 h 20"/>
                  <a:gd name="T4" fmla="*/ 8 w 16"/>
                  <a:gd name="T5" fmla="*/ 0 h 20"/>
                  <a:gd name="T6" fmla="*/ 0 w 16"/>
                  <a:gd name="T7" fmla="*/ 12 h 20"/>
                  <a:gd name="T8" fmla="*/ 8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8" y="20"/>
                    </a:moveTo>
                    <a:cubicBezTo>
                      <a:pt x="12" y="20"/>
                      <a:pt x="16" y="16"/>
                      <a:pt x="16" y="12"/>
                    </a:cubicBezTo>
                    <a:cubicBezTo>
                      <a:pt x="16" y="8"/>
                      <a:pt x="8" y="0"/>
                      <a:pt x="8" y="0"/>
                    </a:cubicBezTo>
                    <a:cubicBezTo>
                      <a:pt x="8" y="0"/>
                      <a:pt x="0" y="8"/>
                      <a:pt x="0" y="12"/>
                    </a:cubicBezTo>
                    <a:cubicBezTo>
                      <a:pt x="0" y="16"/>
                      <a:pt x="4" y="20"/>
                      <a:pt x="8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111"/>
              <p:cNvSpPr>
                <a:spLocks/>
              </p:cNvSpPr>
              <p:nvPr/>
            </p:nvSpPr>
            <p:spPr bwMode="auto">
              <a:xfrm>
                <a:off x="4452938" y="4284663"/>
                <a:ext cx="50800" cy="61913"/>
              </a:xfrm>
              <a:custGeom>
                <a:avLst/>
                <a:gdLst>
                  <a:gd name="T0" fmla="*/ 8 w 16"/>
                  <a:gd name="T1" fmla="*/ 20 h 20"/>
                  <a:gd name="T2" fmla="*/ 16 w 16"/>
                  <a:gd name="T3" fmla="*/ 12 h 20"/>
                  <a:gd name="T4" fmla="*/ 8 w 16"/>
                  <a:gd name="T5" fmla="*/ 0 h 20"/>
                  <a:gd name="T6" fmla="*/ 0 w 16"/>
                  <a:gd name="T7" fmla="*/ 12 h 20"/>
                  <a:gd name="T8" fmla="*/ 8 w 16"/>
                  <a:gd name="T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8" y="20"/>
                    </a:moveTo>
                    <a:cubicBezTo>
                      <a:pt x="12" y="20"/>
                      <a:pt x="16" y="16"/>
                      <a:pt x="16" y="12"/>
                    </a:cubicBezTo>
                    <a:cubicBezTo>
                      <a:pt x="16" y="8"/>
                      <a:pt x="8" y="0"/>
                      <a:pt x="8" y="0"/>
                    </a:cubicBezTo>
                    <a:cubicBezTo>
                      <a:pt x="8" y="0"/>
                      <a:pt x="0" y="8"/>
                      <a:pt x="0" y="12"/>
                    </a:cubicBezTo>
                    <a:cubicBezTo>
                      <a:pt x="0" y="16"/>
                      <a:pt x="4" y="20"/>
                      <a:pt x="8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112"/>
              <p:cNvSpPr>
                <a:spLocks noEditPoints="1"/>
              </p:cNvSpPr>
              <p:nvPr/>
            </p:nvSpPr>
            <p:spPr bwMode="auto">
              <a:xfrm>
                <a:off x="4452938" y="4227513"/>
                <a:ext cx="252413" cy="239713"/>
              </a:xfrm>
              <a:custGeom>
                <a:avLst/>
                <a:gdLst>
                  <a:gd name="T0" fmla="*/ 52 w 80"/>
                  <a:gd name="T1" fmla="*/ 29 h 76"/>
                  <a:gd name="T2" fmla="*/ 56 w 80"/>
                  <a:gd name="T3" fmla="*/ 20 h 76"/>
                  <a:gd name="T4" fmla="*/ 40 w 80"/>
                  <a:gd name="T5" fmla="*/ 0 h 76"/>
                  <a:gd name="T6" fmla="*/ 24 w 80"/>
                  <a:gd name="T7" fmla="*/ 20 h 76"/>
                  <a:gd name="T8" fmla="*/ 28 w 80"/>
                  <a:gd name="T9" fmla="*/ 29 h 76"/>
                  <a:gd name="T10" fmla="*/ 28 w 80"/>
                  <a:gd name="T11" fmla="*/ 40 h 76"/>
                  <a:gd name="T12" fmla="*/ 0 w 80"/>
                  <a:gd name="T13" fmla="*/ 40 h 76"/>
                  <a:gd name="T14" fmla="*/ 0 w 80"/>
                  <a:gd name="T15" fmla="*/ 76 h 76"/>
                  <a:gd name="T16" fmla="*/ 32 w 80"/>
                  <a:gd name="T17" fmla="*/ 76 h 76"/>
                  <a:gd name="T18" fmla="*/ 32 w 80"/>
                  <a:gd name="T19" fmla="*/ 64 h 76"/>
                  <a:gd name="T20" fmla="*/ 40 w 80"/>
                  <a:gd name="T21" fmla="*/ 56 h 76"/>
                  <a:gd name="T22" fmla="*/ 48 w 80"/>
                  <a:gd name="T23" fmla="*/ 64 h 76"/>
                  <a:gd name="T24" fmla="*/ 48 w 80"/>
                  <a:gd name="T25" fmla="*/ 76 h 76"/>
                  <a:gd name="T26" fmla="*/ 80 w 80"/>
                  <a:gd name="T27" fmla="*/ 76 h 76"/>
                  <a:gd name="T28" fmla="*/ 80 w 80"/>
                  <a:gd name="T29" fmla="*/ 40 h 76"/>
                  <a:gd name="T30" fmla="*/ 52 w 80"/>
                  <a:gd name="T31" fmla="*/ 40 h 76"/>
                  <a:gd name="T32" fmla="*/ 52 w 80"/>
                  <a:gd name="T33" fmla="*/ 29 h 76"/>
                  <a:gd name="T34" fmla="*/ 20 w 80"/>
                  <a:gd name="T35" fmla="*/ 68 h 76"/>
                  <a:gd name="T36" fmla="*/ 12 w 80"/>
                  <a:gd name="T37" fmla="*/ 68 h 76"/>
                  <a:gd name="T38" fmla="*/ 12 w 80"/>
                  <a:gd name="T39" fmla="*/ 60 h 76"/>
                  <a:gd name="T40" fmla="*/ 16 w 80"/>
                  <a:gd name="T41" fmla="*/ 56 h 76"/>
                  <a:gd name="T42" fmla="*/ 20 w 80"/>
                  <a:gd name="T43" fmla="*/ 60 h 76"/>
                  <a:gd name="T44" fmla="*/ 20 w 80"/>
                  <a:gd name="T45" fmla="*/ 68 h 76"/>
                  <a:gd name="T46" fmla="*/ 60 w 80"/>
                  <a:gd name="T47" fmla="*/ 60 h 76"/>
                  <a:gd name="T48" fmla="*/ 64 w 80"/>
                  <a:gd name="T49" fmla="*/ 56 h 76"/>
                  <a:gd name="T50" fmla="*/ 68 w 80"/>
                  <a:gd name="T51" fmla="*/ 60 h 76"/>
                  <a:gd name="T52" fmla="*/ 68 w 80"/>
                  <a:gd name="T53" fmla="*/ 68 h 76"/>
                  <a:gd name="T54" fmla="*/ 60 w 80"/>
                  <a:gd name="T55" fmla="*/ 68 h 76"/>
                  <a:gd name="T56" fmla="*/ 60 w 80"/>
                  <a:gd name="T57" fmla="*/ 60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0" h="76">
                    <a:moveTo>
                      <a:pt x="52" y="29"/>
                    </a:moveTo>
                    <a:cubicBezTo>
                      <a:pt x="54" y="27"/>
                      <a:pt x="56" y="24"/>
                      <a:pt x="56" y="20"/>
                    </a:cubicBezTo>
                    <a:cubicBezTo>
                      <a:pt x="56" y="11"/>
                      <a:pt x="40" y="0"/>
                      <a:pt x="40" y="0"/>
                    </a:cubicBezTo>
                    <a:cubicBezTo>
                      <a:pt x="40" y="0"/>
                      <a:pt x="24" y="11"/>
                      <a:pt x="24" y="20"/>
                    </a:cubicBezTo>
                    <a:cubicBezTo>
                      <a:pt x="24" y="24"/>
                      <a:pt x="26" y="27"/>
                      <a:pt x="28" y="29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8" y="64"/>
                      <a:pt x="48" y="64"/>
                      <a:pt x="48" y="64"/>
                    </a:cubicBezTo>
                    <a:cubicBezTo>
                      <a:pt x="48" y="76"/>
                      <a:pt x="48" y="76"/>
                      <a:pt x="48" y="76"/>
                    </a:cubicBezTo>
                    <a:cubicBezTo>
                      <a:pt x="80" y="76"/>
                      <a:pt x="80" y="76"/>
                      <a:pt x="80" y="76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52" y="40"/>
                      <a:pt x="52" y="40"/>
                      <a:pt x="52" y="40"/>
                    </a:cubicBezTo>
                    <a:lnTo>
                      <a:pt x="52" y="29"/>
                    </a:lnTo>
                    <a:close/>
                    <a:moveTo>
                      <a:pt x="20" y="68"/>
                    </a:moveTo>
                    <a:cubicBezTo>
                      <a:pt x="12" y="68"/>
                      <a:pt x="12" y="68"/>
                      <a:pt x="12" y="68"/>
                    </a:cubicBezTo>
                    <a:cubicBezTo>
                      <a:pt x="12" y="60"/>
                      <a:pt x="12" y="60"/>
                      <a:pt x="12" y="60"/>
                    </a:cubicBezTo>
                    <a:cubicBezTo>
                      <a:pt x="12" y="58"/>
                      <a:pt x="14" y="56"/>
                      <a:pt x="16" y="56"/>
                    </a:cubicBezTo>
                    <a:cubicBezTo>
                      <a:pt x="18" y="56"/>
                      <a:pt x="20" y="58"/>
                      <a:pt x="20" y="60"/>
                    </a:cubicBezTo>
                    <a:lnTo>
                      <a:pt x="20" y="68"/>
                    </a:lnTo>
                    <a:close/>
                    <a:moveTo>
                      <a:pt x="60" y="60"/>
                    </a:moveTo>
                    <a:cubicBezTo>
                      <a:pt x="60" y="58"/>
                      <a:pt x="62" y="56"/>
                      <a:pt x="64" y="56"/>
                    </a:cubicBezTo>
                    <a:cubicBezTo>
                      <a:pt x="66" y="56"/>
                      <a:pt x="68" y="58"/>
                      <a:pt x="68" y="60"/>
                    </a:cubicBezTo>
                    <a:cubicBezTo>
                      <a:pt x="68" y="68"/>
                      <a:pt x="68" y="68"/>
                      <a:pt x="68" y="68"/>
                    </a:cubicBezTo>
                    <a:cubicBezTo>
                      <a:pt x="60" y="68"/>
                      <a:pt x="60" y="68"/>
                      <a:pt x="60" y="68"/>
                    </a:cubicBezTo>
                    <a:lnTo>
                      <a:pt x="60" y="6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1" name="组合 200"/>
            <p:cNvGrpSpPr/>
            <p:nvPr/>
          </p:nvGrpSpPr>
          <p:grpSpPr>
            <a:xfrm>
              <a:off x="4440238" y="3632201"/>
              <a:ext cx="277813" cy="227013"/>
              <a:chOff x="4440238" y="3632201"/>
              <a:chExt cx="277813" cy="227013"/>
            </a:xfrm>
          </p:grpSpPr>
          <p:sp>
            <p:nvSpPr>
              <p:cNvPr id="114" name="Freeform 113"/>
              <p:cNvSpPr>
                <a:spLocks/>
              </p:cNvSpPr>
              <p:nvPr/>
            </p:nvSpPr>
            <p:spPr bwMode="auto">
              <a:xfrm>
                <a:off x="4440238" y="3632201"/>
                <a:ext cx="277813" cy="227013"/>
              </a:xfrm>
              <a:custGeom>
                <a:avLst/>
                <a:gdLst>
                  <a:gd name="T0" fmla="*/ 86 w 88"/>
                  <a:gd name="T1" fmla="*/ 23 h 72"/>
                  <a:gd name="T2" fmla="*/ 46 w 88"/>
                  <a:gd name="T3" fmla="*/ 1 h 72"/>
                  <a:gd name="T4" fmla="*/ 42 w 88"/>
                  <a:gd name="T5" fmla="*/ 1 h 72"/>
                  <a:gd name="T6" fmla="*/ 2 w 88"/>
                  <a:gd name="T7" fmla="*/ 23 h 72"/>
                  <a:gd name="T8" fmla="*/ 0 w 88"/>
                  <a:gd name="T9" fmla="*/ 26 h 72"/>
                  <a:gd name="T10" fmla="*/ 0 w 88"/>
                  <a:gd name="T11" fmla="*/ 32 h 72"/>
                  <a:gd name="T12" fmla="*/ 4 w 88"/>
                  <a:gd name="T13" fmla="*/ 36 h 72"/>
                  <a:gd name="T14" fmla="*/ 8 w 88"/>
                  <a:gd name="T15" fmla="*/ 36 h 72"/>
                  <a:gd name="T16" fmla="*/ 8 w 88"/>
                  <a:gd name="T17" fmla="*/ 68 h 72"/>
                  <a:gd name="T18" fmla="*/ 12 w 88"/>
                  <a:gd name="T19" fmla="*/ 72 h 72"/>
                  <a:gd name="T20" fmla="*/ 20 w 88"/>
                  <a:gd name="T21" fmla="*/ 72 h 72"/>
                  <a:gd name="T22" fmla="*/ 20 w 88"/>
                  <a:gd name="T23" fmla="*/ 40 h 72"/>
                  <a:gd name="T24" fmla="*/ 68 w 88"/>
                  <a:gd name="T25" fmla="*/ 40 h 72"/>
                  <a:gd name="T26" fmla="*/ 68 w 88"/>
                  <a:gd name="T27" fmla="*/ 72 h 72"/>
                  <a:gd name="T28" fmla="*/ 76 w 88"/>
                  <a:gd name="T29" fmla="*/ 72 h 72"/>
                  <a:gd name="T30" fmla="*/ 80 w 88"/>
                  <a:gd name="T31" fmla="*/ 68 h 72"/>
                  <a:gd name="T32" fmla="*/ 80 w 88"/>
                  <a:gd name="T33" fmla="*/ 36 h 72"/>
                  <a:gd name="T34" fmla="*/ 84 w 88"/>
                  <a:gd name="T35" fmla="*/ 36 h 72"/>
                  <a:gd name="T36" fmla="*/ 88 w 88"/>
                  <a:gd name="T37" fmla="*/ 32 h 72"/>
                  <a:gd name="T38" fmla="*/ 88 w 88"/>
                  <a:gd name="T39" fmla="*/ 26 h 72"/>
                  <a:gd name="T40" fmla="*/ 86 w 88"/>
                  <a:gd name="T41" fmla="*/ 23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8" h="72">
                    <a:moveTo>
                      <a:pt x="86" y="23"/>
                    </a:moveTo>
                    <a:cubicBezTo>
                      <a:pt x="46" y="1"/>
                      <a:pt x="46" y="1"/>
                      <a:pt x="46" y="1"/>
                    </a:cubicBezTo>
                    <a:cubicBezTo>
                      <a:pt x="45" y="0"/>
                      <a:pt x="43" y="0"/>
                      <a:pt x="42" y="1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1" y="24"/>
                      <a:pt x="0" y="25"/>
                      <a:pt x="0" y="2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68"/>
                      <a:pt x="8" y="68"/>
                      <a:pt x="8" y="68"/>
                    </a:cubicBezTo>
                    <a:cubicBezTo>
                      <a:pt x="8" y="70"/>
                      <a:pt x="10" y="72"/>
                      <a:pt x="12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68" y="72"/>
                      <a:pt x="68" y="72"/>
                      <a:pt x="68" y="72"/>
                    </a:cubicBezTo>
                    <a:cubicBezTo>
                      <a:pt x="76" y="72"/>
                      <a:pt x="76" y="72"/>
                      <a:pt x="76" y="72"/>
                    </a:cubicBezTo>
                    <a:cubicBezTo>
                      <a:pt x="78" y="72"/>
                      <a:pt x="80" y="70"/>
                      <a:pt x="80" y="68"/>
                    </a:cubicBezTo>
                    <a:cubicBezTo>
                      <a:pt x="80" y="36"/>
                      <a:pt x="80" y="36"/>
                      <a:pt x="80" y="36"/>
                    </a:cubicBezTo>
                    <a:cubicBezTo>
                      <a:pt x="84" y="36"/>
                      <a:pt x="84" y="36"/>
                      <a:pt x="84" y="36"/>
                    </a:cubicBezTo>
                    <a:cubicBezTo>
                      <a:pt x="86" y="36"/>
                      <a:pt x="88" y="34"/>
                      <a:pt x="88" y="32"/>
                    </a:cubicBezTo>
                    <a:cubicBezTo>
                      <a:pt x="88" y="26"/>
                      <a:pt x="88" y="26"/>
                      <a:pt x="88" y="26"/>
                    </a:cubicBezTo>
                    <a:cubicBezTo>
                      <a:pt x="88" y="25"/>
                      <a:pt x="87" y="24"/>
                      <a:pt x="86" y="2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Rectangle 114"/>
              <p:cNvSpPr>
                <a:spLocks noChangeArrowheads="1"/>
              </p:cNvSpPr>
              <p:nvPr/>
            </p:nvSpPr>
            <p:spPr bwMode="auto">
              <a:xfrm>
                <a:off x="4529138" y="3783013"/>
                <a:ext cx="1016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Rectangle 115"/>
              <p:cNvSpPr>
                <a:spLocks noChangeArrowheads="1"/>
              </p:cNvSpPr>
              <p:nvPr/>
            </p:nvSpPr>
            <p:spPr bwMode="auto">
              <a:xfrm>
                <a:off x="4529138" y="3833813"/>
                <a:ext cx="1016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5" name="组合 204"/>
            <p:cNvGrpSpPr/>
            <p:nvPr/>
          </p:nvGrpSpPr>
          <p:grpSpPr>
            <a:xfrm>
              <a:off x="7489826" y="3606801"/>
              <a:ext cx="246063" cy="227013"/>
              <a:chOff x="7489826" y="3606801"/>
              <a:chExt cx="246063" cy="227013"/>
            </a:xfrm>
          </p:grpSpPr>
          <p:sp>
            <p:nvSpPr>
              <p:cNvPr id="117" name="Freeform 116"/>
              <p:cNvSpPr>
                <a:spLocks/>
              </p:cNvSpPr>
              <p:nvPr/>
            </p:nvSpPr>
            <p:spPr bwMode="auto">
              <a:xfrm>
                <a:off x="7499351" y="3606801"/>
                <a:ext cx="227013" cy="88900"/>
              </a:xfrm>
              <a:custGeom>
                <a:avLst/>
                <a:gdLst>
                  <a:gd name="T0" fmla="*/ 4 w 72"/>
                  <a:gd name="T1" fmla="*/ 28 h 28"/>
                  <a:gd name="T2" fmla="*/ 68 w 72"/>
                  <a:gd name="T3" fmla="*/ 28 h 28"/>
                  <a:gd name="T4" fmla="*/ 72 w 72"/>
                  <a:gd name="T5" fmla="*/ 24 h 28"/>
                  <a:gd name="T6" fmla="*/ 72 w 72"/>
                  <a:gd name="T7" fmla="*/ 19 h 28"/>
                  <a:gd name="T8" fmla="*/ 70 w 72"/>
                  <a:gd name="T9" fmla="*/ 15 h 28"/>
                  <a:gd name="T10" fmla="*/ 38 w 72"/>
                  <a:gd name="T11" fmla="*/ 1 h 28"/>
                  <a:gd name="T12" fmla="*/ 34 w 72"/>
                  <a:gd name="T13" fmla="*/ 1 h 28"/>
                  <a:gd name="T14" fmla="*/ 2 w 72"/>
                  <a:gd name="T15" fmla="*/ 15 h 28"/>
                  <a:gd name="T16" fmla="*/ 0 w 72"/>
                  <a:gd name="T17" fmla="*/ 19 h 28"/>
                  <a:gd name="T18" fmla="*/ 0 w 72"/>
                  <a:gd name="T19" fmla="*/ 24 h 28"/>
                  <a:gd name="T20" fmla="*/ 4 w 72"/>
                  <a:gd name="T21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28">
                    <a:moveTo>
                      <a:pt x="4" y="28"/>
                    </a:moveTo>
                    <a:cubicBezTo>
                      <a:pt x="68" y="28"/>
                      <a:pt x="68" y="28"/>
                      <a:pt x="68" y="28"/>
                    </a:cubicBezTo>
                    <a:cubicBezTo>
                      <a:pt x="70" y="28"/>
                      <a:pt x="72" y="26"/>
                      <a:pt x="72" y="24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7"/>
                      <a:pt x="71" y="16"/>
                      <a:pt x="70" y="15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7" y="0"/>
                      <a:pt x="35" y="0"/>
                      <a:pt x="34" y="1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1" y="16"/>
                      <a:pt x="0" y="17"/>
                      <a:pt x="0" y="19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6"/>
                      <a:pt x="2" y="28"/>
                      <a:pt x="4" y="2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117"/>
              <p:cNvSpPr>
                <a:spLocks/>
              </p:cNvSpPr>
              <p:nvPr/>
            </p:nvSpPr>
            <p:spPr bwMode="auto">
              <a:xfrm>
                <a:off x="7489826" y="3708401"/>
                <a:ext cx="246063" cy="125413"/>
              </a:xfrm>
              <a:custGeom>
                <a:avLst/>
                <a:gdLst>
                  <a:gd name="T0" fmla="*/ 77 w 78"/>
                  <a:gd name="T1" fmla="*/ 35 h 40"/>
                  <a:gd name="T2" fmla="*/ 76 w 78"/>
                  <a:gd name="T3" fmla="*/ 31 h 40"/>
                  <a:gd name="T4" fmla="*/ 72 w 78"/>
                  <a:gd name="T5" fmla="*/ 28 h 40"/>
                  <a:gd name="T6" fmla="*/ 67 w 78"/>
                  <a:gd name="T7" fmla="*/ 28 h 40"/>
                  <a:gd name="T8" fmla="*/ 67 w 78"/>
                  <a:gd name="T9" fmla="*/ 0 h 40"/>
                  <a:gd name="T10" fmla="*/ 59 w 78"/>
                  <a:gd name="T11" fmla="*/ 0 h 40"/>
                  <a:gd name="T12" fmla="*/ 59 w 78"/>
                  <a:gd name="T13" fmla="*/ 28 h 40"/>
                  <a:gd name="T14" fmla="*/ 51 w 78"/>
                  <a:gd name="T15" fmla="*/ 28 h 40"/>
                  <a:gd name="T16" fmla="*/ 51 w 78"/>
                  <a:gd name="T17" fmla="*/ 0 h 40"/>
                  <a:gd name="T18" fmla="*/ 43 w 78"/>
                  <a:gd name="T19" fmla="*/ 0 h 40"/>
                  <a:gd name="T20" fmla="*/ 43 w 78"/>
                  <a:gd name="T21" fmla="*/ 28 h 40"/>
                  <a:gd name="T22" fmla="*/ 35 w 78"/>
                  <a:gd name="T23" fmla="*/ 28 h 40"/>
                  <a:gd name="T24" fmla="*/ 35 w 78"/>
                  <a:gd name="T25" fmla="*/ 0 h 40"/>
                  <a:gd name="T26" fmla="*/ 27 w 78"/>
                  <a:gd name="T27" fmla="*/ 0 h 40"/>
                  <a:gd name="T28" fmla="*/ 27 w 78"/>
                  <a:gd name="T29" fmla="*/ 28 h 40"/>
                  <a:gd name="T30" fmla="*/ 19 w 78"/>
                  <a:gd name="T31" fmla="*/ 28 h 40"/>
                  <a:gd name="T32" fmla="*/ 19 w 78"/>
                  <a:gd name="T33" fmla="*/ 0 h 40"/>
                  <a:gd name="T34" fmla="*/ 11 w 78"/>
                  <a:gd name="T35" fmla="*/ 0 h 40"/>
                  <a:gd name="T36" fmla="*/ 11 w 78"/>
                  <a:gd name="T37" fmla="*/ 28 h 40"/>
                  <a:gd name="T38" fmla="*/ 6 w 78"/>
                  <a:gd name="T39" fmla="*/ 28 h 40"/>
                  <a:gd name="T40" fmla="*/ 2 w 78"/>
                  <a:gd name="T41" fmla="*/ 31 h 40"/>
                  <a:gd name="T42" fmla="*/ 1 w 78"/>
                  <a:gd name="T43" fmla="*/ 35 h 40"/>
                  <a:gd name="T44" fmla="*/ 1 w 78"/>
                  <a:gd name="T45" fmla="*/ 38 h 40"/>
                  <a:gd name="T46" fmla="*/ 5 w 78"/>
                  <a:gd name="T47" fmla="*/ 40 h 40"/>
                  <a:gd name="T48" fmla="*/ 73 w 78"/>
                  <a:gd name="T49" fmla="*/ 40 h 40"/>
                  <a:gd name="T50" fmla="*/ 77 w 78"/>
                  <a:gd name="T51" fmla="*/ 38 h 40"/>
                  <a:gd name="T52" fmla="*/ 77 w 78"/>
                  <a:gd name="T53" fmla="*/ 35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78" h="40">
                    <a:moveTo>
                      <a:pt x="77" y="35"/>
                    </a:moveTo>
                    <a:cubicBezTo>
                      <a:pt x="76" y="31"/>
                      <a:pt x="76" y="31"/>
                      <a:pt x="76" y="31"/>
                    </a:cubicBezTo>
                    <a:cubicBezTo>
                      <a:pt x="75" y="29"/>
                      <a:pt x="74" y="28"/>
                      <a:pt x="72" y="28"/>
                    </a:cubicBez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9" y="28"/>
                      <a:pt x="59" y="28"/>
                      <a:pt x="59" y="28"/>
                    </a:cubicBezTo>
                    <a:cubicBezTo>
                      <a:pt x="51" y="28"/>
                      <a:pt x="51" y="28"/>
                      <a:pt x="51" y="28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28"/>
                      <a:pt x="43" y="28"/>
                      <a:pt x="43" y="28"/>
                    </a:cubicBezTo>
                    <a:cubicBezTo>
                      <a:pt x="35" y="28"/>
                      <a:pt x="35" y="28"/>
                      <a:pt x="35" y="28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28"/>
                      <a:pt x="11" y="28"/>
                      <a:pt x="11" y="2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4" y="28"/>
                      <a:pt x="3" y="29"/>
                      <a:pt x="2" y="31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6"/>
                      <a:pt x="1" y="37"/>
                      <a:pt x="1" y="38"/>
                    </a:cubicBezTo>
                    <a:cubicBezTo>
                      <a:pt x="2" y="39"/>
                      <a:pt x="3" y="40"/>
                      <a:pt x="5" y="40"/>
                    </a:cubicBezTo>
                    <a:cubicBezTo>
                      <a:pt x="73" y="40"/>
                      <a:pt x="73" y="40"/>
                      <a:pt x="73" y="40"/>
                    </a:cubicBezTo>
                    <a:cubicBezTo>
                      <a:pt x="75" y="40"/>
                      <a:pt x="76" y="39"/>
                      <a:pt x="77" y="38"/>
                    </a:cubicBezTo>
                    <a:cubicBezTo>
                      <a:pt x="77" y="37"/>
                      <a:pt x="78" y="36"/>
                      <a:pt x="77" y="3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3" name="组合 202"/>
            <p:cNvGrpSpPr/>
            <p:nvPr/>
          </p:nvGrpSpPr>
          <p:grpSpPr>
            <a:xfrm>
              <a:off x="6261101" y="3644901"/>
              <a:ext cx="277813" cy="214312"/>
              <a:chOff x="6261101" y="3644901"/>
              <a:chExt cx="277813" cy="214312"/>
            </a:xfrm>
          </p:grpSpPr>
          <p:sp>
            <p:nvSpPr>
              <p:cNvPr id="119" name="Freeform 118"/>
              <p:cNvSpPr>
                <a:spLocks/>
              </p:cNvSpPr>
              <p:nvPr/>
            </p:nvSpPr>
            <p:spPr bwMode="auto">
              <a:xfrm>
                <a:off x="6323013" y="3644901"/>
                <a:ext cx="152400" cy="100013"/>
              </a:xfrm>
              <a:custGeom>
                <a:avLst/>
                <a:gdLst>
                  <a:gd name="T0" fmla="*/ 8 w 48"/>
                  <a:gd name="T1" fmla="*/ 24 h 32"/>
                  <a:gd name="T2" fmla="*/ 7 w 48"/>
                  <a:gd name="T3" fmla="*/ 32 h 32"/>
                  <a:gd name="T4" fmla="*/ 41 w 48"/>
                  <a:gd name="T5" fmla="*/ 32 h 32"/>
                  <a:gd name="T6" fmla="*/ 40 w 48"/>
                  <a:gd name="T7" fmla="*/ 24 h 32"/>
                  <a:gd name="T8" fmla="*/ 48 w 48"/>
                  <a:gd name="T9" fmla="*/ 16 h 32"/>
                  <a:gd name="T10" fmla="*/ 48 w 48"/>
                  <a:gd name="T11" fmla="*/ 0 h 32"/>
                  <a:gd name="T12" fmla="*/ 40 w 48"/>
                  <a:gd name="T13" fmla="*/ 0 h 32"/>
                  <a:gd name="T14" fmla="*/ 40 w 48"/>
                  <a:gd name="T15" fmla="*/ 8 h 32"/>
                  <a:gd name="T16" fmla="*/ 28 w 48"/>
                  <a:gd name="T17" fmla="*/ 8 h 32"/>
                  <a:gd name="T18" fmla="*/ 28 w 48"/>
                  <a:gd name="T19" fmla="*/ 0 h 32"/>
                  <a:gd name="T20" fmla="*/ 20 w 48"/>
                  <a:gd name="T21" fmla="*/ 0 h 32"/>
                  <a:gd name="T22" fmla="*/ 20 w 48"/>
                  <a:gd name="T23" fmla="*/ 8 h 32"/>
                  <a:gd name="T24" fmla="*/ 8 w 48"/>
                  <a:gd name="T25" fmla="*/ 8 h 32"/>
                  <a:gd name="T26" fmla="*/ 8 w 48"/>
                  <a:gd name="T27" fmla="*/ 0 h 32"/>
                  <a:gd name="T28" fmla="*/ 0 w 48"/>
                  <a:gd name="T29" fmla="*/ 0 h 32"/>
                  <a:gd name="T30" fmla="*/ 0 w 48"/>
                  <a:gd name="T31" fmla="*/ 16 h 32"/>
                  <a:gd name="T32" fmla="*/ 8 w 48"/>
                  <a:gd name="T33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8" h="32">
                    <a:moveTo>
                      <a:pt x="8" y="24"/>
                    </a:moveTo>
                    <a:cubicBezTo>
                      <a:pt x="7" y="32"/>
                      <a:pt x="7" y="32"/>
                      <a:pt x="7" y="32"/>
                    </a:cubicBezTo>
                    <a:cubicBezTo>
                      <a:pt x="41" y="32"/>
                      <a:pt x="41" y="32"/>
                      <a:pt x="41" y="32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44" y="24"/>
                      <a:pt x="48" y="20"/>
                      <a:pt x="48" y="1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0"/>
                      <a:pt x="4" y="24"/>
                      <a:pt x="8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119"/>
              <p:cNvSpPr>
                <a:spLocks/>
              </p:cNvSpPr>
              <p:nvPr/>
            </p:nvSpPr>
            <p:spPr bwMode="auto">
              <a:xfrm>
                <a:off x="6261101" y="3757613"/>
                <a:ext cx="277813" cy="101600"/>
              </a:xfrm>
              <a:custGeom>
                <a:avLst/>
                <a:gdLst>
                  <a:gd name="T0" fmla="*/ 0 w 88"/>
                  <a:gd name="T1" fmla="*/ 0 h 32"/>
                  <a:gd name="T2" fmla="*/ 0 w 88"/>
                  <a:gd name="T3" fmla="*/ 12 h 32"/>
                  <a:gd name="T4" fmla="*/ 4 w 88"/>
                  <a:gd name="T5" fmla="*/ 12 h 32"/>
                  <a:gd name="T6" fmla="*/ 4 w 88"/>
                  <a:gd name="T7" fmla="*/ 28 h 32"/>
                  <a:gd name="T8" fmla="*/ 8 w 88"/>
                  <a:gd name="T9" fmla="*/ 32 h 32"/>
                  <a:gd name="T10" fmla="*/ 36 w 88"/>
                  <a:gd name="T11" fmla="*/ 32 h 32"/>
                  <a:gd name="T12" fmla="*/ 36 w 88"/>
                  <a:gd name="T13" fmla="*/ 24 h 32"/>
                  <a:gd name="T14" fmla="*/ 44 w 88"/>
                  <a:gd name="T15" fmla="*/ 16 h 32"/>
                  <a:gd name="T16" fmla="*/ 52 w 88"/>
                  <a:gd name="T17" fmla="*/ 24 h 32"/>
                  <a:gd name="T18" fmla="*/ 52 w 88"/>
                  <a:gd name="T19" fmla="*/ 32 h 32"/>
                  <a:gd name="T20" fmla="*/ 80 w 88"/>
                  <a:gd name="T21" fmla="*/ 32 h 32"/>
                  <a:gd name="T22" fmla="*/ 84 w 88"/>
                  <a:gd name="T23" fmla="*/ 28 h 32"/>
                  <a:gd name="T24" fmla="*/ 84 w 88"/>
                  <a:gd name="T25" fmla="*/ 12 h 32"/>
                  <a:gd name="T26" fmla="*/ 88 w 88"/>
                  <a:gd name="T27" fmla="*/ 12 h 32"/>
                  <a:gd name="T28" fmla="*/ 88 w 88"/>
                  <a:gd name="T29" fmla="*/ 0 h 32"/>
                  <a:gd name="T30" fmla="*/ 0 w 88"/>
                  <a:gd name="T3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8" h="32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28"/>
                      <a:pt x="4" y="28"/>
                      <a:pt x="4" y="28"/>
                    </a:cubicBezTo>
                    <a:cubicBezTo>
                      <a:pt x="4" y="30"/>
                      <a:pt x="6" y="32"/>
                      <a:pt x="8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20"/>
                      <a:pt x="40" y="16"/>
                      <a:pt x="44" y="16"/>
                    </a:cubicBezTo>
                    <a:cubicBezTo>
                      <a:pt x="48" y="16"/>
                      <a:pt x="52" y="20"/>
                      <a:pt x="52" y="24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80" y="32"/>
                      <a:pt x="80" y="32"/>
                      <a:pt x="80" y="32"/>
                    </a:cubicBezTo>
                    <a:cubicBezTo>
                      <a:pt x="82" y="32"/>
                      <a:pt x="84" y="30"/>
                      <a:pt x="84" y="28"/>
                    </a:cubicBezTo>
                    <a:cubicBezTo>
                      <a:pt x="84" y="12"/>
                      <a:pt x="84" y="12"/>
                      <a:pt x="84" y="12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0"/>
                      <a:pt x="88" y="0"/>
                      <a:pt x="8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06" name="组合 205"/>
            <p:cNvGrpSpPr/>
            <p:nvPr/>
          </p:nvGrpSpPr>
          <p:grpSpPr>
            <a:xfrm>
              <a:off x="8102601" y="3606801"/>
              <a:ext cx="233363" cy="252412"/>
              <a:chOff x="8102601" y="3606801"/>
              <a:chExt cx="233363" cy="252412"/>
            </a:xfrm>
          </p:grpSpPr>
          <p:sp>
            <p:nvSpPr>
              <p:cNvPr id="121" name="Freeform 120"/>
              <p:cNvSpPr>
                <a:spLocks/>
              </p:cNvSpPr>
              <p:nvPr/>
            </p:nvSpPr>
            <p:spPr bwMode="auto">
              <a:xfrm>
                <a:off x="8105776" y="3795713"/>
                <a:ext cx="227013" cy="63500"/>
              </a:xfrm>
              <a:custGeom>
                <a:avLst/>
                <a:gdLst>
                  <a:gd name="T0" fmla="*/ 0 w 72"/>
                  <a:gd name="T1" fmla="*/ 0 h 20"/>
                  <a:gd name="T2" fmla="*/ 0 w 72"/>
                  <a:gd name="T3" fmla="*/ 8 h 20"/>
                  <a:gd name="T4" fmla="*/ 8 w 72"/>
                  <a:gd name="T5" fmla="*/ 8 h 20"/>
                  <a:gd name="T6" fmla="*/ 8 w 72"/>
                  <a:gd name="T7" fmla="*/ 16 h 20"/>
                  <a:gd name="T8" fmla="*/ 12 w 72"/>
                  <a:gd name="T9" fmla="*/ 20 h 20"/>
                  <a:gd name="T10" fmla="*/ 60 w 72"/>
                  <a:gd name="T11" fmla="*/ 20 h 20"/>
                  <a:gd name="T12" fmla="*/ 64 w 72"/>
                  <a:gd name="T13" fmla="*/ 16 h 20"/>
                  <a:gd name="T14" fmla="*/ 64 w 72"/>
                  <a:gd name="T15" fmla="*/ 8 h 20"/>
                  <a:gd name="T16" fmla="*/ 72 w 72"/>
                  <a:gd name="T17" fmla="*/ 8 h 20"/>
                  <a:gd name="T18" fmla="*/ 72 w 72"/>
                  <a:gd name="T19" fmla="*/ 0 h 20"/>
                  <a:gd name="T20" fmla="*/ 0 w 72"/>
                  <a:gd name="T2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20">
                    <a:moveTo>
                      <a:pt x="0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8"/>
                      <a:pt x="10" y="20"/>
                      <a:pt x="12" y="20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2" y="20"/>
                      <a:pt x="64" y="18"/>
                      <a:pt x="64" y="16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121"/>
              <p:cNvSpPr>
                <a:spLocks/>
              </p:cNvSpPr>
              <p:nvPr/>
            </p:nvSpPr>
            <p:spPr bwMode="auto">
              <a:xfrm>
                <a:off x="8102601" y="3606801"/>
                <a:ext cx="233363" cy="176213"/>
              </a:xfrm>
              <a:custGeom>
                <a:avLst/>
                <a:gdLst>
                  <a:gd name="T0" fmla="*/ 73 w 74"/>
                  <a:gd name="T1" fmla="*/ 14 h 56"/>
                  <a:gd name="T2" fmla="*/ 66 w 74"/>
                  <a:gd name="T3" fmla="*/ 2 h 56"/>
                  <a:gd name="T4" fmla="*/ 63 w 74"/>
                  <a:gd name="T5" fmla="*/ 0 h 56"/>
                  <a:gd name="T6" fmla="*/ 11 w 74"/>
                  <a:gd name="T7" fmla="*/ 0 h 56"/>
                  <a:gd name="T8" fmla="*/ 8 w 74"/>
                  <a:gd name="T9" fmla="*/ 2 h 56"/>
                  <a:gd name="T10" fmla="*/ 1 w 74"/>
                  <a:gd name="T11" fmla="*/ 14 h 56"/>
                  <a:gd name="T12" fmla="*/ 1 w 74"/>
                  <a:gd name="T13" fmla="*/ 18 h 56"/>
                  <a:gd name="T14" fmla="*/ 4 w 74"/>
                  <a:gd name="T15" fmla="*/ 20 h 56"/>
                  <a:gd name="T16" fmla="*/ 9 w 74"/>
                  <a:gd name="T17" fmla="*/ 20 h 56"/>
                  <a:gd name="T18" fmla="*/ 9 w 74"/>
                  <a:gd name="T19" fmla="*/ 56 h 56"/>
                  <a:gd name="T20" fmla="*/ 17 w 74"/>
                  <a:gd name="T21" fmla="*/ 56 h 56"/>
                  <a:gd name="T22" fmla="*/ 17 w 74"/>
                  <a:gd name="T23" fmla="*/ 20 h 56"/>
                  <a:gd name="T24" fmla="*/ 33 w 74"/>
                  <a:gd name="T25" fmla="*/ 20 h 56"/>
                  <a:gd name="T26" fmla="*/ 33 w 74"/>
                  <a:gd name="T27" fmla="*/ 32 h 56"/>
                  <a:gd name="T28" fmla="*/ 30 w 74"/>
                  <a:gd name="T29" fmla="*/ 32 h 56"/>
                  <a:gd name="T30" fmla="*/ 27 w 74"/>
                  <a:gd name="T31" fmla="*/ 33 h 56"/>
                  <a:gd name="T32" fmla="*/ 26 w 74"/>
                  <a:gd name="T33" fmla="*/ 37 h 56"/>
                  <a:gd name="T34" fmla="*/ 28 w 74"/>
                  <a:gd name="T35" fmla="*/ 49 h 56"/>
                  <a:gd name="T36" fmla="*/ 32 w 74"/>
                  <a:gd name="T37" fmla="*/ 52 h 56"/>
                  <a:gd name="T38" fmla="*/ 42 w 74"/>
                  <a:gd name="T39" fmla="*/ 52 h 56"/>
                  <a:gd name="T40" fmla="*/ 46 w 74"/>
                  <a:gd name="T41" fmla="*/ 49 h 56"/>
                  <a:gd name="T42" fmla="*/ 48 w 74"/>
                  <a:gd name="T43" fmla="*/ 37 h 56"/>
                  <a:gd name="T44" fmla="*/ 47 w 74"/>
                  <a:gd name="T45" fmla="*/ 33 h 56"/>
                  <a:gd name="T46" fmla="*/ 44 w 74"/>
                  <a:gd name="T47" fmla="*/ 32 h 56"/>
                  <a:gd name="T48" fmla="*/ 41 w 74"/>
                  <a:gd name="T49" fmla="*/ 32 h 56"/>
                  <a:gd name="T50" fmla="*/ 41 w 74"/>
                  <a:gd name="T51" fmla="*/ 20 h 56"/>
                  <a:gd name="T52" fmla="*/ 57 w 74"/>
                  <a:gd name="T53" fmla="*/ 20 h 56"/>
                  <a:gd name="T54" fmla="*/ 57 w 74"/>
                  <a:gd name="T55" fmla="*/ 56 h 56"/>
                  <a:gd name="T56" fmla="*/ 65 w 74"/>
                  <a:gd name="T57" fmla="*/ 56 h 56"/>
                  <a:gd name="T58" fmla="*/ 65 w 74"/>
                  <a:gd name="T59" fmla="*/ 20 h 56"/>
                  <a:gd name="T60" fmla="*/ 70 w 74"/>
                  <a:gd name="T61" fmla="*/ 20 h 56"/>
                  <a:gd name="T62" fmla="*/ 73 w 74"/>
                  <a:gd name="T63" fmla="*/ 18 h 56"/>
                  <a:gd name="T64" fmla="*/ 73 w 74"/>
                  <a:gd name="T65" fmla="*/ 14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4" h="56">
                    <a:moveTo>
                      <a:pt x="73" y="14"/>
                    </a:moveTo>
                    <a:cubicBezTo>
                      <a:pt x="66" y="2"/>
                      <a:pt x="66" y="2"/>
                      <a:pt x="66" y="2"/>
                    </a:cubicBezTo>
                    <a:cubicBezTo>
                      <a:pt x="65" y="1"/>
                      <a:pt x="64" y="0"/>
                      <a:pt x="63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9" y="1"/>
                      <a:pt x="8" y="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5"/>
                      <a:pt x="0" y="17"/>
                      <a:pt x="1" y="18"/>
                    </a:cubicBezTo>
                    <a:cubicBezTo>
                      <a:pt x="1" y="19"/>
                      <a:pt x="3" y="20"/>
                      <a:pt x="4" y="20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17" y="56"/>
                      <a:pt x="17" y="56"/>
                      <a:pt x="17" y="56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33" y="32"/>
                      <a:pt x="33" y="32"/>
                      <a:pt x="33" y="32"/>
                    </a:cubicBezTo>
                    <a:cubicBezTo>
                      <a:pt x="30" y="32"/>
                      <a:pt x="30" y="32"/>
                      <a:pt x="30" y="32"/>
                    </a:cubicBezTo>
                    <a:cubicBezTo>
                      <a:pt x="29" y="32"/>
                      <a:pt x="28" y="33"/>
                      <a:pt x="27" y="33"/>
                    </a:cubicBezTo>
                    <a:cubicBezTo>
                      <a:pt x="26" y="34"/>
                      <a:pt x="26" y="36"/>
                      <a:pt x="26" y="37"/>
                    </a:cubicBezTo>
                    <a:cubicBezTo>
                      <a:pt x="28" y="49"/>
                      <a:pt x="28" y="49"/>
                      <a:pt x="28" y="49"/>
                    </a:cubicBezTo>
                    <a:cubicBezTo>
                      <a:pt x="29" y="51"/>
                      <a:pt x="30" y="52"/>
                      <a:pt x="32" y="52"/>
                    </a:cubicBezTo>
                    <a:cubicBezTo>
                      <a:pt x="42" y="52"/>
                      <a:pt x="42" y="52"/>
                      <a:pt x="42" y="52"/>
                    </a:cubicBezTo>
                    <a:cubicBezTo>
                      <a:pt x="44" y="52"/>
                      <a:pt x="45" y="51"/>
                      <a:pt x="46" y="49"/>
                    </a:cubicBezTo>
                    <a:cubicBezTo>
                      <a:pt x="48" y="37"/>
                      <a:pt x="48" y="37"/>
                      <a:pt x="48" y="37"/>
                    </a:cubicBezTo>
                    <a:cubicBezTo>
                      <a:pt x="48" y="36"/>
                      <a:pt x="48" y="34"/>
                      <a:pt x="47" y="33"/>
                    </a:cubicBezTo>
                    <a:cubicBezTo>
                      <a:pt x="46" y="33"/>
                      <a:pt x="45" y="32"/>
                      <a:pt x="44" y="32"/>
                    </a:cubicBezTo>
                    <a:cubicBezTo>
                      <a:pt x="41" y="32"/>
                      <a:pt x="41" y="32"/>
                      <a:pt x="41" y="32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57" y="20"/>
                      <a:pt x="57" y="20"/>
                      <a:pt x="57" y="20"/>
                    </a:cubicBezTo>
                    <a:cubicBezTo>
                      <a:pt x="57" y="56"/>
                      <a:pt x="57" y="56"/>
                      <a:pt x="57" y="56"/>
                    </a:cubicBezTo>
                    <a:cubicBezTo>
                      <a:pt x="65" y="56"/>
                      <a:pt x="65" y="56"/>
                      <a:pt x="65" y="56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71" y="20"/>
                      <a:pt x="73" y="19"/>
                      <a:pt x="73" y="18"/>
                    </a:cubicBezTo>
                    <a:cubicBezTo>
                      <a:pt x="74" y="17"/>
                      <a:pt x="74" y="15"/>
                      <a:pt x="73" y="1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9" name="组合 218"/>
            <p:cNvGrpSpPr/>
            <p:nvPr/>
          </p:nvGrpSpPr>
          <p:grpSpPr>
            <a:xfrm>
              <a:off x="3833813" y="4822826"/>
              <a:ext cx="277813" cy="252413"/>
              <a:chOff x="3833813" y="4822826"/>
              <a:chExt cx="277813" cy="252413"/>
            </a:xfrm>
          </p:grpSpPr>
          <p:sp>
            <p:nvSpPr>
              <p:cNvPr id="123" name="Oval 122"/>
              <p:cNvSpPr>
                <a:spLocks noChangeArrowheads="1"/>
              </p:cNvSpPr>
              <p:nvPr/>
            </p:nvSpPr>
            <p:spPr bwMode="auto">
              <a:xfrm>
                <a:off x="4035426" y="4848226"/>
                <a:ext cx="50800" cy="49213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123"/>
              <p:cNvSpPr>
                <a:spLocks/>
              </p:cNvSpPr>
              <p:nvPr/>
            </p:nvSpPr>
            <p:spPr bwMode="auto">
              <a:xfrm>
                <a:off x="4011613" y="4910138"/>
                <a:ext cx="100013" cy="165100"/>
              </a:xfrm>
              <a:custGeom>
                <a:avLst/>
                <a:gdLst>
                  <a:gd name="T0" fmla="*/ 16 w 32"/>
                  <a:gd name="T1" fmla="*/ 0 h 52"/>
                  <a:gd name="T2" fmla="*/ 0 w 32"/>
                  <a:gd name="T3" fmla="*/ 20 h 52"/>
                  <a:gd name="T4" fmla="*/ 0 w 32"/>
                  <a:gd name="T5" fmla="*/ 28 h 52"/>
                  <a:gd name="T6" fmla="*/ 4 w 32"/>
                  <a:gd name="T7" fmla="*/ 32 h 52"/>
                  <a:gd name="T8" fmla="*/ 8 w 32"/>
                  <a:gd name="T9" fmla="*/ 32 h 52"/>
                  <a:gd name="T10" fmla="*/ 8 w 32"/>
                  <a:gd name="T11" fmla="*/ 48 h 52"/>
                  <a:gd name="T12" fmla="*/ 12 w 32"/>
                  <a:gd name="T13" fmla="*/ 52 h 52"/>
                  <a:gd name="T14" fmla="*/ 20 w 32"/>
                  <a:gd name="T15" fmla="*/ 52 h 52"/>
                  <a:gd name="T16" fmla="*/ 24 w 32"/>
                  <a:gd name="T17" fmla="*/ 48 h 52"/>
                  <a:gd name="T18" fmla="*/ 24 w 32"/>
                  <a:gd name="T19" fmla="*/ 32 h 52"/>
                  <a:gd name="T20" fmla="*/ 28 w 32"/>
                  <a:gd name="T21" fmla="*/ 32 h 52"/>
                  <a:gd name="T22" fmla="*/ 32 w 32"/>
                  <a:gd name="T23" fmla="*/ 28 h 52"/>
                  <a:gd name="T24" fmla="*/ 32 w 32"/>
                  <a:gd name="T25" fmla="*/ 20 h 52"/>
                  <a:gd name="T26" fmla="*/ 16 w 32"/>
                  <a:gd name="T2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" h="52">
                    <a:moveTo>
                      <a:pt x="16" y="0"/>
                    </a:moveTo>
                    <a:cubicBezTo>
                      <a:pt x="6" y="0"/>
                      <a:pt x="0" y="8"/>
                      <a:pt x="0" y="2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10" y="52"/>
                      <a:pt x="12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2"/>
                      <a:pt x="24" y="50"/>
                      <a:pt x="24" y="48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8" y="32"/>
                      <a:pt x="28" y="32"/>
                      <a:pt x="28" y="32"/>
                    </a:cubicBezTo>
                    <a:cubicBezTo>
                      <a:pt x="30" y="32"/>
                      <a:pt x="32" y="30"/>
                      <a:pt x="32" y="2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8"/>
                      <a:pt x="26" y="0"/>
                      <a:pt x="1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Rectangle 124"/>
              <p:cNvSpPr>
                <a:spLocks noChangeArrowheads="1"/>
              </p:cNvSpPr>
              <p:nvPr/>
            </p:nvSpPr>
            <p:spPr bwMode="auto">
              <a:xfrm>
                <a:off x="3960813" y="4822826"/>
                <a:ext cx="25400" cy="252413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Oval 125"/>
              <p:cNvSpPr>
                <a:spLocks noChangeArrowheads="1"/>
              </p:cNvSpPr>
              <p:nvPr/>
            </p:nvSpPr>
            <p:spPr bwMode="auto">
              <a:xfrm>
                <a:off x="3859213" y="4848226"/>
                <a:ext cx="50800" cy="49213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126"/>
              <p:cNvSpPr>
                <a:spLocks/>
              </p:cNvSpPr>
              <p:nvPr/>
            </p:nvSpPr>
            <p:spPr bwMode="auto">
              <a:xfrm>
                <a:off x="3833813" y="4910138"/>
                <a:ext cx="101600" cy="165100"/>
              </a:xfrm>
              <a:custGeom>
                <a:avLst/>
                <a:gdLst>
                  <a:gd name="T0" fmla="*/ 29 w 32"/>
                  <a:gd name="T1" fmla="*/ 22 h 52"/>
                  <a:gd name="T2" fmla="*/ 16 w 32"/>
                  <a:gd name="T3" fmla="*/ 0 h 52"/>
                  <a:gd name="T4" fmla="*/ 3 w 32"/>
                  <a:gd name="T5" fmla="*/ 22 h 52"/>
                  <a:gd name="T6" fmla="*/ 0 w 32"/>
                  <a:gd name="T7" fmla="*/ 35 h 52"/>
                  <a:gd name="T8" fmla="*/ 1 w 32"/>
                  <a:gd name="T9" fmla="*/ 38 h 52"/>
                  <a:gd name="T10" fmla="*/ 4 w 32"/>
                  <a:gd name="T11" fmla="*/ 40 h 52"/>
                  <a:gd name="T12" fmla="*/ 9 w 32"/>
                  <a:gd name="T13" fmla="*/ 40 h 52"/>
                  <a:gd name="T14" fmla="*/ 12 w 32"/>
                  <a:gd name="T15" fmla="*/ 49 h 52"/>
                  <a:gd name="T16" fmla="*/ 16 w 32"/>
                  <a:gd name="T17" fmla="*/ 52 h 52"/>
                  <a:gd name="T18" fmla="*/ 20 w 32"/>
                  <a:gd name="T19" fmla="*/ 49 h 52"/>
                  <a:gd name="T20" fmla="*/ 23 w 32"/>
                  <a:gd name="T21" fmla="*/ 40 h 52"/>
                  <a:gd name="T22" fmla="*/ 28 w 32"/>
                  <a:gd name="T23" fmla="*/ 40 h 52"/>
                  <a:gd name="T24" fmla="*/ 31 w 32"/>
                  <a:gd name="T25" fmla="*/ 38 h 52"/>
                  <a:gd name="T26" fmla="*/ 32 w 32"/>
                  <a:gd name="T27" fmla="*/ 35 h 52"/>
                  <a:gd name="T28" fmla="*/ 29 w 32"/>
                  <a:gd name="T29" fmla="*/ 2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2" h="52">
                    <a:moveTo>
                      <a:pt x="29" y="22"/>
                    </a:moveTo>
                    <a:cubicBezTo>
                      <a:pt x="24" y="2"/>
                      <a:pt x="23" y="0"/>
                      <a:pt x="16" y="0"/>
                    </a:cubicBezTo>
                    <a:cubicBezTo>
                      <a:pt x="9" y="0"/>
                      <a:pt x="8" y="2"/>
                      <a:pt x="3" y="22"/>
                    </a:cubicBezTo>
                    <a:cubicBezTo>
                      <a:pt x="2" y="26"/>
                      <a:pt x="1" y="30"/>
                      <a:pt x="0" y="35"/>
                    </a:cubicBezTo>
                    <a:cubicBezTo>
                      <a:pt x="0" y="36"/>
                      <a:pt x="0" y="37"/>
                      <a:pt x="1" y="38"/>
                    </a:cubicBezTo>
                    <a:cubicBezTo>
                      <a:pt x="2" y="39"/>
                      <a:pt x="3" y="40"/>
                      <a:pt x="4" y="40"/>
                    </a:cubicBezTo>
                    <a:cubicBezTo>
                      <a:pt x="4" y="40"/>
                      <a:pt x="7" y="40"/>
                      <a:pt x="9" y="40"/>
                    </a:cubicBezTo>
                    <a:cubicBezTo>
                      <a:pt x="10" y="42"/>
                      <a:pt x="11" y="46"/>
                      <a:pt x="12" y="49"/>
                    </a:cubicBezTo>
                    <a:cubicBezTo>
                      <a:pt x="13" y="51"/>
                      <a:pt x="14" y="52"/>
                      <a:pt x="16" y="52"/>
                    </a:cubicBezTo>
                    <a:cubicBezTo>
                      <a:pt x="18" y="52"/>
                      <a:pt x="19" y="51"/>
                      <a:pt x="20" y="49"/>
                    </a:cubicBezTo>
                    <a:cubicBezTo>
                      <a:pt x="21" y="46"/>
                      <a:pt x="22" y="42"/>
                      <a:pt x="23" y="40"/>
                    </a:cubicBezTo>
                    <a:cubicBezTo>
                      <a:pt x="25" y="40"/>
                      <a:pt x="28" y="40"/>
                      <a:pt x="28" y="40"/>
                    </a:cubicBezTo>
                    <a:cubicBezTo>
                      <a:pt x="29" y="40"/>
                      <a:pt x="30" y="39"/>
                      <a:pt x="31" y="38"/>
                    </a:cubicBezTo>
                    <a:cubicBezTo>
                      <a:pt x="32" y="37"/>
                      <a:pt x="32" y="36"/>
                      <a:pt x="32" y="35"/>
                    </a:cubicBezTo>
                    <a:cubicBezTo>
                      <a:pt x="31" y="30"/>
                      <a:pt x="30" y="26"/>
                      <a:pt x="29" y="2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0" name="组合 219"/>
            <p:cNvGrpSpPr/>
            <p:nvPr/>
          </p:nvGrpSpPr>
          <p:grpSpPr>
            <a:xfrm>
              <a:off x="4452938" y="4803776"/>
              <a:ext cx="252413" cy="284162"/>
              <a:chOff x="4452938" y="4803776"/>
              <a:chExt cx="252413" cy="284162"/>
            </a:xfrm>
          </p:grpSpPr>
          <p:sp>
            <p:nvSpPr>
              <p:cNvPr id="128" name="Freeform 127"/>
              <p:cNvSpPr>
                <a:spLocks/>
              </p:cNvSpPr>
              <p:nvPr/>
            </p:nvSpPr>
            <p:spPr bwMode="auto">
              <a:xfrm>
                <a:off x="4456113" y="4803776"/>
                <a:ext cx="95250" cy="93663"/>
              </a:xfrm>
              <a:custGeom>
                <a:avLst/>
                <a:gdLst>
                  <a:gd name="T0" fmla="*/ 22 w 60"/>
                  <a:gd name="T1" fmla="*/ 32 h 59"/>
                  <a:gd name="T2" fmla="*/ 22 w 60"/>
                  <a:gd name="T3" fmla="*/ 59 h 59"/>
                  <a:gd name="T4" fmla="*/ 38 w 60"/>
                  <a:gd name="T5" fmla="*/ 59 h 59"/>
                  <a:gd name="T6" fmla="*/ 38 w 60"/>
                  <a:gd name="T7" fmla="*/ 32 h 59"/>
                  <a:gd name="T8" fmla="*/ 48 w 60"/>
                  <a:gd name="T9" fmla="*/ 41 h 59"/>
                  <a:gd name="T10" fmla="*/ 60 w 60"/>
                  <a:gd name="T11" fmla="*/ 30 h 59"/>
                  <a:gd name="T12" fmla="*/ 30 w 60"/>
                  <a:gd name="T13" fmla="*/ 0 h 59"/>
                  <a:gd name="T14" fmla="*/ 0 w 60"/>
                  <a:gd name="T15" fmla="*/ 30 h 59"/>
                  <a:gd name="T16" fmla="*/ 12 w 60"/>
                  <a:gd name="T17" fmla="*/ 41 h 59"/>
                  <a:gd name="T18" fmla="*/ 22 w 60"/>
                  <a:gd name="T19" fmla="*/ 3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0" h="59">
                    <a:moveTo>
                      <a:pt x="22" y="32"/>
                    </a:moveTo>
                    <a:lnTo>
                      <a:pt x="22" y="59"/>
                    </a:lnTo>
                    <a:lnTo>
                      <a:pt x="38" y="59"/>
                    </a:lnTo>
                    <a:lnTo>
                      <a:pt x="38" y="32"/>
                    </a:lnTo>
                    <a:lnTo>
                      <a:pt x="48" y="41"/>
                    </a:lnTo>
                    <a:lnTo>
                      <a:pt x="60" y="30"/>
                    </a:lnTo>
                    <a:lnTo>
                      <a:pt x="30" y="0"/>
                    </a:lnTo>
                    <a:lnTo>
                      <a:pt x="0" y="30"/>
                    </a:lnTo>
                    <a:lnTo>
                      <a:pt x="12" y="41"/>
                    </a:lnTo>
                    <a:lnTo>
                      <a:pt x="22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Freeform 128"/>
              <p:cNvSpPr>
                <a:spLocks/>
              </p:cNvSpPr>
              <p:nvPr/>
            </p:nvSpPr>
            <p:spPr bwMode="auto">
              <a:xfrm>
                <a:off x="4595813" y="4810126"/>
                <a:ext cx="93663" cy="93663"/>
              </a:xfrm>
              <a:custGeom>
                <a:avLst/>
                <a:gdLst>
                  <a:gd name="T0" fmla="*/ 59 w 59"/>
                  <a:gd name="T1" fmla="*/ 30 h 59"/>
                  <a:gd name="T2" fmla="*/ 48 w 59"/>
                  <a:gd name="T3" fmla="*/ 18 h 59"/>
                  <a:gd name="T4" fmla="*/ 38 w 59"/>
                  <a:gd name="T5" fmla="*/ 28 h 59"/>
                  <a:gd name="T6" fmla="*/ 38 w 59"/>
                  <a:gd name="T7" fmla="*/ 0 h 59"/>
                  <a:gd name="T8" fmla="*/ 22 w 59"/>
                  <a:gd name="T9" fmla="*/ 0 h 59"/>
                  <a:gd name="T10" fmla="*/ 22 w 59"/>
                  <a:gd name="T11" fmla="*/ 28 h 59"/>
                  <a:gd name="T12" fmla="*/ 12 w 59"/>
                  <a:gd name="T13" fmla="*/ 18 h 59"/>
                  <a:gd name="T14" fmla="*/ 0 w 59"/>
                  <a:gd name="T15" fmla="*/ 30 h 59"/>
                  <a:gd name="T16" fmla="*/ 30 w 59"/>
                  <a:gd name="T17" fmla="*/ 59 h 59"/>
                  <a:gd name="T18" fmla="*/ 59 w 59"/>
                  <a:gd name="T19" fmla="*/ 3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9" h="59">
                    <a:moveTo>
                      <a:pt x="59" y="30"/>
                    </a:moveTo>
                    <a:lnTo>
                      <a:pt x="48" y="18"/>
                    </a:lnTo>
                    <a:lnTo>
                      <a:pt x="38" y="28"/>
                    </a:lnTo>
                    <a:lnTo>
                      <a:pt x="38" y="0"/>
                    </a:lnTo>
                    <a:lnTo>
                      <a:pt x="22" y="0"/>
                    </a:lnTo>
                    <a:lnTo>
                      <a:pt x="22" y="28"/>
                    </a:lnTo>
                    <a:lnTo>
                      <a:pt x="12" y="18"/>
                    </a:lnTo>
                    <a:lnTo>
                      <a:pt x="0" y="30"/>
                    </a:lnTo>
                    <a:lnTo>
                      <a:pt x="30" y="59"/>
                    </a:lnTo>
                    <a:lnTo>
                      <a:pt x="59" y="3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Freeform 129"/>
              <p:cNvSpPr>
                <a:spLocks noEditPoints="1"/>
              </p:cNvSpPr>
              <p:nvPr/>
            </p:nvSpPr>
            <p:spPr bwMode="auto">
              <a:xfrm>
                <a:off x="4452938" y="4922838"/>
                <a:ext cx="252413" cy="165100"/>
              </a:xfrm>
              <a:custGeom>
                <a:avLst/>
                <a:gdLst>
                  <a:gd name="T0" fmla="*/ 72 w 80"/>
                  <a:gd name="T1" fmla="*/ 0 h 52"/>
                  <a:gd name="T2" fmla="*/ 8 w 80"/>
                  <a:gd name="T3" fmla="*/ 0 h 52"/>
                  <a:gd name="T4" fmla="*/ 0 w 80"/>
                  <a:gd name="T5" fmla="*/ 8 h 52"/>
                  <a:gd name="T6" fmla="*/ 0 w 80"/>
                  <a:gd name="T7" fmla="*/ 44 h 52"/>
                  <a:gd name="T8" fmla="*/ 8 w 80"/>
                  <a:gd name="T9" fmla="*/ 52 h 52"/>
                  <a:gd name="T10" fmla="*/ 72 w 80"/>
                  <a:gd name="T11" fmla="*/ 52 h 52"/>
                  <a:gd name="T12" fmla="*/ 80 w 80"/>
                  <a:gd name="T13" fmla="*/ 44 h 52"/>
                  <a:gd name="T14" fmla="*/ 80 w 80"/>
                  <a:gd name="T15" fmla="*/ 8 h 52"/>
                  <a:gd name="T16" fmla="*/ 72 w 80"/>
                  <a:gd name="T17" fmla="*/ 0 h 52"/>
                  <a:gd name="T18" fmla="*/ 58 w 80"/>
                  <a:gd name="T19" fmla="*/ 12 h 52"/>
                  <a:gd name="T20" fmla="*/ 66 w 80"/>
                  <a:gd name="T21" fmla="*/ 20 h 52"/>
                  <a:gd name="T22" fmla="*/ 58 w 80"/>
                  <a:gd name="T23" fmla="*/ 28 h 52"/>
                  <a:gd name="T24" fmla="*/ 50 w 80"/>
                  <a:gd name="T25" fmla="*/ 20 h 52"/>
                  <a:gd name="T26" fmla="*/ 58 w 80"/>
                  <a:gd name="T27" fmla="*/ 12 h 52"/>
                  <a:gd name="T28" fmla="*/ 22 w 80"/>
                  <a:gd name="T29" fmla="*/ 12 h 52"/>
                  <a:gd name="T30" fmla="*/ 30 w 80"/>
                  <a:gd name="T31" fmla="*/ 20 h 52"/>
                  <a:gd name="T32" fmla="*/ 22 w 80"/>
                  <a:gd name="T33" fmla="*/ 28 h 52"/>
                  <a:gd name="T34" fmla="*/ 14 w 80"/>
                  <a:gd name="T35" fmla="*/ 20 h 52"/>
                  <a:gd name="T36" fmla="*/ 22 w 80"/>
                  <a:gd name="T37" fmla="*/ 12 h 52"/>
                  <a:gd name="T38" fmla="*/ 8 w 80"/>
                  <a:gd name="T39" fmla="*/ 44 h 52"/>
                  <a:gd name="T40" fmla="*/ 20 w 80"/>
                  <a:gd name="T41" fmla="*/ 32 h 52"/>
                  <a:gd name="T42" fmla="*/ 24 w 80"/>
                  <a:gd name="T43" fmla="*/ 32 h 52"/>
                  <a:gd name="T44" fmla="*/ 36 w 80"/>
                  <a:gd name="T45" fmla="*/ 44 h 52"/>
                  <a:gd name="T46" fmla="*/ 8 w 80"/>
                  <a:gd name="T47" fmla="*/ 44 h 52"/>
                  <a:gd name="T48" fmla="*/ 44 w 80"/>
                  <a:gd name="T49" fmla="*/ 44 h 52"/>
                  <a:gd name="T50" fmla="*/ 56 w 80"/>
                  <a:gd name="T51" fmla="*/ 32 h 52"/>
                  <a:gd name="T52" fmla="*/ 60 w 80"/>
                  <a:gd name="T53" fmla="*/ 32 h 52"/>
                  <a:gd name="T54" fmla="*/ 72 w 80"/>
                  <a:gd name="T55" fmla="*/ 44 h 52"/>
                  <a:gd name="T56" fmla="*/ 44 w 80"/>
                  <a:gd name="T57" fmla="*/ 4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0" h="52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76" y="52"/>
                      <a:pt x="80" y="48"/>
                      <a:pt x="80" y="44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  <a:moveTo>
                      <a:pt x="58" y="12"/>
                    </a:moveTo>
                    <a:cubicBezTo>
                      <a:pt x="62" y="12"/>
                      <a:pt x="66" y="16"/>
                      <a:pt x="66" y="20"/>
                    </a:cubicBezTo>
                    <a:cubicBezTo>
                      <a:pt x="66" y="24"/>
                      <a:pt x="62" y="28"/>
                      <a:pt x="58" y="28"/>
                    </a:cubicBezTo>
                    <a:cubicBezTo>
                      <a:pt x="54" y="28"/>
                      <a:pt x="50" y="24"/>
                      <a:pt x="50" y="20"/>
                    </a:cubicBezTo>
                    <a:cubicBezTo>
                      <a:pt x="50" y="16"/>
                      <a:pt x="54" y="12"/>
                      <a:pt x="58" y="12"/>
                    </a:cubicBezTo>
                    <a:close/>
                    <a:moveTo>
                      <a:pt x="22" y="12"/>
                    </a:moveTo>
                    <a:cubicBezTo>
                      <a:pt x="26" y="12"/>
                      <a:pt x="30" y="16"/>
                      <a:pt x="30" y="20"/>
                    </a:cubicBezTo>
                    <a:cubicBezTo>
                      <a:pt x="30" y="24"/>
                      <a:pt x="26" y="28"/>
                      <a:pt x="22" y="28"/>
                    </a:cubicBezTo>
                    <a:cubicBezTo>
                      <a:pt x="18" y="28"/>
                      <a:pt x="14" y="24"/>
                      <a:pt x="14" y="20"/>
                    </a:cubicBezTo>
                    <a:cubicBezTo>
                      <a:pt x="14" y="16"/>
                      <a:pt x="18" y="12"/>
                      <a:pt x="22" y="12"/>
                    </a:cubicBezTo>
                    <a:close/>
                    <a:moveTo>
                      <a:pt x="8" y="44"/>
                    </a:moveTo>
                    <a:cubicBezTo>
                      <a:pt x="8" y="37"/>
                      <a:pt x="13" y="32"/>
                      <a:pt x="20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31" y="32"/>
                      <a:pt x="36" y="37"/>
                      <a:pt x="36" y="44"/>
                    </a:cubicBezTo>
                    <a:lnTo>
                      <a:pt x="8" y="44"/>
                    </a:lnTo>
                    <a:close/>
                    <a:moveTo>
                      <a:pt x="44" y="44"/>
                    </a:moveTo>
                    <a:cubicBezTo>
                      <a:pt x="44" y="37"/>
                      <a:pt x="49" y="32"/>
                      <a:pt x="56" y="32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7" y="32"/>
                      <a:pt x="72" y="37"/>
                      <a:pt x="72" y="44"/>
                    </a:cubicBezTo>
                    <a:lnTo>
                      <a:pt x="44" y="4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1" name="组合 220"/>
            <p:cNvGrpSpPr/>
            <p:nvPr/>
          </p:nvGrpSpPr>
          <p:grpSpPr>
            <a:xfrm>
              <a:off x="5033963" y="4810126"/>
              <a:ext cx="303213" cy="277812"/>
              <a:chOff x="5033963" y="4810126"/>
              <a:chExt cx="303213" cy="277812"/>
            </a:xfrm>
          </p:grpSpPr>
          <p:sp>
            <p:nvSpPr>
              <p:cNvPr id="131" name="Oval 130"/>
              <p:cNvSpPr>
                <a:spLocks noChangeArrowheads="1"/>
              </p:cNvSpPr>
              <p:nvPr/>
            </p:nvSpPr>
            <p:spPr bwMode="auto">
              <a:xfrm>
                <a:off x="5186363" y="48593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Oval 131"/>
              <p:cNvSpPr>
                <a:spLocks noChangeArrowheads="1"/>
              </p:cNvSpPr>
              <p:nvPr/>
            </p:nvSpPr>
            <p:spPr bwMode="auto">
              <a:xfrm>
                <a:off x="5160963" y="489108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Oval 132"/>
              <p:cNvSpPr>
                <a:spLocks noChangeArrowheads="1"/>
              </p:cNvSpPr>
              <p:nvPr/>
            </p:nvSpPr>
            <p:spPr bwMode="auto">
              <a:xfrm>
                <a:off x="5211763" y="489108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Oval 133"/>
              <p:cNvSpPr>
                <a:spLocks noChangeArrowheads="1"/>
              </p:cNvSpPr>
              <p:nvPr/>
            </p:nvSpPr>
            <p:spPr bwMode="auto">
              <a:xfrm>
                <a:off x="5186363" y="49228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Oval 134"/>
              <p:cNvSpPr>
                <a:spLocks noChangeArrowheads="1"/>
              </p:cNvSpPr>
              <p:nvPr/>
            </p:nvSpPr>
            <p:spPr bwMode="auto">
              <a:xfrm>
                <a:off x="5135563" y="49228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Oval 135"/>
              <p:cNvSpPr>
                <a:spLocks noChangeArrowheads="1"/>
              </p:cNvSpPr>
              <p:nvPr/>
            </p:nvSpPr>
            <p:spPr bwMode="auto">
              <a:xfrm>
                <a:off x="5237163" y="4922838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Freeform 136"/>
              <p:cNvSpPr>
                <a:spLocks/>
              </p:cNvSpPr>
              <p:nvPr/>
            </p:nvSpPr>
            <p:spPr bwMode="auto">
              <a:xfrm>
                <a:off x="5033963" y="4810126"/>
                <a:ext cx="303213" cy="188913"/>
              </a:xfrm>
              <a:custGeom>
                <a:avLst/>
                <a:gdLst>
                  <a:gd name="T0" fmla="*/ 88 w 96"/>
                  <a:gd name="T1" fmla="*/ 52 h 60"/>
                  <a:gd name="T2" fmla="*/ 88 w 96"/>
                  <a:gd name="T3" fmla="*/ 12 h 60"/>
                  <a:gd name="T4" fmla="*/ 76 w 96"/>
                  <a:gd name="T5" fmla="*/ 0 h 60"/>
                  <a:gd name="T6" fmla="*/ 48 w 96"/>
                  <a:gd name="T7" fmla="*/ 0 h 60"/>
                  <a:gd name="T8" fmla="*/ 48 w 96"/>
                  <a:gd name="T9" fmla="*/ 12 h 60"/>
                  <a:gd name="T10" fmla="*/ 56 w 96"/>
                  <a:gd name="T11" fmla="*/ 12 h 60"/>
                  <a:gd name="T12" fmla="*/ 56 w 96"/>
                  <a:gd name="T13" fmla="*/ 8 h 60"/>
                  <a:gd name="T14" fmla="*/ 76 w 96"/>
                  <a:gd name="T15" fmla="*/ 8 h 60"/>
                  <a:gd name="T16" fmla="*/ 80 w 96"/>
                  <a:gd name="T17" fmla="*/ 12 h 60"/>
                  <a:gd name="T18" fmla="*/ 80 w 96"/>
                  <a:gd name="T19" fmla="*/ 52 h 60"/>
                  <a:gd name="T20" fmla="*/ 0 w 96"/>
                  <a:gd name="T21" fmla="*/ 52 h 60"/>
                  <a:gd name="T22" fmla="*/ 0 w 96"/>
                  <a:gd name="T23" fmla="*/ 60 h 60"/>
                  <a:gd name="T24" fmla="*/ 96 w 96"/>
                  <a:gd name="T25" fmla="*/ 60 h 60"/>
                  <a:gd name="T26" fmla="*/ 96 w 96"/>
                  <a:gd name="T27" fmla="*/ 52 h 60"/>
                  <a:gd name="T28" fmla="*/ 88 w 96"/>
                  <a:gd name="T29" fmla="*/ 5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6" h="60">
                    <a:moveTo>
                      <a:pt x="88" y="52"/>
                    </a:move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5"/>
                      <a:pt x="83" y="0"/>
                      <a:pt x="76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78" y="8"/>
                      <a:pt x="80" y="10"/>
                      <a:pt x="80" y="12"/>
                    </a:cubicBezTo>
                    <a:cubicBezTo>
                      <a:pt x="80" y="52"/>
                      <a:pt x="80" y="52"/>
                      <a:pt x="80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96" y="60"/>
                      <a:pt x="96" y="60"/>
                      <a:pt x="96" y="60"/>
                    </a:cubicBezTo>
                    <a:cubicBezTo>
                      <a:pt x="96" y="52"/>
                      <a:pt x="96" y="52"/>
                      <a:pt x="96" y="52"/>
                    </a:cubicBezTo>
                    <a:lnTo>
                      <a:pt x="88" y="5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 137"/>
              <p:cNvSpPr>
                <a:spLocks/>
              </p:cNvSpPr>
              <p:nvPr/>
            </p:nvSpPr>
            <p:spPr bwMode="auto">
              <a:xfrm>
                <a:off x="5059363" y="5011738"/>
                <a:ext cx="254000" cy="76200"/>
              </a:xfrm>
              <a:custGeom>
                <a:avLst/>
                <a:gdLst>
                  <a:gd name="T0" fmla="*/ 12 w 80"/>
                  <a:gd name="T1" fmla="*/ 16 h 24"/>
                  <a:gd name="T2" fmla="*/ 6 w 80"/>
                  <a:gd name="T3" fmla="*/ 24 h 24"/>
                  <a:gd name="T4" fmla="*/ 16 w 80"/>
                  <a:gd name="T5" fmla="*/ 24 h 24"/>
                  <a:gd name="T6" fmla="*/ 22 w 80"/>
                  <a:gd name="T7" fmla="*/ 16 h 24"/>
                  <a:gd name="T8" fmla="*/ 58 w 80"/>
                  <a:gd name="T9" fmla="*/ 16 h 24"/>
                  <a:gd name="T10" fmla="*/ 64 w 80"/>
                  <a:gd name="T11" fmla="*/ 24 h 24"/>
                  <a:gd name="T12" fmla="*/ 74 w 80"/>
                  <a:gd name="T13" fmla="*/ 24 h 24"/>
                  <a:gd name="T14" fmla="*/ 68 w 80"/>
                  <a:gd name="T15" fmla="*/ 16 h 24"/>
                  <a:gd name="T16" fmla="*/ 80 w 80"/>
                  <a:gd name="T17" fmla="*/ 0 h 24"/>
                  <a:gd name="T18" fmla="*/ 0 w 80"/>
                  <a:gd name="T19" fmla="*/ 0 h 24"/>
                  <a:gd name="T20" fmla="*/ 12 w 80"/>
                  <a:gd name="T21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" h="24">
                    <a:moveTo>
                      <a:pt x="12" y="16"/>
                    </a:moveTo>
                    <a:cubicBezTo>
                      <a:pt x="6" y="24"/>
                      <a:pt x="6" y="24"/>
                      <a:pt x="6" y="24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8" y="16"/>
                      <a:pt x="68" y="16"/>
                      <a:pt x="68" y="16"/>
                    </a:cubicBezTo>
                    <a:cubicBezTo>
                      <a:pt x="75" y="14"/>
                      <a:pt x="80" y="8"/>
                      <a:pt x="8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5" y="14"/>
                      <a:pt x="1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2" name="组合 221"/>
            <p:cNvGrpSpPr/>
            <p:nvPr/>
          </p:nvGrpSpPr>
          <p:grpSpPr>
            <a:xfrm>
              <a:off x="5678488" y="4810126"/>
              <a:ext cx="228600" cy="277813"/>
              <a:chOff x="5678488" y="4810126"/>
              <a:chExt cx="228600" cy="277813"/>
            </a:xfrm>
          </p:grpSpPr>
          <p:sp>
            <p:nvSpPr>
              <p:cNvPr id="139" name="Freeform 138"/>
              <p:cNvSpPr>
                <a:spLocks/>
              </p:cNvSpPr>
              <p:nvPr/>
            </p:nvSpPr>
            <p:spPr bwMode="auto">
              <a:xfrm>
                <a:off x="5729288" y="4810126"/>
                <a:ext cx="177800" cy="277813"/>
              </a:xfrm>
              <a:custGeom>
                <a:avLst/>
                <a:gdLst>
                  <a:gd name="T0" fmla="*/ 44 w 56"/>
                  <a:gd name="T1" fmla="*/ 0 h 88"/>
                  <a:gd name="T2" fmla="*/ 8 w 56"/>
                  <a:gd name="T3" fmla="*/ 0 h 88"/>
                  <a:gd name="T4" fmla="*/ 0 w 56"/>
                  <a:gd name="T5" fmla="*/ 8 h 88"/>
                  <a:gd name="T6" fmla="*/ 0 w 56"/>
                  <a:gd name="T7" fmla="*/ 16 h 88"/>
                  <a:gd name="T8" fmla="*/ 8 w 56"/>
                  <a:gd name="T9" fmla="*/ 16 h 88"/>
                  <a:gd name="T10" fmla="*/ 8 w 56"/>
                  <a:gd name="T11" fmla="*/ 8 h 88"/>
                  <a:gd name="T12" fmla="*/ 44 w 56"/>
                  <a:gd name="T13" fmla="*/ 8 h 88"/>
                  <a:gd name="T14" fmla="*/ 48 w 56"/>
                  <a:gd name="T15" fmla="*/ 12 h 88"/>
                  <a:gd name="T16" fmla="*/ 48 w 56"/>
                  <a:gd name="T17" fmla="*/ 68 h 88"/>
                  <a:gd name="T18" fmla="*/ 44 w 56"/>
                  <a:gd name="T19" fmla="*/ 68 h 88"/>
                  <a:gd name="T20" fmla="*/ 44 w 56"/>
                  <a:gd name="T21" fmla="*/ 64 h 88"/>
                  <a:gd name="T22" fmla="*/ 36 w 56"/>
                  <a:gd name="T23" fmla="*/ 64 h 88"/>
                  <a:gd name="T24" fmla="*/ 36 w 56"/>
                  <a:gd name="T25" fmla="*/ 80 h 88"/>
                  <a:gd name="T26" fmla="*/ 44 w 56"/>
                  <a:gd name="T27" fmla="*/ 80 h 88"/>
                  <a:gd name="T28" fmla="*/ 44 w 56"/>
                  <a:gd name="T29" fmla="*/ 76 h 88"/>
                  <a:gd name="T30" fmla="*/ 48 w 56"/>
                  <a:gd name="T31" fmla="*/ 76 h 88"/>
                  <a:gd name="T32" fmla="*/ 48 w 56"/>
                  <a:gd name="T33" fmla="*/ 88 h 88"/>
                  <a:gd name="T34" fmla="*/ 56 w 56"/>
                  <a:gd name="T35" fmla="*/ 88 h 88"/>
                  <a:gd name="T36" fmla="*/ 56 w 56"/>
                  <a:gd name="T37" fmla="*/ 12 h 88"/>
                  <a:gd name="T38" fmla="*/ 44 w 56"/>
                  <a:gd name="T3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6" h="88">
                    <a:moveTo>
                      <a:pt x="4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6" y="8"/>
                      <a:pt x="48" y="10"/>
                      <a:pt x="48" y="12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4" y="64"/>
                      <a:pt x="44" y="64"/>
                      <a:pt x="44" y="64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44" y="76"/>
                      <a:pt x="44" y="76"/>
                      <a:pt x="44" y="76"/>
                    </a:cubicBezTo>
                    <a:cubicBezTo>
                      <a:pt x="48" y="76"/>
                      <a:pt x="48" y="76"/>
                      <a:pt x="48" y="76"/>
                    </a:cubicBezTo>
                    <a:cubicBezTo>
                      <a:pt x="48" y="88"/>
                      <a:pt x="48" y="88"/>
                      <a:pt x="48" y="88"/>
                    </a:cubicBezTo>
                    <a:cubicBezTo>
                      <a:pt x="56" y="88"/>
                      <a:pt x="56" y="88"/>
                      <a:pt x="56" y="88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5"/>
                      <a:pt x="51" y="0"/>
                      <a:pt x="44" y="0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Oval 139"/>
              <p:cNvSpPr>
                <a:spLocks noChangeArrowheads="1"/>
              </p:cNvSpPr>
              <p:nvPr/>
            </p:nvSpPr>
            <p:spPr bwMode="auto">
              <a:xfrm>
                <a:off x="5729288" y="48847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Oval 140"/>
              <p:cNvSpPr>
                <a:spLocks noChangeArrowheads="1"/>
              </p:cNvSpPr>
              <p:nvPr/>
            </p:nvSpPr>
            <p:spPr bwMode="auto">
              <a:xfrm>
                <a:off x="5703888" y="491648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Oval 141"/>
              <p:cNvSpPr>
                <a:spLocks noChangeArrowheads="1"/>
              </p:cNvSpPr>
              <p:nvPr/>
            </p:nvSpPr>
            <p:spPr bwMode="auto">
              <a:xfrm>
                <a:off x="5754688" y="491648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Oval 142"/>
              <p:cNvSpPr>
                <a:spLocks noChangeArrowheads="1"/>
              </p:cNvSpPr>
              <p:nvPr/>
            </p:nvSpPr>
            <p:spPr bwMode="auto">
              <a:xfrm>
                <a:off x="5729288" y="49482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Oval 143"/>
              <p:cNvSpPr>
                <a:spLocks noChangeArrowheads="1"/>
              </p:cNvSpPr>
              <p:nvPr/>
            </p:nvSpPr>
            <p:spPr bwMode="auto">
              <a:xfrm>
                <a:off x="5678488" y="49482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Oval 144"/>
              <p:cNvSpPr>
                <a:spLocks noChangeArrowheads="1"/>
              </p:cNvSpPr>
              <p:nvPr/>
            </p:nvSpPr>
            <p:spPr bwMode="auto">
              <a:xfrm>
                <a:off x="5780088" y="4948238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6" name="Freeform 145"/>
            <p:cNvSpPr>
              <a:spLocks noEditPoints="1"/>
            </p:cNvSpPr>
            <p:nvPr/>
          </p:nvSpPr>
          <p:spPr bwMode="auto">
            <a:xfrm>
              <a:off x="6273801" y="4872038"/>
              <a:ext cx="252413" cy="203200"/>
            </a:xfrm>
            <a:custGeom>
              <a:avLst/>
              <a:gdLst>
                <a:gd name="T0" fmla="*/ 72 w 80"/>
                <a:gd name="T1" fmla="*/ 33 h 64"/>
                <a:gd name="T2" fmla="*/ 72 w 80"/>
                <a:gd name="T3" fmla="*/ 0 h 64"/>
                <a:gd name="T4" fmla="*/ 64 w 80"/>
                <a:gd name="T5" fmla="*/ 0 h 64"/>
                <a:gd name="T6" fmla="*/ 64 w 80"/>
                <a:gd name="T7" fmla="*/ 8 h 64"/>
                <a:gd name="T8" fmla="*/ 16 w 80"/>
                <a:gd name="T9" fmla="*/ 8 h 64"/>
                <a:gd name="T10" fmla="*/ 16 w 80"/>
                <a:gd name="T11" fmla="*/ 0 h 64"/>
                <a:gd name="T12" fmla="*/ 8 w 80"/>
                <a:gd name="T13" fmla="*/ 0 h 64"/>
                <a:gd name="T14" fmla="*/ 8 w 80"/>
                <a:gd name="T15" fmla="*/ 33 h 64"/>
                <a:gd name="T16" fmla="*/ 0 w 80"/>
                <a:gd name="T17" fmla="*/ 36 h 64"/>
                <a:gd name="T18" fmla="*/ 0 w 80"/>
                <a:gd name="T19" fmla="*/ 64 h 64"/>
                <a:gd name="T20" fmla="*/ 8 w 80"/>
                <a:gd name="T21" fmla="*/ 64 h 64"/>
                <a:gd name="T22" fmla="*/ 8 w 80"/>
                <a:gd name="T23" fmla="*/ 56 h 64"/>
                <a:gd name="T24" fmla="*/ 72 w 80"/>
                <a:gd name="T25" fmla="*/ 56 h 64"/>
                <a:gd name="T26" fmla="*/ 72 w 80"/>
                <a:gd name="T27" fmla="*/ 64 h 64"/>
                <a:gd name="T28" fmla="*/ 80 w 80"/>
                <a:gd name="T29" fmla="*/ 64 h 64"/>
                <a:gd name="T30" fmla="*/ 80 w 80"/>
                <a:gd name="T31" fmla="*/ 36 h 64"/>
                <a:gd name="T32" fmla="*/ 72 w 80"/>
                <a:gd name="T33" fmla="*/ 33 h 64"/>
                <a:gd name="T34" fmla="*/ 64 w 80"/>
                <a:gd name="T35" fmla="*/ 16 h 64"/>
                <a:gd name="T36" fmla="*/ 64 w 80"/>
                <a:gd name="T37" fmla="*/ 31 h 64"/>
                <a:gd name="T38" fmla="*/ 44 w 80"/>
                <a:gd name="T39" fmla="*/ 28 h 64"/>
                <a:gd name="T40" fmla="*/ 44 w 80"/>
                <a:gd name="T41" fmla="*/ 16 h 64"/>
                <a:gd name="T42" fmla="*/ 64 w 80"/>
                <a:gd name="T43" fmla="*/ 16 h 64"/>
                <a:gd name="T44" fmla="*/ 16 w 80"/>
                <a:gd name="T45" fmla="*/ 16 h 64"/>
                <a:gd name="T46" fmla="*/ 36 w 80"/>
                <a:gd name="T47" fmla="*/ 16 h 64"/>
                <a:gd name="T48" fmla="*/ 36 w 80"/>
                <a:gd name="T49" fmla="*/ 28 h 64"/>
                <a:gd name="T50" fmla="*/ 16 w 80"/>
                <a:gd name="T51" fmla="*/ 31 h 64"/>
                <a:gd name="T52" fmla="*/ 16 w 80"/>
                <a:gd name="T53" fmla="*/ 16 h 64"/>
                <a:gd name="T54" fmla="*/ 8 w 80"/>
                <a:gd name="T55" fmla="*/ 48 h 64"/>
                <a:gd name="T56" fmla="*/ 8 w 80"/>
                <a:gd name="T57" fmla="*/ 44 h 64"/>
                <a:gd name="T58" fmla="*/ 72 w 80"/>
                <a:gd name="T59" fmla="*/ 44 h 64"/>
                <a:gd name="T60" fmla="*/ 72 w 80"/>
                <a:gd name="T61" fmla="*/ 48 h 64"/>
                <a:gd name="T62" fmla="*/ 8 w 80"/>
                <a:gd name="T63" fmla="*/ 4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" h="64">
                  <a:moveTo>
                    <a:pt x="72" y="33"/>
                  </a:moveTo>
                  <a:cubicBezTo>
                    <a:pt x="72" y="0"/>
                    <a:pt x="72" y="0"/>
                    <a:pt x="72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5" y="34"/>
                    <a:pt x="3" y="35"/>
                    <a:pt x="0" y="36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77" y="35"/>
                    <a:pt x="75" y="34"/>
                    <a:pt x="72" y="33"/>
                  </a:cubicBezTo>
                  <a:close/>
                  <a:moveTo>
                    <a:pt x="64" y="16"/>
                  </a:moveTo>
                  <a:cubicBezTo>
                    <a:pt x="64" y="31"/>
                    <a:pt x="64" y="31"/>
                    <a:pt x="64" y="31"/>
                  </a:cubicBezTo>
                  <a:cubicBezTo>
                    <a:pt x="57" y="29"/>
                    <a:pt x="51" y="28"/>
                    <a:pt x="44" y="28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64" y="16"/>
                  </a:lnTo>
                  <a:close/>
                  <a:moveTo>
                    <a:pt x="16" y="16"/>
                  </a:moveTo>
                  <a:cubicBezTo>
                    <a:pt x="36" y="16"/>
                    <a:pt x="36" y="16"/>
                    <a:pt x="36" y="16"/>
                  </a:cubicBezTo>
                  <a:cubicBezTo>
                    <a:pt x="36" y="28"/>
                    <a:pt x="36" y="28"/>
                    <a:pt x="36" y="28"/>
                  </a:cubicBezTo>
                  <a:cubicBezTo>
                    <a:pt x="29" y="28"/>
                    <a:pt x="23" y="29"/>
                    <a:pt x="16" y="31"/>
                  </a:cubicBezTo>
                  <a:lnTo>
                    <a:pt x="16" y="16"/>
                  </a:lnTo>
                  <a:close/>
                  <a:moveTo>
                    <a:pt x="8" y="48"/>
                  </a:moveTo>
                  <a:cubicBezTo>
                    <a:pt x="8" y="44"/>
                    <a:pt x="8" y="44"/>
                    <a:pt x="8" y="44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2" y="48"/>
                    <a:pt x="72" y="48"/>
                    <a:pt x="72" y="48"/>
                  </a:cubicBezTo>
                  <a:lnTo>
                    <a:pt x="8" y="4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7" name="Freeform 146"/>
            <p:cNvSpPr>
              <a:spLocks noEditPoints="1"/>
            </p:cNvSpPr>
            <p:nvPr/>
          </p:nvSpPr>
          <p:spPr bwMode="auto">
            <a:xfrm>
              <a:off x="8837613" y="4227513"/>
              <a:ext cx="127000" cy="252413"/>
            </a:xfrm>
            <a:custGeom>
              <a:avLst/>
              <a:gdLst>
                <a:gd name="T0" fmla="*/ 34 w 40"/>
                <a:gd name="T1" fmla="*/ 0 h 80"/>
                <a:gd name="T2" fmla="*/ 31 w 40"/>
                <a:gd name="T3" fmla="*/ 20 h 80"/>
                <a:gd name="T4" fmla="*/ 25 w 40"/>
                <a:gd name="T5" fmla="*/ 20 h 80"/>
                <a:gd name="T6" fmla="*/ 28 w 40"/>
                <a:gd name="T7" fmla="*/ 0 h 80"/>
                <a:gd name="T8" fmla="*/ 12 w 40"/>
                <a:gd name="T9" fmla="*/ 0 h 80"/>
                <a:gd name="T10" fmla="*/ 15 w 40"/>
                <a:gd name="T11" fmla="*/ 20 h 80"/>
                <a:gd name="T12" fmla="*/ 9 w 40"/>
                <a:gd name="T13" fmla="*/ 20 h 80"/>
                <a:gd name="T14" fmla="*/ 6 w 40"/>
                <a:gd name="T15" fmla="*/ 0 h 80"/>
                <a:gd name="T16" fmla="*/ 0 w 40"/>
                <a:gd name="T17" fmla="*/ 0 h 80"/>
                <a:gd name="T18" fmla="*/ 7 w 40"/>
                <a:gd name="T19" fmla="*/ 68 h 80"/>
                <a:gd name="T20" fmla="*/ 20 w 40"/>
                <a:gd name="T21" fmla="*/ 80 h 80"/>
                <a:gd name="T22" fmla="*/ 33 w 40"/>
                <a:gd name="T23" fmla="*/ 68 h 80"/>
                <a:gd name="T24" fmla="*/ 40 w 40"/>
                <a:gd name="T25" fmla="*/ 0 h 80"/>
                <a:gd name="T26" fmla="*/ 34 w 40"/>
                <a:gd name="T27" fmla="*/ 0 h 80"/>
                <a:gd name="T28" fmla="*/ 28 w 40"/>
                <a:gd name="T29" fmla="*/ 64 h 80"/>
                <a:gd name="T30" fmla="*/ 20 w 40"/>
                <a:gd name="T31" fmla="*/ 72 h 80"/>
                <a:gd name="T32" fmla="*/ 12 w 40"/>
                <a:gd name="T33" fmla="*/ 64 h 80"/>
                <a:gd name="T34" fmla="*/ 12 w 40"/>
                <a:gd name="T35" fmla="*/ 52 h 80"/>
                <a:gd name="T36" fmla="*/ 20 w 40"/>
                <a:gd name="T37" fmla="*/ 44 h 80"/>
                <a:gd name="T38" fmla="*/ 28 w 40"/>
                <a:gd name="T39" fmla="*/ 52 h 80"/>
                <a:gd name="T40" fmla="*/ 28 w 40"/>
                <a:gd name="T41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" h="80">
                  <a:moveTo>
                    <a:pt x="34" y="0"/>
                  </a:moveTo>
                  <a:cubicBezTo>
                    <a:pt x="31" y="20"/>
                    <a:pt x="31" y="20"/>
                    <a:pt x="31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68"/>
                    <a:pt x="7" y="68"/>
                    <a:pt x="7" y="68"/>
                  </a:cubicBezTo>
                  <a:cubicBezTo>
                    <a:pt x="8" y="75"/>
                    <a:pt x="13" y="80"/>
                    <a:pt x="20" y="80"/>
                  </a:cubicBezTo>
                  <a:cubicBezTo>
                    <a:pt x="27" y="80"/>
                    <a:pt x="32" y="75"/>
                    <a:pt x="33" y="68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34" y="0"/>
                  </a:lnTo>
                  <a:close/>
                  <a:moveTo>
                    <a:pt x="28" y="64"/>
                  </a:moveTo>
                  <a:cubicBezTo>
                    <a:pt x="28" y="68"/>
                    <a:pt x="24" y="72"/>
                    <a:pt x="20" y="72"/>
                  </a:cubicBezTo>
                  <a:cubicBezTo>
                    <a:pt x="16" y="72"/>
                    <a:pt x="12" y="68"/>
                    <a:pt x="12" y="64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12" y="48"/>
                    <a:pt x="16" y="44"/>
                    <a:pt x="20" y="44"/>
                  </a:cubicBezTo>
                  <a:cubicBezTo>
                    <a:pt x="24" y="44"/>
                    <a:pt x="28" y="48"/>
                    <a:pt x="28" y="52"/>
                  </a:cubicBezTo>
                  <a:lnTo>
                    <a:pt x="28" y="64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8" name="Freeform 147"/>
            <p:cNvSpPr>
              <a:spLocks noEditPoints="1"/>
            </p:cNvSpPr>
            <p:nvPr/>
          </p:nvSpPr>
          <p:spPr bwMode="auto">
            <a:xfrm>
              <a:off x="8712201" y="4214813"/>
              <a:ext cx="125413" cy="252413"/>
            </a:xfrm>
            <a:custGeom>
              <a:avLst/>
              <a:gdLst>
                <a:gd name="T0" fmla="*/ 20 w 40"/>
                <a:gd name="T1" fmla="*/ 0 h 80"/>
                <a:gd name="T2" fmla="*/ 7 w 40"/>
                <a:gd name="T3" fmla="*/ 12 h 80"/>
                <a:gd name="T4" fmla="*/ 0 w 40"/>
                <a:gd name="T5" fmla="*/ 80 h 80"/>
                <a:gd name="T6" fmla="*/ 6 w 40"/>
                <a:gd name="T7" fmla="*/ 80 h 80"/>
                <a:gd name="T8" fmla="*/ 9 w 40"/>
                <a:gd name="T9" fmla="*/ 60 h 80"/>
                <a:gd name="T10" fmla="*/ 15 w 40"/>
                <a:gd name="T11" fmla="*/ 60 h 80"/>
                <a:gd name="T12" fmla="*/ 12 w 40"/>
                <a:gd name="T13" fmla="*/ 80 h 80"/>
                <a:gd name="T14" fmla="*/ 28 w 40"/>
                <a:gd name="T15" fmla="*/ 80 h 80"/>
                <a:gd name="T16" fmla="*/ 25 w 40"/>
                <a:gd name="T17" fmla="*/ 60 h 80"/>
                <a:gd name="T18" fmla="*/ 31 w 40"/>
                <a:gd name="T19" fmla="*/ 60 h 80"/>
                <a:gd name="T20" fmla="*/ 34 w 40"/>
                <a:gd name="T21" fmla="*/ 80 h 80"/>
                <a:gd name="T22" fmla="*/ 40 w 40"/>
                <a:gd name="T23" fmla="*/ 80 h 80"/>
                <a:gd name="T24" fmla="*/ 33 w 40"/>
                <a:gd name="T25" fmla="*/ 12 h 80"/>
                <a:gd name="T26" fmla="*/ 20 w 40"/>
                <a:gd name="T27" fmla="*/ 0 h 80"/>
                <a:gd name="T28" fmla="*/ 28 w 40"/>
                <a:gd name="T29" fmla="*/ 28 h 80"/>
                <a:gd name="T30" fmla="*/ 20 w 40"/>
                <a:gd name="T31" fmla="*/ 36 h 80"/>
                <a:gd name="T32" fmla="*/ 12 w 40"/>
                <a:gd name="T33" fmla="*/ 28 h 80"/>
                <a:gd name="T34" fmla="*/ 12 w 40"/>
                <a:gd name="T35" fmla="*/ 16 h 80"/>
                <a:gd name="T36" fmla="*/ 20 w 40"/>
                <a:gd name="T37" fmla="*/ 8 h 80"/>
                <a:gd name="T38" fmla="*/ 28 w 40"/>
                <a:gd name="T39" fmla="*/ 16 h 80"/>
                <a:gd name="T40" fmla="*/ 28 w 40"/>
                <a:gd name="T41" fmla="*/ 2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0" h="80">
                  <a:moveTo>
                    <a:pt x="20" y="0"/>
                  </a:moveTo>
                  <a:cubicBezTo>
                    <a:pt x="13" y="0"/>
                    <a:pt x="8" y="5"/>
                    <a:pt x="7" y="1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15" y="60"/>
                    <a:pt x="15" y="60"/>
                    <a:pt x="15" y="60"/>
                  </a:cubicBezTo>
                  <a:cubicBezTo>
                    <a:pt x="12" y="80"/>
                    <a:pt x="12" y="80"/>
                    <a:pt x="12" y="80"/>
                  </a:cubicBezTo>
                  <a:cubicBezTo>
                    <a:pt x="28" y="80"/>
                    <a:pt x="28" y="80"/>
                    <a:pt x="28" y="80"/>
                  </a:cubicBezTo>
                  <a:cubicBezTo>
                    <a:pt x="25" y="60"/>
                    <a:pt x="25" y="60"/>
                    <a:pt x="25" y="60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3" y="12"/>
                    <a:pt x="33" y="12"/>
                    <a:pt x="33" y="12"/>
                  </a:cubicBezTo>
                  <a:cubicBezTo>
                    <a:pt x="32" y="5"/>
                    <a:pt x="27" y="0"/>
                    <a:pt x="20" y="0"/>
                  </a:cubicBezTo>
                  <a:close/>
                  <a:moveTo>
                    <a:pt x="28" y="28"/>
                  </a:moveTo>
                  <a:cubicBezTo>
                    <a:pt x="28" y="32"/>
                    <a:pt x="24" y="36"/>
                    <a:pt x="20" y="36"/>
                  </a:cubicBezTo>
                  <a:cubicBezTo>
                    <a:pt x="16" y="36"/>
                    <a:pt x="12" y="32"/>
                    <a:pt x="12" y="2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2"/>
                    <a:pt x="16" y="8"/>
                    <a:pt x="20" y="8"/>
                  </a:cubicBezTo>
                  <a:cubicBezTo>
                    <a:pt x="24" y="8"/>
                    <a:pt x="28" y="12"/>
                    <a:pt x="28" y="16"/>
                  </a:cubicBezTo>
                  <a:lnTo>
                    <a:pt x="28" y="28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16" name="组合 215"/>
            <p:cNvGrpSpPr/>
            <p:nvPr/>
          </p:nvGrpSpPr>
          <p:grpSpPr>
            <a:xfrm>
              <a:off x="6854826" y="4214813"/>
              <a:ext cx="306387" cy="252413"/>
              <a:chOff x="6854826" y="4214813"/>
              <a:chExt cx="306387" cy="252413"/>
            </a:xfrm>
          </p:grpSpPr>
          <p:sp>
            <p:nvSpPr>
              <p:cNvPr id="149" name="Freeform 148"/>
              <p:cNvSpPr>
                <a:spLocks/>
              </p:cNvSpPr>
              <p:nvPr/>
            </p:nvSpPr>
            <p:spPr bwMode="auto">
              <a:xfrm>
                <a:off x="6854826" y="4302126"/>
                <a:ext cx="61913" cy="76200"/>
              </a:xfrm>
              <a:custGeom>
                <a:avLst/>
                <a:gdLst>
                  <a:gd name="T0" fmla="*/ 0 w 20"/>
                  <a:gd name="T1" fmla="*/ 12 h 24"/>
                  <a:gd name="T2" fmla="*/ 2 w 20"/>
                  <a:gd name="T3" fmla="*/ 24 h 24"/>
                  <a:gd name="T4" fmla="*/ 20 w 20"/>
                  <a:gd name="T5" fmla="*/ 24 h 24"/>
                  <a:gd name="T6" fmla="*/ 20 w 20"/>
                  <a:gd name="T7" fmla="*/ 0 h 24"/>
                  <a:gd name="T8" fmla="*/ 2 w 20"/>
                  <a:gd name="T9" fmla="*/ 0 h 24"/>
                  <a:gd name="T10" fmla="*/ 0 w 20"/>
                  <a:gd name="T11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0" h="24">
                    <a:moveTo>
                      <a:pt x="0" y="12"/>
                    </a:moveTo>
                    <a:cubicBezTo>
                      <a:pt x="0" y="16"/>
                      <a:pt x="1" y="20"/>
                      <a:pt x="2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4"/>
                      <a:pt x="0" y="8"/>
                      <a:pt x="0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 149"/>
              <p:cNvSpPr>
                <a:spLocks/>
              </p:cNvSpPr>
              <p:nvPr/>
            </p:nvSpPr>
            <p:spPr bwMode="auto">
              <a:xfrm>
                <a:off x="6870701" y="4230688"/>
                <a:ext cx="46038" cy="47625"/>
              </a:xfrm>
              <a:custGeom>
                <a:avLst/>
                <a:gdLst>
                  <a:gd name="T0" fmla="*/ 0 w 15"/>
                  <a:gd name="T1" fmla="*/ 15 h 15"/>
                  <a:gd name="T2" fmla="*/ 15 w 15"/>
                  <a:gd name="T3" fmla="*/ 15 h 15"/>
                  <a:gd name="T4" fmla="*/ 15 w 15"/>
                  <a:gd name="T5" fmla="*/ 0 h 15"/>
                  <a:gd name="T6" fmla="*/ 0 w 15"/>
                  <a:gd name="T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15">
                    <a:moveTo>
                      <a:pt x="0" y="15"/>
                    </a:moveTo>
                    <a:cubicBezTo>
                      <a:pt x="15" y="15"/>
                      <a:pt x="15" y="15"/>
                      <a:pt x="15" y="15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9" y="4"/>
                      <a:pt x="4" y="9"/>
                      <a:pt x="0" y="1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Freeform 150"/>
              <p:cNvSpPr>
                <a:spLocks/>
              </p:cNvSpPr>
              <p:nvPr/>
            </p:nvSpPr>
            <p:spPr bwMode="auto">
              <a:xfrm>
                <a:off x="6942138" y="4302126"/>
                <a:ext cx="76200" cy="76200"/>
              </a:xfrm>
              <a:custGeom>
                <a:avLst/>
                <a:gdLst>
                  <a:gd name="T0" fmla="*/ 32 w 48"/>
                  <a:gd name="T1" fmla="*/ 0 h 48"/>
                  <a:gd name="T2" fmla="*/ 0 w 48"/>
                  <a:gd name="T3" fmla="*/ 0 h 48"/>
                  <a:gd name="T4" fmla="*/ 0 w 48"/>
                  <a:gd name="T5" fmla="*/ 48 h 48"/>
                  <a:gd name="T6" fmla="*/ 48 w 48"/>
                  <a:gd name="T7" fmla="*/ 48 h 48"/>
                  <a:gd name="T8" fmla="*/ 48 w 48"/>
                  <a:gd name="T9" fmla="*/ 24 h 48"/>
                  <a:gd name="T10" fmla="*/ 32 w 48"/>
                  <a:gd name="T11" fmla="*/ 24 h 48"/>
                  <a:gd name="T12" fmla="*/ 32 w 48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48">
                    <a:moveTo>
                      <a:pt x="32" y="0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48" y="48"/>
                    </a:lnTo>
                    <a:lnTo>
                      <a:pt x="48" y="24"/>
                    </a:lnTo>
                    <a:lnTo>
                      <a:pt x="32" y="2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 151"/>
              <p:cNvSpPr>
                <a:spLocks/>
              </p:cNvSpPr>
              <p:nvPr/>
            </p:nvSpPr>
            <p:spPr bwMode="auto">
              <a:xfrm>
                <a:off x="6942138" y="4214813"/>
                <a:ext cx="50800" cy="63500"/>
              </a:xfrm>
              <a:custGeom>
                <a:avLst/>
                <a:gdLst>
                  <a:gd name="T0" fmla="*/ 16 w 16"/>
                  <a:gd name="T1" fmla="*/ 0 h 20"/>
                  <a:gd name="T2" fmla="*/ 12 w 16"/>
                  <a:gd name="T3" fmla="*/ 0 h 20"/>
                  <a:gd name="T4" fmla="*/ 0 w 16"/>
                  <a:gd name="T5" fmla="*/ 2 h 20"/>
                  <a:gd name="T6" fmla="*/ 0 w 16"/>
                  <a:gd name="T7" fmla="*/ 20 h 20"/>
                  <a:gd name="T8" fmla="*/ 16 w 16"/>
                  <a:gd name="T9" fmla="*/ 20 h 20"/>
                  <a:gd name="T10" fmla="*/ 16 w 16"/>
                  <a:gd name="T1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0">
                    <a:moveTo>
                      <a:pt x="16" y="0"/>
                    </a:moveTo>
                    <a:cubicBezTo>
                      <a:pt x="15" y="0"/>
                      <a:pt x="13" y="0"/>
                      <a:pt x="12" y="0"/>
                    </a:cubicBezTo>
                    <a:cubicBezTo>
                      <a:pt x="8" y="0"/>
                      <a:pt x="4" y="1"/>
                      <a:pt x="0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6" y="20"/>
                      <a:pt x="16" y="20"/>
                      <a:pt x="16" y="2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 152"/>
              <p:cNvSpPr>
                <a:spLocks/>
              </p:cNvSpPr>
              <p:nvPr/>
            </p:nvSpPr>
            <p:spPr bwMode="auto">
              <a:xfrm>
                <a:off x="7043738" y="4403726"/>
                <a:ext cx="47625" cy="47625"/>
              </a:xfrm>
              <a:custGeom>
                <a:avLst/>
                <a:gdLst>
                  <a:gd name="T0" fmla="*/ 0 w 15"/>
                  <a:gd name="T1" fmla="*/ 15 h 15"/>
                  <a:gd name="T2" fmla="*/ 15 w 15"/>
                  <a:gd name="T3" fmla="*/ 0 h 15"/>
                  <a:gd name="T4" fmla="*/ 0 w 15"/>
                  <a:gd name="T5" fmla="*/ 0 h 15"/>
                  <a:gd name="T6" fmla="*/ 0 w 15"/>
                  <a:gd name="T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15">
                    <a:moveTo>
                      <a:pt x="0" y="15"/>
                    </a:moveTo>
                    <a:cubicBezTo>
                      <a:pt x="6" y="11"/>
                      <a:pt x="11" y="6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5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 153"/>
              <p:cNvSpPr>
                <a:spLocks/>
              </p:cNvSpPr>
              <p:nvPr/>
            </p:nvSpPr>
            <p:spPr bwMode="auto">
              <a:xfrm>
                <a:off x="6870701" y="4403726"/>
                <a:ext cx="46038" cy="47625"/>
              </a:xfrm>
              <a:custGeom>
                <a:avLst/>
                <a:gdLst>
                  <a:gd name="T0" fmla="*/ 15 w 15"/>
                  <a:gd name="T1" fmla="*/ 15 h 15"/>
                  <a:gd name="T2" fmla="*/ 15 w 15"/>
                  <a:gd name="T3" fmla="*/ 0 h 15"/>
                  <a:gd name="T4" fmla="*/ 0 w 15"/>
                  <a:gd name="T5" fmla="*/ 0 h 15"/>
                  <a:gd name="T6" fmla="*/ 15 w 15"/>
                  <a:gd name="T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15">
                    <a:moveTo>
                      <a:pt x="15" y="15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6"/>
                      <a:pt x="9" y="11"/>
                      <a:pt x="15" y="1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 154"/>
              <p:cNvSpPr>
                <a:spLocks/>
              </p:cNvSpPr>
              <p:nvPr/>
            </p:nvSpPr>
            <p:spPr bwMode="auto">
              <a:xfrm>
                <a:off x="7043738" y="4340226"/>
                <a:ext cx="63500" cy="38100"/>
              </a:xfrm>
              <a:custGeom>
                <a:avLst/>
                <a:gdLst>
                  <a:gd name="T0" fmla="*/ 0 w 20"/>
                  <a:gd name="T1" fmla="*/ 12 h 12"/>
                  <a:gd name="T2" fmla="*/ 18 w 20"/>
                  <a:gd name="T3" fmla="*/ 12 h 12"/>
                  <a:gd name="T4" fmla="*/ 20 w 20"/>
                  <a:gd name="T5" fmla="*/ 0 h 12"/>
                  <a:gd name="T6" fmla="*/ 0 w 20"/>
                  <a:gd name="T7" fmla="*/ 0 h 12"/>
                  <a:gd name="T8" fmla="*/ 0 w 20"/>
                  <a:gd name="T9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2">
                    <a:moveTo>
                      <a:pt x="0" y="12"/>
                    </a:moveTo>
                    <a:cubicBezTo>
                      <a:pt x="18" y="12"/>
                      <a:pt x="18" y="12"/>
                      <a:pt x="18" y="12"/>
                    </a:cubicBezTo>
                    <a:cubicBezTo>
                      <a:pt x="19" y="8"/>
                      <a:pt x="20" y="4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 155"/>
              <p:cNvSpPr>
                <a:spLocks/>
              </p:cNvSpPr>
              <p:nvPr/>
            </p:nvSpPr>
            <p:spPr bwMode="auto">
              <a:xfrm>
                <a:off x="6942138" y="4403726"/>
                <a:ext cx="76200" cy="63500"/>
              </a:xfrm>
              <a:custGeom>
                <a:avLst/>
                <a:gdLst>
                  <a:gd name="T0" fmla="*/ 0 w 24"/>
                  <a:gd name="T1" fmla="*/ 18 h 20"/>
                  <a:gd name="T2" fmla="*/ 12 w 24"/>
                  <a:gd name="T3" fmla="*/ 20 h 20"/>
                  <a:gd name="T4" fmla="*/ 24 w 24"/>
                  <a:gd name="T5" fmla="*/ 18 h 20"/>
                  <a:gd name="T6" fmla="*/ 24 w 24"/>
                  <a:gd name="T7" fmla="*/ 0 h 20"/>
                  <a:gd name="T8" fmla="*/ 0 w 24"/>
                  <a:gd name="T9" fmla="*/ 0 h 20"/>
                  <a:gd name="T10" fmla="*/ 0 w 24"/>
                  <a:gd name="T11" fmla="*/ 1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" h="20">
                    <a:moveTo>
                      <a:pt x="0" y="18"/>
                    </a:moveTo>
                    <a:cubicBezTo>
                      <a:pt x="4" y="19"/>
                      <a:pt x="8" y="20"/>
                      <a:pt x="12" y="20"/>
                    </a:cubicBezTo>
                    <a:cubicBezTo>
                      <a:pt x="16" y="20"/>
                      <a:pt x="20" y="19"/>
                      <a:pt x="24" y="1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Freeform 156"/>
              <p:cNvSpPr>
                <a:spLocks/>
              </p:cNvSpPr>
              <p:nvPr/>
            </p:nvSpPr>
            <p:spPr bwMode="auto">
              <a:xfrm>
                <a:off x="7005638" y="4217988"/>
                <a:ext cx="155575" cy="109538"/>
              </a:xfrm>
              <a:custGeom>
                <a:avLst/>
                <a:gdLst>
                  <a:gd name="T0" fmla="*/ 48 w 49"/>
                  <a:gd name="T1" fmla="*/ 5 h 35"/>
                  <a:gd name="T2" fmla="*/ 42 w 49"/>
                  <a:gd name="T3" fmla="*/ 3 h 35"/>
                  <a:gd name="T4" fmla="*/ 31 w 49"/>
                  <a:gd name="T5" fmla="*/ 8 h 35"/>
                  <a:gd name="T6" fmla="*/ 18 w 49"/>
                  <a:gd name="T7" fmla="*/ 0 h 35"/>
                  <a:gd name="T8" fmla="*/ 12 w 49"/>
                  <a:gd name="T9" fmla="*/ 3 h 35"/>
                  <a:gd name="T10" fmla="*/ 24 w 49"/>
                  <a:gd name="T11" fmla="*/ 11 h 35"/>
                  <a:gd name="T12" fmla="*/ 15 w 49"/>
                  <a:gd name="T13" fmla="*/ 15 h 35"/>
                  <a:gd name="T14" fmla="*/ 6 w 49"/>
                  <a:gd name="T15" fmla="*/ 12 h 35"/>
                  <a:gd name="T16" fmla="*/ 0 w 49"/>
                  <a:gd name="T17" fmla="*/ 15 h 35"/>
                  <a:gd name="T18" fmla="*/ 16 w 49"/>
                  <a:gd name="T19" fmla="*/ 23 h 35"/>
                  <a:gd name="T20" fmla="*/ 25 w 49"/>
                  <a:gd name="T21" fmla="*/ 19 h 35"/>
                  <a:gd name="T22" fmla="*/ 19 w 49"/>
                  <a:gd name="T23" fmla="*/ 35 h 35"/>
                  <a:gd name="T24" fmla="*/ 26 w 49"/>
                  <a:gd name="T25" fmla="*/ 31 h 35"/>
                  <a:gd name="T26" fmla="*/ 35 w 49"/>
                  <a:gd name="T27" fmla="*/ 15 h 35"/>
                  <a:gd name="T28" fmla="*/ 46 w 49"/>
                  <a:gd name="T29" fmla="*/ 10 h 35"/>
                  <a:gd name="T30" fmla="*/ 48 w 49"/>
                  <a:gd name="T31" fmla="*/ 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9" h="35">
                    <a:moveTo>
                      <a:pt x="48" y="5"/>
                    </a:moveTo>
                    <a:cubicBezTo>
                      <a:pt x="47" y="3"/>
                      <a:pt x="44" y="2"/>
                      <a:pt x="42" y="3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2" y="3"/>
                      <a:pt x="24" y="11"/>
                      <a:pt x="24" y="11"/>
                    </a:cubicBezTo>
                    <a:cubicBezTo>
                      <a:pt x="15" y="15"/>
                      <a:pt x="15" y="15"/>
                      <a:pt x="15" y="15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19" y="35"/>
                      <a:pt x="19" y="35"/>
                      <a:pt x="19" y="35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48" y="10"/>
                      <a:pt x="49" y="7"/>
                      <a:pt x="48" y="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8" name="组合 217"/>
            <p:cNvGrpSpPr/>
            <p:nvPr/>
          </p:nvGrpSpPr>
          <p:grpSpPr>
            <a:xfrm>
              <a:off x="8067676" y="4214813"/>
              <a:ext cx="290513" cy="277813"/>
              <a:chOff x="8067676" y="4214813"/>
              <a:chExt cx="290513" cy="277813"/>
            </a:xfrm>
          </p:grpSpPr>
          <p:sp>
            <p:nvSpPr>
              <p:cNvPr id="158" name="Freeform 157"/>
              <p:cNvSpPr>
                <a:spLocks/>
              </p:cNvSpPr>
              <p:nvPr/>
            </p:nvSpPr>
            <p:spPr bwMode="auto">
              <a:xfrm>
                <a:off x="8067676" y="4214813"/>
                <a:ext cx="258763" cy="220663"/>
              </a:xfrm>
              <a:custGeom>
                <a:avLst/>
                <a:gdLst>
                  <a:gd name="T0" fmla="*/ 39 w 82"/>
                  <a:gd name="T1" fmla="*/ 44 h 70"/>
                  <a:gd name="T2" fmla="*/ 47 w 82"/>
                  <a:gd name="T3" fmla="*/ 70 h 70"/>
                  <a:gd name="T4" fmla="*/ 54 w 82"/>
                  <a:gd name="T5" fmla="*/ 68 h 70"/>
                  <a:gd name="T6" fmla="*/ 47 w 82"/>
                  <a:gd name="T7" fmla="*/ 42 h 70"/>
                  <a:gd name="T8" fmla="*/ 61 w 82"/>
                  <a:gd name="T9" fmla="*/ 33 h 70"/>
                  <a:gd name="T10" fmla="*/ 82 w 82"/>
                  <a:gd name="T11" fmla="*/ 35 h 70"/>
                  <a:gd name="T12" fmla="*/ 36 w 82"/>
                  <a:gd name="T13" fmla="*/ 7 h 70"/>
                  <a:gd name="T14" fmla="*/ 35 w 82"/>
                  <a:gd name="T15" fmla="*/ 3 h 70"/>
                  <a:gd name="T16" fmla="*/ 30 w 82"/>
                  <a:gd name="T17" fmla="*/ 0 h 70"/>
                  <a:gd name="T18" fmla="*/ 27 w 82"/>
                  <a:gd name="T19" fmla="*/ 5 h 70"/>
                  <a:gd name="T20" fmla="*/ 29 w 82"/>
                  <a:gd name="T21" fmla="*/ 9 h 70"/>
                  <a:gd name="T22" fmla="*/ 5 w 82"/>
                  <a:gd name="T23" fmla="*/ 57 h 70"/>
                  <a:gd name="T24" fmla="*/ 23 w 82"/>
                  <a:gd name="T25" fmla="*/ 44 h 70"/>
                  <a:gd name="T26" fmla="*/ 39 w 82"/>
                  <a:gd name="T27" fmla="*/ 44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2" h="70">
                    <a:moveTo>
                      <a:pt x="39" y="44"/>
                    </a:moveTo>
                    <a:cubicBezTo>
                      <a:pt x="47" y="70"/>
                      <a:pt x="47" y="70"/>
                      <a:pt x="47" y="70"/>
                    </a:cubicBezTo>
                    <a:cubicBezTo>
                      <a:pt x="49" y="69"/>
                      <a:pt x="52" y="69"/>
                      <a:pt x="54" y="68"/>
                    </a:cubicBezTo>
                    <a:cubicBezTo>
                      <a:pt x="47" y="42"/>
                      <a:pt x="47" y="42"/>
                      <a:pt x="47" y="42"/>
                    </a:cubicBezTo>
                    <a:cubicBezTo>
                      <a:pt x="51" y="38"/>
                      <a:pt x="55" y="35"/>
                      <a:pt x="61" y="33"/>
                    </a:cubicBezTo>
                    <a:cubicBezTo>
                      <a:pt x="68" y="31"/>
                      <a:pt x="76" y="32"/>
                      <a:pt x="82" y="35"/>
                    </a:cubicBezTo>
                    <a:cubicBezTo>
                      <a:pt x="76" y="15"/>
                      <a:pt x="56" y="3"/>
                      <a:pt x="36" y="7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4" y="1"/>
                      <a:pt x="32" y="0"/>
                      <a:pt x="30" y="0"/>
                    </a:cubicBezTo>
                    <a:cubicBezTo>
                      <a:pt x="28" y="1"/>
                      <a:pt x="27" y="3"/>
                      <a:pt x="27" y="5"/>
                    </a:cubicBezTo>
                    <a:cubicBezTo>
                      <a:pt x="29" y="9"/>
                      <a:pt x="29" y="9"/>
                      <a:pt x="29" y="9"/>
                    </a:cubicBezTo>
                    <a:cubicBezTo>
                      <a:pt x="10" y="17"/>
                      <a:pt x="0" y="37"/>
                      <a:pt x="5" y="57"/>
                    </a:cubicBezTo>
                    <a:cubicBezTo>
                      <a:pt x="9" y="51"/>
                      <a:pt x="15" y="46"/>
                      <a:pt x="23" y="44"/>
                    </a:cubicBezTo>
                    <a:cubicBezTo>
                      <a:pt x="28" y="42"/>
                      <a:pt x="34" y="43"/>
                      <a:pt x="39" y="4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 158"/>
              <p:cNvSpPr>
                <a:spLocks/>
              </p:cNvSpPr>
              <p:nvPr/>
            </p:nvSpPr>
            <p:spPr bwMode="auto">
              <a:xfrm>
                <a:off x="8118476" y="4429126"/>
                <a:ext cx="239713" cy="63500"/>
              </a:xfrm>
              <a:custGeom>
                <a:avLst/>
                <a:gdLst>
                  <a:gd name="T0" fmla="*/ 0 w 76"/>
                  <a:gd name="T1" fmla="*/ 20 h 20"/>
                  <a:gd name="T2" fmla="*/ 76 w 76"/>
                  <a:gd name="T3" fmla="*/ 20 h 20"/>
                  <a:gd name="T4" fmla="*/ 76 w 76"/>
                  <a:gd name="T5" fmla="*/ 0 h 20"/>
                  <a:gd name="T6" fmla="*/ 0 w 76"/>
                  <a:gd name="T7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6" h="20">
                    <a:moveTo>
                      <a:pt x="0" y="20"/>
                    </a:moveTo>
                    <a:cubicBezTo>
                      <a:pt x="76" y="20"/>
                      <a:pt x="76" y="20"/>
                      <a:pt x="76" y="2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32" y="0"/>
                      <a:pt x="0" y="16"/>
                      <a:pt x="0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7" name="组合 216"/>
            <p:cNvGrpSpPr/>
            <p:nvPr/>
          </p:nvGrpSpPr>
          <p:grpSpPr>
            <a:xfrm>
              <a:off x="7537451" y="4227513"/>
              <a:ext cx="150813" cy="252413"/>
              <a:chOff x="7537451" y="4227513"/>
              <a:chExt cx="150813" cy="252413"/>
            </a:xfrm>
          </p:grpSpPr>
          <p:sp>
            <p:nvSpPr>
              <p:cNvPr id="160" name="Freeform 159"/>
              <p:cNvSpPr>
                <a:spLocks/>
              </p:cNvSpPr>
              <p:nvPr/>
            </p:nvSpPr>
            <p:spPr bwMode="auto">
              <a:xfrm>
                <a:off x="7561263" y="4227513"/>
                <a:ext cx="101600" cy="63500"/>
              </a:xfrm>
              <a:custGeom>
                <a:avLst/>
                <a:gdLst>
                  <a:gd name="T0" fmla="*/ 24 w 64"/>
                  <a:gd name="T1" fmla="*/ 40 h 40"/>
                  <a:gd name="T2" fmla="*/ 40 w 64"/>
                  <a:gd name="T3" fmla="*/ 40 h 40"/>
                  <a:gd name="T4" fmla="*/ 40 w 64"/>
                  <a:gd name="T5" fmla="*/ 16 h 40"/>
                  <a:gd name="T6" fmla="*/ 64 w 64"/>
                  <a:gd name="T7" fmla="*/ 16 h 40"/>
                  <a:gd name="T8" fmla="*/ 64 w 64"/>
                  <a:gd name="T9" fmla="*/ 0 h 40"/>
                  <a:gd name="T10" fmla="*/ 0 w 64"/>
                  <a:gd name="T11" fmla="*/ 0 h 40"/>
                  <a:gd name="T12" fmla="*/ 0 w 64"/>
                  <a:gd name="T13" fmla="*/ 16 h 40"/>
                  <a:gd name="T14" fmla="*/ 24 w 64"/>
                  <a:gd name="T15" fmla="*/ 16 h 40"/>
                  <a:gd name="T16" fmla="*/ 24 w 64"/>
                  <a:gd name="T17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" h="40">
                    <a:moveTo>
                      <a:pt x="24" y="40"/>
                    </a:moveTo>
                    <a:lnTo>
                      <a:pt x="40" y="40"/>
                    </a:lnTo>
                    <a:lnTo>
                      <a:pt x="40" y="16"/>
                    </a:lnTo>
                    <a:lnTo>
                      <a:pt x="64" y="16"/>
                    </a:lnTo>
                    <a:lnTo>
                      <a:pt x="64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24" y="16"/>
                    </a:lnTo>
                    <a:lnTo>
                      <a:pt x="24" y="4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1" name="Freeform 160"/>
              <p:cNvSpPr>
                <a:spLocks noEditPoints="1"/>
              </p:cNvSpPr>
              <p:nvPr/>
            </p:nvSpPr>
            <p:spPr bwMode="auto">
              <a:xfrm>
                <a:off x="7537451" y="4302126"/>
                <a:ext cx="150813" cy="177800"/>
              </a:xfrm>
              <a:custGeom>
                <a:avLst/>
                <a:gdLst>
                  <a:gd name="T0" fmla="*/ 40 w 48"/>
                  <a:gd name="T1" fmla="*/ 0 h 56"/>
                  <a:gd name="T2" fmla="*/ 8 w 48"/>
                  <a:gd name="T3" fmla="*/ 0 h 56"/>
                  <a:gd name="T4" fmla="*/ 0 w 48"/>
                  <a:gd name="T5" fmla="*/ 8 h 56"/>
                  <a:gd name="T6" fmla="*/ 0 w 48"/>
                  <a:gd name="T7" fmla="*/ 44 h 56"/>
                  <a:gd name="T8" fmla="*/ 8 w 48"/>
                  <a:gd name="T9" fmla="*/ 52 h 56"/>
                  <a:gd name="T10" fmla="*/ 8 w 48"/>
                  <a:gd name="T11" fmla="*/ 56 h 56"/>
                  <a:gd name="T12" fmla="*/ 16 w 48"/>
                  <a:gd name="T13" fmla="*/ 56 h 56"/>
                  <a:gd name="T14" fmla="*/ 16 w 48"/>
                  <a:gd name="T15" fmla="*/ 52 h 56"/>
                  <a:gd name="T16" fmla="*/ 32 w 48"/>
                  <a:gd name="T17" fmla="*/ 52 h 56"/>
                  <a:gd name="T18" fmla="*/ 32 w 48"/>
                  <a:gd name="T19" fmla="*/ 56 h 56"/>
                  <a:gd name="T20" fmla="*/ 40 w 48"/>
                  <a:gd name="T21" fmla="*/ 56 h 56"/>
                  <a:gd name="T22" fmla="*/ 40 w 48"/>
                  <a:gd name="T23" fmla="*/ 52 h 56"/>
                  <a:gd name="T24" fmla="*/ 48 w 48"/>
                  <a:gd name="T25" fmla="*/ 44 h 56"/>
                  <a:gd name="T26" fmla="*/ 48 w 48"/>
                  <a:gd name="T27" fmla="*/ 8 h 56"/>
                  <a:gd name="T28" fmla="*/ 40 w 48"/>
                  <a:gd name="T29" fmla="*/ 0 h 56"/>
                  <a:gd name="T30" fmla="*/ 40 w 48"/>
                  <a:gd name="T31" fmla="*/ 16 h 56"/>
                  <a:gd name="T32" fmla="*/ 40 w 48"/>
                  <a:gd name="T33" fmla="*/ 24 h 56"/>
                  <a:gd name="T34" fmla="*/ 36 w 48"/>
                  <a:gd name="T35" fmla="*/ 24 h 56"/>
                  <a:gd name="T36" fmla="*/ 36 w 48"/>
                  <a:gd name="T37" fmla="*/ 16 h 56"/>
                  <a:gd name="T38" fmla="*/ 8 w 48"/>
                  <a:gd name="T39" fmla="*/ 16 h 56"/>
                  <a:gd name="T40" fmla="*/ 8 w 48"/>
                  <a:gd name="T41" fmla="*/ 12 h 56"/>
                  <a:gd name="T42" fmla="*/ 40 w 48"/>
                  <a:gd name="T43" fmla="*/ 12 h 56"/>
                  <a:gd name="T44" fmla="*/ 40 w 48"/>
                  <a:gd name="T45" fmla="*/ 1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8" h="56">
                    <a:moveTo>
                      <a:pt x="4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32" y="52"/>
                      <a:pt x="32" y="52"/>
                      <a:pt x="32" y="52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4" y="52"/>
                      <a:pt x="48" y="48"/>
                      <a:pt x="48" y="44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lose/>
                    <a:moveTo>
                      <a:pt x="40" y="16"/>
                    </a:moveTo>
                    <a:cubicBezTo>
                      <a:pt x="40" y="24"/>
                      <a:pt x="40" y="24"/>
                      <a:pt x="40" y="2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40" y="12"/>
                      <a:pt x="40" y="12"/>
                      <a:pt x="40" y="12"/>
                    </a:cubicBezTo>
                    <a:lnTo>
                      <a:pt x="40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62" name="Freeform 161"/>
            <p:cNvSpPr>
              <a:spLocks/>
            </p:cNvSpPr>
            <p:nvPr/>
          </p:nvSpPr>
          <p:spPr bwMode="auto">
            <a:xfrm>
              <a:off x="3240088" y="4816476"/>
              <a:ext cx="252413" cy="258763"/>
            </a:xfrm>
            <a:custGeom>
              <a:avLst/>
              <a:gdLst>
                <a:gd name="T0" fmla="*/ 79 w 80"/>
                <a:gd name="T1" fmla="*/ 76 h 82"/>
                <a:gd name="T2" fmla="*/ 44 w 80"/>
                <a:gd name="T3" fmla="*/ 24 h 82"/>
                <a:gd name="T4" fmla="*/ 55 w 80"/>
                <a:gd name="T5" fmla="*/ 4 h 82"/>
                <a:gd name="T6" fmla="*/ 49 w 80"/>
                <a:gd name="T7" fmla="*/ 0 h 82"/>
                <a:gd name="T8" fmla="*/ 40 w 80"/>
                <a:gd name="T9" fmla="*/ 14 h 82"/>
                <a:gd name="T10" fmla="*/ 31 w 80"/>
                <a:gd name="T11" fmla="*/ 0 h 82"/>
                <a:gd name="T12" fmla="*/ 25 w 80"/>
                <a:gd name="T13" fmla="*/ 4 h 82"/>
                <a:gd name="T14" fmla="*/ 36 w 80"/>
                <a:gd name="T15" fmla="*/ 24 h 82"/>
                <a:gd name="T16" fmla="*/ 1 w 80"/>
                <a:gd name="T17" fmla="*/ 76 h 82"/>
                <a:gd name="T18" fmla="*/ 0 w 80"/>
                <a:gd name="T19" fmla="*/ 80 h 82"/>
                <a:gd name="T20" fmla="*/ 4 w 80"/>
                <a:gd name="T21" fmla="*/ 82 h 82"/>
                <a:gd name="T22" fmla="*/ 28 w 80"/>
                <a:gd name="T23" fmla="*/ 82 h 82"/>
                <a:gd name="T24" fmla="*/ 28 w 80"/>
                <a:gd name="T25" fmla="*/ 74 h 82"/>
                <a:gd name="T26" fmla="*/ 40 w 80"/>
                <a:gd name="T27" fmla="*/ 62 h 82"/>
                <a:gd name="T28" fmla="*/ 52 w 80"/>
                <a:gd name="T29" fmla="*/ 74 h 82"/>
                <a:gd name="T30" fmla="*/ 52 w 80"/>
                <a:gd name="T31" fmla="*/ 82 h 82"/>
                <a:gd name="T32" fmla="*/ 76 w 80"/>
                <a:gd name="T33" fmla="*/ 82 h 82"/>
                <a:gd name="T34" fmla="*/ 79 w 80"/>
                <a:gd name="T35" fmla="*/ 80 h 82"/>
                <a:gd name="T36" fmla="*/ 79 w 80"/>
                <a:gd name="T37" fmla="*/ 76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0" h="82">
                  <a:moveTo>
                    <a:pt x="79" y="76"/>
                  </a:moveTo>
                  <a:cubicBezTo>
                    <a:pt x="44" y="24"/>
                    <a:pt x="44" y="24"/>
                    <a:pt x="44" y="24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0" y="14"/>
                    <a:pt x="40" y="14"/>
                    <a:pt x="40" y="14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0" y="77"/>
                    <a:pt x="0" y="79"/>
                    <a:pt x="0" y="80"/>
                  </a:cubicBezTo>
                  <a:cubicBezTo>
                    <a:pt x="1" y="81"/>
                    <a:pt x="3" y="82"/>
                    <a:pt x="4" y="82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8" y="67"/>
                    <a:pt x="33" y="62"/>
                    <a:pt x="40" y="62"/>
                  </a:cubicBezTo>
                  <a:cubicBezTo>
                    <a:pt x="47" y="62"/>
                    <a:pt x="52" y="67"/>
                    <a:pt x="52" y="74"/>
                  </a:cubicBezTo>
                  <a:cubicBezTo>
                    <a:pt x="52" y="82"/>
                    <a:pt x="52" y="82"/>
                    <a:pt x="52" y="82"/>
                  </a:cubicBezTo>
                  <a:cubicBezTo>
                    <a:pt x="76" y="82"/>
                    <a:pt x="76" y="82"/>
                    <a:pt x="76" y="82"/>
                  </a:cubicBezTo>
                  <a:cubicBezTo>
                    <a:pt x="77" y="82"/>
                    <a:pt x="79" y="81"/>
                    <a:pt x="79" y="80"/>
                  </a:cubicBezTo>
                  <a:cubicBezTo>
                    <a:pt x="80" y="79"/>
                    <a:pt x="80" y="77"/>
                    <a:pt x="79" y="76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24" name="组合 223"/>
            <p:cNvGrpSpPr/>
            <p:nvPr/>
          </p:nvGrpSpPr>
          <p:grpSpPr>
            <a:xfrm>
              <a:off x="7550151" y="4829176"/>
              <a:ext cx="112713" cy="271462"/>
              <a:chOff x="7550151" y="4829176"/>
              <a:chExt cx="112713" cy="271462"/>
            </a:xfrm>
          </p:grpSpPr>
          <p:sp>
            <p:nvSpPr>
              <p:cNvPr id="163" name="Freeform 162"/>
              <p:cNvSpPr>
                <a:spLocks/>
              </p:cNvSpPr>
              <p:nvPr/>
            </p:nvSpPr>
            <p:spPr bwMode="auto">
              <a:xfrm>
                <a:off x="7550151" y="5075238"/>
                <a:ext cx="112713" cy="25400"/>
              </a:xfrm>
              <a:custGeom>
                <a:avLst/>
                <a:gdLst>
                  <a:gd name="T0" fmla="*/ 8 w 36"/>
                  <a:gd name="T1" fmla="*/ 8 h 8"/>
                  <a:gd name="T2" fmla="*/ 28 w 36"/>
                  <a:gd name="T3" fmla="*/ 8 h 8"/>
                  <a:gd name="T4" fmla="*/ 36 w 36"/>
                  <a:gd name="T5" fmla="*/ 0 h 8"/>
                  <a:gd name="T6" fmla="*/ 0 w 36"/>
                  <a:gd name="T7" fmla="*/ 0 h 8"/>
                  <a:gd name="T8" fmla="*/ 8 w 36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8">
                    <a:moveTo>
                      <a:pt x="8" y="8"/>
                    </a:moveTo>
                    <a:cubicBezTo>
                      <a:pt x="28" y="8"/>
                      <a:pt x="28" y="8"/>
                      <a:pt x="28" y="8"/>
                    </a:cubicBezTo>
                    <a:cubicBezTo>
                      <a:pt x="32" y="8"/>
                      <a:pt x="36" y="4"/>
                      <a:pt x="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4" y="8"/>
                      <a:pt x="8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4" name="Rectangle 163"/>
              <p:cNvSpPr>
                <a:spLocks noChangeArrowheads="1"/>
              </p:cNvSpPr>
              <p:nvPr/>
            </p:nvSpPr>
            <p:spPr bwMode="auto">
              <a:xfrm>
                <a:off x="7550151" y="4986338"/>
                <a:ext cx="112713" cy="762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5" name="Freeform 164"/>
              <p:cNvSpPr>
                <a:spLocks noEditPoints="1"/>
              </p:cNvSpPr>
              <p:nvPr/>
            </p:nvSpPr>
            <p:spPr bwMode="auto">
              <a:xfrm>
                <a:off x="7561263" y="4829176"/>
                <a:ext cx="88900" cy="144463"/>
              </a:xfrm>
              <a:custGeom>
                <a:avLst/>
                <a:gdLst>
                  <a:gd name="T0" fmla="*/ 28 w 28"/>
                  <a:gd name="T1" fmla="*/ 4 h 46"/>
                  <a:gd name="T2" fmla="*/ 26 w 28"/>
                  <a:gd name="T3" fmla="*/ 1 h 46"/>
                  <a:gd name="T4" fmla="*/ 22 w 28"/>
                  <a:gd name="T5" fmla="*/ 0 h 46"/>
                  <a:gd name="T6" fmla="*/ 2 w 28"/>
                  <a:gd name="T7" fmla="*/ 9 h 46"/>
                  <a:gd name="T8" fmla="*/ 0 w 28"/>
                  <a:gd name="T9" fmla="*/ 13 h 46"/>
                  <a:gd name="T10" fmla="*/ 0 w 28"/>
                  <a:gd name="T11" fmla="*/ 46 h 46"/>
                  <a:gd name="T12" fmla="*/ 28 w 28"/>
                  <a:gd name="T13" fmla="*/ 46 h 46"/>
                  <a:gd name="T14" fmla="*/ 28 w 28"/>
                  <a:gd name="T15" fmla="*/ 4 h 46"/>
                  <a:gd name="T16" fmla="*/ 16 w 28"/>
                  <a:gd name="T17" fmla="*/ 38 h 46"/>
                  <a:gd name="T18" fmla="*/ 8 w 28"/>
                  <a:gd name="T19" fmla="*/ 38 h 46"/>
                  <a:gd name="T20" fmla="*/ 8 w 28"/>
                  <a:gd name="T21" fmla="*/ 17 h 46"/>
                  <a:gd name="T22" fmla="*/ 16 w 28"/>
                  <a:gd name="T23" fmla="*/ 14 h 46"/>
                  <a:gd name="T24" fmla="*/ 16 w 28"/>
                  <a:gd name="T25" fmla="*/ 38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46">
                    <a:moveTo>
                      <a:pt x="28" y="4"/>
                    </a:moveTo>
                    <a:cubicBezTo>
                      <a:pt x="28" y="3"/>
                      <a:pt x="27" y="1"/>
                      <a:pt x="26" y="1"/>
                    </a:cubicBezTo>
                    <a:cubicBezTo>
                      <a:pt x="25" y="0"/>
                      <a:pt x="24" y="0"/>
                      <a:pt x="22" y="0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10"/>
                      <a:pt x="0" y="11"/>
                      <a:pt x="0" y="13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8" y="46"/>
                      <a:pt x="28" y="46"/>
                      <a:pt x="28" y="46"/>
                    </a:cubicBezTo>
                    <a:lnTo>
                      <a:pt x="28" y="4"/>
                    </a:lnTo>
                    <a:close/>
                    <a:moveTo>
                      <a:pt x="16" y="38"/>
                    </a:moveTo>
                    <a:cubicBezTo>
                      <a:pt x="8" y="38"/>
                      <a:pt x="8" y="38"/>
                      <a:pt x="8" y="38"/>
                    </a:cubicBezTo>
                    <a:cubicBezTo>
                      <a:pt x="8" y="17"/>
                      <a:pt x="8" y="17"/>
                      <a:pt x="8" y="17"/>
                    </a:cubicBezTo>
                    <a:cubicBezTo>
                      <a:pt x="16" y="14"/>
                      <a:pt x="16" y="14"/>
                      <a:pt x="16" y="14"/>
                    </a:cubicBezTo>
                    <a:lnTo>
                      <a:pt x="16" y="3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5" name="组合 224"/>
            <p:cNvGrpSpPr/>
            <p:nvPr/>
          </p:nvGrpSpPr>
          <p:grpSpPr>
            <a:xfrm>
              <a:off x="8105776" y="4822826"/>
              <a:ext cx="201613" cy="239712"/>
              <a:chOff x="8105776" y="4822826"/>
              <a:chExt cx="201613" cy="239712"/>
            </a:xfrm>
          </p:grpSpPr>
          <p:sp>
            <p:nvSpPr>
              <p:cNvPr id="166" name="Freeform 165"/>
              <p:cNvSpPr>
                <a:spLocks/>
              </p:cNvSpPr>
              <p:nvPr/>
            </p:nvSpPr>
            <p:spPr bwMode="auto">
              <a:xfrm>
                <a:off x="8105776" y="4897438"/>
                <a:ext cx="50800" cy="76200"/>
              </a:xfrm>
              <a:custGeom>
                <a:avLst/>
                <a:gdLst>
                  <a:gd name="T0" fmla="*/ 0 w 16"/>
                  <a:gd name="T1" fmla="*/ 16 h 24"/>
                  <a:gd name="T2" fmla="*/ 8 w 16"/>
                  <a:gd name="T3" fmla="*/ 24 h 24"/>
                  <a:gd name="T4" fmla="*/ 16 w 16"/>
                  <a:gd name="T5" fmla="*/ 16 h 24"/>
                  <a:gd name="T6" fmla="*/ 8 w 16"/>
                  <a:gd name="T7" fmla="*/ 0 h 24"/>
                  <a:gd name="T8" fmla="*/ 0 w 16"/>
                  <a:gd name="T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4">
                    <a:moveTo>
                      <a:pt x="0" y="16"/>
                    </a:moveTo>
                    <a:cubicBezTo>
                      <a:pt x="0" y="20"/>
                      <a:pt x="4" y="24"/>
                      <a:pt x="8" y="24"/>
                    </a:cubicBezTo>
                    <a:cubicBezTo>
                      <a:pt x="12" y="24"/>
                      <a:pt x="16" y="20"/>
                      <a:pt x="16" y="16"/>
                    </a:cubicBezTo>
                    <a:cubicBezTo>
                      <a:pt x="16" y="10"/>
                      <a:pt x="8" y="0"/>
                      <a:pt x="8" y="0"/>
                    </a:cubicBezTo>
                    <a:cubicBezTo>
                      <a:pt x="8" y="0"/>
                      <a:pt x="0" y="10"/>
                      <a:pt x="0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7" name="Freeform 166"/>
              <p:cNvSpPr>
                <a:spLocks/>
              </p:cNvSpPr>
              <p:nvPr/>
            </p:nvSpPr>
            <p:spPr bwMode="auto">
              <a:xfrm>
                <a:off x="8147051" y="4822826"/>
                <a:ext cx="147638" cy="46038"/>
              </a:xfrm>
              <a:custGeom>
                <a:avLst/>
                <a:gdLst>
                  <a:gd name="T0" fmla="*/ 93 w 93"/>
                  <a:gd name="T1" fmla="*/ 16 h 29"/>
                  <a:gd name="T2" fmla="*/ 93 w 93"/>
                  <a:gd name="T3" fmla="*/ 0 h 29"/>
                  <a:gd name="T4" fmla="*/ 18 w 93"/>
                  <a:gd name="T5" fmla="*/ 0 h 29"/>
                  <a:gd name="T6" fmla="*/ 0 w 93"/>
                  <a:gd name="T7" fmla="*/ 18 h 29"/>
                  <a:gd name="T8" fmla="*/ 12 w 93"/>
                  <a:gd name="T9" fmla="*/ 29 h 29"/>
                  <a:gd name="T10" fmla="*/ 26 w 93"/>
                  <a:gd name="T11" fmla="*/ 16 h 29"/>
                  <a:gd name="T12" fmla="*/ 93 w 93"/>
                  <a:gd name="T13" fmla="*/ 1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3" h="29">
                    <a:moveTo>
                      <a:pt x="93" y="16"/>
                    </a:moveTo>
                    <a:lnTo>
                      <a:pt x="93" y="0"/>
                    </a:lnTo>
                    <a:lnTo>
                      <a:pt x="18" y="0"/>
                    </a:lnTo>
                    <a:lnTo>
                      <a:pt x="0" y="18"/>
                    </a:lnTo>
                    <a:lnTo>
                      <a:pt x="12" y="29"/>
                    </a:lnTo>
                    <a:lnTo>
                      <a:pt x="26" y="16"/>
                    </a:lnTo>
                    <a:lnTo>
                      <a:pt x="93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8" name="Freeform 167"/>
              <p:cNvSpPr>
                <a:spLocks noEditPoints="1"/>
              </p:cNvSpPr>
              <p:nvPr/>
            </p:nvSpPr>
            <p:spPr bwMode="auto">
              <a:xfrm>
                <a:off x="8181976" y="4859338"/>
                <a:ext cx="125413" cy="203200"/>
              </a:xfrm>
              <a:custGeom>
                <a:avLst/>
                <a:gdLst>
                  <a:gd name="T0" fmla="*/ 24 w 40"/>
                  <a:gd name="T1" fmla="*/ 8 h 64"/>
                  <a:gd name="T2" fmla="*/ 24 w 40"/>
                  <a:gd name="T3" fmla="*/ 0 h 64"/>
                  <a:gd name="T4" fmla="*/ 16 w 40"/>
                  <a:gd name="T5" fmla="*/ 0 h 64"/>
                  <a:gd name="T6" fmla="*/ 16 w 40"/>
                  <a:gd name="T7" fmla="*/ 8 h 64"/>
                  <a:gd name="T8" fmla="*/ 0 w 40"/>
                  <a:gd name="T9" fmla="*/ 28 h 64"/>
                  <a:gd name="T10" fmla="*/ 0 w 40"/>
                  <a:gd name="T11" fmla="*/ 60 h 64"/>
                  <a:gd name="T12" fmla="*/ 4 w 40"/>
                  <a:gd name="T13" fmla="*/ 64 h 64"/>
                  <a:gd name="T14" fmla="*/ 36 w 40"/>
                  <a:gd name="T15" fmla="*/ 64 h 64"/>
                  <a:gd name="T16" fmla="*/ 40 w 40"/>
                  <a:gd name="T17" fmla="*/ 60 h 64"/>
                  <a:gd name="T18" fmla="*/ 40 w 40"/>
                  <a:gd name="T19" fmla="*/ 28 h 64"/>
                  <a:gd name="T20" fmla="*/ 24 w 40"/>
                  <a:gd name="T21" fmla="*/ 8 h 64"/>
                  <a:gd name="T22" fmla="*/ 32 w 40"/>
                  <a:gd name="T23" fmla="*/ 40 h 64"/>
                  <a:gd name="T24" fmla="*/ 8 w 40"/>
                  <a:gd name="T25" fmla="*/ 40 h 64"/>
                  <a:gd name="T26" fmla="*/ 8 w 40"/>
                  <a:gd name="T27" fmla="*/ 28 h 64"/>
                  <a:gd name="T28" fmla="*/ 32 w 40"/>
                  <a:gd name="T29" fmla="*/ 28 h 64"/>
                  <a:gd name="T30" fmla="*/ 32 w 40"/>
                  <a:gd name="T31" fmla="*/ 4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0" h="64">
                    <a:moveTo>
                      <a:pt x="24" y="8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7" y="10"/>
                      <a:pt x="0" y="18"/>
                      <a:pt x="0" y="2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2" y="64"/>
                      <a:pt x="4" y="64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38" y="64"/>
                      <a:pt x="40" y="62"/>
                      <a:pt x="40" y="60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18"/>
                      <a:pt x="33" y="10"/>
                      <a:pt x="24" y="8"/>
                    </a:cubicBezTo>
                    <a:close/>
                    <a:moveTo>
                      <a:pt x="32" y="40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32" y="28"/>
                      <a:pt x="32" y="28"/>
                      <a:pt x="32" y="28"/>
                    </a:cubicBezTo>
                    <a:lnTo>
                      <a:pt x="32" y="4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13" name="组合 212"/>
            <p:cNvGrpSpPr/>
            <p:nvPr/>
          </p:nvGrpSpPr>
          <p:grpSpPr>
            <a:xfrm>
              <a:off x="5665788" y="4214813"/>
              <a:ext cx="254000" cy="252413"/>
              <a:chOff x="5665788" y="4214813"/>
              <a:chExt cx="254000" cy="252413"/>
            </a:xfrm>
          </p:grpSpPr>
          <p:sp>
            <p:nvSpPr>
              <p:cNvPr id="169" name="Freeform 168"/>
              <p:cNvSpPr>
                <a:spLocks/>
              </p:cNvSpPr>
              <p:nvPr/>
            </p:nvSpPr>
            <p:spPr bwMode="auto">
              <a:xfrm>
                <a:off x="5665788" y="4214813"/>
                <a:ext cx="152400" cy="63500"/>
              </a:xfrm>
              <a:custGeom>
                <a:avLst/>
                <a:gdLst>
                  <a:gd name="T0" fmla="*/ 8 w 48"/>
                  <a:gd name="T1" fmla="*/ 14 h 20"/>
                  <a:gd name="T2" fmla="*/ 14 w 48"/>
                  <a:gd name="T3" fmla="*/ 8 h 20"/>
                  <a:gd name="T4" fmla="*/ 20 w 48"/>
                  <a:gd name="T5" fmla="*/ 14 h 20"/>
                  <a:gd name="T6" fmla="*/ 20 w 48"/>
                  <a:gd name="T7" fmla="*/ 20 h 20"/>
                  <a:gd name="T8" fmla="*/ 28 w 48"/>
                  <a:gd name="T9" fmla="*/ 20 h 20"/>
                  <a:gd name="T10" fmla="*/ 28 w 48"/>
                  <a:gd name="T11" fmla="*/ 14 h 20"/>
                  <a:gd name="T12" fmla="*/ 34 w 48"/>
                  <a:gd name="T13" fmla="*/ 8 h 20"/>
                  <a:gd name="T14" fmla="*/ 40 w 48"/>
                  <a:gd name="T15" fmla="*/ 14 h 20"/>
                  <a:gd name="T16" fmla="*/ 40 w 48"/>
                  <a:gd name="T17" fmla="*/ 20 h 20"/>
                  <a:gd name="T18" fmla="*/ 48 w 48"/>
                  <a:gd name="T19" fmla="*/ 20 h 20"/>
                  <a:gd name="T20" fmla="*/ 48 w 48"/>
                  <a:gd name="T21" fmla="*/ 4 h 20"/>
                  <a:gd name="T22" fmla="*/ 44 w 48"/>
                  <a:gd name="T23" fmla="*/ 0 h 20"/>
                  <a:gd name="T24" fmla="*/ 4 w 48"/>
                  <a:gd name="T25" fmla="*/ 0 h 20"/>
                  <a:gd name="T26" fmla="*/ 0 w 48"/>
                  <a:gd name="T27" fmla="*/ 4 h 20"/>
                  <a:gd name="T28" fmla="*/ 0 w 48"/>
                  <a:gd name="T29" fmla="*/ 20 h 20"/>
                  <a:gd name="T30" fmla="*/ 8 w 48"/>
                  <a:gd name="T31" fmla="*/ 20 h 20"/>
                  <a:gd name="T32" fmla="*/ 8 w 48"/>
                  <a:gd name="T33" fmla="*/ 1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8" h="20">
                    <a:moveTo>
                      <a:pt x="8" y="14"/>
                    </a:moveTo>
                    <a:cubicBezTo>
                      <a:pt x="8" y="11"/>
                      <a:pt x="11" y="8"/>
                      <a:pt x="14" y="8"/>
                    </a:cubicBezTo>
                    <a:cubicBezTo>
                      <a:pt x="17" y="8"/>
                      <a:pt x="20" y="11"/>
                      <a:pt x="20" y="14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31" y="8"/>
                      <a:pt x="34" y="8"/>
                    </a:cubicBezTo>
                    <a:cubicBezTo>
                      <a:pt x="37" y="8"/>
                      <a:pt x="40" y="11"/>
                      <a:pt x="40" y="14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6" y="0"/>
                      <a:pt x="4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0" name="Freeform 169"/>
              <p:cNvSpPr>
                <a:spLocks/>
              </p:cNvSpPr>
              <p:nvPr/>
            </p:nvSpPr>
            <p:spPr bwMode="auto">
              <a:xfrm>
                <a:off x="5665788" y="4302126"/>
                <a:ext cx="215900" cy="63500"/>
              </a:xfrm>
              <a:custGeom>
                <a:avLst/>
                <a:gdLst>
                  <a:gd name="T0" fmla="*/ 8 w 68"/>
                  <a:gd name="T1" fmla="*/ 14 h 20"/>
                  <a:gd name="T2" fmla="*/ 14 w 68"/>
                  <a:gd name="T3" fmla="*/ 8 h 20"/>
                  <a:gd name="T4" fmla="*/ 20 w 68"/>
                  <a:gd name="T5" fmla="*/ 14 h 20"/>
                  <a:gd name="T6" fmla="*/ 20 w 68"/>
                  <a:gd name="T7" fmla="*/ 20 h 20"/>
                  <a:gd name="T8" fmla="*/ 28 w 68"/>
                  <a:gd name="T9" fmla="*/ 20 h 20"/>
                  <a:gd name="T10" fmla="*/ 28 w 68"/>
                  <a:gd name="T11" fmla="*/ 14 h 20"/>
                  <a:gd name="T12" fmla="*/ 34 w 68"/>
                  <a:gd name="T13" fmla="*/ 8 h 20"/>
                  <a:gd name="T14" fmla="*/ 40 w 68"/>
                  <a:gd name="T15" fmla="*/ 14 h 20"/>
                  <a:gd name="T16" fmla="*/ 40 w 68"/>
                  <a:gd name="T17" fmla="*/ 20 h 20"/>
                  <a:gd name="T18" fmla="*/ 48 w 68"/>
                  <a:gd name="T19" fmla="*/ 20 h 20"/>
                  <a:gd name="T20" fmla="*/ 48 w 68"/>
                  <a:gd name="T21" fmla="*/ 14 h 20"/>
                  <a:gd name="T22" fmla="*/ 54 w 68"/>
                  <a:gd name="T23" fmla="*/ 8 h 20"/>
                  <a:gd name="T24" fmla="*/ 60 w 68"/>
                  <a:gd name="T25" fmla="*/ 14 h 20"/>
                  <a:gd name="T26" fmla="*/ 60 w 68"/>
                  <a:gd name="T27" fmla="*/ 20 h 20"/>
                  <a:gd name="T28" fmla="*/ 68 w 68"/>
                  <a:gd name="T29" fmla="*/ 20 h 20"/>
                  <a:gd name="T30" fmla="*/ 68 w 68"/>
                  <a:gd name="T31" fmla="*/ 4 h 20"/>
                  <a:gd name="T32" fmla="*/ 64 w 68"/>
                  <a:gd name="T33" fmla="*/ 0 h 20"/>
                  <a:gd name="T34" fmla="*/ 4 w 68"/>
                  <a:gd name="T35" fmla="*/ 0 h 20"/>
                  <a:gd name="T36" fmla="*/ 0 w 68"/>
                  <a:gd name="T37" fmla="*/ 4 h 20"/>
                  <a:gd name="T38" fmla="*/ 0 w 68"/>
                  <a:gd name="T39" fmla="*/ 20 h 20"/>
                  <a:gd name="T40" fmla="*/ 8 w 68"/>
                  <a:gd name="T41" fmla="*/ 20 h 20"/>
                  <a:gd name="T42" fmla="*/ 8 w 68"/>
                  <a:gd name="T43" fmla="*/ 1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8" h="20">
                    <a:moveTo>
                      <a:pt x="8" y="14"/>
                    </a:moveTo>
                    <a:cubicBezTo>
                      <a:pt x="8" y="11"/>
                      <a:pt x="11" y="8"/>
                      <a:pt x="14" y="8"/>
                    </a:cubicBezTo>
                    <a:cubicBezTo>
                      <a:pt x="17" y="8"/>
                      <a:pt x="20" y="11"/>
                      <a:pt x="20" y="14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1"/>
                      <a:pt x="31" y="8"/>
                      <a:pt x="34" y="8"/>
                    </a:cubicBezTo>
                    <a:cubicBezTo>
                      <a:pt x="37" y="8"/>
                      <a:pt x="40" y="11"/>
                      <a:pt x="40" y="14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48" y="11"/>
                      <a:pt x="51" y="8"/>
                      <a:pt x="54" y="8"/>
                    </a:cubicBezTo>
                    <a:cubicBezTo>
                      <a:pt x="57" y="8"/>
                      <a:pt x="60" y="11"/>
                      <a:pt x="60" y="14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1" name="Freeform 170"/>
              <p:cNvSpPr>
                <a:spLocks/>
              </p:cNvSpPr>
              <p:nvPr/>
            </p:nvSpPr>
            <p:spPr bwMode="auto">
              <a:xfrm>
                <a:off x="5665788" y="4391026"/>
                <a:ext cx="254000" cy="76200"/>
              </a:xfrm>
              <a:custGeom>
                <a:avLst/>
                <a:gdLst>
                  <a:gd name="T0" fmla="*/ 76 w 80"/>
                  <a:gd name="T1" fmla="*/ 0 h 24"/>
                  <a:gd name="T2" fmla="*/ 4 w 80"/>
                  <a:gd name="T3" fmla="*/ 0 h 24"/>
                  <a:gd name="T4" fmla="*/ 0 w 80"/>
                  <a:gd name="T5" fmla="*/ 4 h 24"/>
                  <a:gd name="T6" fmla="*/ 0 w 80"/>
                  <a:gd name="T7" fmla="*/ 20 h 24"/>
                  <a:gd name="T8" fmla="*/ 4 w 80"/>
                  <a:gd name="T9" fmla="*/ 24 h 24"/>
                  <a:gd name="T10" fmla="*/ 8 w 80"/>
                  <a:gd name="T11" fmla="*/ 24 h 24"/>
                  <a:gd name="T12" fmla="*/ 8 w 80"/>
                  <a:gd name="T13" fmla="*/ 18 h 24"/>
                  <a:gd name="T14" fmla="*/ 14 w 80"/>
                  <a:gd name="T15" fmla="*/ 12 h 24"/>
                  <a:gd name="T16" fmla="*/ 20 w 80"/>
                  <a:gd name="T17" fmla="*/ 18 h 24"/>
                  <a:gd name="T18" fmla="*/ 20 w 80"/>
                  <a:gd name="T19" fmla="*/ 24 h 24"/>
                  <a:gd name="T20" fmla="*/ 28 w 80"/>
                  <a:gd name="T21" fmla="*/ 24 h 24"/>
                  <a:gd name="T22" fmla="*/ 28 w 80"/>
                  <a:gd name="T23" fmla="*/ 18 h 24"/>
                  <a:gd name="T24" fmla="*/ 34 w 80"/>
                  <a:gd name="T25" fmla="*/ 12 h 24"/>
                  <a:gd name="T26" fmla="*/ 40 w 80"/>
                  <a:gd name="T27" fmla="*/ 18 h 24"/>
                  <a:gd name="T28" fmla="*/ 40 w 80"/>
                  <a:gd name="T29" fmla="*/ 24 h 24"/>
                  <a:gd name="T30" fmla="*/ 48 w 80"/>
                  <a:gd name="T31" fmla="*/ 24 h 24"/>
                  <a:gd name="T32" fmla="*/ 48 w 80"/>
                  <a:gd name="T33" fmla="*/ 18 h 24"/>
                  <a:gd name="T34" fmla="*/ 54 w 80"/>
                  <a:gd name="T35" fmla="*/ 12 h 24"/>
                  <a:gd name="T36" fmla="*/ 60 w 80"/>
                  <a:gd name="T37" fmla="*/ 18 h 24"/>
                  <a:gd name="T38" fmla="*/ 60 w 80"/>
                  <a:gd name="T39" fmla="*/ 24 h 24"/>
                  <a:gd name="T40" fmla="*/ 76 w 80"/>
                  <a:gd name="T41" fmla="*/ 24 h 24"/>
                  <a:gd name="T42" fmla="*/ 80 w 80"/>
                  <a:gd name="T43" fmla="*/ 20 h 24"/>
                  <a:gd name="T44" fmla="*/ 80 w 80"/>
                  <a:gd name="T45" fmla="*/ 4 h 24"/>
                  <a:gd name="T46" fmla="*/ 76 w 80"/>
                  <a:gd name="T4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0" h="24">
                    <a:moveTo>
                      <a:pt x="7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2"/>
                      <a:pt x="2" y="24"/>
                      <a:pt x="4" y="24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8" y="18"/>
                      <a:pt x="8" y="18"/>
                      <a:pt x="8" y="18"/>
                    </a:cubicBezTo>
                    <a:cubicBezTo>
                      <a:pt x="8" y="15"/>
                      <a:pt x="11" y="12"/>
                      <a:pt x="14" y="12"/>
                    </a:cubicBezTo>
                    <a:cubicBezTo>
                      <a:pt x="17" y="12"/>
                      <a:pt x="20" y="15"/>
                      <a:pt x="20" y="18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18"/>
                      <a:pt x="28" y="18"/>
                      <a:pt x="28" y="18"/>
                    </a:cubicBezTo>
                    <a:cubicBezTo>
                      <a:pt x="28" y="15"/>
                      <a:pt x="31" y="12"/>
                      <a:pt x="34" y="12"/>
                    </a:cubicBezTo>
                    <a:cubicBezTo>
                      <a:pt x="37" y="12"/>
                      <a:pt x="40" y="15"/>
                      <a:pt x="40" y="1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8"/>
                      <a:pt x="48" y="18"/>
                      <a:pt x="48" y="18"/>
                    </a:cubicBezTo>
                    <a:cubicBezTo>
                      <a:pt x="48" y="15"/>
                      <a:pt x="51" y="12"/>
                      <a:pt x="54" y="12"/>
                    </a:cubicBezTo>
                    <a:cubicBezTo>
                      <a:pt x="57" y="12"/>
                      <a:pt x="60" y="15"/>
                      <a:pt x="60" y="18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8" y="24"/>
                      <a:pt x="80" y="22"/>
                      <a:pt x="80" y="20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2"/>
                      <a:pt x="78" y="0"/>
                      <a:pt x="7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6" name="组合 225"/>
            <p:cNvGrpSpPr/>
            <p:nvPr/>
          </p:nvGrpSpPr>
          <p:grpSpPr>
            <a:xfrm>
              <a:off x="8674101" y="4810126"/>
              <a:ext cx="277812" cy="290512"/>
              <a:chOff x="8674101" y="4810126"/>
              <a:chExt cx="277812" cy="290512"/>
            </a:xfrm>
          </p:grpSpPr>
          <p:sp>
            <p:nvSpPr>
              <p:cNvPr id="172" name="Freeform 171"/>
              <p:cNvSpPr>
                <a:spLocks/>
              </p:cNvSpPr>
              <p:nvPr/>
            </p:nvSpPr>
            <p:spPr bwMode="auto">
              <a:xfrm>
                <a:off x="8837613" y="4810126"/>
                <a:ext cx="114300" cy="163513"/>
              </a:xfrm>
              <a:custGeom>
                <a:avLst/>
                <a:gdLst>
                  <a:gd name="T0" fmla="*/ 36 w 36"/>
                  <a:gd name="T1" fmla="*/ 34 h 52"/>
                  <a:gd name="T2" fmla="*/ 18 w 36"/>
                  <a:gd name="T3" fmla="*/ 52 h 52"/>
                  <a:gd name="T4" fmla="*/ 0 w 36"/>
                  <a:gd name="T5" fmla="*/ 34 h 52"/>
                  <a:gd name="T6" fmla="*/ 18 w 36"/>
                  <a:gd name="T7" fmla="*/ 0 h 52"/>
                  <a:gd name="T8" fmla="*/ 36 w 36"/>
                  <a:gd name="T9" fmla="*/ 34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52">
                    <a:moveTo>
                      <a:pt x="36" y="34"/>
                    </a:moveTo>
                    <a:cubicBezTo>
                      <a:pt x="36" y="44"/>
                      <a:pt x="28" y="52"/>
                      <a:pt x="18" y="52"/>
                    </a:cubicBezTo>
                    <a:cubicBezTo>
                      <a:pt x="8" y="52"/>
                      <a:pt x="0" y="44"/>
                      <a:pt x="0" y="34"/>
                    </a:cubicBezTo>
                    <a:cubicBezTo>
                      <a:pt x="0" y="24"/>
                      <a:pt x="18" y="0"/>
                      <a:pt x="18" y="0"/>
                    </a:cubicBezTo>
                    <a:cubicBezTo>
                      <a:pt x="18" y="0"/>
                      <a:pt x="36" y="24"/>
                      <a:pt x="36" y="34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3" name="Freeform 172"/>
              <p:cNvSpPr>
                <a:spLocks/>
              </p:cNvSpPr>
              <p:nvPr/>
            </p:nvSpPr>
            <p:spPr bwMode="auto">
              <a:xfrm>
                <a:off x="8737601" y="4986338"/>
                <a:ext cx="188913" cy="101600"/>
              </a:xfrm>
              <a:custGeom>
                <a:avLst/>
                <a:gdLst>
                  <a:gd name="T0" fmla="*/ 56 w 60"/>
                  <a:gd name="T1" fmla="*/ 12 h 32"/>
                  <a:gd name="T2" fmla="*/ 22 w 60"/>
                  <a:gd name="T3" fmla="*/ 12 h 32"/>
                  <a:gd name="T4" fmla="*/ 23 w 60"/>
                  <a:gd name="T5" fmla="*/ 11 h 32"/>
                  <a:gd name="T6" fmla="*/ 23 w 60"/>
                  <a:gd name="T7" fmla="*/ 5 h 32"/>
                  <a:gd name="T8" fmla="*/ 19 w 60"/>
                  <a:gd name="T9" fmla="*/ 1 h 32"/>
                  <a:gd name="T10" fmla="*/ 15 w 60"/>
                  <a:gd name="T11" fmla="*/ 0 h 32"/>
                  <a:gd name="T12" fmla="*/ 0 w 60"/>
                  <a:gd name="T13" fmla="*/ 6 h 32"/>
                  <a:gd name="T14" fmla="*/ 0 w 60"/>
                  <a:gd name="T15" fmla="*/ 32 h 32"/>
                  <a:gd name="T16" fmla="*/ 44 w 60"/>
                  <a:gd name="T17" fmla="*/ 32 h 32"/>
                  <a:gd name="T18" fmla="*/ 47 w 60"/>
                  <a:gd name="T19" fmla="*/ 31 h 32"/>
                  <a:gd name="T20" fmla="*/ 59 w 60"/>
                  <a:gd name="T21" fmla="*/ 19 h 32"/>
                  <a:gd name="T22" fmla="*/ 60 w 60"/>
                  <a:gd name="T23" fmla="*/ 14 h 32"/>
                  <a:gd name="T24" fmla="*/ 56 w 60"/>
                  <a:gd name="T25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32">
                    <a:moveTo>
                      <a:pt x="56" y="12"/>
                    </a:moveTo>
                    <a:cubicBezTo>
                      <a:pt x="22" y="12"/>
                      <a:pt x="22" y="12"/>
                      <a:pt x="22" y="12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4" y="9"/>
                      <a:pt x="24" y="7"/>
                      <a:pt x="23" y="5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0"/>
                      <a:pt x="16" y="0"/>
                      <a:pt x="15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5" y="32"/>
                      <a:pt x="46" y="32"/>
                      <a:pt x="47" y="31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0" y="18"/>
                      <a:pt x="60" y="16"/>
                      <a:pt x="60" y="14"/>
                    </a:cubicBezTo>
                    <a:cubicBezTo>
                      <a:pt x="59" y="13"/>
                      <a:pt x="58" y="12"/>
                      <a:pt x="56" y="1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4" name="Freeform 173"/>
              <p:cNvSpPr>
                <a:spLocks/>
              </p:cNvSpPr>
              <p:nvPr/>
            </p:nvSpPr>
            <p:spPr bwMode="auto">
              <a:xfrm>
                <a:off x="8674101" y="4986338"/>
                <a:ext cx="50800" cy="114300"/>
              </a:xfrm>
              <a:custGeom>
                <a:avLst/>
                <a:gdLst>
                  <a:gd name="T0" fmla="*/ 12 w 16"/>
                  <a:gd name="T1" fmla="*/ 0 h 36"/>
                  <a:gd name="T2" fmla="*/ 4 w 16"/>
                  <a:gd name="T3" fmla="*/ 0 h 36"/>
                  <a:gd name="T4" fmla="*/ 0 w 16"/>
                  <a:gd name="T5" fmla="*/ 4 h 36"/>
                  <a:gd name="T6" fmla="*/ 0 w 16"/>
                  <a:gd name="T7" fmla="*/ 32 h 36"/>
                  <a:gd name="T8" fmla="*/ 4 w 16"/>
                  <a:gd name="T9" fmla="*/ 36 h 36"/>
                  <a:gd name="T10" fmla="*/ 12 w 16"/>
                  <a:gd name="T11" fmla="*/ 36 h 36"/>
                  <a:gd name="T12" fmla="*/ 16 w 16"/>
                  <a:gd name="T13" fmla="*/ 32 h 36"/>
                  <a:gd name="T14" fmla="*/ 16 w 16"/>
                  <a:gd name="T15" fmla="*/ 4 h 36"/>
                  <a:gd name="T16" fmla="*/ 12 w 16"/>
                  <a:gd name="T1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36">
                    <a:moveTo>
                      <a:pt x="1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4"/>
                      <a:pt x="2" y="36"/>
                      <a:pt x="4" y="3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4" y="36"/>
                      <a:pt x="16" y="34"/>
                      <a:pt x="16" y="32"/>
                    </a:cubicBezTo>
                    <a:cubicBezTo>
                      <a:pt x="16" y="4"/>
                      <a:pt x="16" y="4"/>
                      <a:pt x="16" y="4"/>
                    </a:cubicBezTo>
                    <a:cubicBezTo>
                      <a:pt x="16" y="2"/>
                      <a:pt x="14" y="0"/>
                      <a:pt x="12" y="0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23" name="组合 222"/>
            <p:cNvGrpSpPr/>
            <p:nvPr/>
          </p:nvGrpSpPr>
          <p:grpSpPr>
            <a:xfrm>
              <a:off x="6892926" y="4822826"/>
              <a:ext cx="227013" cy="252413"/>
              <a:chOff x="6892926" y="4822826"/>
              <a:chExt cx="227013" cy="252413"/>
            </a:xfrm>
          </p:grpSpPr>
          <p:sp>
            <p:nvSpPr>
              <p:cNvPr id="175" name="Rectangle 174"/>
              <p:cNvSpPr>
                <a:spLocks noChangeArrowheads="1"/>
              </p:cNvSpPr>
              <p:nvPr/>
            </p:nvSpPr>
            <p:spPr bwMode="auto">
              <a:xfrm>
                <a:off x="6892926" y="4910138"/>
                <a:ext cx="138113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6" name="Freeform 175"/>
              <p:cNvSpPr>
                <a:spLocks noEditPoints="1"/>
              </p:cNvSpPr>
              <p:nvPr/>
            </p:nvSpPr>
            <p:spPr bwMode="auto">
              <a:xfrm>
                <a:off x="6892926" y="4822826"/>
                <a:ext cx="227013" cy="252413"/>
              </a:xfrm>
              <a:custGeom>
                <a:avLst/>
                <a:gdLst>
                  <a:gd name="T0" fmla="*/ 64 w 72"/>
                  <a:gd name="T1" fmla="*/ 0 h 80"/>
                  <a:gd name="T2" fmla="*/ 56 w 72"/>
                  <a:gd name="T3" fmla="*/ 0 h 80"/>
                  <a:gd name="T4" fmla="*/ 48 w 72"/>
                  <a:gd name="T5" fmla="*/ 8 h 80"/>
                  <a:gd name="T6" fmla="*/ 48 w 72"/>
                  <a:gd name="T7" fmla="*/ 40 h 80"/>
                  <a:gd name="T8" fmla="*/ 0 w 72"/>
                  <a:gd name="T9" fmla="*/ 40 h 80"/>
                  <a:gd name="T10" fmla="*/ 20 w 72"/>
                  <a:gd name="T11" fmla="*/ 60 h 80"/>
                  <a:gd name="T12" fmla="*/ 34 w 72"/>
                  <a:gd name="T13" fmla="*/ 60 h 80"/>
                  <a:gd name="T14" fmla="*/ 32 w 72"/>
                  <a:gd name="T15" fmla="*/ 76 h 80"/>
                  <a:gd name="T16" fmla="*/ 33 w 72"/>
                  <a:gd name="T17" fmla="*/ 79 h 80"/>
                  <a:gd name="T18" fmla="*/ 36 w 72"/>
                  <a:gd name="T19" fmla="*/ 80 h 80"/>
                  <a:gd name="T20" fmla="*/ 68 w 72"/>
                  <a:gd name="T21" fmla="*/ 80 h 80"/>
                  <a:gd name="T22" fmla="*/ 72 w 72"/>
                  <a:gd name="T23" fmla="*/ 76 h 80"/>
                  <a:gd name="T24" fmla="*/ 72 w 72"/>
                  <a:gd name="T25" fmla="*/ 8 h 80"/>
                  <a:gd name="T26" fmla="*/ 64 w 72"/>
                  <a:gd name="T27" fmla="*/ 0 h 80"/>
                  <a:gd name="T28" fmla="*/ 60 w 72"/>
                  <a:gd name="T29" fmla="*/ 8 h 80"/>
                  <a:gd name="T30" fmla="*/ 66 w 72"/>
                  <a:gd name="T31" fmla="*/ 14 h 80"/>
                  <a:gd name="T32" fmla="*/ 60 w 72"/>
                  <a:gd name="T33" fmla="*/ 20 h 80"/>
                  <a:gd name="T34" fmla="*/ 54 w 72"/>
                  <a:gd name="T35" fmla="*/ 14 h 80"/>
                  <a:gd name="T36" fmla="*/ 60 w 72"/>
                  <a:gd name="T37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2" h="80">
                    <a:moveTo>
                      <a:pt x="64" y="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52" y="0"/>
                      <a:pt x="48" y="4"/>
                      <a:pt x="48" y="8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51"/>
                      <a:pt x="9" y="60"/>
                      <a:pt x="20" y="60"/>
                    </a:cubicBezTo>
                    <a:cubicBezTo>
                      <a:pt x="34" y="60"/>
                      <a:pt x="34" y="60"/>
                      <a:pt x="34" y="60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2" y="77"/>
                      <a:pt x="33" y="78"/>
                      <a:pt x="33" y="79"/>
                    </a:cubicBezTo>
                    <a:cubicBezTo>
                      <a:pt x="34" y="80"/>
                      <a:pt x="35" y="80"/>
                      <a:pt x="36" y="80"/>
                    </a:cubicBezTo>
                    <a:cubicBezTo>
                      <a:pt x="68" y="80"/>
                      <a:pt x="68" y="80"/>
                      <a:pt x="68" y="80"/>
                    </a:cubicBezTo>
                    <a:cubicBezTo>
                      <a:pt x="70" y="80"/>
                      <a:pt x="72" y="78"/>
                      <a:pt x="72" y="76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60" y="8"/>
                    </a:moveTo>
                    <a:cubicBezTo>
                      <a:pt x="63" y="8"/>
                      <a:pt x="66" y="11"/>
                      <a:pt x="66" y="14"/>
                    </a:cubicBezTo>
                    <a:cubicBezTo>
                      <a:pt x="66" y="17"/>
                      <a:pt x="63" y="20"/>
                      <a:pt x="60" y="20"/>
                    </a:cubicBezTo>
                    <a:cubicBezTo>
                      <a:pt x="57" y="20"/>
                      <a:pt x="54" y="17"/>
                      <a:pt x="54" y="14"/>
                    </a:cubicBezTo>
                    <a:cubicBezTo>
                      <a:pt x="54" y="11"/>
                      <a:pt x="57" y="8"/>
                      <a:pt x="60" y="8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9547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510515" y="1102405"/>
            <a:ext cx="7200000" cy="4179746"/>
            <a:chOff x="3227388" y="1770063"/>
            <a:chExt cx="5737226" cy="3330576"/>
          </a:xfrm>
        </p:grpSpPr>
        <p:grpSp>
          <p:nvGrpSpPr>
            <p:cNvPr id="193" name="组合 192"/>
            <p:cNvGrpSpPr>
              <a:grpSpLocks noChangeAspect="1"/>
            </p:cNvGrpSpPr>
            <p:nvPr/>
          </p:nvGrpSpPr>
          <p:grpSpPr>
            <a:xfrm>
              <a:off x="3252788" y="1817688"/>
              <a:ext cx="227013" cy="219075"/>
              <a:chOff x="3252788" y="1817688"/>
              <a:chExt cx="227013" cy="219075"/>
            </a:xfrm>
          </p:grpSpPr>
          <p:sp>
            <p:nvSpPr>
              <p:cNvPr id="6" name="Freeform 5"/>
              <p:cNvSpPr>
                <a:spLocks/>
              </p:cNvSpPr>
              <p:nvPr/>
            </p:nvSpPr>
            <p:spPr bwMode="auto">
              <a:xfrm>
                <a:off x="3392488" y="1865313"/>
                <a:ext cx="87313" cy="114300"/>
              </a:xfrm>
              <a:custGeom>
                <a:avLst/>
                <a:gdLst>
                  <a:gd name="T0" fmla="*/ 8 w 28"/>
                  <a:gd name="T1" fmla="*/ 3 h 36"/>
                  <a:gd name="T2" fmla="*/ 10 w 28"/>
                  <a:gd name="T3" fmla="*/ 15 h 36"/>
                  <a:gd name="T4" fmla="*/ 0 w 28"/>
                  <a:gd name="T5" fmla="*/ 36 h 36"/>
                  <a:gd name="T6" fmla="*/ 18 w 28"/>
                  <a:gd name="T7" fmla="*/ 30 h 36"/>
                  <a:gd name="T8" fmla="*/ 28 w 28"/>
                  <a:gd name="T9" fmla="*/ 0 h 36"/>
                  <a:gd name="T10" fmla="*/ 8 w 28"/>
                  <a:gd name="T1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36">
                    <a:moveTo>
                      <a:pt x="8" y="3"/>
                    </a:moveTo>
                    <a:cubicBezTo>
                      <a:pt x="9" y="7"/>
                      <a:pt x="10" y="11"/>
                      <a:pt x="10" y="15"/>
                    </a:cubicBezTo>
                    <a:cubicBezTo>
                      <a:pt x="10" y="24"/>
                      <a:pt x="5" y="31"/>
                      <a:pt x="0" y="36"/>
                    </a:cubicBezTo>
                    <a:cubicBezTo>
                      <a:pt x="5" y="36"/>
                      <a:pt x="12" y="35"/>
                      <a:pt x="18" y="30"/>
                    </a:cubicBezTo>
                    <a:cubicBezTo>
                      <a:pt x="27" y="20"/>
                      <a:pt x="28" y="0"/>
                      <a:pt x="28" y="0"/>
                    </a:cubicBezTo>
                    <a:cubicBezTo>
                      <a:pt x="28" y="0"/>
                      <a:pt x="17" y="0"/>
                      <a:pt x="8" y="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Freeform 6"/>
              <p:cNvSpPr>
                <a:spLocks/>
              </p:cNvSpPr>
              <p:nvPr/>
            </p:nvSpPr>
            <p:spPr bwMode="auto">
              <a:xfrm>
                <a:off x="3252788" y="1865313"/>
                <a:ext cx="88900" cy="114300"/>
              </a:xfrm>
              <a:custGeom>
                <a:avLst/>
                <a:gdLst>
                  <a:gd name="T0" fmla="*/ 20 w 28"/>
                  <a:gd name="T1" fmla="*/ 3 h 36"/>
                  <a:gd name="T2" fmla="*/ 0 w 28"/>
                  <a:gd name="T3" fmla="*/ 0 h 36"/>
                  <a:gd name="T4" fmla="*/ 11 w 28"/>
                  <a:gd name="T5" fmla="*/ 30 h 36"/>
                  <a:gd name="T6" fmla="*/ 28 w 28"/>
                  <a:gd name="T7" fmla="*/ 36 h 36"/>
                  <a:gd name="T8" fmla="*/ 18 w 28"/>
                  <a:gd name="T9" fmla="*/ 15 h 36"/>
                  <a:gd name="T10" fmla="*/ 20 w 28"/>
                  <a:gd name="T11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8" h="36">
                    <a:moveTo>
                      <a:pt x="20" y="3"/>
                    </a:moveTo>
                    <a:cubicBezTo>
                      <a:pt x="11" y="0"/>
                      <a:pt x="0" y="0"/>
                      <a:pt x="0" y="0"/>
                    </a:cubicBezTo>
                    <a:cubicBezTo>
                      <a:pt x="0" y="0"/>
                      <a:pt x="1" y="20"/>
                      <a:pt x="11" y="30"/>
                    </a:cubicBezTo>
                    <a:cubicBezTo>
                      <a:pt x="16" y="35"/>
                      <a:pt x="23" y="36"/>
                      <a:pt x="28" y="36"/>
                    </a:cubicBezTo>
                    <a:cubicBezTo>
                      <a:pt x="23" y="31"/>
                      <a:pt x="18" y="24"/>
                      <a:pt x="18" y="15"/>
                    </a:cubicBezTo>
                    <a:cubicBezTo>
                      <a:pt x="18" y="11"/>
                      <a:pt x="19" y="7"/>
                      <a:pt x="20" y="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Freeform 7"/>
              <p:cNvSpPr>
                <a:spLocks/>
              </p:cNvSpPr>
              <p:nvPr/>
            </p:nvSpPr>
            <p:spPr bwMode="auto">
              <a:xfrm>
                <a:off x="3322638" y="1817688"/>
                <a:ext cx="87313" cy="219075"/>
              </a:xfrm>
              <a:custGeom>
                <a:avLst/>
                <a:gdLst>
                  <a:gd name="T0" fmla="*/ 28 w 28"/>
                  <a:gd name="T1" fmla="*/ 29 h 69"/>
                  <a:gd name="T2" fmla="*/ 14 w 28"/>
                  <a:gd name="T3" fmla="*/ 0 h 69"/>
                  <a:gd name="T4" fmla="*/ 0 w 28"/>
                  <a:gd name="T5" fmla="*/ 29 h 69"/>
                  <a:gd name="T6" fmla="*/ 10 w 28"/>
                  <a:gd name="T7" fmla="*/ 47 h 69"/>
                  <a:gd name="T8" fmla="*/ 10 w 28"/>
                  <a:gd name="T9" fmla="*/ 69 h 69"/>
                  <a:gd name="T10" fmla="*/ 18 w 28"/>
                  <a:gd name="T11" fmla="*/ 69 h 69"/>
                  <a:gd name="T12" fmla="*/ 18 w 28"/>
                  <a:gd name="T13" fmla="*/ 47 h 69"/>
                  <a:gd name="T14" fmla="*/ 28 w 28"/>
                  <a:gd name="T15" fmla="*/ 2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69">
                    <a:moveTo>
                      <a:pt x="28" y="29"/>
                    </a:moveTo>
                    <a:cubicBezTo>
                      <a:pt x="28" y="15"/>
                      <a:pt x="14" y="0"/>
                      <a:pt x="14" y="0"/>
                    </a:cubicBezTo>
                    <a:cubicBezTo>
                      <a:pt x="14" y="0"/>
                      <a:pt x="0" y="15"/>
                      <a:pt x="0" y="29"/>
                    </a:cubicBezTo>
                    <a:cubicBezTo>
                      <a:pt x="0" y="38"/>
                      <a:pt x="6" y="44"/>
                      <a:pt x="10" y="47"/>
                    </a:cubicBezTo>
                    <a:cubicBezTo>
                      <a:pt x="10" y="69"/>
                      <a:pt x="10" y="69"/>
                      <a:pt x="10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22" y="44"/>
                      <a:pt x="28" y="38"/>
                      <a:pt x="28" y="29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4" name="组合 193"/>
            <p:cNvGrpSpPr>
              <a:grpSpLocks noChangeAspect="1"/>
            </p:cNvGrpSpPr>
            <p:nvPr/>
          </p:nvGrpSpPr>
          <p:grpSpPr>
            <a:xfrm>
              <a:off x="3910013" y="1782763"/>
              <a:ext cx="176213" cy="254000"/>
              <a:chOff x="3910013" y="1782763"/>
              <a:chExt cx="176213" cy="254000"/>
            </a:xfrm>
          </p:grpSpPr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3910013" y="1782763"/>
                <a:ext cx="635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3910013" y="1973263"/>
                <a:ext cx="63500" cy="635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Freeform 10"/>
              <p:cNvSpPr>
                <a:spLocks/>
              </p:cNvSpPr>
              <p:nvPr/>
            </p:nvSpPr>
            <p:spPr bwMode="auto">
              <a:xfrm>
                <a:off x="3910013" y="1839913"/>
                <a:ext cx="176213" cy="120650"/>
              </a:xfrm>
              <a:custGeom>
                <a:avLst/>
                <a:gdLst>
                  <a:gd name="T0" fmla="*/ 36 w 56"/>
                  <a:gd name="T1" fmla="*/ 27 h 38"/>
                  <a:gd name="T2" fmla="*/ 31 w 56"/>
                  <a:gd name="T3" fmla="*/ 28 h 38"/>
                  <a:gd name="T4" fmla="*/ 39 w 56"/>
                  <a:gd name="T5" fmla="*/ 21 h 38"/>
                  <a:gd name="T6" fmla="*/ 52 w 56"/>
                  <a:gd name="T7" fmla="*/ 0 h 38"/>
                  <a:gd name="T8" fmla="*/ 31 w 56"/>
                  <a:gd name="T9" fmla="*/ 13 h 38"/>
                  <a:gd name="T10" fmla="*/ 20 w 56"/>
                  <a:gd name="T11" fmla="*/ 29 h 38"/>
                  <a:gd name="T12" fmla="*/ 20 w 56"/>
                  <a:gd name="T13" fmla="*/ 6 h 38"/>
                  <a:gd name="T14" fmla="*/ 0 w 56"/>
                  <a:gd name="T15" fmla="*/ 6 h 38"/>
                  <a:gd name="T16" fmla="*/ 0 w 56"/>
                  <a:gd name="T17" fmla="*/ 34 h 38"/>
                  <a:gd name="T18" fmla="*/ 17 w 56"/>
                  <a:gd name="T19" fmla="*/ 34 h 38"/>
                  <a:gd name="T20" fmla="*/ 37 w 56"/>
                  <a:gd name="T21" fmla="*/ 37 h 38"/>
                  <a:gd name="T22" fmla="*/ 56 w 56"/>
                  <a:gd name="T23" fmla="*/ 30 h 38"/>
                  <a:gd name="T24" fmla="*/ 36 w 56"/>
                  <a:gd name="T25" fmla="*/ 2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38">
                    <a:moveTo>
                      <a:pt x="36" y="27"/>
                    </a:moveTo>
                    <a:cubicBezTo>
                      <a:pt x="34" y="27"/>
                      <a:pt x="33" y="27"/>
                      <a:pt x="31" y="28"/>
                    </a:cubicBezTo>
                    <a:cubicBezTo>
                      <a:pt x="34" y="26"/>
                      <a:pt x="37" y="24"/>
                      <a:pt x="39" y="21"/>
                    </a:cubicBezTo>
                    <a:cubicBezTo>
                      <a:pt x="49" y="12"/>
                      <a:pt x="52" y="0"/>
                      <a:pt x="52" y="0"/>
                    </a:cubicBezTo>
                    <a:cubicBezTo>
                      <a:pt x="52" y="0"/>
                      <a:pt x="40" y="3"/>
                      <a:pt x="31" y="13"/>
                    </a:cubicBezTo>
                    <a:cubicBezTo>
                      <a:pt x="25" y="18"/>
                      <a:pt x="22" y="25"/>
                      <a:pt x="20" y="29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19" y="35"/>
                      <a:pt x="27" y="38"/>
                      <a:pt x="37" y="37"/>
                    </a:cubicBezTo>
                    <a:cubicBezTo>
                      <a:pt x="48" y="36"/>
                      <a:pt x="56" y="30"/>
                      <a:pt x="56" y="30"/>
                    </a:cubicBezTo>
                    <a:cubicBezTo>
                      <a:pt x="56" y="30"/>
                      <a:pt x="47" y="26"/>
                      <a:pt x="36" y="2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6" name="组合 195"/>
            <p:cNvGrpSpPr>
              <a:grpSpLocks noChangeAspect="1"/>
            </p:cNvGrpSpPr>
            <p:nvPr/>
          </p:nvGrpSpPr>
          <p:grpSpPr>
            <a:xfrm>
              <a:off x="5056188" y="1782763"/>
              <a:ext cx="258763" cy="254000"/>
              <a:chOff x="5056188" y="1782763"/>
              <a:chExt cx="258763" cy="254000"/>
            </a:xfrm>
          </p:grpSpPr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>
                <a:off x="5056188" y="1979613"/>
                <a:ext cx="258763" cy="57150"/>
              </a:xfrm>
              <a:custGeom>
                <a:avLst/>
                <a:gdLst>
                  <a:gd name="T0" fmla="*/ 76 w 82"/>
                  <a:gd name="T1" fmla="*/ 0 h 18"/>
                  <a:gd name="T2" fmla="*/ 41 w 82"/>
                  <a:gd name="T3" fmla="*/ 10 h 18"/>
                  <a:gd name="T4" fmla="*/ 6 w 82"/>
                  <a:gd name="T5" fmla="*/ 0 h 18"/>
                  <a:gd name="T6" fmla="*/ 0 w 82"/>
                  <a:gd name="T7" fmla="*/ 5 h 18"/>
                  <a:gd name="T8" fmla="*/ 41 w 82"/>
                  <a:gd name="T9" fmla="*/ 18 h 18"/>
                  <a:gd name="T10" fmla="*/ 82 w 82"/>
                  <a:gd name="T11" fmla="*/ 5 h 18"/>
                  <a:gd name="T12" fmla="*/ 76 w 82"/>
                  <a:gd name="T13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18">
                    <a:moveTo>
                      <a:pt x="76" y="0"/>
                    </a:moveTo>
                    <a:cubicBezTo>
                      <a:pt x="66" y="6"/>
                      <a:pt x="53" y="10"/>
                      <a:pt x="41" y="10"/>
                    </a:cubicBezTo>
                    <a:cubicBezTo>
                      <a:pt x="29" y="10"/>
                      <a:pt x="16" y="6"/>
                      <a:pt x="6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12" y="14"/>
                      <a:pt x="26" y="18"/>
                      <a:pt x="41" y="18"/>
                    </a:cubicBezTo>
                    <a:cubicBezTo>
                      <a:pt x="56" y="18"/>
                      <a:pt x="70" y="14"/>
                      <a:pt x="82" y="5"/>
                    </a:cubicBez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 12"/>
              <p:cNvSpPr>
                <a:spLocks noEditPoints="1"/>
              </p:cNvSpPr>
              <p:nvPr/>
            </p:nvSpPr>
            <p:spPr bwMode="auto">
              <a:xfrm>
                <a:off x="5116513" y="1782763"/>
                <a:ext cx="139700" cy="203200"/>
              </a:xfrm>
              <a:custGeom>
                <a:avLst/>
                <a:gdLst>
                  <a:gd name="T0" fmla="*/ 22 w 44"/>
                  <a:gd name="T1" fmla="*/ 64 h 64"/>
                  <a:gd name="T2" fmla="*/ 44 w 44"/>
                  <a:gd name="T3" fmla="*/ 42 h 64"/>
                  <a:gd name="T4" fmla="*/ 22 w 44"/>
                  <a:gd name="T5" fmla="*/ 0 h 64"/>
                  <a:gd name="T6" fmla="*/ 0 w 44"/>
                  <a:gd name="T7" fmla="*/ 42 h 64"/>
                  <a:gd name="T8" fmla="*/ 22 w 44"/>
                  <a:gd name="T9" fmla="*/ 64 h 64"/>
                  <a:gd name="T10" fmla="*/ 22 w 44"/>
                  <a:gd name="T11" fmla="*/ 49 h 64"/>
                  <a:gd name="T12" fmla="*/ 31 w 44"/>
                  <a:gd name="T13" fmla="*/ 40 h 64"/>
                  <a:gd name="T14" fmla="*/ 37 w 44"/>
                  <a:gd name="T15" fmla="*/ 40 h 64"/>
                  <a:gd name="T16" fmla="*/ 22 w 44"/>
                  <a:gd name="T17" fmla="*/ 55 h 64"/>
                  <a:gd name="T18" fmla="*/ 22 w 44"/>
                  <a:gd name="T19" fmla="*/ 49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" h="64">
                    <a:moveTo>
                      <a:pt x="22" y="64"/>
                    </a:moveTo>
                    <a:cubicBezTo>
                      <a:pt x="34" y="64"/>
                      <a:pt x="44" y="54"/>
                      <a:pt x="44" y="42"/>
                    </a:cubicBezTo>
                    <a:cubicBezTo>
                      <a:pt x="44" y="26"/>
                      <a:pt x="22" y="0"/>
                      <a:pt x="22" y="0"/>
                    </a:cubicBezTo>
                    <a:cubicBezTo>
                      <a:pt x="22" y="0"/>
                      <a:pt x="0" y="26"/>
                      <a:pt x="0" y="42"/>
                    </a:cubicBezTo>
                    <a:cubicBezTo>
                      <a:pt x="0" y="54"/>
                      <a:pt x="10" y="64"/>
                      <a:pt x="22" y="64"/>
                    </a:cubicBezTo>
                    <a:close/>
                    <a:moveTo>
                      <a:pt x="22" y="49"/>
                    </a:moveTo>
                    <a:cubicBezTo>
                      <a:pt x="27" y="49"/>
                      <a:pt x="31" y="45"/>
                      <a:pt x="31" y="40"/>
                    </a:cubicBezTo>
                    <a:cubicBezTo>
                      <a:pt x="37" y="40"/>
                      <a:pt x="37" y="40"/>
                      <a:pt x="37" y="40"/>
                    </a:cubicBezTo>
                    <a:cubicBezTo>
                      <a:pt x="37" y="48"/>
                      <a:pt x="30" y="55"/>
                      <a:pt x="22" y="55"/>
                    </a:cubicBezTo>
                    <a:lnTo>
                      <a:pt x="22" y="49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Freeform 13"/>
            <p:cNvSpPr>
              <a:spLocks noChangeAspect="1"/>
            </p:cNvSpPr>
            <p:nvPr/>
          </p:nvSpPr>
          <p:spPr bwMode="auto">
            <a:xfrm>
              <a:off x="6291263" y="1833563"/>
              <a:ext cx="82550" cy="73025"/>
            </a:xfrm>
            <a:custGeom>
              <a:avLst/>
              <a:gdLst>
                <a:gd name="T0" fmla="*/ 22 w 26"/>
                <a:gd name="T1" fmla="*/ 19 h 23"/>
                <a:gd name="T2" fmla="*/ 21 w 26"/>
                <a:gd name="T3" fmla="*/ 5 h 23"/>
                <a:gd name="T4" fmla="*/ 0 w 26"/>
                <a:gd name="T5" fmla="*/ 0 h 23"/>
                <a:gd name="T6" fmla="*/ 9 w 26"/>
                <a:gd name="T7" fmla="*/ 20 h 23"/>
                <a:gd name="T8" fmla="*/ 22 w 26"/>
                <a:gd name="T9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3">
                  <a:moveTo>
                    <a:pt x="22" y="19"/>
                  </a:moveTo>
                  <a:cubicBezTo>
                    <a:pt x="26" y="15"/>
                    <a:pt x="25" y="9"/>
                    <a:pt x="21" y="5"/>
                  </a:cubicBezTo>
                  <a:cubicBezTo>
                    <a:pt x="17" y="2"/>
                    <a:pt x="0" y="0"/>
                    <a:pt x="0" y="0"/>
                  </a:cubicBezTo>
                  <a:cubicBezTo>
                    <a:pt x="0" y="0"/>
                    <a:pt x="4" y="16"/>
                    <a:pt x="9" y="20"/>
                  </a:cubicBezTo>
                  <a:cubicBezTo>
                    <a:pt x="13" y="23"/>
                    <a:pt x="19" y="23"/>
                    <a:pt x="22" y="19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98" name="组合 197"/>
            <p:cNvGrpSpPr>
              <a:grpSpLocks noChangeAspect="1"/>
            </p:cNvGrpSpPr>
            <p:nvPr/>
          </p:nvGrpSpPr>
          <p:grpSpPr>
            <a:xfrm>
              <a:off x="6313488" y="1795463"/>
              <a:ext cx="187325" cy="254000"/>
              <a:chOff x="6313488" y="1795463"/>
              <a:chExt cx="187325" cy="254000"/>
            </a:xfrm>
          </p:grpSpPr>
          <p:sp>
            <p:nvSpPr>
              <p:cNvPr id="15" name="Freeform 14"/>
              <p:cNvSpPr>
                <a:spLocks/>
              </p:cNvSpPr>
              <p:nvPr/>
            </p:nvSpPr>
            <p:spPr bwMode="auto">
              <a:xfrm>
                <a:off x="6386513" y="1795463"/>
                <a:ext cx="114300" cy="152400"/>
              </a:xfrm>
              <a:custGeom>
                <a:avLst/>
                <a:gdLst>
                  <a:gd name="T0" fmla="*/ 8 w 36"/>
                  <a:gd name="T1" fmla="*/ 36 h 48"/>
                  <a:gd name="T2" fmla="*/ 9 w 36"/>
                  <a:gd name="T3" fmla="*/ 32 h 48"/>
                  <a:gd name="T4" fmla="*/ 27 w 36"/>
                  <a:gd name="T5" fmla="*/ 30 h 48"/>
                  <a:gd name="T6" fmla="*/ 36 w 36"/>
                  <a:gd name="T7" fmla="*/ 0 h 48"/>
                  <a:gd name="T8" fmla="*/ 7 w 36"/>
                  <a:gd name="T9" fmla="*/ 10 h 48"/>
                  <a:gd name="T10" fmla="*/ 4 w 36"/>
                  <a:gd name="T11" fmla="*/ 25 h 48"/>
                  <a:gd name="T12" fmla="*/ 0 w 36"/>
                  <a:gd name="T13" fmla="*/ 36 h 48"/>
                  <a:gd name="T14" fmla="*/ 0 w 36"/>
                  <a:gd name="T15" fmla="*/ 48 h 48"/>
                  <a:gd name="T16" fmla="*/ 8 w 36"/>
                  <a:gd name="T17" fmla="*/ 48 h 48"/>
                  <a:gd name="T18" fmla="*/ 8 w 36"/>
                  <a:gd name="T19" fmla="*/ 3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6" h="48">
                    <a:moveTo>
                      <a:pt x="8" y="36"/>
                    </a:moveTo>
                    <a:cubicBezTo>
                      <a:pt x="8" y="35"/>
                      <a:pt x="8" y="34"/>
                      <a:pt x="9" y="32"/>
                    </a:cubicBezTo>
                    <a:cubicBezTo>
                      <a:pt x="15" y="36"/>
                      <a:pt x="22" y="35"/>
                      <a:pt x="27" y="30"/>
                    </a:cubicBezTo>
                    <a:cubicBezTo>
                      <a:pt x="32" y="24"/>
                      <a:pt x="36" y="0"/>
                      <a:pt x="36" y="0"/>
                    </a:cubicBezTo>
                    <a:cubicBezTo>
                      <a:pt x="36" y="0"/>
                      <a:pt x="13" y="4"/>
                      <a:pt x="7" y="10"/>
                    </a:cubicBezTo>
                    <a:cubicBezTo>
                      <a:pt x="3" y="14"/>
                      <a:pt x="2" y="20"/>
                      <a:pt x="4" y="25"/>
                    </a:cubicBezTo>
                    <a:cubicBezTo>
                      <a:pt x="1" y="29"/>
                      <a:pt x="0" y="33"/>
                      <a:pt x="0" y="36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8" y="48"/>
                      <a:pt x="8" y="48"/>
                      <a:pt x="8" y="48"/>
                    </a:cubicBezTo>
                    <a:lnTo>
                      <a:pt x="8" y="3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Freeform 15"/>
              <p:cNvSpPr>
                <a:spLocks/>
              </p:cNvSpPr>
              <p:nvPr/>
            </p:nvSpPr>
            <p:spPr bwMode="auto">
              <a:xfrm>
                <a:off x="6313488" y="1960563"/>
                <a:ext cx="171450" cy="88900"/>
              </a:xfrm>
              <a:custGeom>
                <a:avLst/>
                <a:gdLst>
                  <a:gd name="T0" fmla="*/ 50 w 54"/>
                  <a:gd name="T1" fmla="*/ 0 h 28"/>
                  <a:gd name="T2" fmla="*/ 4 w 54"/>
                  <a:gd name="T3" fmla="*/ 0 h 28"/>
                  <a:gd name="T4" fmla="*/ 1 w 54"/>
                  <a:gd name="T5" fmla="*/ 2 h 28"/>
                  <a:gd name="T6" fmla="*/ 0 w 54"/>
                  <a:gd name="T7" fmla="*/ 5 h 28"/>
                  <a:gd name="T8" fmla="*/ 6 w 54"/>
                  <a:gd name="T9" fmla="*/ 25 h 28"/>
                  <a:gd name="T10" fmla="*/ 10 w 54"/>
                  <a:gd name="T11" fmla="*/ 28 h 28"/>
                  <a:gd name="T12" fmla="*/ 44 w 54"/>
                  <a:gd name="T13" fmla="*/ 28 h 28"/>
                  <a:gd name="T14" fmla="*/ 48 w 54"/>
                  <a:gd name="T15" fmla="*/ 25 h 28"/>
                  <a:gd name="T16" fmla="*/ 54 w 54"/>
                  <a:gd name="T17" fmla="*/ 5 h 28"/>
                  <a:gd name="T18" fmla="*/ 53 w 54"/>
                  <a:gd name="T19" fmla="*/ 2 h 28"/>
                  <a:gd name="T20" fmla="*/ 50 w 54"/>
                  <a:gd name="T2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4" h="28">
                    <a:moveTo>
                      <a:pt x="5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2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7" y="27"/>
                      <a:pt x="8" y="28"/>
                      <a:pt x="10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6" y="28"/>
                      <a:pt x="47" y="27"/>
                      <a:pt x="48" y="2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4"/>
                      <a:pt x="54" y="3"/>
                      <a:pt x="53" y="2"/>
                    </a:cubicBezTo>
                    <a:cubicBezTo>
                      <a:pt x="52" y="1"/>
                      <a:pt x="51" y="0"/>
                      <a:pt x="50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9" name="组合 198"/>
            <p:cNvGrpSpPr>
              <a:grpSpLocks noChangeAspect="1"/>
            </p:cNvGrpSpPr>
            <p:nvPr/>
          </p:nvGrpSpPr>
          <p:grpSpPr>
            <a:xfrm>
              <a:off x="6919913" y="1795463"/>
              <a:ext cx="171450" cy="254000"/>
              <a:chOff x="6919913" y="1795463"/>
              <a:chExt cx="171450" cy="254000"/>
            </a:xfrm>
          </p:grpSpPr>
          <p:sp>
            <p:nvSpPr>
              <p:cNvPr id="17" name="Freeform 16"/>
              <p:cNvSpPr>
                <a:spLocks/>
              </p:cNvSpPr>
              <p:nvPr/>
            </p:nvSpPr>
            <p:spPr bwMode="auto">
              <a:xfrm>
                <a:off x="6919913" y="1960563"/>
                <a:ext cx="171450" cy="88900"/>
              </a:xfrm>
              <a:custGeom>
                <a:avLst/>
                <a:gdLst>
                  <a:gd name="T0" fmla="*/ 53 w 54"/>
                  <a:gd name="T1" fmla="*/ 2 h 28"/>
                  <a:gd name="T2" fmla="*/ 50 w 54"/>
                  <a:gd name="T3" fmla="*/ 0 h 28"/>
                  <a:gd name="T4" fmla="*/ 4 w 54"/>
                  <a:gd name="T5" fmla="*/ 0 h 28"/>
                  <a:gd name="T6" fmla="*/ 1 w 54"/>
                  <a:gd name="T7" fmla="*/ 2 h 28"/>
                  <a:gd name="T8" fmla="*/ 0 w 54"/>
                  <a:gd name="T9" fmla="*/ 5 h 28"/>
                  <a:gd name="T10" fmla="*/ 6 w 54"/>
                  <a:gd name="T11" fmla="*/ 25 h 28"/>
                  <a:gd name="T12" fmla="*/ 10 w 54"/>
                  <a:gd name="T13" fmla="*/ 28 h 28"/>
                  <a:gd name="T14" fmla="*/ 44 w 54"/>
                  <a:gd name="T15" fmla="*/ 28 h 28"/>
                  <a:gd name="T16" fmla="*/ 48 w 54"/>
                  <a:gd name="T17" fmla="*/ 25 h 28"/>
                  <a:gd name="T18" fmla="*/ 54 w 54"/>
                  <a:gd name="T19" fmla="*/ 5 h 28"/>
                  <a:gd name="T20" fmla="*/ 53 w 54"/>
                  <a:gd name="T21" fmla="*/ 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4" h="28">
                    <a:moveTo>
                      <a:pt x="53" y="2"/>
                    </a:moveTo>
                    <a:cubicBezTo>
                      <a:pt x="52" y="1"/>
                      <a:pt x="51" y="0"/>
                      <a:pt x="5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2" y="1"/>
                      <a:pt x="1" y="2"/>
                    </a:cubicBezTo>
                    <a:cubicBezTo>
                      <a:pt x="0" y="3"/>
                      <a:pt x="0" y="4"/>
                      <a:pt x="0" y="5"/>
                    </a:cubicBezTo>
                    <a:cubicBezTo>
                      <a:pt x="6" y="25"/>
                      <a:pt x="6" y="25"/>
                      <a:pt x="6" y="25"/>
                    </a:cubicBezTo>
                    <a:cubicBezTo>
                      <a:pt x="7" y="27"/>
                      <a:pt x="8" y="28"/>
                      <a:pt x="10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6" y="28"/>
                      <a:pt x="47" y="27"/>
                      <a:pt x="48" y="2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4"/>
                      <a:pt x="54" y="3"/>
                      <a:pt x="53" y="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Freeform 17"/>
              <p:cNvSpPr>
                <a:spLocks noEditPoints="1"/>
              </p:cNvSpPr>
              <p:nvPr/>
            </p:nvSpPr>
            <p:spPr bwMode="auto">
              <a:xfrm>
                <a:off x="6942138" y="1795463"/>
                <a:ext cx="127000" cy="152400"/>
              </a:xfrm>
              <a:custGeom>
                <a:avLst/>
                <a:gdLst>
                  <a:gd name="T0" fmla="*/ 9 w 40"/>
                  <a:gd name="T1" fmla="*/ 24 h 48"/>
                  <a:gd name="T2" fmla="*/ 9 w 40"/>
                  <a:gd name="T3" fmla="*/ 25 h 48"/>
                  <a:gd name="T4" fmla="*/ 4 w 40"/>
                  <a:gd name="T5" fmla="*/ 32 h 48"/>
                  <a:gd name="T6" fmla="*/ 12 w 40"/>
                  <a:gd name="T7" fmla="*/ 40 h 48"/>
                  <a:gd name="T8" fmla="*/ 16 w 40"/>
                  <a:gd name="T9" fmla="*/ 39 h 48"/>
                  <a:gd name="T10" fmla="*/ 16 w 40"/>
                  <a:gd name="T11" fmla="*/ 48 h 48"/>
                  <a:gd name="T12" fmla="*/ 24 w 40"/>
                  <a:gd name="T13" fmla="*/ 48 h 48"/>
                  <a:gd name="T14" fmla="*/ 24 w 40"/>
                  <a:gd name="T15" fmla="*/ 39 h 48"/>
                  <a:gd name="T16" fmla="*/ 28 w 40"/>
                  <a:gd name="T17" fmla="*/ 40 h 48"/>
                  <a:gd name="T18" fmla="*/ 36 w 40"/>
                  <a:gd name="T19" fmla="*/ 32 h 48"/>
                  <a:gd name="T20" fmla="*/ 31 w 40"/>
                  <a:gd name="T21" fmla="*/ 25 h 48"/>
                  <a:gd name="T22" fmla="*/ 31 w 40"/>
                  <a:gd name="T23" fmla="*/ 24 h 48"/>
                  <a:gd name="T24" fmla="*/ 40 w 40"/>
                  <a:gd name="T25" fmla="*/ 16 h 48"/>
                  <a:gd name="T26" fmla="*/ 32 w 40"/>
                  <a:gd name="T27" fmla="*/ 8 h 48"/>
                  <a:gd name="T28" fmla="*/ 28 w 40"/>
                  <a:gd name="T29" fmla="*/ 9 h 48"/>
                  <a:gd name="T30" fmla="*/ 20 w 40"/>
                  <a:gd name="T31" fmla="*/ 0 h 48"/>
                  <a:gd name="T32" fmla="*/ 12 w 40"/>
                  <a:gd name="T33" fmla="*/ 9 h 48"/>
                  <a:gd name="T34" fmla="*/ 8 w 40"/>
                  <a:gd name="T35" fmla="*/ 8 h 48"/>
                  <a:gd name="T36" fmla="*/ 0 w 40"/>
                  <a:gd name="T37" fmla="*/ 16 h 48"/>
                  <a:gd name="T38" fmla="*/ 9 w 40"/>
                  <a:gd name="T39" fmla="*/ 24 h 48"/>
                  <a:gd name="T40" fmla="*/ 20 w 40"/>
                  <a:gd name="T41" fmla="*/ 12 h 48"/>
                  <a:gd name="T42" fmla="*/ 28 w 40"/>
                  <a:gd name="T43" fmla="*/ 20 h 48"/>
                  <a:gd name="T44" fmla="*/ 20 w 40"/>
                  <a:gd name="T45" fmla="*/ 28 h 48"/>
                  <a:gd name="T46" fmla="*/ 12 w 40"/>
                  <a:gd name="T47" fmla="*/ 20 h 48"/>
                  <a:gd name="T48" fmla="*/ 20 w 40"/>
                  <a:gd name="T49" fmla="*/ 1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0" h="48">
                    <a:moveTo>
                      <a:pt x="9" y="24"/>
                    </a:moveTo>
                    <a:cubicBezTo>
                      <a:pt x="9" y="24"/>
                      <a:pt x="9" y="24"/>
                      <a:pt x="9" y="25"/>
                    </a:cubicBezTo>
                    <a:cubicBezTo>
                      <a:pt x="6" y="26"/>
                      <a:pt x="4" y="29"/>
                      <a:pt x="4" y="32"/>
                    </a:cubicBezTo>
                    <a:cubicBezTo>
                      <a:pt x="4" y="36"/>
                      <a:pt x="8" y="40"/>
                      <a:pt x="12" y="40"/>
                    </a:cubicBezTo>
                    <a:cubicBezTo>
                      <a:pt x="13" y="40"/>
                      <a:pt x="15" y="40"/>
                      <a:pt x="16" y="39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25" y="40"/>
                      <a:pt x="27" y="40"/>
                      <a:pt x="28" y="40"/>
                    </a:cubicBezTo>
                    <a:cubicBezTo>
                      <a:pt x="32" y="40"/>
                      <a:pt x="36" y="36"/>
                      <a:pt x="36" y="32"/>
                    </a:cubicBezTo>
                    <a:cubicBezTo>
                      <a:pt x="36" y="29"/>
                      <a:pt x="34" y="26"/>
                      <a:pt x="31" y="25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6" y="24"/>
                      <a:pt x="40" y="20"/>
                      <a:pt x="40" y="16"/>
                    </a:cubicBezTo>
                    <a:cubicBezTo>
                      <a:pt x="40" y="12"/>
                      <a:pt x="36" y="8"/>
                      <a:pt x="32" y="8"/>
                    </a:cubicBezTo>
                    <a:cubicBezTo>
                      <a:pt x="30" y="8"/>
                      <a:pt x="29" y="8"/>
                      <a:pt x="28" y="9"/>
                    </a:cubicBezTo>
                    <a:cubicBezTo>
                      <a:pt x="29" y="4"/>
                      <a:pt x="25" y="0"/>
                      <a:pt x="20" y="0"/>
                    </a:cubicBezTo>
                    <a:cubicBezTo>
                      <a:pt x="15" y="0"/>
                      <a:pt x="11" y="4"/>
                      <a:pt x="12" y="9"/>
                    </a:cubicBezTo>
                    <a:cubicBezTo>
                      <a:pt x="11" y="8"/>
                      <a:pt x="10" y="8"/>
                      <a:pt x="8" y="8"/>
                    </a:cubicBezTo>
                    <a:cubicBezTo>
                      <a:pt x="4" y="8"/>
                      <a:pt x="0" y="12"/>
                      <a:pt x="0" y="16"/>
                    </a:cubicBezTo>
                    <a:cubicBezTo>
                      <a:pt x="0" y="20"/>
                      <a:pt x="4" y="24"/>
                      <a:pt x="9" y="24"/>
                    </a:cubicBezTo>
                    <a:close/>
                    <a:moveTo>
                      <a:pt x="20" y="12"/>
                    </a:moveTo>
                    <a:cubicBezTo>
                      <a:pt x="24" y="12"/>
                      <a:pt x="28" y="16"/>
                      <a:pt x="28" y="20"/>
                    </a:cubicBezTo>
                    <a:cubicBezTo>
                      <a:pt x="28" y="24"/>
                      <a:pt x="24" y="28"/>
                      <a:pt x="20" y="28"/>
                    </a:cubicBezTo>
                    <a:cubicBezTo>
                      <a:pt x="16" y="28"/>
                      <a:pt x="12" y="24"/>
                      <a:pt x="12" y="20"/>
                    </a:cubicBezTo>
                    <a:cubicBezTo>
                      <a:pt x="12" y="16"/>
                      <a:pt x="16" y="12"/>
                      <a:pt x="20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5" name="组合 194"/>
            <p:cNvGrpSpPr>
              <a:grpSpLocks noChangeAspect="1"/>
            </p:cNvGrpSpPr>
            <p:nvPr/>
          </p:nvGrpSpPr>
          <p:grpSpPr>
            <a:xfrm>
              <a:off x="4452938" y="1770063"/>
              <a:ext cx="252413" cy="266700"/>
              <a:chOff x="4452938" y="1770063"/>
              <a:chExt cx="252413" cy="266700"/>
            </a:xfrm>
          </p:grpSpPr>
          <p:sp>
            <p:nvSpPr>
              <p:cNvPr id="19" name="Freeform 18"/>
              <p:cNvSpPr>
                <a:spLocks/>
              </p:cNvSpPr>
              <p:nvPr/>
            </p:nvSpPr>
            <p:spPr bwMode="auto">
              <a:xfrm>
                <a:off x="4452938" y="1770063"/>
                <a:ext cx="215900" cy="152400"/>
              </a:xfrm>
              <a:custGeom>
                <a:avLst/>
                <a:gdLst>
                  <a:gd name="T0" fmla="*/ 52 w 68"/>
                  <a:gd name="T1" fmla="*/ 48 h 48"/>
                  <a:gd name="T2" fmla="*/ 68 w 68"/>
                  <a:gd name="T3" fmla="*/ 48 h 48"/>
                  <a:gd name="T4" fmla="*/ 68 w 68"/>
                  <a:gd name="T5" fmla="*/ 32 h 48"/>
                  <a:gd name="T6" fmla="*/ 52 w 68"/>
                  <a:gd name="T7" fmla="*/ 16 h 48"/>
                  <a:gd name="T8" fmla="*/ 36 w 68"/>
                  <a:gd name="T9" fmla="*/ 16 h 48"/>
                  <a:gd name="T10" fmla="*/ 36 w 68"/>
                  <a:gd name="T11" fmla="*/ 8 h 48"/>
                  <a:gd name="T12" fmla="*/ 48 w 68"/>
                  <a:gd name="T13" fmla="*/ 8 h 48"/>
                  <a:gd name="T14" fmla="*/ 48 w 68"/>
                  <a:gd name="T15" fmla="*/ 0 h 48"/>
                  <a:gd name="T16" fmla="*/ 16 w 68"/>
                  <a:gd name="T17" fmla="*/ 0 h 48"/>
                  <a:gd name="T18" fmla="*/ 16 w 68"/>
                  <a:gd name="T19" fmla="*/ 8 h 48"/>
                  <a:gd name="T20" fmla="*/ 28 w 68"/>
                  <a:gd name="T21" fmla="*/ 8 h 48"/>
                  <a:gd name="T22" fmla="*/ 28 w 68"/>
                  <a:gd name="T23" fmla="*/ 16 h 48"/>
                  <a:gd name="T24" fmla="*/ 0 w 68"/>
                  <a:gd name="T25" fmla="*/ 16 h 48"/>
                  <a:gd name="T26" fmla="*/ 0 w 68"/>
                  <a:gd name="T27" fmla="*/ 32 h 48"/>
                  <a:gd name="T28" fmla="*/ 52 w 68"/>
                  <a:gd name="T29" fmla="*/ 32 h 48"/>
                  <a:gd name="T30" fmla="*/ 52 w 68"/>
                  <a:gd name="T31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8" h="48">
                    <a:moveTo>
                      <a:pt x="52" y="48"/>
                    </a:moveTo>
                    <a:cubicBezTo>
                      <a:pt x="68" y="48"/>
                      <a:pt x="68" y="48"/>
                      <a:pt x="68" y="48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68" y="23"/>
                      <a:pt x="61" y="16"/>
                      <a:pt x="52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52" y="32"/>
                      <a:pt x="52" y="32"/>
                      <a:pt x="52" y="32"/>
                    </a:cubicBezTo>
                    <a:lnTo>
                      <a:pt x="52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Oval 19"/>
              <p:cNvSpPr>
                <a:spLocks noChangeArrowheads="1"/>
              </p:cNvSpPr>
              <p:nvPr/>
            </p:nvSpPr>
            <p:spPr bwMode="auto">
              <a:xfrm>
                <a:off x="4630738" y="1947863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Oval 20"/>
              <p:cNvSpPr>
                <a:spLocks noChangeArrowheads="1"/>
              </p:cNvSpPr>
              <p:nvPr/>
            </p:nvSpPr>
            <p:spPr bwMode="auto">
              <a:xfrm>
                <a:off x="4605338" y="1979613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Oval 21"/>
              <p:cNvSpPr>
                <a:spLocks noChangeArrowheads="1"/>
              </p:cNvSpPr>
              <p:nvPr/>
            </p:nvSpPr>
            <p:spPr bwMode="auto">
              <a:xfrm>
                <a:off x="4656138" y="1979613"/>
                <a:ext cx="23813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Oval 22"/>
              <p:cNvSpPr>
                <a:spLocks noChangeArrowheads="1"/>
              </p:cNvSpPr>
              <p:nvPr/>
            </p:nvSpPr>
            <p:spPr bwMode="auto">
              <a:xfrm>
                <a:off x="4630738" y="2011363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Oval 23"/>
              <p:cNvSpPr>
                <a:spLocks noChangeArrowheads="1"/>
              </p:cNvSpPr>
              <p:nvPr/>
            </p:nvSpPr>
            <p:spPr bwMode="auto">
              <a:xfrm>
                <a:off x="4579938" y="2011363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Oval 24"/>
              <p:cNvSpPr>
                <a:spLocks noChangeArrowheads="1"/>
              </p:cNvSpPr>
              <p:nvPr/>
            </p:nvSpPr>
            <p:spPr bwMode="auto">
              <a:xfrm>
                <a:off x="4679951" y="2011363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1" name="组合 200"/>
            <p:cNvGrpSpPr>
              <a:grpSpLocks noChangeAspect="1"/>
            </p:cNvGrpSpPr>
            <p:nvPr/>
          </p:nvGrpSpPr>
          <p:grpSpPr>
            <a:xfrm>
              <a:off x="8118476" y="1776413"/>
              <a:ext cx="201613" cy="273050"/>
              <a:chOff x="8118476" y="1776413"/>
              <a:chExt cx="201613" cy="273050"/>
            </a:xfrm>
          </p:grpSpPr>
          <p:sp>
            <p:nvSpPr>
              <p:cNvPr id="26" name="Freeform 25"/>
              <p:cNvSpPr>
                <a:spLocks noEditPoints="1"/>
              </p:cNvSpPr>
              <p:nvPr/>
            </p:nvSpPr>
            <p:spPr bwMode="auto">
              <a:xfrm>
                <a:off x="8150226" y="1776413"/>
                <a:ext cx="169863" cy="107950"/>
              </a:xfrm>
              <a:custGeom>
                <a:avLst/>
                <a:gdLst>
                  <a:gd name="T0" fmla="*/ 2 w 54"/>
                  <a:gd name="T1" fmla="*/ 28 h 34"/>
                  <a:gd name="T2" fmla="*/ 11 w 54"/>
                  <a:gd name="T3" fmla="*/ 24 h 34"/>
                  <a:gd name="T4" fmla="*/ 30 w 54"/>
                  <a:gd name="T5" fmla="*/ 31 h 34"/>
                  <a:gd name="T6" fmla="*/ 52 w 54"/>
                  <a:gd name="T7" fmla="*/ 8 h 34"/>
                  <a:gd name="T8" fmla="*/ 54 w 54"/>
                  <a:gd name="T9" fmla="*/ 5 h 34"/>
                  <a:gd name="T10" fmla="*/ 50 w 54"/>
                  <a:gd name="T11" fmla="*/ 4 h 34"/>
                  <a:gd name="T12" fmla="*/ 25 w 54"/>
                  <a:gd name="T13" fmla="*/ 0 h 34"/>
                  <a:gd name="T14" fmla="*/ 8 w 54"/>
                  <a:gd name="T15" fmla="*/ 19 h 34"/>
                  <a:gd name="T16" fmla="*/ 0 w 54"/>
                  <a:gd name="T17" fmla="*/ 22 h 34"/>
                  <a:gd name="T18" fmla="*/ 2 w 54"/>
                  <a:gd name="T19" fmla="*/ 28 h 34"/>
                  <a:gd name="T20" fmla="*/ 25 w 54"/>
                  <a:gd name="T21" fmla="*/ 6 h 34"/>
                  <a:gd name="T22" fmla="*/ 45 w 54"/>
                  <a:gd name="T23" fmla="*/ 9 h 34"/>
                  <a:gd name="T24" fmla="*/ 28 w 54"/>
                  <a:gd name="T25" fmla="*/ 26 h 34"/>
                  <a:gd name="T26" fmla="*/ 16 w 54"/>
                  <a:gd name="T27" fmla="*/ 22 h 34"/>
                  <a:gd name="T28" fmla="*/ 31 w 54"/>
                  <a:gd name="T29" fmla="*/ 17 h 34"/>
                  <a:gd name="T30" fmla="*/ 29 w 54"/>
                  <a:gd name="T31" fmla="*/ 11 h 34"/>
                  <a:gd name="T32" fmla="*/ 14 w 54"/>
                  <a:gd name="T33" fmla="*/ 17 h 34"/>
                  <a:gd name="T34" fmla="*/ 25 w 54"/>
                  <a:gd name="T35" fmla="*/ 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4" h="34">
                    <a:moveTo>
                      <a:pt x="2" y="28"/>
                    </a:moveTo>
                    <a:cubicBezTo>
                      <a:pt x="11" y="24"/>
                      <a:pt x="11" y="24"/>
                      <a:pt x="11" y="24"/>
                    </a:cubicBezTo>
                    <a:cubicBezTo>
                      <a:pt x="15" y="31"/>
                      <a:pt x="23" y="34"/>
                      <a:pt x="30" y="31"/>
                    </a:cubicBezTo>
                    <a:cubicBezTo>
                      <a:pt x="39" y="28"/>
                      <a:pt x="51" y="10"/>
                      <a:pt x="52" y="8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0" y="4"/>
                      <a:pt x="50" y="4"/>
                      <a:pt x="50" y="4"/>
                    </a:cubicBezTo>
                    <a:cubicBezTo>
                      <a:pt x="50" y="4"/>
                      <a:pt x="35" y="0"/>
                      <a:pt x="25" y="0"/>
                    </a:cubicBezTo>
                    <a:cubicBezTo>
                      <a:pt x="13" y="0"/>
                      <a:pt x="7" y="10"/>
                      <a:pt x="8" y="19"/>
                    </a:cubicBezTo>
                    <a:cubicBezTo>
                      <a:pt x="0" y="22"/>
                      <a:pt x="0" y="22"/>
                      <a:pt x="0" y="22"/>
                    </a:cubicBezTo>
                    <a:lnTo>
                      <a:pt x="2" y="28"/>
                    </a:lnTo>
                    <a:close/>
                    <a:moveTo>
                      <a:pt x="25" y="6"/>
                    </a:moveTo>
                    <a:cubicBezTo>
                      <a:pt x="31" y="6"/>
                      <a:pt x="40" y="8"/>
                      <a:pt x="45" y="9"/>
                    </a:cubicBezTo>
                    <a:cubicBezTo>
                      <a:pt x="40" y="15"/>
                      <a:pt x="33" y="24"/>
                      <a:pt x="28" y="26"/>
                    </a:cubicBezTo>
                    <a:cubicBezTo>
                      <a:pt x="24" y="27"/>
                      <a:pt x="19" y="26"/>
                      <a:pt x="16" y="22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12"/>
                      <a:pt x="17" y="6"/>
                      <a:pt x="25" y="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8118476" y="1897063"/>
                <a:ext cx="201613" cy="152400"/>
              </a:xfrm>
              <a:custGeom>
                <a:avLst/>
                <a:gdLst>
                  <a:gd name="T0" fmla="*/ 53 w 64"/>
                  <a:gd name="T1" fmla="*/ 2 h 48"/>
                  <a:gd name="T2" fmla="*/ 50 w 64"/>
                  <a:gd name="T3" fmla="*/ 0 h 48"/>
                  <a:gd name="T4" fmla="*/ 14 w 64"/>
                  <a:gd name="T5" fmla="*/ 0 h 48"/>
                  <a:gd name="T6" fmla="*/ 11 w 64"/>
                  <a:gd name="T7" fmla="*/ 2 h 48"/>
                  <a:gd name="T8" fmla="*/ 0 w 64"/>
                  <a:gd name="T9" fmla="*/ 23 h 48"/>
                  <a:gd name="T10" fmla="*/ 0 w 64"/>
                  <a:gd name="T11" fmla="*/ 25 h 48"/>
                  <a:gd name="T12" fmla="*/ 0 w 64"/>
                  <a:gd name="T13" fmla="*/ 36 h 48"/>
                  <a:gd name="T14" fmla="*/ 4 w 64"/>
                  <a:gd name="T15" fmla="*/ 40 h 48"/>
                  <a:gd name="T16" fmla="*/ 8 w 64"/>
                  <a:gd name="T17" fmla="*/ 40 h 48"/>
                  <a:gd name="T18" fmla="*/ 8 w 64"/>
                  <a:gd name="T19" fmla="*/ 42 h 48"/>
                  <a:gd name="T20" fmla="*/ 14 w 64"/>
                  <a:gd name="T21" fmla="*/ 48 h 48"/>
                  <a:gd name="T22" fmla="*/ 20 w 64"/>
                  <a:gd name="T23" fmla="*/ 42 h 48"/>
                  <a:gd name="T24" fmla="*/ 20 w 64"/>
                  <a:gd name="T25" fmla="*/ 40 h 48"/>
                  <a:gd name="T26" fmla="*/ 44 w 64"/>
                  <a:gd name="T27" fmla="*/ 40 h 48"/>
                  <a:gd name="T28" fmla="*/ 44 w 64"/>
                  <a:gd name="T29" fmla="*/ 42 h 48"/>
                  <a:gd name="T30" fmla="*/ 50 w 64"/>
                  <a:gd name="T31" fmla="*/ 48 h 48"/>
                  <a:gd name="T32" fmla="*/ 56 w 64"/>
                  <a:gd name="T33" fmla="*/ 42 h 48"/>
                  <a:gd name="T34" fmla="*/ 56 w 64"/>
                  <a:gd name="T35" fmla="*/ 40 h 48"/>
                  <a:gd name="T36" fmla="*/ 60 w 64"/>
                  <a:gd name="T37" fmla="*/ 40 h 48"/>
                  <a:gd name="T38" fmla="*/ 64 w 64"/>
                  <a:gd name="T39" fmla="*/ 36 h 48"/>
                  <a:gd name="T40" fmla="*/ 64 w 64"/>
                  <a:gd name="T41" fmla="*/ 25 h 48"/>
                  <a:gd name="T42" fmla="*/ 64 w 64"/>
                  <a:gd name="T43" fmla="*/ 23 h 48"/>
                  <a:gd name="T44" fmla="*/ 53 w 64"/>
                  <a:gd name="T45" fmla="*/ 2 h 48"/>
                  <a:gd name="T46" fmla="*/ 20 w 64"/>
                  <a:gd name="T47" fmla="*/ 32 h 48"/>
                  <a:gd name="T48" fmla="*/ 8 w 64"/>
                  <a:gd name="T49" fmla="*/ 32 h 48"/>
                  <a:gd name="T50" fmla="*/ 8 w 64"/>
                  <a:gd name="T51" fmla="*/ 24 h 48"/>
                  <a:gd name="T52" fmla="*/ 20 w 64"/>
                  <a:gd name="T53" fmla="*/ 24 h 48"/>
                  <a:gd name="T54" fmla="*/ 20 w 64"/>
                  <a:gd name="T55" fmla="*/ 32 h 48"/>
                  <a:gd name="T56" fmla="*/ 12 w 64"/>
                  <a:gd name="T57" fmla="*/ 16 h 48"/>
                  <a:gd name="T58" fmla="*/ 16 w 64"/>
                  <a:gd name="T59" fmla="*/ 8 h 48"/>
                  <a:gd name="T60" fmla="*/ 48 w 64"/>
                  <a:gd name="T61" fmla="*/ 8 h 48"/>
                  <a:gd name="T62" fmla="*/ 52 w 64"/>
                  <a:gd name="T63" fmla="*/ 16 h 48"/>
                  <a:gd name="T64" fmla="*/ 12 w 64"/>
                  <a:gd name="T65" fmla="*/ 16 h 48"/>
                  <a:gd name="T66" fmla="*/ 56 w 64"/>
                  <a:gd name="T67" fmla="*/ 32 h 48"/>
                  <a:gd name="T68" fmla="*/ 44 w 64"/>
                  <a:gd name="T69" fmla="*/ 32 h 48"/>
                  <a:gd name="T70" fmla="*/ 44 w 64"/>
                  <a:gd name="T71" fmla="*/ 24 h 48"/>
                  <a:gd name="T72" fmla="*/ 56 w 64"/>
                  <a:gd name="T73" fmla="*/ 24 h 48"/>
                  <a:gd name="T74" fmla="*/ 56 w 64"/>
                  <a:gd name="T75" fmla="*/ 3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64" h="48">
                    <a:moveTo>
                      <a:pt x="53" y="2"/>
                    </a:moveTo>
                    <a:cubicBezTo>
                      <a:pt x="52" y="1"/>
                      <a:pt x="51" y="0"/>
                      <a:pt x="50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3" y="0"/>
                      <a:pt x="12" y="1"/>
                      <a:pt x="11" y="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4"/>
                      <a:pt x="0" y="24"/>
                      <a:pt x="0" y="25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8" y="45"/>
                      <a:pt x="11" y="48"/>
                      <a:pt x="14" y="48"/>
                    </a:cubicBezTo>
                    <a:cubicBezTo>
                      <a:pt x="17" y="48"/>
                      <a:pt x="20" y="45"/>
                      <a:pt x="20" y="42"/>
                    </a:cubicBezTo>
                    <a:cubicBezTo>
                      <a:pt x="20" y="40"/>
                      <a:pt x="20" y="40"/>
                      <a:pt x="20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5"/>
                      <a:pt x="47" y="48"/>
                      <a:pt x="50" y="48"/>
                    </a:cubicBezTo>
                    <a:cubicBezTo>
                      <a:pt x="53" y="48"/>
                      <a:pt x="56" y="45"/>
                      <a:pt x="56" y="42"/>
                    </a:cubicBezTo>
                    <a:cubicBezTo>
                      <a:pt x="56" y="40"/>
                      <a:pt x="56" y="40"/>
                      <a:pt x="56" y="40"/>
                    </a:cubicBezTo>
                    <a:cubicBezTo>
                      <a:pt x="60" y="40"/>
                      <a:pt x="60" y="40"/>
                      <a:pt x="60" y="40"/>
                    </a:cubicBezTo>
                    <a:cubicBezTo>
                      <a:pt x="62" y="40"/>
                      <a:pt x="64" y="38"/>
                      <a:pt x="64" y="36"/>
                    </a:cubicBezTo>
                    <a:cubicBezTo>
                      <a:pt x="64" y="25"/>
                      <a:pt x="64" y="25"/>
                      <a:pt x="64" y="25"/>
                    </a:cubicBezTo>
                    <a:cubicBezTo>
                      <a:pt x="64" y="24"/>
                      <a:pt x="64" y="24"/>
                      <a:pt x="64" y="23"/>
                    </a:cubicBezTo>
                    <a:lnTo>
                      <a:pt x="53" y="2"/>
                    </a:lnTo>
                    <a:close/>
                    <a:moveTo>
                      <a:pt x="20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20" y="24"/>
                      <a:pt x="20" y="24"/>
                      <a:pt x="20" y="24"/>
                    </a:cubicBezTo>
                    <a:lnTo>
                      <a:pt x="20" y="32"/>
                    </a:lnTo>
                    <a:close/>
                    <a:moveTo>
                      <a:pt x="12" y="16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52" y="16"/>
                      <a:pt x="52" y="16"/>
                      <a:pt x="52" y="16"/>
                    </a:cubicBezTo>
                    <a:lnTo>
                      <a:pt x="12" y="16"/>
                    </a:lnTo>
                    <a:close/>
                    <a:moveTo>
                      <a:pt x="56" y="32"/>
                    </a:move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56" y="24"/>
                      <a:pt x="56" y="24"/>
                      <a:pt x="56" y="24"/>
                    </a:cubicBezTo>
                    <a:lnTo>
                      <a:pt x="56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2" name="组合 201"/>
            <p:cNvGrpSpPr>
              <a:grpSpLocks noChangeAspect="1"/>
            </p:cNvGrpSpPr>
            <p:nvPr/>
          </p:nvGrpSpPr>
          <p:grpSpPr>
            <a:xfrm>
              <a:off x="8699501" y="1789113"/>
              <a:ext cx="252413" cy="260350"/>
              <a:chOff x="8699501" y="1789113"/>
              <a:chExt cx="252413" cy="260350"/>
            </a:xfrm>
          </p:grpSpPr>
          <p:sp>
            <p:nvSpPr>
              <p:cNvPr id="28" name="Freeform 27"/>
              <p:cNvSpPr>
                <a:spLocks noEditPoints="1"/>
              </p:cNvSpPr>
              <p:nvPr/>
            </p:nvSpPr>
            <p:spPr bwMode="auto">
              <a:xfrm>
                <a:off x="8782051" y="1789113"/>
                <a:ext cx="169863" cy="107950"/>
              </a:xfrm>
              <a:custGeom>
                <a:avLst/>
                <a:gdLst>
                  <a:gd name="T0" fmla="*/ 2 w 54"/>
                  <a:gd name="T1" fmla="*/ 28 h 34"/>
                  <a:gd name="T2" fmla="*/ 11 w 54"/>
                  <a:gd name="T3" fmla="*/ 24 h 34"/>
                  <a:gd name="T4" fmla="*/ 30 w 54"/>
                  <a:gd name="T5" fmla="*/ 31 h 34"/>
                  <a:gd name="T6" fmla="*/ 54 w 54"/>
                  <a:gd name="T7" fmla="*/ 5 h 34"/>
                  <a:gd name="T8" fmla="*/ 25 w 54"/>
                  <a:gd name="T9" fmla="*/ 0 h 34"/>
                  <a:gd name="T10" fmla="*/ 8 w 54"/>
                  <a:gd name="T11" fmla="*/ 19 h 34"/>
                  <a:gd name="T12" fmla="*/ 0 w 54"/>
                  <a:gd name="T13" fmla="*/ 22 h 34"/>
                  <a:gd name="T14" fmla="*/ 2 w 54"/>
                  <a:gd name="T15" fmla="*/ 28 h 34"/>
                  <a:gd name="T16" fmla="*/ 25 w 54"/>
                  <a:gd name="T17" fmla="*/ 6 h 34"/>
                  <a:gd name="T18" fmla="*/ 45 w 54"/>
                  <a:gd name="T19" fmla="*/ 9 h 34"/>
                  <a:gd name="T20" fmla="*/ 28 w 54"/>
                  <a:gd name="T21" fmla="*/ 26 h 34"/>
                  <a:gd name="T22" fmla="*/ 16 w 54"/>
                  <a:gd name="T23" fmla="*/ 22 h 34"/>
                  <a:gd name="T24" fmla="*/ 31 w 54"/>
                  <a:gd name="T25" fmla="*/ 17 h 34"/>
                  <a:gd name="T26" fmla="*/ 29 w 54"/>
                  <a:gd name="T27" fmla="*/ 11 h 34"/>
                  <a:gd name="T28" fmla="*/ 14 w 54"/>
                  <a:gd name="T29" fmla="*/ 17 h 34"/>
                  <a:gd name="T30" fmla="*/ 25 w 54"/>
                  <a:gd name="T31" fmla="*/ 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4" h="34">
                    <a:moveTo>
                      <a:pt x="2" y="28"/>
                    </a:moveTo>
                    <a:cubicBezTo>
                      <a:pt x="11" y="24"/>
                      <a:pt x="11" y="24"/>
                      <a:pt x="11" y="24"/>
                    </a:cubicBezTo>
                    <a:cubicBezTo>
                      <a:pt x="15" y="31"/>
                      <a:pt x="23" y="34"/>
                      <a:pt x="30" y="31"/>
                    </a:cubicBezTo>
                    <a:cubicBezTo>
                      <a:pt x="39" y="28"/>
                      <a:pt x="50" y="12"/>
                      <a:pt x="54" y="5"/>
                    </a:cubicBezTo>
                    <a:cubicBezTo>
                      <a:pt x="46" y="3"/>
                      <a:pt x="34" y="0"/>
                      <a:pt x="25" y="0"/>
                    </a:cubicBezTo>
                    <a:cubicBezTo>
                      <a:pt x="13" y="0"/>
                      <a:pt x="7" y="10"/>
                      <a:pt x="8" y="19"/>
                    </a:cubicBezTo>
                    <a:cubicBezTo>
                      <a:pt x="0" y="22"/>
                      <a:pt x="0" y="22"/>
                      <a:pt x="0" y="22"/>
                    </a:cubicBezTo>
                    <a:lnTo>
                      <a:pt x="2" y="28"/>
                    </a:lnTo>
                    <a:close/>
                    <a:moveTo>
                      <a:pt x="25" y="6"/>
                    </a:moveTo>
                    <a:cubicBezTo>
                      <a:pt x="31" y="6"/>
                      <a:pt x="40" y="8"/>
                      <a:pt x="45" y="9"/>
                    </a:cubicBezTo>
                    <a:cubicBezTo>
                      <a:pt x="40" y="15"/>
                      <a:pt x="33" y="24"/>
                      <a:pt x="28" y="26"/>
                    </a:cubicBezTo>
                    <a:cubicBezTo>
                      <a:pt x="24" y="27"/>
                      <a:pt x="19" y="26"/>
                      <a:pt x="16" y="22"/>
                    </a:cubicBezTo>
                    <a:cubicBezTo>
                      <a:pt x="31" y="17"/>
                      <a:pt x="31" y="17"/>
                      <a:pt x="31" y="17"/>
                    </a:cubicBezTo>
                    <a:cubicBezTo>
                      <a:pt x="29" y="11"/>
                      <a:pt x="29" y="11"/>
                      <a:pt x="29" y="11"/>
                    </a:cubicBezTo>
                    <a:cubicBezTo>
                      <a:pt x="14" y="17"/>
                      <a:pt x="14" y="17"/>
                      <a:pt x="14" y="17"/>
                    </a:cubicBezTo>
                    <a:cubicBezTo>
                      <a:pt x="14" y="12"/>
                      <a:pt x="17" y="6"/>
                      <a:pt x="25" y="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Freeform 28"/>
              <p:cNvSpPr>
                <a:spLocks noEditPoints="1"/>
              </p:cNvSpPr>
              <p:nvPr/>
            </p:nvSpPr>
            <p:spPr bwMode="auto">
              <a:xfrm>
                <a:off x="8699501" y="1846263"/>
                <a:ext cx="252413" cy="203200"/>
              </a:xfrm>
              <a:custGeom>
                <a:avLst/>
                <a:gdLst>
                  <a:gd name="T0" fmla="*/ 76 w 80"/>
                  <a:gd name="T1" fmla="*/ 24 h 64"/>
                  <a:gd name="T2" fmla="*/ 16 w 80"/>
                  <a:gd name="T3" fmla="*/ 24 h 64"/>
                  <a:gd name="T4" fmla="*/ 16 w 80"/>
                  <a:gd name="T5" fmla="*/ 10 h 64"/>
                  <a:gd name="T6" fmla="*/ 14 w 80"/>
                  <a:gd name="T7" fmla="*/ 7 h 64"/>
                  <a:gd name="T8" fmla="*/ 6 w 80"/>
                  <a:gd name="T9" fmla="*/ 1 h 64"/>
                  <a:gd name="T10" fmla="*/ 2 w 80"/>
                  <a:gd name="T11" fmla="*/ 0 h 64"/>
                  <a:gd name="T12" fmla="*/ 0 w 80"/>
                  <a:gd name="T13" fmla="*/ 4 h 64"/>
                  <a:gd name="T14" fmla="*/ 0 w 80"/>
                  <a:gd name="T15" fmla="*/ 60 h 64"/>
                  <a:gd name="T16" fmla="*/ 4 w 80"/>
                  <a:gd name="T17" fmla="*/ 64 h 64"/>
                  <a:gd name="T18" fmla="*/ 76 w 80"/>
                  <a:gd name="T19" fmla="*/ 64 h 64"/>
                  <a:gd name="T20" fmla="*/ 80 w 80"/>
                  <a:gd name="T21" fmla="*/ 60 h 64"/>
                  <a:gd name="T22" fmla="*/ 80 w 80"/>
                  <a:gd name="T23" fmla="*/ 28 h 64"/>
                  <a:gd name="T24" fmla="*/ 76 w 80"/>
                  <a:gd name="T25" fmla="*/ 24 h 64"/>
                  <a:gd name="T26" fmla="*/ 32 w 80"/>
                  <a:gd name="T27" fmla="*/ 56 h 64"/>
                  <a:gd name="T28" fmla="*/ 20 w 80"/>
                  <a:gd name="T29" fmla="*/ 56 h 64"/>
                  <a:gd name="T30" fmla="*/ 20 w 80"/>
                  <a:gd name="T31" fmla="*/ 48 h 64"/>
                  <a:gd name="T32" fmla="*/ 32 w 80"/>
                  <a:gd name="T33" fmla="*/ 48 h 64"/>
                  <a:gd name="T34" fmla="*/ 32 w 80"/>
                  <a:gd name="T35" fmla="*/ 56 h 64"/>
                  <a:gd name="T36" fmla="*/ 32 w 80"/>
                  <a:gd name="T37" fmla="*/ 40 h 64"/>
                  <a:gd name="T38" fmla="*/ 20 w 80"/>
                  <a:gd name="T39" fmla="*/ 40 h 64"/>
                  <a:gd name="T40" fmla="*/ 20 w 80"/>
                  <a:gd name="T41" fmla="*/ 32 h 64"/>
                  <a:gd name="T42" fmla="*/ 32 w 80"/>
                  <a:gd name="T43" fmla="*/ 32 h 64"/>
                  <a:gd name="T44" fmla="*/ 32 w 80"/>
                  <a:gd name="T45" fmla="*/ 40 h 64"/>
                  <a:gd name="T46" fmla="*/ 52 w 80"/>
                  <a:gd name="T47" fmla="*/ 56 h 64"/>
                  <a:gd name="T48" fmla="*/ 40 w 80"/>
                  <a:gd name="T49" fmla="*/ 56 h 64"/>
                  <a:gd name="T50" fmla="*/ 40 w 80"/>
                  <a:gd name="T51" fmla="*/ 48 h 64"/>
                  <a:gd name="T52" fmla="*/ 52 w 80"/>
                  <a:gd name="T53" fmla="*/ 48 h 64"/>
                  <a:gd name="T54" fmla="*/ 52 w 80"/>
                  <a:gd name="T55" fmla="*/ 56 h 64"/>
                  <a:gd name="T56" fmla="*/ 52 w 80"/>
                  <a:gd name="T57" fmla="*/ 40 h 64"/>
                  <a:gd name="T58" fmla="*/ 40 w 80"/>
                  <a:gd name="T59" fmla="*/ 40 h 64"/>
                  <a:gd name="T60" fmla="*/ 40 w 80"/>
                  <a:gd name="T61" fmla="*/ 32 h 64"/>
                  <a:gd name="T62" fmla="*/ 52 w 80"/>
                  <a:gd name="T63" fmla="*/ 32 h 64"/>
                  <a:gd name="T64" fmla="*/ 52 w 80"/>
                  <a:gd name="T65" fmla="*/ 40 h 64"/>
                  <a:gd name="T66" fmla="*/ 72 w 80"/>
                  <a:gd name="T67" fmla="*/ 56 h 64"/>
                  <a:gd name="T68" fmla="*/ 60 w 80"/>
                  <a:gd name="T69" fmla="*/ 56 h 64"/>
                  <a:gd name="T70" fmla="*/ 60 w 80"/>
                  <a:gd name="T71" fmla="*/ 48 h 64"/>
                  <a:gd name="T72" fmla="*/ 72 w 80"/>
                  <a:gd name="T73" fmla="*/ 48 h 64"/>
                  <a:gd name="T74" fmla="*/ 72 w 80"/>
                  <a:gd name="T75" fmla="*/ 56 h 64"/>
                  <a:gd name="T76" fmla="*/ 72 w 80"/>
                  <a:gd name="T77" fmla="*/ 40 h 64"/>
                  <a:gd name="T78" fmla="*/ 60 w 80"/>
                  <a:gd name="T79" fmla="*/ 40 h 64"/>
                  <a:gd name="T80" fmla="*/ 60 w 80"/>
                  <a:gd name="T81" fmla="*/ 32 h 64"/>
                  <a:gd name="T82" fmla="*/ 72 w 80"/>
                  <a:gd name="T83" fmla="*/ 32 h 64"/>
                  <a:gd name="T84" fmla="*/ 72 w 80"/>
                  <a:gd name="T85" fmla="*/ 4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0" h="64">
                    <a:moveTo>
                      <a:pt x="76" y="24"/>
                    </a:move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10"/>
                      <a:pt x="16" y="10"/>
                      <a:pt x="16" y="10"/>
                    </a:cubicBezTo>
                    <a:cubicBezTo>
                      <a:pt x="16" y="9"/>
                      <a:pt x="15" y="8"/>
                      <a:pt x="14" y="7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0"/>
                      <a:pt x="4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2" y="64"/>
                      <a:pt x="4" y="64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78" y="64"/>
                      <a:pt x="80" y="62"/>
                      <a:pt x="80" y="60"/>
                    </a:cubicBezTo>
                    <a:cubicBezTo>
                      <a:pt x="80" y="28"/>
                      <a:pt x="80" y="28"/>
                      <a:pt x="80" y="28"/>
                    </a:cubicBezTo>
                    <a:cubicBezTo>
                      <a:pt x="80" y="26"/>
                      <a:pt x="78" y="24"/>
                      <a:pt x="76" y="24"/>
                    </a:cubicBezTo>
                    <a:close/>
                    <a:moveTo>
                      <a:pt x="32" y="56"/>
                    </a:moveTo>
                    <a:cubicBezTo>
                      <a:pt x="20" y="56"/>
                      <a:pt x="20" y="56"/>
                      <a:pt x="20" y="56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32" y="48"/>
                      <a:pt x="32" y="48"/>
                      <a:pt x="32" y="48"/>
                    </a:cubicBezTo>
                    <a:lnTo>
                      <a:pt x="32" y="56"/>
                    </a:lnTo>
                    <a:close/>
                    <a:moveTo>
                      <a:pt x="32" y="40"/>
                    </a:moveTo>
                    <a:cubicBezTo>
                      <a:pt x="20" y="40"/>
                      <a:pt x="20" y="40"/>
                      <a:pt x="20" y="40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32" y="32"/>
                      <a:pt x="32" y="32"/>
                      <a:pt x="32" y="32"/>
                    </a:cubicBezTo>
                    <a:lnTo>
                      <a:pt x="32" y="40"/>
                    </a:lnTo>
                    <a:close/>
                    <a:moveTo>
                      <a:pt x="52" y="56"/>
                    </a:move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52" y="48"/>
                      <a:pt x="52" y="48"/>
                      <a:pt x="52" y="48"/>
                    </a:cubicBezTo>
                    <a:lnTo>
                      <a:pt x="52" y="56"/>
                    </a:lnTo>
                    <a:close/>
                    <a:moveTo>
                      <a:pt x="52" y="40"/>
                    </a:move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52" y="32"/>
                      <a:pt x="52" y="32"/>
                      <a:pt x="52" y="32"/>
                    </a:cubicBezTo>
                    <a:lnTo>
                      <a:pt x="52" y="40"/>
                    </a:lnTo>
                    <a:close/>
                    <a:moveTo>
                      <a:pt x="72" y="56"/>
                    </a:moveTo>
                    <a:cubicBezTo>
                      <a:pt x="60" y="56"/>
                      <a:pt x="60" y="56"/>
                      <a:pt x="60" y="56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72" y="48"/>
                      <a:pt x="72" y="48"/>
                      <a:pt x="72" y="48"/>
                    </a:cubicBezTo>
                    <a:lnTo>
                      <a:pt x="72" y="56"/>
                    </a:lnTo>
                    <a:close/>
                    <a:moveTo>
                      <a:pt x="72" y="40"/>
                    </a:moveTo>
                    <a:cubicBezTo>
                      <a:pt x="60" y="40"/>
                      <a:pt x="60" y="40"/>
                      <a:pt x="60" y="40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72" y="32"/>
                      <a:pt x="72" y="32"/>
                      <a:pt x="72" y="32"/>
                    </a:cubicBezTo>
                    <a:lnTo>
                      <a:pt x="72" y="4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3" name="组合 202"/>
            <p:cNvGrpSpPr>
              <a:grpSpLocks noChangeAspect="1"/>
            </p:cNvGrpSpPr>
            <p:nvPr/>
          </p:nvGrpSpPr>
          <p:grpSpPr>
            <a:xfrm>
              <a:off x="3243263" y="2378076"/>
              <a:ext cx="261938" cy="277813"/>
              <a:chOff x="3243263" y="2378076"/>
              <a:chExt cx="261938" cy="277813"/>
            </a:xfrm>
          </p:grpSpPr>
          <p:sp>
            <p:nvSpPr>
              <p:cNvPr id="30" name="Freeform 29"/>
              <p:cNvSpPr>
                <a:spLocks/>
              </p:cNvSpPr>
              <p:nvPr/>
            </p:nvSpPr>
            <p:spPr bwMode="auto">
              <a:xfrm>
                <a:off x="3354388" y="2378076"/>
                <a:ext cx="150813" cy="76200"/>
              </a:xfrm>
              <a:custGeom>
                <a:avLst/>
                <a:gdLst>
                  <a:gd name="T0" fmla="*/ 40 w 48"/>
                  <a:gd name="T1" fmla="*/ 4 h 24"/>
                  <a:gd name="T2" fmla="*/ 34 w 48"/>
                  <a:gd name="T3" fmla="*/ 6 h 24"/>
                  <a:gd name="T4" fmla="*/ 24 w 48"/>
                  <a:gd name="T5" fmla="*/ 0 h 24"/>
                  <a:gd name="T6" fmla="*/ 14 w 48"/>
                  <a:gd name="T7" fmla="*/ 6 h 24"/>
                  <a:gd name="T8" fmla="*/ 8 w 48"/>
                  <a:gd name="T9" fmla="*/ 4 h 24"/>
                  <a:gd name="T10" fmla="*/ 0 w 48"/>
                  <a:gd name="T11" fmla="*/ 12 h 24"/>
                  <a:gd name="T12" fmla="*/ 8 w 48"/>
                  <a:gd name="T13" fmla="*/ 20 h 24"/>
                  <a:gd name="T14" fmla="*/ 14 w 48"/>
                  <a:gd name="T15" fmla="*/ 18 h 24"/>
                  <a:gd name="T16" fmla="*/ 24 w 48"/>
                  <a:gd name="T17" fmla="*/ 24 h 24"/>
                  <a:gd name="T18" fmla="*/ 34 w 48"/>
                  <a:gd name="T19" fmla="*/ 18 h 24"/>
                  <a:gd name="T20" fmla="*/ 40 w 48"/>
                  <a:gd name="T21" fmla="*/ 20 h 24"/>
                  <a:gd name="T22" fmla="*/ 48 w 48"/>
                  <a:gd name="T23" fmla="*/ 12 h 24"/>
                  <a:gd name="T24" fmla="*/ 40 w 48"/>
                  <a:gd name="T25" fmla="*/ 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8" h="24">
                    <a:moveTo>
                      <a:pt x="40" y="4"/>
                    </a:moveTo>
                    <a:cubicBezTo>
                      <a:pt x="38" y="4"/>
                      <a:pt x="36" y="5"/>
                      <a:pt x="34" y="6"/>
                    </a:cubicBezTo>
                    <a:cubicBezTo>
                      <a:pt x="32" y="3"/>
                      <a:pt x="29" y="0"/>
                      <a:pt x="24" y="0"/>
                    </a:cubicBezTo>
                    <a:cubicBezTo>
                      <a:pt x="19" y="0"/>
                      <a:pt x="16" y="3"/>
                      <a:pt x="14" y="6"/>
                    </a:cubicBezTo>
                    <a:cubicBezTo>
                      <a:pt x="12" y="5"/>
                      <a:pt x="10" y="4"/>
                      <a:pt x="8" y="4"/>
                    </a:cubicBezTo>
                    <a:cubicBezTo>
                      <a:pt x="4" y="4"/>
                      <a:pt x="0" y="8"/>
                      <a:pt x="0" y="12"/>
                    </a:cubicBezTo>
                    <a:cubicBezTo>
                      <a:pt x="0" y="16"/>
                      <a:pt x="4" y="20"/>
                      <a:pt x="8" y="20"/>
                    </a:cubicBezTo>
                    <a:cubicBezTo>
                      <a:pt x="10" y="20"/>
                      <a:pt x="12" y="19"/>
                      <a:pt x="14" y="18"/>
                    </a:cubicBezTo>
                    <a:cubicBezTo>
                      <a:pt x="16" y="21"/>
                      <a:pt x="19" y="24"/>
                      <a:pt x="24" y="24"/>
                    </a:cubicBezTo>
                    <a:cubicBezTo>
                      <a:pt x="29" y="24"/>
                      <a:pt x="32" y="21"/>
                      <a:pt x="34" y="18"/>
                    </a:cubicBezTo>
                    <a:cubicBezTo>
                      <a:pt x="36" y="19"/>
                      <a:pt x="38" y="20"/>
                      <a:pt x="40" y="20"/>
                    </a:cubicBezTo>
                    <a:cubicBezTo>
                      <a:pt x="44" y="20"/>
                      <a:pt x="48" y="16"/>
                      <a:pt x="48" y="12"/>
                    </a:cubicBezTo>
                    <a:cubicBezTo>
                      <a:pt x="48" y="8"/>
                      <a:pt x="44" y="4"/>
                      <a:pt x="40" y="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Freeform 30"/>
              <p:cNvSpPr>
                <a:spLocks noEditPoints="1"/>
              </p:cNvSpPr>
              <p:nvPr/>
            </p:nvSpPr>
            <p:spPr bwMode="auto">
              <a:xfrm>
                <a:off x="3243263" y="2479676"/>
                <a:ext cx="246063" cy="176213"/>
              </a:xfrm>
              <a:custGeom>
                <a:avLst/>
                <a:gdLst>
                  <a:gd name="T0" fmla="*/ 60 w 78"/>
                  <a:gd name="T1" fmla="*/ 3 h 56"/>
                  <a:gd name="T2" fmla="*/ 56 w 78"/>
                  <a:gd name="T3" fmla="*/ 0 h 56"/>
                  <a:gd name="T4" fmla="*/ 22 w 78"/>
                  <a:gd name="T5" fmla="*/ 0 h 56"/>
                  <a:gd name="T6" fmla="*/ 18 w 78"/>
                  <a:gd name="T7" fmla="*/ 3 h 56"/>
                  <a:gd name="T8" fmla="*/ 1 w 78"/>
                  <a:gd name="T9" fmla="*/ 51 h 56"/>
                  <a:gd name="T10" fmla="*/ 1 w 78"/>
                  <a:gd name="T11" fmla="*/ 54 h 56"/>
                  <a:gd name="T12" fmla="*/ 5 w 78"/>
                  <a:gd name="T13" fmla="*/ 56 h 56"/>
                  <a:gd name="T14" fmla="*/ 73 w 78"/>
                  <a:gd name="T15" fmla="*/ 56 h 56"/>
                  <a:gd name="T16" fmla="*/ 77 w 78"/>
                  <a:gd name="T17" fmla="*/ 54 h 56"/>
                  <a:gd name="T18" fmla="*/ 77 w 78"/>
                  <a:gd name="T19" fmla="*/ 51 h 56"/>
                  <a:gd name="T20" fmla="*/ 60 w 78"/>
                  <a:gd name="T21" fmla="*/ 3 h 56"/>
                  <a:gd name="T22" fmla="*/ 39 w 78"/>
                  <a:gd name="T23" fmla="*/ 24 h 56"/>
                  <a:gd name="T24" fmla="*/ 43 w 78"/>
                  <a:gd name="T25" fmla="*/ 28 h 56"/>
                  <a:gd name="T26" fmla="*/ 39 w 78"/>
                  <a:gd name="T27" fmla="*/ 32 h 56"/>
                  <a:gd name="T28" fmla="*/ 35 w 78"/>
                  <a:gd name="T29" fmla="*/ 28 h 56"/>
                  <a:gd name="T30" fmla="*/ 39 w 78"/>
                  <a:gd name="T31" fmla="*/ 24 h 56"/>
                  <a:gd name="T32" fmla="*/ 30 w 78"/>
                  <a:gd name="T33" fmla="*/ 10 h 56"/>
                  <a:gd name="T34" fmla="*/ 34 w 78"/>
                  <a:gd name="T35" fmla="*/ 19 h 56"/>
                  <a:gd name="T36" fmla="*/ 29 w 78"/>
                  <a:gd name="T37" fmla="*/ 28 h 56"/>
                  <a:gd name="T38" fmla="*/ 19 w 78"/>
                  <a:gd name="T39" fmla="*/ 28 h 56"/>
                  <a:gd name="T40" fmla="*/ 30 w 78"/>
                  <a:gd name="T41" fmla="*/ 10 h 56"/>
                  <a:gd name="T42" fmla="*/ 39 w 78"/>
                  <a:gd name="T43" fmla="*/ 48 h 56"/>
                  <a:gd name="T44" fmla="*/ 27 w 78"/>
                  <a:gd name="T45" fmla="*/ 44 h 56"/>
                  <a:gd name="T46" fmla="*/ 33 w 78"/>
                  <a:gd name="T47" fmla="*/ 35 h 56"/>
                  <a:gd name="T48" fmla="*/ 39 w 78"/>
                  <a:gd name="T49" fmla="*/ 37 h 56"/>
                  <a:gd name="T50" fmla="*/ 45 w 78"/>
                  <a:gd name="T51" fmla="*/ 35 h 56"/>
                  <a:gd name="T52" fmla="*/ 51 w 78"/>
                  <a:gd name="T53" fmla="*/ 44 h 56"/>
                  <a:gd name="T54" fmla="*/ 39 w 78"/>
                  <a:gd name="T55" fmla="*/ 48 h 56"/>
                  <a:gd name="T56" fmla="*/ 48 w 78"/>
                  <a:gd name="T57" fmla="*/ 28 h 56"/>
                  <a:gd name="T58" fmla="*/ 43 w 78"/>
                  <a:gd name="T59" fmla="*/ 19 h 56"/>
                  <a:gd name="T60" fmla="*/ 48 w 78"/>
                  <a:gd name="T61" fmla="*/ 10 h 56"/>
                  <a:gd name="T62" fmla="*/ 59 w 78"/>
                  <a:gd name="T63" fmla="*/ 28 h 56"/>
                  <a:gd name="T64" fmla="*/ 48 w 78"/>
                  <a:gd name="T65" fmla="*/ 2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8" h="56">
                    <a:moveTo>
                      <a:pt x="60" y="3"/>
                    </a:moveTo>
                    <a:cubicBezTo>
                      <a:pt x="59" y="1"/>
                      <a:pt x="58" y="0"/>
                      <a:pt x="56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0" y="0"/>
                      <a:pt x="19" y="1"/>
                      <a:pt x="18" y="3"/>
                    </a:cubicBezTo>
                    <a:cubicBezTo>
                      <a:pt x="1" y="51"/>
                      <a:pt x="1" y="51"/>
                      <a:pt x="1" y="51"/>
                    </a:cubicBezTo>
                    <a:cubicBezTo>
                      <a:pt x="0" y="52"/>
                      <a:pt x="1" y="53"/>
                      <a:pt x="1" y="54"/>
                    </a:cubicBezTo>
                    <a:cubicBezTo>
                      <a:pt x="2" y="55"/>
                      <a:pt x="3" y="56"/>
                      <a:pt x="5" y="56"/>
                    </a:cubicBezTo>
                    <a:cubicBezTo>
                      <a:pt x="73" y="56"/>
                      <a:pt x="73" y="56"/>
                      <a:pt x="73" y="56"/>
                    </a:cubicBezTo>
                    <a:cubicBezTo>
                      <a:pt x="75" y="56"/>
                      <a:pt x="76" y="55"/>
                      <a:pt x="77" y="54"/>
                    </a:cubicBezTo>
                    <a:cubicBezTo>
                      <a:pt x="77" y="53"/>
                      <a:pt x="78" y="52"/>
                      <a:pt x="77" y="51"/>
                    </a:cubicBezTo>
                    <a:lnTo>
                      <a:pt x="60" y="3"/>
                    </a:lnTo>
                    <a:close/>
                    <a:moveTo>
                      <a:pt x="39" y="24"/>
                    </a:moveTo>
                    <a:cubicBezTo>
                      <a:pt x="41" y="24"/>
                      <a:pt x="43" y="26"/>
                      <a:pt x="43" y="28"/>
                    </a:cubicBezTo>
                    <a:cubicBezTo>
                      <a:pt x="43" y="30"/>
                      <a:pt x="41" y="32"/>
                      <a:pt x="39" y="32"/>
                    </a:cubicBezTo>
                    <a:cubicBezTo>
                      <a:pt x="37" y="32"/>
                      <a:pt x="35" y="30"/>
                      <a:pt x="35" y="28"/>
                    </a:cubicBezTo>
                    <a:cubicBezTo>
                      <a:pt x="35" y="26"/>
                      <a:pt x="37" y="24"/>
                      <a:pt x="39" y="24"/>
                    </a:cubicBezTo>
                    <a:close/>
                    <a:moveTo>
                      <a:pt x="30" y="10"/>
                    </a:moveTo>
                    <a:cubicBezTo>
                      <a:pt x="34" y="19"/>
                      <a:pt x="34" y="19"/>
                      <a:pt x="34" y="19"/>
                    </a:cubicBezTo>
                    <a:cubicBezTo>
                      <a:pt x="31" y="21"/>
                      <a:pt x="29" y="24"/>
                      <a:pt x="29" y="28"/>
                    </a:cubicBezTo>
                    <a:cubicBezTo>
                      <a:pt x="19" y="28"/>
                      <a:pt x="19" y="28"/>
                      <a:pt x="19" y="28"/>
                    </a:cubicBezTo>
                    <a:cubicBezTo>
                      <a:pt x="19" y="20"/>
                      <a:pt x="23" y="14"/>
                      <a:pt x="30" y="10"/>
                    </a:cubicBezTo>
                    <a:close/>
                    <a:moveTo>
                      <a:pt x="39" y="48"/>
                    </a:moveTo>
                    <a:cubicBezTo>
                      <a:pt x="34" y="48"/>
                      <a:pt x="30" y="46"/>
                      <a:pt x="27" y="44"/>
                    </a:cubicBezTo>
                    <a:cubicBezTo>
                      <a:pt x="33" y="35"/>
                      <a:pt x="33" y="35"/>
                      <a:pt x="33" y="35"/>
                    </a:cubicBezTo>
                    <a:cubicBezTo>
                      <a:pt x="35" y="37"/>
                      <a:pt x="37" y="37"/>
                      <a:pt x="39" y="37"/>
                    </a:cubicBezTo>
                    <a:cubicBezTo>
                      <a:pt x="41" y="37"/>
                      <a:pt x="43" y="37"/>
                      <a:pt x="45" y="35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48" y="46"/>
                      <a:pt x="44" y="48"/>
                      <a:pt x="39" y="48"/>
                    </a:cubicBezTo>
                    <a:close/>
                    <a:moveTo>
                      <a:pt x="48" y="28"/>
                    </a:moveTo>
                    <a:cubicBezTo>
                      <a:pt x="48" y="24"/>
                      <a:pt x="46" y="21"/>
                      <a:pt x="43" y="1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54" y="13"/>
                      <a:pt x="59" y="20"/>
                      <a:pt x="59" y="28"/>
                    </a:cubicBezTo>
                    <a:lnTo>
                      <a:pt x="48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0" name="组合 199"/>
            <p:cNvGrpSpPr>
              <a:grpSpLocks noChangeAspect="1"/>
            </p:cNvGrpSpPr>
            <p:nvPr/>
          </p:nvGrpSpPr>
          <p:grpSpPr>
            <a:xfrm>
              <a:off x="7486651" y="1795463"/>
              <a:ext cx="252412" cy="254000"/>
              <a:chOff x="7486651" y="1795463"/>
              <a:chExt cx="252412" cy="254000"/>
            </a:xfrm>
          </p:grpSpPr>
          <p:sp>
            <p:nvSpPr>
              <p:cNvPr id="32" name="Rectangle 31"/>
              <p:cNvSpPr>
                <a:spLocks noChangeArrowheads="1"/>
              </p:cNvSpPr>
              <p:nvPr/>
            </p:nvSpPr>
            <p:spPr bwMode="auto">
              <a:xfrm>
                <a:off x="7599363" y="179546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7646988" y="1811338"/>
                <a:ext cx="38100" cy="38100"/>
              </a:xfrm>
              <a:custGeom>
                <a:avLst/>
                <a:gdLst>
                  <a:gd name="T0" fmla="*/ 24 w 24"/>
                  <a:gd name="T1" fmla="*/ 12 h 24"/>
                  <a:gd name="T2" fmla="*/ 12 w 24"/>
                  <a:gd name="T3" fmla="*/ 0 h 24"/>
                  <a:gd name="T4" fmla="*/ 0 w 24"/>
                  <a:gd name="T5" fmla="*/ 12 h 24"/>
                  <a:gd name="T6" fmla="*/ 12 w 24"/>
                  <a:gd name="T7" fmla="*/ 24 h 24"/>
                  <a:gd name="T8" fmla="*/ 24 w 24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24">
                    <a:moveTo>
                      <a:pt x="24" y="12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12" y="24"/>
                    </a:lnTo>
                    <a:lnTo>
                      <a:pt x="24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Rectangle 33"/>
              <p:cNvSpPr>
                <a:spLocks noChangeArrowheads="1"/>
              </p:cNvSpPr>
              <p:nvPr/>
            </p:nvSpPr>
            <p:spPr bwMode="auto">
              <a:xfrm>
                <a:off x="7675563" y="187166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Freeform 34"/>
              <p:cNvSpPr>
                <a:spLocks/>
              </p:cNvSpPr>
              <p:nvPr/>
            </p:nvSpPr>
            <p:spPr bwMode="auto">
              <a:xfrm>
                <a:off x="7540626" y="1811338"/>
                <a:ext cx="36513" cy="38100"/>
              </a:xfrm>
              <a:custGeom>
                <a:avLst/>
                <a:gdLst>
                  <a:gd name="T0" fmla="*/ 23 w 23"/>
                  <a:gd name="T1" fmla="*/ 12 h 24"/>
                  <a:gd name="T2" fmla="*/ 11 w 23"/>
                  <a:gd name="T3" fmla="*/ 0 h 24"/>
                  <a:gd name="T4" fmla="*/ 0 w 23"/>
                  <a:gd name="T5" fmla="*/ 12 h 24"/>
                  <a:gd name="T6" fmla="*/ 11 w 23"/>
                  <a:gd name="T7" fmla="*/ 24 h 24"/>
                  <a:gd name="T8" fmla="*/ 23 w 23"/>
                  <a:gd name="T9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" h="24">
                    <a:moveTo>
                      <a:pt x="23" y="12"/>
                    </a:moveTo>
                    <a:lnTo>
                      <a:pt x="11" y="0"/>
                    </a:lnTo>
                    <a:lnTo>
                      <a:pt x="0" y="12"/>
                    </a:lnTo>
                    <a:lnTo>
                      <a:pt x="11" y="24"/>
                    </a:lnTo>
                    <a:lnTo>
                      <a:pt x="23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Rectangle 35"/>
              <p:cNvSpPr>
                <a:spLocks noChangeArrowheads="1"/>
              </p:cNvSpPr>
              <p:nvPr/>
            </p:nvSpPr>
            <p:spPr bwMode="auto">
              <a:xfrm>
                <a:off x="7524751" y="1871663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Freeform 36"/>
              <p:cNvSpPr>
                <a:spLocks/>
              </p:cNvSpPr>
              <p:nvPr/>
            </p:nvSpPr>
            <p:spPr bwMode="auto">
              <a:xfrm>
                <a:off x="7486651" y="1922463"/>
                <a:ext cx="63500" cy="104775"/>
              </a:xfrm>
              <a:custGeom>
                <a:avLst/>
                <a:gdLst>
                  <a:gd name="T0" fmla="*/ 4 w 20"/>
                  <a:gd name="T1" fmla="*/ 0 h 33"/>
                  <a:gd name="T2" fmla="*/ 0 w 20"/>
                  <a:gd name="T3" fmla="*/ 4 h 33"/>
                  <a:gd name="T4" fmla="*/ 0 w 20"/>
                  <a:gd name="T5" fmla="*/ 33 h 33"/>
                  <a:gd name="T6" fmla="*/ 20 w 20"/>
                  <a:gd name="T7" fmla="*/ 0 h 33"/>
                  <a:gd name="T8" fmla="*/ 4 w 20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33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20" y="0"/>
                      <a:pt x="20" y="0"/>
                      <a:pt x="20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Freeform 37"/>
              <p:cNvSpPr>
                <a:spLocks/>
              </p:cNvSpPr>
              <p:nvPr/>
            </p:nvSpPr>
            <p:spPr bwMode="auto">
              <a:xfrm>
                <a:off x="7624763" y="1922463"/>
                <a:ext cx="63500" cy="127000"/>
              </a:xfrm>
              <a:custGeom>
                <a:avLst/>
                <a:gdLst>
                  <a:gd name="T0" fmla="*/ 0 w 40"/>
                  <a:gd name="T1" fmla="*/ 0 h 80"/>
                  <a:gd name="T2" fmla="*/ 8 w 40"/>
                  <a:gd name="T3" fmla="*/ 80 h 80"/>
                  <a:gd name="T4" fmla="*/ 40 w 40"/>
                  <a:gd name="T5" fmla="*/ 80 h 80"/>
                  <a:gd name="T6" fmla="*/ 16 w 40"/>
                  <a:gd name="T7" fmla="*/ 0 h 80"/>
                  <a:gd name="T8" fmla="*/ 0 w 40"/>
                  <a:gd name="T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80">
                    <a:moveTo>
                      <a:pt x="0" y="0"/>
                    </a:moveTo>
                    <a:lnTo>
                      <a:pt x="8" y="80"/>
                    </a:lnTo>
                    <a:lnTo>
                      <a:pt x="40" y="80"/>
                    </a:lnTo>
                    <a:lnTo>
                      <a:pt x="1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Freeform 38"/>
              <p:cNvSpPr>
                <a:spLocks/>
              </p:cNvSpPr>
              <p:nvPr/>
            </p:nvSpPr>
            <p:spPr bwMode="auto">
              <a:xfrm>
                <a:off x="7675563" y="1922463"/>
                <a:ext cx="63500" cy="104775"/>
              </a:xfrm>
              <a:custGeom>
                <a:avLst/>
                <a:gdLst>
                  <a:gd name="T0" fmla="*/ 16 w 20"/>
                  <a:gd name="T1" fmla="*/ 0 h 33"/>
                  <a:gd name="T2" fmla="*/ 0 w 20"/>
                  <a:gd name="T3" fmla="*/ 0 h 33"/>
                  <a:gd name="T4" fmla="*/ 20 w 20"/>
                  <a:gd name="T5" fmla="*/ 33 h 33"/>
                  <a:gd name="T6" fmla="*/ 20 w 20"/>
                  <a:gd name="T7" fmla="*/ 4 h 33"/>
                  <a:gd name="T8" fmla="*/ 16 w 20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33">
                    <a:moveTo>
                      <a:pt x="1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0" y="33"/>
                      <a:pt x="20" y="33"/>
                      <a:pt x="20" y="33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2"/>
                      <a:pt x="18" y="0"/>
                      <a:pt x="1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Freeform 39"/>
              <p:cNvSpPr>
                <a:spLocks/>
              </p:cNvSpPr>
              <p:nvPr/>
            </p:nvSpPr>
            <p:spPr bwMode="auto">
              <a:xfrm>
                <a:off x="7537451" y="1922463"/>
                <a:ext cx="61913" cy="127000"/>
              </a:xfrm>
              <a:custGeom>
                <a:avLst/>
                <a:gdLst>
                  <a:gd name="T0" fmla="*/ 0 w 39"/>
                  <a:gd name="T1" fmla="*/ 80 h 80"/>
                  <a:gd name="T2" fmla="*/ 31 w 39"/>
                  <a:gd name="T3" fmla="*/ 80 h 80"/>
                  <a:gd name="T4" fmla="*/ 39 w 39"/>
                  <a:gd name="T5" fmla="*/ 0 h 80"/>
                  <a:gd name="T6" fmla="*/ 23 w 39"/>
                  <a:gd name="T7" fmla="*/ 0 h 80"/>
                  <a:gd name="T8" fmla="*/ 0 w 39"/>
                  <a:gd name="T9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80">
                    <a:moveTo>
                      <a:pt x="0" y="80"/>
                    </a:moveTo>
                    <a:lnTo>
                      <a:pt x="31" y="80"/>
                    </a:lnTo>
                    <a:lnTo>
                      <a:pt x="39" y="0"/>
                    </a:lnTo>
                    <a:lnTo>
                      <a:pt x="23" y="0"/>
                    </a:ln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Freeform 40"/>
              <p:cNvSpPr>
                <a:spLocks/>
              </p:cNvSpPr>
              <p:nvPr/>
            </p:nvSpPr>
            <p:spPr bwMode="auto">
              <a:xfrm>
                <a:off x="7561263" y="1833563"/>
                <a:ext cx="101600" cy="76200"/>
              </a:xfrm>
              <a:custGeom>
                <a:avLst/>
                <a:gdLst>
                  <a:gd name="T0" fmla="*/ 0 w 32"/>
                  <a:gd name="T1" fmla="*/ 16 h 24"/>
                  <a:gd name="T2" fmla="*/ 2 w 32"/>
                  <a:gd name="T3" fmla="*/ 24 h 24"/>
                  <a:gd name="T4" fmla="*/ 30 w 32"/>
                  <a:gd name="T5" fmla="*/ 24 h 24"/>
                  <a:gd name="T6" fmla="*/ 32 w 32"/>
                  <a:gd name="T7" fmla="*/ 16 h 24"/>
                  <a:gd name="T8" fmla="*/ 16 w 32"/>
                  <a:gd name="T9" fmla="*/ 0 h 24"/>
                  <a:gd name="T10" fmla="*/ 0 w 32"/>
                  <a:gd name="T11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24">
                    <a:moveTo>
                      <a:pt x="0" y="16"/>
                    </a:moveTo>
                    <a:cubicBezTo>
                      <a:pt x="0" y="19"/>
                      <a:pt x="1" y="22"/>
                      <a:pt x="2" y="24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31" y="22"/>
                      <a:pt x="32" y="19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4" name="组合 203"/>
            <p:cNvGrpSpPr>
              <a:grpSpLocks noChangeAspect="1"/>
            </p:cNvGrpSpPr>
            <p:nvPr/>
          </p:nvGrpSpPr>
          <p:grpSpPr>
            <a:xfrm>
              <a:off x="3821113" y="2378076"/>
              <a:ext cx="303213" cy="277813"/>
              <a:chOff x="3821113" y="2378076"/>
              <a:chExt cx="303213" cy="277813"/>
            </a:xfrm>
          </p:grpSpPr>
          <p:sp>
            <p:nvSpPr>
              <p:cNvPr id="42" name="Freeform 41"/>
              <p:cNvSpPr>
                <a:spLocks noEditPoints="1"/>
              </p:cNvSpPr>
              <p:nvPr/>
            </p:nvSpPr>
            <p:spPr bwMode="auto">
              <a:xfrm>
                <a:off x="3922713" y="2428876"/>
                <a:ext cx="101600" cy="165100"/>
              </a:xfrm>
              <a:custGeom>
                <a:avLst/>
                <a:gdLst>
                  <a:gd name="T0" fmla="*/ 20 w 32"/>
                  <a:gd name="T1" fmla="*/ 0 h 52"/>
                  <a:gd name="T2" fmla="*/ 12 w 32"/>
                  <a:gd name="T3" fmla="*/ 0 h 52"/>
                  <a:gd name="T4" fmla="*/ 8 w 32"/>
                  <a:gd name="T5" fmla="*/ 4 h 52"/>
                  <a:gd name="T6" fmla="*/ 8 w 32"/>
                  <a:gd name="T7" fmla="*/ 8 h 52"/>
                  <a:gd name="T8" fmla="*/ 4 w 32"/>
                  <a:gd name="T9" fmla="*/ 8 h 52"/>
                  <a:gd name="T10" fmla="*/ 0 w 32"/>
                  <a:gd name="T11" fmla="*/ 12 h 52"/>
                  <a:gd name="T12" fmla="*/ 0 w 32"/>
                  <a:gd name="T13" fmla="*/ 44 h 52"/>
                  <a:gd name="T14" fmla="*/ 8 w 32"/>
                  <a:gd name="T15" fmla="*/ 52 h 52"/>
                  <a:gd name="T16" fmla="*/ 24 w 32"/>
                  <a:gd name="T17" fmla="*/ 52 h 52"/>
                  <a:gd name="T18" fmla="*/ 32 w 32"/>
                  <a:gd name="T19" fmla="*/ 44 h 52"/>
                  <a:gd name="T20" fmla="*/ 32 w 32"/>
                  <a:gd name="T21" fmla="*/ 12 h 52"/>
                  <a:gd name="T22" fmla="*/ 28 w 32"/>
                  <a:gd name="T23" fmla="*/ 8 h 52"/>
                  <a:gd name="T24" fmla="*/ 24 w 32"/>
                  <a:gd name="T25" fmla="*/ 8 h 52"/>
                  <a:gd name="T26" fmla="*/ 24 w 32"/>
                  <a:gd name="T27" fmla="*/ 4 h 52"/>
                  <a:gd name="T28" fmla="*/ 20 w 32"/>
                  <a:gd name="T29" fmla="*/ 0 h 52"/>
                  <a:gd name="T30" fmla="*/ 26 w 32"/>
                  <a:gd name="T31" fmla="*/ 28 h 52"/>
                  <a:gd name="T32" fmla="*/ 12 w 32"/>
                  <a:gd name="T33" fmla="*/ 44 h 52"/>
                  <a:gd name="T34" fmla="*/ 12 w 32"/>
                  <a:gd name="T35" fmla="*/ 32 h 52"/>
                  <a:gd name="T36" fmla="*/ 6 w 32"/>
                  <a:gd name="T37" fmla="*/ 32 h 52"/>
                  <a:gd name="T38" fmla="*/ 20 w 32"/>
                  <a:gd name="T39" fmla="*/ 16 h 52"/>
                  <a:gd name="T40" fmla="*/ 20 w 32"/>
                  <a:gd name="T41" fmla="*/ 28 h 52"/>
                  <a:gd name="T42" fmla="*/ 26 w 32"/>
                  <a:gd name="T43" fmla="*/ 2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32" h="52">
                    <a:moveTo>
                      <a:pt x="20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0" y="0"/>
                      <a:pt x="8" y="2"/>
                      <a:pt x="8" y="4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10"/>
                      <a:pt x="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8" y="52"/>
                      <a:pt x="32" y="48"/>
                      <a:pt x="32" y="44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10"/>
                      <a:pt x="30" y="8"/>
                      <a:pt x="28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lose/>
                    <a:moveTo>
                      <a:pt x="26" y="28"/>
                    </a:moveTo>
                    <a:cubicBezTo>
                      <a:pt x="12" y="44"/>
                      <a:pt x="12" y="44"/>
                      <a:pt x="12" y="44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6" y="32"/>
                      <a:pt x="6" y="32"/>
                      <a:pt x="6" y="32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28"/>
                      <a:pt x="20" y="28"/>
                      <a:pt x="20" y="28"/>
                    </a:cubicBezTo>
                    <a:lnTo>
                      <a:pt x="26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Freeform 42"/>
              <p:cNvSpPr>
                <a:spLocks/>
              </p:cNvSpPr>
              <p:nvPr/>
            </p:nvSpPr>
            <p:spPr bwMode="auto">
              <a:xfrm>
                <a:off x="3821113" y="2517776"/>
                <a:ext cx="287338" cy="138113"/>
              </a:xfrm>
              <a:custGeom>
                <a:avLst/>
                <a:gdLst>
                  <a:gd name="T0" fmla="*/ 48 w 91"/>
                  <a:gd name="T1" fmla="*/ 36 h 44"/>
                  <a:gd name="T2" fmla="*/ 14 w 91"/>
                  <a:gd name="T3" fmla="*/ 10 h 44"/>
                  <a:gd name="T4" fmla="*/ 24 w 91"/>
                  <a:gd name="T5" fmla="*/ 0 h 44"/>
                  <a:gd name="T6" fmla="*/ 0 w 91"/>
                  <a:gd name="T7" fmla="*/ 0 h 44"/>
                  <a:gd name="T8" fmla="*/ 0 w 91"/>
                  <a:gd name="T9" fmla="*/ 24 h 44"/>
                  <a:gd name="T10" fmla="*/ 7 w 91"/>
                  <a:gd name="T11" fmla="*/ 17 h 44"/>
                  <a:gd name="T12" fmla="*/ 48 w 91"/>
                  <a:gd name="T13" fmla="*/ 44 h 44"/>
                  <a:gd name="T14" fmla="*/ 91 w 91"/>
                  <a:gd name="T15" fmla="*/ 8 h 44"/>
                  <a:gd name="T16" fmla="*/ 83 w 91"/>
                  <a:gd name="T17" fmla="*/ 8 h 44"/>
                  <a:gd name="T18" fmla="*/ 48 w 91"/>
                  <a:gd name="T19" fmla="*/ 3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44">
                    <a:moveTo>
                      <a:pt x="48" y="36"/>
                    </a:moveTo>
                    <a:cubicBezTo>
                      <a:pt x="32" y="36"/>
                      <a:pt x="18" y="25"/>
                      <a:pt x="14" y="1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14" y="33"/>
                      <a:pt x="30" y="44"/>
                      <a:pt x="48" y="44"/>
                    </a:cubicBezTo>
                    <a:cubicBezTo>
                      <a:pt x="70" y="44"/>
                      <a:pt x="87" y="28"/>
                      <a:pt x="91" y="8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79" y="24"/>
                      <a:pt x="65" y="36"/>
                      <a:pt x="48" y="3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Freeform 43"/>
              <p:cNvSpPr>
                <a:spLocks/>
              </p:cNvSpPr>
              <p:nvPr/>
            </p:nvSpPr>
            <p:spPr bwMode="auto">
              <a:xfrm>
                <a:off x="3836988" y="2378076"/>
                <a:ext cx="287338" cy="139700"/>
              </a:xfrm>
              <a:custGeom>
                <a:avLst/>
                <a:gdLst>
                  <a:gd name="T0" fmla="*/ 84 w 91"/>
                  <a:gd name="T1" fmla="*/ 27 h 44"/>
                  <a:gd name="T2" fmla="*/ 43 w 91"/>
                  <a:gd name="T3" fmla="*/ 0 h 44"/>
                  <a:gd name="T4" fmla="*/ 0 w 91"/>
                  <a:gd name="T5" fmla="*/ 36 h 44"/>
                  <a:gd name="T6" fmla="*/ 8 w 91"/>
                  <a:gd name="T7" fmla="*/ 36 h 44"/>
                  <a:gd name="T8" fmla="*/ 43 w 91"/>
                  <a:gd name="T9" fmla="*/ 8 h 44"/>
                  <a:gd name="T10" fmla="*/ 77 w 91"/>
                  <a:gd name="T11" fmla="*/ 34 h 44"/>
                  <a:gd name="T12" fmla="*/ 67 w 91"/>
                  <a:gd name="T13" fmla="*/ 44 h 44"/>
                  <a:gd name="T14" fmla="*/ 91 w 91"/>
                  <a:gd name="T15" fmla="*/ 44 h 44"/>
                  <a:gd name="T16" fmla="*/ 91 w 91"/>
                  <a:gd name="T17" fmla="*/ 20 h 44"/>
                  <a:gd name="T18" fmla="*/ 84 w 91"/>
                  <a:gd name="T19" fmla="*/ 27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1" h="44">
                    <a:moveTo>
                      <a:pt x="84" y="27"/>
                    </a:moveTo>
                    <a:cubicBezTo>
                      <a:pt x="77" y="11"/>
                      <a:pt x="61" y="0"/>
                      <a:pt x="43" y="0"/>
                    </a:cubicBezTo>
                    <a:cubicBezTo>
                      <a:pt x="21" y="0"/>
                      <a:pt x="4" y="16"/>
                      <a:pt x="0" y="36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12" y="20"/>
                      <a:pt x="26" y="8"/>
                      <a:pt x="43" y="8"/>
                    </a:cubicBezTo>
                    <a:cubicBezTo>
                      <a:pt x="59" y="8"/>
                      <a:pt x="73" y="19"/>
                      <a:pt x="77" y="34"/>
                    </a:cubicBezTo>
                    <a:cubicBezTo>
                      <a:pt x="67" y="44"/>
                      <a:pt x="67" y="44"/>
                      <a:pt x="67" y="44"/>
                    </a:cubicBezTo>
                    <a:cubicBezTo>
                      <a:pt x="91" y="44"/>
                      <a:pt x="91" y="44"/>
                      <a:pt x="91" y="44"/>
                    </a:cubicBezTo>
                    <a:cubicBezTo>
                      <a:pt x="91" y="20"/>
                      <a:pt x="91" y="20"/>
                      <a:pt x="91" y="20"/>
                    </a:cubicBezTo>
                    <a:lnTo>
                      <a:pt x="84" y="2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7" name="组合 196"/>
            <p:cNvGrpSpPr>
              <a:grpSpLocks noChangeAspect="1"/>
            </p:cNvGrpSpPr>
            <p:nvPr/>
          </p:nvGrpSpPr>
          <p:grpSpPr>
            <a:xfrm>
              <a:off x="5665788" y="1795463"/>
              <a:ext cx="254000" cy="254000"/>
              <a:chOff x="5665788" y="1795463"/>
              <a:chExt cx="254000" cy="254000"/>
            </a:xfrm>
          </p:grpSpPr>
          <p:sp>
            <p:nvSpPr>
              <p:cNvPr id="45" name="Freeform 44"/>
              <p:cNvSpPr>
                <a:spLocks/>
              </p:cNvSpPr>
              <p:nvPr/>
            </p:nvSpPr>
            <p:spPr bwMode="auto">
              <a:xfrm>
                <a:off x="5843588" y="1922463"/>
                <a:ext cx="76200" cy="127000"/>
              </a:xfrm>
              <a:custGeom>
                <a:avLst/>
                <a:gdLst>
                  <a:gd name="T0" fmla="*/ 32 w 48"/>
                  <a:gd name="T1" fmla="*/ 8 h 80"/>
                  <a:gd name="T2" fmla="*/ 32 w 48"/>
                  <a:gd name="T3" fmla="*/ 40 h 80"/>
                  <a:gd name="T4" fmla="*/ 16 w 48"/>
                  <a:gd name="T5" fmla="*/ 56 h 80"/>
                  <a:gd name="T6" fmla="*/ 16 w 48"/>
                  <a:gd name="T7" fmla="*/ 32 h 80"/>
                  <a:gd name="T8" fmla="*/ 0 w 48"/>
                  <a:gd name="T9" fmla="*/ 40 h 80"/>
                  <a:gd name="T10" fmla="*/ 0 w 48"/>
                  <a:gd name="T11" fmla="*/ 80 h 80"/>
                  <a:gd name="T12" fmla="*/ 32 w 48"/>
                  <a:gd name="T13" fmla="*/ 80 h 80"/>
                  <a:gd name="T14" fmla="*/ 48 w 48"/>
                  <a:gd name="T15" fmla="*/ 48 h 80"/>
                  <a:gd name="T16" fmla="*/ 48 w 48"/>
                  <a:gd name="T17" fmla="*/ 0 h 80"/>
                  <a:gd name="T18" fmla="*/ 32 w 48"/>
                  <a:gd name="T19" fmla="*/ 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80">
                    <a:moveTo>
                      <a:pt x="32" y="8"/>
                    </a:moveTo>
                    <a:lnTo>
                      <a:pt x="32" y="40"/>
                    </a:lnTo>
                    <a:lnTo>
                      <a:pt x="16" y="56"/>
                    </a:lnTo>
                    <a:lnTo>
                      <a:pt x="16" y="32"/>
                    </a:lnTo>
                    <a:lnTo>
                      <a:pt x="0" y="40"/>
                    </a:lnTo>
                    <a:lnTo>
                      <a:pt x="0" y="80"/>
                    </a:lnTo>
                    <a:lnTo>
                      <a:pt x="32" y="80"/>
                    </a:lnTo>
                    <a:lnTo>
                      <a:pt x="48" y="48"/>
                    </a:lnTo>
                    <a:lnTo>
                      <a:pt x="48" y="0"/>
                    </a:lnTo>
                    <a:lnTo>
                      <a:pt x="32" y="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Freeform 45"/>
              <p:cNvSpPr>
                <a:spLocks/>
              </p:cNvSpPr>
              <p:nvPr/>
            </p:nvSpPr>
            <p:spPr bwMode="auto">
              <a:xfrm>
                <a:off x="5665788" y="1922463"/>
                <a:ext cx="76200" cy="127000"/>
              </a:xfrm>
              <a:custGeom>
                <a:avLst/>
                <a:gdLst>
                  <a:gd name="T0" fmla="*/ 32 w 48"/>
                  <a:gd name="T1" fmla="*/ 56 h 80"/>
                  <a:gd name="T2" fmla="*/ 16 w 48"/>
                  <a:gd name="T3" fmla="*/ 40 h 80"/>
                  <a:gd name="T4" fmla="*/ 16 w 48"/>
                  <a:gd name="T5" fmla="*/ 8 h 80"/>
                  <a:gd name="T6" fmla="*/ 0 w 48"/>
                  <a:gd name="T7" fmla="*/ 0 h 80"/>
                  <a:gd name="T8" fmla="*/ 0 w 48"/>
                  <a:gd name="T9" fmla="*/ 48 h 80"/>
                  <a:gd name="T10" fmla="*/ 16 w 48"/>
                  <a:gd name="T11" fmla="*/ 80 h 80"/>
                  <a:gd name="T12" fmla="*/ 48 w 48"/>
                  <a:gd name="T13" fmla="*/ 80 h 80"/>
                  <a:gd name="T14" fmla="*/ 48 w 48"/>
                  <a:gd name="T15" fmla="*/ 40 h 80"/>
                  <a:gd name="T16" fmla="*/ 32 w 48"/>
                  <a:gd name="T17" fmla="*/ 32 h 80"/>
                  <a:gd name="T18" fmla="*/ 32 w 48"/>
                  <a:gd name="T19" fmla="*/ 5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" h="80">
                    <a:moveTo>
                      <a:pt x="32" y="56"/>
                    </a:moveTo>
                    <a:lnTo>
                      <a:pt x="16" y="40"/>
                    </a:lnTo>
                    <a:lnTo>
                      <a:pt x="16" y="8"/>
                    </a:lnTo>
                    <a:lnTo>
                      <a:pt x="0" y="0"/>
                    </a:lnTo>
                    <a:lnTo>
                      <a:pt x="0" y="48"/>
                    </a:lnTo>
                    <a:lnTo>
                      <a:pt x="16" y="80"/>
                    </a:lnTo>
                    <a:lnTo>
                      <a:pt x="48" y="80"/>
                    </a:lnTo>
                    <a:lnTo>
                      <a:pt x="48" y="40"/>
                    </a:lnTo>
                    <a:lnTo>
                      <a:pt x="32" y="32"/>
                    </a:lnTo>
                    <a:lnTo>
                      <a:pt x="32" y="5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Freeform 46"/>
              <p:cNvSpPr>
                <a:spLocks noEditPoints="1"/>
              </p:cNvSpPr>
              <p:nvPr/>
            </p:nvSpPr>
            <p:spPr bwMode="auto">
              <a:xfrm>
                <a:off x="5729288" y="1795463"/>
                <a:ext cx="127000" cy="177800"/>
              </a:xfrm>
              <a:custGeom>
                <a:avLst/>
                <a:gdLst>
                  <a:gd name="T0" fmla="*/ 20 w 40"/>
                  <a:gd name="T1" fmla="*/ 0 h 56"/>
                  <a:gd name="T2" fmla="*/ 0 w 40"/>
                  <a:gd name="T3" fmla="*/ 36 h 56"/>
                  <a:gd name="T4" fmla="*/ 20 w 40"/>
                  <a:gd name="T5" fmla="*/ 56 h 56"/>
                  <a:gd name="T6" fmla="*/ 40 w 40"/>
                  <a:gd name="T7" fmla="*/ 36 h 56"/>
                  <a:gd name="T8" fmla="*/ 20 w 40"/>
                  <a:gd name="T9" fmla="*/ 0 h 56"/>
                  <a:gd name="T10" fmla="*/ 23 w 40"/>
                  <a:gd name="T11" fmla="*/ 48 h 56"/>
                  <a:gd name="T12" fmla="*/ 23 w 40"/>
                  <a:gd name="T13" fmla="*/ 44 h 56"/>
                  <a:gd name="T14" fmla="*/ 28 w 40"/>
                  <a:gd name="T15" fmla="*/ 39 h 56"/>
                  <a:gd name="T16" fmla="*/ 32 w 40"/>
                  <a:gd name="T17" fmla="*/ 39 h 56"/>
                  <a:gd name="T18" fmla="*/ 23 w 40"/>
                  <a:gd name="T19" fmla="*/ 4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0" h="56">
                    <a:moveTo>
                      <a:pt x="20" y="0"/>
                    </a:moveTo>
                    <a:cubicBezTo>
                      <a:pt x="20" y="0"/>
                      <a:pt x="0" y="25"/>
                      <a:pt x="0" y="36"/>
                    </a:cubicBezTo>
                    <a:cubicBezTo>
                      <a:pt x="0" y="47"/>
                      <a:pt x="9" y="56"/>
                      <a:pt x="20" y="56"/>
                    </a:cubicBezTo>
                    <a:cubicBezTo>
                      <a:pt x="31" y="56"/>
                      <a:pt x="40" y="47"/>
                      <a:pt x="40" y="36"/>
                    </a:cubicBezTo>
                    <a:cubicBezTo>
                      <a:pt x="40" y="25"/>
                      <a:pt x="20" y="0"/>
                      <a:pt x="20" y="0"/>
                    </a:cubicBezTo>
                    <a:close/>
                    <a:moveTo>
                      <a:pt x="23" y="48"/>
                    </a:moveTo>
                    <a:cubicBezTo>
                      <a:pt x="23" y="44"/>
                      <a:pt x="23" y="44"/>
                      <a:pt x="23" y="44"/>
                    </a:cubicBezTo>
                    <a:cubicBezTo>
                      <a:pt x="25" y="43"/>
                      <a:pt x="27" y="41"/>
                      <a:pt x="28" y="39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43"/>
                      <a:pt x="27" y="47"/>
                      <a:pt x="23" y="4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6" name="组合 205"/>
            <p:cNvGrpSpPr>
              <a:grpSpLocks noChangeAspect="1"/>
            </p:cNvGrpSpPr>
            <p:nvPr/>
          </p:nvGrpSpPr>
          <p:grpSpPr>
            <a:xfrm>
              <a:off x="5059363" y="2390776"/>
              <a:ext cx="254000" cy="252413"/>
              <a:chOff x="5059363" y="2390776"/>
              <a:chExt cx="254000" cy="252413"/>
            </a:xfrm>
          </p:grpSpPr>
          <p:sp>
            <p:nvSpPr>
              <p:cNvPr id="48" name="Freeform 47"/>
              <p:cNvSpPr>
                <a:spLocks/>
              </p:cNvSpPr>
              <p:nvPr/>
            </p:nvSpPr>
            <p:spPr bwMode="auto">
              <a:xfrm>
                <a:off x="5262563" y="2451101"/>
                <a:ext cx="50800" cy="53975"/>
              </a:xfrm>
              <a:custGeom>
                <a:avLst/>
                <a:gdLst>
                  <a:gd name="T0" fmla="*/ 0 w 16"/>
                  <a:gd name="T1" fmla="*/ 17 h 17"/>
                  <a:gd name="T2" fmla="*/ 16 w 16"/>
                  <a:gd name="T3" fmla="*/ 17 h 17"/>
                  <a:gd name="T4" fmla="*/ 10 w 16"/>
                  <a:gd name="T5" fmla="*/ 0 h 17"/>
                  <a:gd name="T6" fmla="*/ 0 w 16"/>
                  <a:gd name="T7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17">
                    <a:moveTo>
                      <a:pt x="0" y="17"/>
                    </a:moveTo>
                    <a:cubicBezTo>
                      <a:pt x="16" y="17"/>
                      <a:pt x="16" y="17"/>
                      <a:pt x="16" y="17"/>
                    </a:cubicBezTo>
                    <a:cubicBezTo>
                      <a:pt x="15" y="11"/>
                      <a:pt x="13" y="5"/>
                      <a:pt x="10" y="0"/>
                    </a:cubicBezTo>
                    <a:cubicBezTo>
                      <a:pt x="5" y="4"/>
                      <a:pt x="1" y="10"/>
                      <a:pt x="0" y="1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Freeform 48"/>
              <p:cNvSpPr>
                <a:spLocks/>
              </p:cNvSpPr>
              <p:nvPr/>
            </p:nvSpPr>
            <p:spPr bwMode="auto">
              <a:xfrm>
                <a:off x="5262563" y="2530476"/>
                <a:ext cx="50800" cy="53975"/>
              </a:xfrm>
              <a:custGeom>
                <a:avLst/>
                <a:gdLst>
                  <a:gd name="T0" fmla="*/ 0 w 16"/>
                  <a:gd name="T1" fmla="*/ 0 h 17"/>
                  <a:gd name="T2" fmla="*/ 10 w 16"/>
                  <a:gd name="T3" fmla="*/ 17 h 17"/>
                  <a:gd name="T4" fmla="*/ 16 w 16"/>
                  <a:gd name="T5" fmla="*/ 0 h 17"/>
                  <a:gd name="T6" fmla="*/ 0 w 16"/>
                  <a:gd name="T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17">
                    <a:moveTo>
                      <a:pt x="0" y="0"/>
                    </a:moveTo>
                    <a:cubicBezTo>
                      <a:pt x="1" y="7"/>
                      <a:pt x="5" y="13"/>
                      <a:pt x="10" y="17"/>
                    </a:cubicBezTo>
                    <a:cubicBezTo>
                      <a:pt x="13" y="12"/>
                      <a:pt x="15" y="6"/>
                      <a:pt x="1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Freeform 49"/>
              <p:cNvSpPr>
                <a:spLocks/>
              </p:cNvSpPr>
              <p:nvPr/>
            </p:nvSpPr>
            <p:spPr bwMode="auto">
              <a:xfrm>
                <a:off x="5199063" y="2390776"/>
                <a:ext cx="79375" cy="114300"/>
              </a:xfrm>
              <a:custGeom>
                <a:avLst/>
                <a:gdLst>
                  <a:gd name="T0" fmla="*/ 0 w 25"/>
                  <a:gd name="T1" fmla="*/ 36 h 36"/>
                  <a:gd name="T2" fmla="*/ 12 w 25"/>
                  <a:gd name="T3" fmla="*/ 36 h 36"/>
                  <a:gd name="T4" fmla="*/ 25 w 25"/>
                  <a:gd name="T5" fmla="*/ 12 h 36"/>
                  <a:gd name="T6" fmla="*/ 0 w 25"/>
                  <a:gd name="T7" fmla="*/ 0 h 36"/>
                  <a:gd name="T8" fmla="*/ 0 w 25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6">
                    <a:moveTo>
                      <a:pt x="0" y="36"/>
                    </a:moveTo>
                    <a:cubicBezTo>
                      <a:pt x="12" y="36"/>
                      <a:pt x="12" y="36"/>
                      <a:pt x="12" y="36"/>
                    </a:cubicBezTo>
                    <a:cubicBezTo>
                      <a:pt x="13" y="27"/>
                      <a:pt x="18" y="18"/>
                      <a:pt x="25" y="12"/>
                    </a:cubicBezTo>
                    <a:cubicBezTo>
                      <a:pt x="18" y="6"/>
                      <a:pt x="10" y="1"/>
                      <a:pt x="0" y="0"/>
                    </a:cubicBez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Freeform 50"/>
              <p:cNvSpPr>
                <a:spLocks/>
              </p:cNvSpPr>
              <p:nvPr/>
            </p:nvSpPr>
            <p:spPr bwMode="auto">
              <a:xfrm>
                <a:off x="5094288" y="2390776"/>
                <a:ext cx="79375" cy="114300"/>
              </a:xfrm>
              <a:custGeom>
                <a:avLst/>
                <a:gdLst>
                  <a:gd name="T0" fmla="*/ 13 w 25"/>
                  <a:gd name="T1" fmla="*/ 36 h 36"/>
                  <a:gd name="T2" fmla="*/ 25 w 25"/>
                  <a:gd name="T3" fmla="*/ 36 h 36"/>
                  <a:gd name="T4" fmla="*/ 25 w 25"/>
                  <a:gd name="T5" fmla="*/ 0 h 36"/>
                  <a:gd name="T6" fmla="*/ 0 w 25"/>
                  <a:gd name="T7" fmla="*/ 12 h 36"/>
                  <a:gd name="T8" fmla="*/ 13 w 25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6">
                    <a:moveTo>
                      <a:pt x="13" y="36"/>
                    </a:moveTo>
                    <a:cubicBezTo>
                      <a:pt x="25" y="36"/>
                      <a:pt x="25" y="36"/>
                      <a:pt x="25" y="36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5" y="1"/>
                      <a:pt x="6" y="6"/>
                      <a:pt x="0" y="12"/>
                    </a:cubicBezTo>
                    <a:cubicBezTo>
                      <a:pt x="7" y="18"/>
                      <a:pt x="12" y="27"/>
                      <a:pt x="13" y="3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Freeform 51"/>
              <p:cNvSpPr>
                <a:spLocks/>
              </p:cNvSpPr>
              <p:nvPr/>
            </p:nvSpPr>
            <p:spPr bwMode="auto">
              <a:xfrm>
                <a:off x="5059363" y="2530476"/>
                <a:ext cx="50800" cy="53975"/>
              </a:xfrm>
              <a:custGeom>
                <a:avLst/>
                <a:gdLst>
                  <a:gd name="T0" fmla="*/ 0 w 16"/>
                  <a:gd name="T1" fmla="*/ 0 h 17"/>
                  <a:gd name="T2" fmla="*/ 6 w 16"/>
                  <a:gd name="T3" fmla="*/ 17 h 17"/>
                  <a:gd name="T4" fmla="*/ 16 w 16"/>
                  <a:gd name="T5" fmla="*/ 0 h 17"/>
                  <a:gd name="T6" fmla="*/ 0 w 16"/>
                  <a:gd name="T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17">
                    <a:moveTo>
                      <a:pt x="0" y="0"/>
                    </a:moveTo>
                    <a:cubicBezTo>
                      <a:pt x="1" y="6"/>
                      <a:pt x="3" y="12"/>
                      <a:pt x="6" y="17"/>
                    </a:cubicBezTo>
                    <a:cubicBezTo>
                      <a:pt x="11" y="13"/>
                      <a:pt x="15" y="7"/>
                      <a:pt x="1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52"/>
              <p:cNvSpPr>
                <a:spLocks/>
              </p:cNvSpPr>
              <p:nvPr/>
            </p:nvSpPr>
            <p:spPr bwMode="auto">
              <a:xfrm>
                <a:off x="5059363" y="2451101"/>
                <a:ext cx="50800" cy="53975"/>
              </a:xfrm>
              <a:custGeom>
                <a:avLst/>
                <a:gdLst>
                  <a:gd name="T0" fmla="*/ 6 w 16"/>
                  <a:gd name="T1" fmla="*/ 0 h 17"/>
                  <a:gd name="T2" fmla="*/ 0 w 16"/>
                  <a:gd name="T3" fmla="*/ 17 h 17"/>
                  <a:gd name="T4" fmla="*/ 16 w 16"/>
                  <a:gd name="T5" fmla="*/ 17 h 17"/>
                  <a:gd name="T6" fmla="*/ 6 w 16"/>
                  <a:gd name="T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17">
                    <a:moveTo>
                      <a:pt x="6" y="0"/>
                    </a:moveTo>
                    <a:cubicBezTo>
                      <a:pt x="3" y="5"/>
                      <a:pt x="1" y="11"/>
                      <a:pt x="0" y="17"/>
                    </a:cubicBezTo>
                    <a:cubicBezTo>
                      <a:pt x="16" y="17"/>
                      <a:pt x="16" y="17"/>
                      <a:pt x="16" y="17"/>
                    </a:cubicBezTo>
                    <a:cubicBezTo>
                      <a:pt x="15" y="10"/>
                      <a:pt x="11" y="4"/>
                      <a:pt x="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Freeform 53"/>
              <p:cNvSpPr>
                <a:spLocks/>
              </p:cNvSpPr>
              <p:nvPr/>
            </p:nvSpPr>
            <p:spPr bwMode="auto">
              <a:xfrm>
                <a:off x="5199063" y="2530476"/>
                <a:ext cx="79375" cy="112713"/>
              </a:xfrm>
              <a:custGeom>
                <a:avLst/>
                <a:gdLst>
                  <a:gd name="T0" fmla="*/ 12 w 25"/>
                  <a:gd name="T1" fmla="*/ 0 h 36"/>
                  <a:gd name="T2" fmla="*/ 0 w 25"/>
                  <a:gd name="T3" fmla="*/ 0 h 36"/>
                  <a:gd name="T4" fmla="*/ 0 w 25"/>
                  <a:gd name="T5" fmla="*/ 36 h 36"/>
                  <a:gd name="T6" fmla="*/ 25 w 25"/>
                  <a:gd name="T7" fmla="*/ 24 h 36"/>
                  <a:gd name="T8" fmla="*/ 12 w 25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6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10" y="35"/>
                      <a:pt x="18" y="30"/>
                      <a:pt x="25" y="24"/>
                    </a:cubicBezTo>
                    <a:cubicBezTo>
                      <a:pt x="18" y="18"/>
                      <a:pt x="13" y="9"/>
                      <a:pt x="1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Freeform 54"/>
              <p:cNvSpPr>
                <a:spLocks/>
              </p:cNvSpPr>
              <p:nvPr/>
            </p:nvSpPr>
            <p:spPr bwMode="auto">
              <a:xfrm>
                <a:off x="5094288" y="2530476"/>
                <a:ext cx="79375" cy="112713"/>
              </a:xfrm>
              <a:custGeom>
                <a:avLst/>
                <a:gdLst>
                  <a:gd name="T0" fmla="*/ 25 w 25"/>
                  <a:gd name="T1" fmla="*/ 0 h 36"/>
                  <a:gd name="T2" fmla="*/ 13 w 25"/>
                  <a:gd name="T3" fmla="*/ 0 h 36"/>
                  <a:gd name="T4" fmla="*/ 0 w 25"/>
                  <a:gd name="T5" fmla="*/ 24 h 36"/>
                  <a:gd name="T6" fmla="*/ 25 w 25"/>
                  <a:gd name="T7" fmla="*/ 36 h 36"/>
                  <a:gd name="T8" fmla="*/ 25 w 25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6">
                    <a:moveTo>
                      <a:pt x="25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12" y="9"/>
                      <a:pt x="7" y="18"/>
                      <a:pt x="0" y="24"/>
                    </a:cubicBezTo>
                    <a:cubicBezTo>
                      <a:pt x="6" y="30"/>
                      <a:pt x="15" y="35"/>
                      <a:pt x="25" y="36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5" name="组合 204"/>
            <p:cNvGrpSpPr>
              <a:grpSpLocks noChangeAspect="1"/>
            </p:cNvGrpSpPr>
            <p:nvPr/>
          </p:nvGrpSpPr>
          <p:grpSpPr>
            <a:xfrm>
              <a:off x="4427538" y="2428876"/>
              <a:ext cx="303213" cy="152400"/>
              <a:chOff x="4427538" y="2428876"/>
              <a:chExt cx="303213" cy="152400"/>
            </a:xfrm>
          </p:grpSpPr>
          <p:sp>
            <p:nvSpPr>
              <p:cNvPr id="56" name="Freeform 55"/>
              <p:cNvSpPr>
                <a:spLocks/>
              </p:cNvSpPr>
              <p:nvPr/>
            </p:nvSpPr>
            <p:spPr bwMode="auto">
              <a:xfrm>
                <a:off x="4465638" y="2428876"/>
                <a:ext cx="227013" cy="152400"/>
              </a:xfrm>
              <a:custGeom>
                <a:avLst/>
                <a:gdLst>
                  <a:gd name="T0" fmla="*/ 64 w 72"/>
                  <a:gd name="T1" fmla="*/ 0 h 48"/>
                  <a:gd name="T2" fmla="*/ 56 w 72"/>
                  <a:gd name="T3" fmla="*/ 0 h 48"/>
                  <a:gd name="T4" fmla="*/ 48 w 72"/>
                  <a:gd name="T5" fmla="*/ 8 h 48"/>
                  <a:gd name="T6" fmla="*/ 48 w 72"/>
                  <a:gd name="T7" fmla="*/ 20 h 48"/>
                  <a:gd name="T8" fmla="*/ 24 w 72"/>
                  <a:gd name="T9" fmla="*/ 20 h 48"/>
                  <a:gd name="T10" fmla="*/ 24 w 72"/>
                  <a:gd name="T11" fmla="*/ 8 h 48"/>
                  <a:gd name="T12" fmla="*/ 16 w 72"/>
                  <a:gd name="T13" fmla="*/ 0 h 48"/>
                  <a:gd name="T14" fmla="*/ 8 w 72"/>
                  <a:gd name="T15" fmla="*/ 0 h 48"/>
                  <a:gd name="T16" fmla="*/ 0 w 72"/>
                  <a:gd name="T17" fmla="*/ 8 h 48"/>
                  <a:gd name="T18" fmla="*/ 0 w 72"/>
                  <a:gd name="T19" fmla="*/ 40 h 48"/>
                  <a:gd name="T20" fmla="*/ 8 w 72"/>
                  <a:gd name="T21" fmla="*/ 48 h 48"/>
                  <a:gd name="T22" fmla="*/ 16 w 72"/>
                  <a:gd name="T23" fmla="*/ 48 h 48"/>
                  <a:gd name="T24" fmla="*/ 24 w 72"/>
                  <a:gd name="T25" fmla="*/ 40 h 48"/>
                  <a:gd name="T26" fmla="*/ 24 w 72"/>
                  <a:gd name="T27" fmla="*/ 28 h 48"/>
                  <a:gd name="T28" fmla="*/ 48 w 72"/>
                  <a:gd name="T29" fmla="*/ 28 h 48"/>
                  <a:gd name="T30" fmla="*/ 48 w 72"/>
                  <a:gd name="T31" fmla="*/ 40 h 48"/>
                  <a:gd name="T32" fmla="*/ 56 w 72"/>
                  <a:gd name="T33" fmla="*/ 48 h 48"/>
                  <a:gd name="T34" fmla="*/ 64 w 72"/>
                  <a:gd name="T35" fmla="*/ 48 h 48"/>
                  <a:gd name="T36" fmla="*/ 72 w 72"/>
                  <a:gd name="T37" fmla="*/ 40 h 48"/>
                  <a:gd name="T38" fmla="*/ 72 w 72"/>
                  <a:gd name="T39" fmla="*/ 8 h 48"/>
                  <a:gd name="T40" fmla="*/ 64 w 72"/>
                  <a:gd name="T41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2" h="48">
                    <a:moveTo>
                      <a:pt x="64" y="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52" y="0"/>
                      <a:pt x="48" y="4"/>
                      <a:pt x="48" y="8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4"/>
                      <a:pt x="4" y="48"/>
                      <a:pt x="8" y="48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20" y="48"/>
                      <a:pt x="24" y="44"/>
                      <a:pt x="24" y="40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48" y="28"/>
                      <a:pt x="48" y="28"/>
                      <a:pt x="48" y="28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48" y="44"/>
                      <a:pt x="52" y="48"/>
                      <a:pt x="56" y="48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8" y="48"/>
                      <a:pt x="72" y="44"/>
                      <a:pt x="72" y="40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Rectangle 56"/>
              <p:cNvSpPr>
                <a:spLocks noChangeArrowheads="1"/>
              </p:cNvSpPr>
              <p:nvPr/>
            </p:nvSpPr>
            <p:spPr bwMode="auto">
              <a:xfrm>
                <a:off x="4705351" y="2479676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Rectangle 57"/>
              <p:cNvSpPr>
                <a:spLocks noChangeArrowheads="1"/>
              </p:cNvSpPr>
              <p:nvPr/>
            </p:nvSpPr>
            <p:spPr bwMode="auto">
              <a:xfrm>
                <a:off x="4427538" y="2479676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9" name="组合 208"/>
            <p:cNvGrpSpPr>
              <a:grpSpLocks noChangeAspect="1"/>
            </p:cNvGrpSpPr>
            <p:nvPr/>
          </p:nvGrpSpPr>
          <p:grpSpPr>
            <a:xfrm>
              <a:off x="6273801" y="2403476"/>
              <a:ext cx="252412" cy="265113"/>
              <a:chOff x="6273801" y="2403476"/>
              <a:chExt cx="252412" cy="265113"/>
            </a:xfrm>
          </p:grpSpPr>
          <p:sp>
            <p:nvSpPr>
              <p:cNvPr id="59" name="Freeform 58"/>
              <p:cNvSpPr>
                <a:spLocks/>
              </p:cNvSpPr>
              <p:nvPr/>
            </p:nvSpPr>
            <p:spPr bwMode="auto">
              <a:xfrm>
                <a:off x="6297613" y="2403476"/>
                <a:ext cx="50800" cy="63500"/>
              </a:xfrm>
              <a:custGeom>
                <a:avLst/>
                <a:gdLst>
                  <a:gd name="T0" fmla="*/ 16 w 16"/>
                  <a:gd name="T1" fmla="*/ 8 h 20"/>
                  <a:gd name="T2" fmla="*/ 8 w 16"/>
                  <a:gd name="T3" fmla="*/ 0 h 20"/>
                  <a:gd name="T4" fmla="*/ 0 w 16"/>
                  <a:gd name="T5" fmla="*/ 8 h 20"/>
                  <a:gd name="T6" fmla="*/ 0 w 16"/>
                  <a:gd name="T7" fmla="*/ 20 h 20"/>
                  <a:gd name="T8" fmla="*/ 16 w 16"/>
                  <a:gd name="T9" fmla="*/ 20 h 20"/>
                  <a:gd name="T10" fmla="*/ 16 w 16"/>
                  <a:gd name="T11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20">
                    <a:moveTo>
                      <a:pt x="16" y="8"/>
                    </a:moveTo>
                    <a:cubicBezTo>
                      <a:pt x="16" y="4"/>
                      <a:pt x="12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16" y="20"/>
                      <a:pt x="16" y="20"/>
                      <a:pt x="16" y="20"/>
                    </a:cubicBezTo>
                    <a:lnTo>
                      <a:pt x="16" y="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Freeform 59"/>
              <p:cNvSpPr>
                <a:spLocks/>
              </p:cNvSpPr>
              <p:nvPr/>
            </p:nvSpPr>
            <p:spPr bwMode="auto">
              <a:xfrm>
                <a:off x="6273801" y="2479676"/>
                <a:ext cx="90488" cy="188913"/>
              </a:xfrm>
              <a:custGeom>
                <a:avLst/>
                <a:gdLst>
                  <a:gd name="T0" fmla="*/ 24 w 29"/>
                  <a:gd name="T1" fmla="*/ 0 h 60"/>
                  <a:gd name="T2" fmla="*/ 8 w 29"/>
                  <a:gd name="T3" fmla="*/ 0 h 60"/>
                  <a:gd name="T4" fmla="*/ 0 w 29"/>
                  <a:gd name="T5" fmla="*/ 32 h 60"/>
                  <a:gd name="T6" fmla="*/ 12 w 29"/>
                  <a:gd name="T7" fmla="*/ 60 h 60"/>
                  <a:gd name="T8" fmla="*/ 20 w 29"/>
                  <a:gd name="T9" fmla="*/ 60 h 60"/>
                  <a:gd name="T10" fmla="*/ 28 w 29"/>
                  <a:gd name="T11" fmla="*/ 51 h 60"/>
                  <a:gd name="T12" fmla="*/ 24 w 29"/>
                  <a:gd name="T13" fmla="*/ 36 h 60"/>
                  <a:gd name="T14" fmla="*/ 29 w 29"/>
                  <a:gd name="T15" fmla="*/ 18 h 60"/>
                  <a:gd name="T16" fmla="*/ 24 w 29"/>
                  <a:gd name="T1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60">
                    <a:moveTo>
                      <a:pt x="2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8" y="12"/>
                      <a:pt x="0" y="16"/>
                      <a:pt x="0" y="32"/>
                    </a:cubicBezTo>
                    <a:cubicBezTo>
                      <a:pt x="0" y="48"/>
                      <a:pt x="8" y="60"/>
                      <a:pt x="12" y="60"/>
                    </a:cubicBezTo>
                    <a:cubicBezTo>
                      <a:pt x="20" y="60"/>
                      <a:pt x="20" y="60"/>
                      <a:pt x="20" y="60"/>
                    </a:cubicBezTo>
                    <a:cubicBezTo>
                      <a:pt x="22" y="60"/>
                      <a:pt x="25" y="57"/>
                      <a:pt x="28" y="51"/>
                    </a:cubicBezTo>
                    <a:cubicBezTo>
                      <a:pt x="25" y="47"/>
                      <a:pt x="24" y="42"/>
                      <a:pt x="24" y="36"/>
                    </a:cubicBezTo>
                    <a:cubicBezTo>
                      <a:pt x="24" y="29"/>
                      <a:pt x="26" y="23"/>
                      <a:pt x="29" y="18"/>
                    </a:cubicBezTo>
                    <a:cubicBezTo>
                      <a:pt x="27" y="12"/>
                      <a:pt x="24" y="8"/>
                      <a:pt x="2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Freeform 60"/>
              <p:cNvSpPr>
                <a:spLocks noEditPoints="1"/>
              </p:cNvSpPr>
              <p:nvPr/>
            </p:nvSpPr>
            <p:spPr bwMode="auto">
              <a:xfrm>
                <a:off x="6373813" y="2517776"/>
                <a:ext cx="152400" cy="150813"/>
              </a:xfrm>
              <a:custGeom>
                <a:avLst/>
                <a:gdLst>
                  <a:gd name="T0" fmla="*/ 24 w 48"/>
                  <a:gd name="T1" fmla="*/ 0 h 48"/>
                  <a:gd name="T2" fmla="*/ 0 w 48"/>
                  <a:gd name="T3" fmla="*/ 24 h 48"/>
                  <a:gd name="T4" fmla="*/ 24 w 48"/>
                  <a:gd name="T5" fmla="*/ 48 h 48"/>
                  <a:gd name="T6" fmla="*/ 48 w 48"/>
                  <a:gd name="T7" fmla="*/ 24 h 48"/>
                  <a:gd name="T8" fmla="*/ 24 w 48"/>
                  <a:gd name="T9" fmla="*/ 0 h 48"/>
                  <a:gd name="T10" fmla="*/ 16 w 48"/>
                  <a:gd name="T11" fmla="*/ 16 h 48"/>
                  <a:gd name="T12" fmla="*/ 12 w 48"/>
                  <a:gd name="T13" fmla="*/ 12 h 48"/>
                  <a:gd name="T14" fmla="*/ 16 w 48"/>
                  <a:gd name="T15" fmla="*/ 8 h 48"/>
                  <a:gd name="T16" fmla="*/ 20 w 48"/>
                  <a:gd name="T17" fmla="*/ 12 h 48"/>
                  <a:gd name="T18" fmla="*/ 16 w 48"/>
                  <a:gd name="T19" fmla="*/ 16 h 48"/>
                  <a:gd name="T20" fmla="*/ 24 w 48"/>
                  <a:gd name="T21" fmla="*/ 28 h 48"/>
                  <a:gd name="T22" fmla="*/ 20 w 48"/>
                  <a:gd name="T23" fmla="*/ 24 h 48"/>
                  <a:gd name="T24" fmla="*/ 24 w 48"/>
                  <a:gd name="T25" fmla="*/ 20 h 48"/>
                  <a:gd name="T26" fmla="*/ 28 w 48"/>
                  <a:gd name="T27" fmla="*/ 24 h 48"/>
                  <a:gd name="T28" fmla="*/ 24 w 48"/>
                  <a:gd name="T29" fmla="*/ 28 h 48"/>
                  <a:gd name="T30" fmla="*/ 32 w 48"/>
                  <a:gd name="T31" fmla="*/ 16 h 48"/>
                  <a:gd name="T32" fmla="*/ 28 w 48"/>
                  <a:gd name="T33" fmla="*/ 12 h 48"/>
                  <a:gd name="T34" fmla="*/ 32 w 48"/>
                  <a:gd name="T35" fmla="*/ 8 h 48"/>
                  <a:gd name="T36" fmla="*/ 36 w 48"/>
                  <a:gd name="T37" fmla="*/ 12 h 48"/>
                  <a:gd name="T38" fmla="*/ 32 w 48"/>
                  <a:gd name="T39" fmla="*/ 1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8" h="48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ubicBezTo>
                      <a:pt x="37" y="48"/>
                      <a:pt x="48" y="37"/>
                      <a:pt x="48" y="24"/>
                    </a:cubicBezTo>
                    <a:cubicBezTo>
                      <a:pt x="48" y="11"/>
                      <a:pt x="37" y="0"/>
                      <a:pt x="24" y="0"/>
                    </a:cubicBezTo>
                    <a:close/>
                    <a:moveTo>
                      <a:pt x="16" y="16"/>
                    </a:moveTo>
                    <a:cubicBezTo>
                      <a:pt x="14" y="16"/>
                      <a:pt x="12" y="14"/>
                      <a:pt x="12" y="12"/>
                    </a:cubicBezTo>
                    <a:cubicBezTo>
                      <a:pt x="12" y="10"/>
                      <a:pt x="14" y="8"/>
                      <a:pt x="16" y="8"/>
                    </a:cubicBezTo>
                    <a:cubicBezTo>
                      <a:pt x="18" y="8"/>
                      <a:pt x="20" y="10"/>
                      <a:pt x="20" y="12"/>
                    </a:cubicBezTo>
                    <a:cubicBezTo>
                      <a:pt x="20" y="14"/>
                      <a:pt x="18" y="16"/>
                      <a:pt x="16" y="16"/>
                    </a:cubicBezTo>
                    <a:close/>
                    <a:moveTo>
                      <a:pt x="24" y="28"/>
                    </a:moveTo>
                    <a:cubicBezTo>
                      <a:pt x="22" y="28"/>
                      <a:pt x="20" y="26"/>
                      <a:pt x="20" y="24"/>
                    </a:cubicBezTo>
                    <a:cubicBezTo>
                      <a:pt x="20" y="22"/>
                      <a:pt x="22" y="20"/>
                      <a:pt x="24" y="20"/>
                    </a:cubicBezTo>
                    <a:cubicBezTo>
                      <a:pt x="26" y="20"/>
                      <a:pt x="28" y="22"/>
                      <a:pt x="28" y="24"/>
                    </a:cubicBezTo>
                    <a:cubicBezTo>
                      <a:pt x="28" y="26"/>
                      <a:pt x="26" y="28"/>
                      <a:pt x="24" y="28"/>
                    </a:cubicBezTo>
                    <a:close/>
                    <a:moveTo>
                      <a:pt x="32" y="16"/>
                    </a:moveTo>
                    <a:cubicBezTo>
                      <a:pt x="30" y="16"/>
                      <a:pt x="28" y="14"/>
                      <a:pt x="28" y="12"/>
                    </a:cubicBezTo>
                    <a:cubicBezTo>
                      <a:pt x="28" y="10"/>
                      <a:pt x="30" y="8"/>
                      <a:pt x="32" y="8"/>
                    </a:cubicBezTo>
                    <a:cubicBezTo>
                      <a:pt x="34" y="8"/>
                      <a:pt x="36" y="10"/>
                      <a:pt x="36" y="12"/>
                    </a:cubicBezTo>
                    <a:cubicBezTo>
                      <a:pt x="36" y="14"/>
                      <a:pt x="34" y="16"/>
                      <a:pt x="3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0" name="组合 209"/>
            <p:cNvGrpSpPr>
              <a:grpSpLocks noChangeAspect="1"/>
            </p:cNvGrpSpPr>
            <p:nvPr/>
          </p:nvGrpSpPr>
          <p:grpSpPr>
            <a:xfrm>
              <a:off x="6880226" y="2390776"/>
              <a:ext cx="252412" cy="258763"/>
              <a:chOff x="6880226" y="2390776"/>
              <a:chExt cx="252412" cy="258763"/>
            </a:xfrm>
          </p:grpSpPr>
          <p:sp>
            <p:nvSpPr>
              <p:cNvPr id="62" name="Freeform 61"/>
              <p:cNvSpPr>
                <a:spLocks/>
              </p:cNvSpPr>
              <p:nvPr/>
            </p:nvSpPr>
            <p:spPr bwMode="auto">
              <a:xfrm>
                <a:off x="6923088" y="2505076"/>
                <a:ext cx="165100" cy="130175"/>
              </a:xfrm>
              <a:custGeom>
                <a:avLst/>
                <a:gdLst>
                  <a:gd name="T0" fmla="*/ 11 w 52"/>
                  <a:gd name="T1" fmla="*/ 41 h 41"/>
                  <a:gd name="T2" fmla="*/ 52 w 52"/>
                  <a:gd name="T3" fmla="*/ 5 h 41"/>
                  <a:gd name="T4" fmla="*/ 42 w 52"/>
                  <a:gd name="T5" fmla="*/ 0 h 41"/>
                  <a:gd name="T6" fmla="*/ 0 w 52"/>
                  <a:gd name="T7" fmla="*/ 35 h 41"/>
                  <a:gd name="T8" fmla="*/ 11 w 52"/>
                  <a:gd name="T9" fmla="*/ 4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41">
                    <a:moveTo>
                      <a:pt x="11" y="41"/>
                    </a:moveTo>
                    <a:cubicBezTo>
                      <a:pt x="31" y="36"/>
                      <a:pt x="47" y="20"/>
                      <a:pt x="52" y="5"/>
                    </a:cubicBezTo>
                    <a:cubicBezTo>
                      <a:pt x="49" y="3"/>
                      <a:pt x="46" y="1"/>
                      <a:pt x="42" y="0"/>
                    </a:cubicBezTo>
                    <a:cubicBezTo>
                      <a:pt x="36" y="18"/>
                      <a:pt x="20" y="32"/>
                      <a:pt x="0" y="35"/>
                    </a:cubicBezTo>
                    <a:cubicBezTo>
                      <a:pt x="4" y="38"/>
                      <a:pt x="7" y="40"/>
                      <a:pt x="11" y="4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Freeform 62"/>
              <p:cNvSpPr>
                <a:spLocks/>
              </p:cNvSpPr>
              <p:nvPr/>
            </p:nvSpPr>
            <p:spPr bwMode="auto">
              <a:xfrm>
                <a:off x="6977063" y="2498726"/>
                <a:ext cx="60325" cy="53975"/>
              </a:xfrm>
              <a:custGeom>
                <a:avLst/>
                <a:gdLst>
                  <a:gd name="T0" fmla="*/ 0 w 19"/>
                  <a:gd name="T1" fmla="*/ 2 h 17"/>
                  <a:gd name="T2" fmla="*/ 9 w 19"/>
                  <a:gd name="T3" fmla="*/ 17 h 17"/>
                  <a:gd name="T4" fmla="*/ 19 w 19"/>
                  <a:gd name="T5" fmla="*/ 1 h 17"/>
                  <a:gd name="T6" fmla="*/ 0 w 19"/>
                  <a:gd name="T7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7">
                    <a:moveTo>
                      <a:pt x="0" y="2"/>
                    </a:moveTo>
                    <a:cubicBezTo>
                      <a:pt x="2" y="8"/>
                      <a:pt x="5" y="13"/>
                      <a:pt x="9" y="17"/>
                    </a:cubicBezTo>
                    <a:cubicBezTo>
                      <a:pt x="13" y="12"/>
                      <a:pt x="17" y="7"/>
                      <a:pt x="19" y="1"/>
                    </a:cubicBezTo>
                    <a:cubicBezTo>
                      <a:pt x="12" y="0"/>
                      <a:pt x="6" y="0"/>
                      <a:pt x="0" y="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Freeform 63"/>
              <p:cNvSpPr>
                <a:spLocks/>
              </p:cNvSpPr>
              <p:nvPr/>
            </p:nvSpPr>
            <p:spPr bwMode="auto">
              <a:xfrm>
                <a:off x="6911976" y="2400301"/>
                <a:ext cx="77788" cy="184150"/>
              </a:xfrm>
              <a:custGeom>
                <a:avLst/>
                <a:gdLst>
                  <a:gd name="T0" fmla="*/ 25 w 25"/>
                  <a:gd name="T1" fmla="*/ 52 h 58"/>
                  <a:gd name="T2" fmla="*/ 15 w 25"/>
                  <a:gd name="T3" fmla="*/ 0 h 58"/>
                  <a:gd name="T4" fmla="*/ 4 w 25"/>
                  <a:gd name="T5" fmla="*/ 7 h 58"/>
                  <a:gd name="T6" fmla="*/ 17 w 25"/>
                  <a:gd name="T7" fmla="*/ 58 h 58"/>
                  <a:gd name="T8" fmla="*/ 25 w 25"/>
                  <a:gd name="T9" fmla="*/ 52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58">
                    <a:moveTo>
                      <a:pt x="25" y="52"/>
                    </a:moveTo>
                    <a:cubicBezTo>
                      <a:pt x="13" y="39"/>
                      <a:pt x="9" y="19"/>
                      <a:pt x="15" y="0"/>
                    </a:cubicBezTo>
                    <a:cubicBezTo>
                      <a:pt x="11" y="2"/>
                      <a:pt x="7" y="4"/>
                      <a:pt x="4" y="7"/>
                    </a:cubicBezTo>
                    <a:cubicBezTo>
                      <a:pt x="0" y="26"/>
                      <a:pt x="6" y="44"/>
                      <a:pt x="17" y="58"/>
                    </a:cubicBezTo>
                    <a:cubicBezTo>
                      <a:pt x="20" y="56"/>
                      <a:pt x="22" y="55"/>
                      <a:pt x="25" y="5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Freeform 64"/>
              <p:cNvSpPr>
                <a:spLocks/>
              </p:cNvSpPr>
              <p:nvPr/>
            </p:nvSpPr>
            <p:spPr bwMode="auto">
              <a:xfrm>
                <a:off x="6967538" y="2441576"/>
                <a:ext cx="165100" cy="85725"/>
              </a:xfrm>
              <a:custGeom>
                <a:avLst/>
                <a:gdLst>
                  <a:gd name="T0" fmla="*/ 52 w 52"/>
                  <a:gd name="T1" fmla="*/ 24 h 27"/>
                  <a:gd name="T2" fmla="*/ 51 w 52"/>
                  <a:gd name="T3" fmla="*/ 14 h 27"/>
                  <a:gd name="T4" fmla="*/ 0 w 52"/>
                  <a:gd name="T5" fmla="*/ 4 h 27"/>
                  <a:gd name="T6" fmla="*/ 0 w 52"/>
                  <a:gd name="T7" fmla="*/ 4 h 27"/>
                  <a:gd name="T8" fmla="*/ 1 w 52"/>
                  <a:gd name="T9" fmla="*/ 14 h 27"/>
                  <a:gd name="T10" fmla="*/ 52 w 52"/>
                  <a:gd name="T11" fmla="*/ 27 h 27"/>
                  <a:gd name="T12" fmla="*/ 52 w 52"/>
                  <a:gd name="T13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27">
                    <a:moveTo>
                      <a:pt x="52" y="24"/>
                    </a:moveTo>
                    <a:cubicBezTo>
                      <a:pt x="52" y="21"/>
                      <a:pt x="52" y="17"/>
                      <a:pt x="51" y="14"/>
                    </a:cubicBezTo>
                    <a:cubicBezTo>
                      <a:pt x="35" y="3"/>
                      <a:pt x="17" y="0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8"/>
                      <a:pt x="1" y="11"/>
                      <a:pt x="1" y="14"/>
                    </a:cubicBezTo>
                    <a:cubicBezTo>
                      <a:pt x="18" y="10"/>
                      <a:pt x="38" y="14"/>
                      <a:pt x="52" y="27"/>
                    </a:cubicBezTo>
                    <a:cubicBezTo>
                      <a:pt x="52" y="26"/>
                      <a:pt x="52" y="25"/>
                      <a:pt x="52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Freeform 65"/>
              <p:cNvSpPr>
                <a:spLocks/>
              </p:cNvSpPr>
              <p:nvPr/>
            </p:nvSpPr>
            <p:spPr bwMode="auto">
              <a:xfrm>
                <a:off x="6970713" y="2390776"/>
                <a:ext cx="146050" cy="66675"/>
              </a:xfrm>
              <a:custGeom>
                <a:avLst/>
                <a:gdLst>
                  <a:gd name="T0" fmla="*/ 0 w 46"/>
                  <a:gd name="T1" fmla="*/ 14 h 21"/>
                  <a:gd name="T2" fmla="*/ 46 w 46"/>
                  <a:gd name="T3" fmla="*/ 21 h 21"/>
                  <a:gd name="T4" fmla="*/ 11 w 46"/>
                  <a:gd name="T5" fmla="*/ 0 h 21"/>
                  <a:gd name="T6" fmla="*/ 4 w 46"/>
                  <a:gd name="T7" fmla="*/ 1 h 21"/>
                  <a:gd name="T8" fmla="*/ 0 w 46"/>
                  <a:gd name="T9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" h="21">
                    <a:moveTo>
                      <a:pt x="0" y="14"/>
                    </a:moveTo>
                    <a:cubicBezTo>
                      <a:pt x="15" y="11"/>
                      <a:pt x="31" y="13"/>
                      <a:pt x="46" y="21"/>
                    </a:cubicBezTo>
                    <a:cubicBezTo>
                      <a:pt x="39" y="9"/>
                      <a:pt x="26" y="0"/>
                      <a:pt x="11" y="0"/>
                    </a:cubicBezTo>
                    <a:cubicBezTo>
                      <a:pt x="8" y="0"/>
                      <a:pt x="6" y="0"/>
                      <a:pt x="4" y="1"/>
                    </a:cubicBezTo>
                    <a:cubicBezTo>
                      <a:pt x="2" y="5"/>
                      <a:pt x="0" y="9"/>
                      <a:pt x="0" y="1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Freeform 66"/>
              <p:cNvSpPr>
                <a:spLocks/>
              </p:cNvSpPr>
              <p:nvPr/>
            </p:nvSpPr>
            <p:spPr bwMode="auto">
              <a:xfrm>
                <a:off x="6992938" y="2530476"/>
                <a:ext cx="136525" cy="119063"/>
              </a:xfrm>
              <a:custGeom>
                <a:avLst/>
                <a:gdLst>
                  <a:gd name="T0" fmla="*/ 35 w 43"/>
                  <a:gd name="T1" fmla="*/ 0 h 38"/>
                  <a:gd name="T2" fmla="*/ 0 w 43"/>
                  <a:gd name="T3" fmla="*/ 36 h 38"/>
                  <a:gd name="T4" fmla="*/ 43 w 43"/>
                  <a:gd name="T5" fmla="*/ 7 h 38"/>
                  <a:gd name="T6" fmla="*/ 35 w 43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" h="38">
                    <a:moveTo>
                      <a:pt x="35" y="0"/>
                    </a:moveTo>
                    <a:cubicBezTo>
                      <a:pt x="30" y="14"/>
                      <a:pt x="17" y="29"/>
                      <a:pt x="0" y="36"/>
                    </a:cubicBezTo>
                    <a:cubicBezTo>
                      <a:pt x="20" y="38"/>
                      <a:pt x="37" y="25"/>
                      <a:pt x="43" y="7"/>
                    </a:cubicBezTo>
                    <a:cubicBezTo>
                      <a:pt x="40" y="4"/>
                      <a:pt x="38" y="2"/>
                      <a:pt x="35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Freeform 67"/>
              <p:cNvSpPr>
                <a:spLocks/>
              </p:cNvSpPr>
              <p:nvPr/>
            </p:nvSpPr>
            <p:spPr bwMode="auto">
              <a:xfrm>
                <a:off x="6880226" y="2447926"/>
                <a:ext cx="65088" cy="149225"/>
              </a:xfrm>
              <a:custGeom>
                <a:avLst/>
                <a:gdLst>
                  <a:gd name="T0" fmla="*/ 21 w 21"/>
                  <a:gd name="T1" fmla="*/ 45 h 47"/>
                  <a:gd name="T2" fmla="*/ 7 w 21"/>
                  <a:gd name="T3" fmla="*/ 0 h 47"/>
                  <a:gd name="T4" fmla="*/ 0 w 21"/>
                  <a:gd name="T5" fmla="*/ 22 h 47"/>
                  <a:gd name="T6" fmla="*/ 9 w 21"/>
                  <a:gd name="T7" fmla="*/ 47 h 47"/>
                  <a:gd name="T8" fmla="*/ 21 w 21"/>
                  <a:gd name="T9" fmla="*/ 45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47">
                    <a:moveTo>
                      <a:pt x="21" y="45"/>
                    </a:moveTo>
                    <a:cubicBezTo>
                      <a:pt x="11" y="33"/>
                      <a:pt x="6" y="17"/>
                      <a:pt x="7" y="0"/>
                    </a:cubicBezTo>
                    <a:cubicBezTo>
                      <a:pt x="2" y="6"/>
                      <a:pt x="0" y="14"/>
                      <a:pt x="0" y="22"/>
                    </a:cubicBezTo>
                    <a:cubicBezTo>
                      <a:pt x="0" y="32"/>
                      <a:pt x="3" y="41"/>
                      <a:pt x="9" y="47"/>
                    </a:cubicBezTo>
                    <a:cubicBezTo>
                      <a:pt x="13" y="47"/>
                      <a:pt x="17" y="46"/>
                      <a:pt x="21" y="4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8" name="组合 207"/>
            <p:cNvGrpSpPr>
              <a:grpSpLocks noChangeAspect="1"/>
            </p:cNvGrpSpPr>
            <p:nvPr/>
          </p:nvGrpSpPr>
          <p:grpSpPr>
            <a:xfrm>
              <a:off x="5640388" y="2416176"/>
              <a:ext cx="304800" cy="203200"/>
              <a:chOff x="5640388" y="2416176"/>
              <a:chExt cx="304800" cy="203200"/>
            </a:xfrm>
          </p:grpSpPr>
          <p:sp>
            <p:nvSpPr>
              <p:cNvPr id="69" name="Freeform 68"/>
              <p:cNvSpPr>
                <a:spLocks/>
              </p:cNvSpPr>
              <p:nvPr/>
            </p:nvSpPr>
            <p:spPr bwMode="auto">
              <a:xfrm>
                <a:off x="5805488" y="2416176"/>
                <a:ext cx="139700" cy="203200"/>
              </a:xfrm>
              <a:custGeom>
                <a:avLst/>
                <a:gdLst>
                  <a:gd name="T0" fmla="*/ 0 w 44"/>
                  <a:gd name="T1" fmla="*/ 0 h 64"/>
                  <a:gd name="T2" fmla="*/ 0 w 44"/>
                  <a:gd name="T3" fmla="*/ 17 h 64"/>
                  <a:gd name="T4" fmla="*/ 12 w 44"/>
                  <a:gd name="T5" fmla="*/ 32 h 64"/>
                  <a:gd name="T6" fmla="*/ 0 w 44"/>
                  <a:gd name="T7" fmla="*/ 47 h 64"/>
                  <a:gd name="T8" fmla="*/ 0 w 44"/>
                  <a:gd name="T9" fmla="*/ 64 h 64"/>
                  <a:gd name="T10" fmla="*/ 44 w 44"/>
                  <a:gd name="T11" fmla="*/ 64 h 64"/>
                  <a:gd name="T12" fmla="*/ 44 w 44"/>
                  <a:gd name="T13" fmla="*/ 48 h 64"/>
                  <a:gd name="T14" fmla="*/ 28 w 44"/>
                  <a:gd name="T15" fmla="*/ 48 h 64"/>
                  <a:gd name="T16" fmla="*/ 28 w 44"/>
                  <a:gd name="T17" fmla="*/ 16 h 64"/>
                  <a:gd name="T18" fmla="*/ 44 w 44"/>
                  <a:gd name="T19" fmla="*/ 16 h 64"/>
                  <a:gd name="T20" fmla="*/ 44 w 44"/>
                  <a:gd name="T21" fmla="*/ 0 h 64"/>
                  <a:gd name="T22" fmla="*/ 0 w 44"/>
                  <a:gd name="T23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4" h="64">
                    <a:moveTo>
                      <a:pt x="0" y="0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7" y="18"/>
                      <a:pt x="12" y="25"/>
                      <a:pt x="12" y="32"/>
                    </a:cubicBezTo>
                    <a:cubicBezTo>
                      <a:pt x="12" y="39"/>
                      <a:pt x="7" y="46"/>
                      <a:pt x="0" y="47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44" y="64"/>
                      <a:pt x="44" y="64"/>
                      <a:pt x="44" y="64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0"/>
                      <a:pt x="44" y="0"/>
                      <a:pt x="4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Rectangle 71"/>
              <p:cNvSpPr>
                <a:spLocks noChangeArrowheads="1"/>
              </p:cNvSpPr>
              <p:nvPr/>
            </p:nvSpPr>
            <p:spPr bwMode="auto">
              <a:xfrm>
                <a:off x="5919788" y="2492376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07" name="组合 206"/>
              <p:cNvGrpSpPr/>
              <p:nvPr/>
            </p:nvGrpSpPr>
            <p:grpSpPr>
              <a:xfrm>
                <a:off x="5640388" y="2416176"/>
                <a:ext cx="177800" cy="203200"/>
                <a:chOff x="5640388" y="2416176"/>
                <a:chExt cx="177800" cy="203200"/>
              </a:xfrm>
            </p:grpSpPr>
            <p:sp>
              <p:nvSpPr>
                <p:cNvPr id="70" name="Freeform 69"/>
                <p:cNvSpPr>
                  <a:spLocks/>
                </p:cNvSpPr>
                <p:nvPr/>
              </p:nvSpPr>
              <p:spPr bwMode="auto">
                <a:xfrm>
                  <a:off x="5640388" y="2416176"/>
                  <a:ext cx="139700" cy="203200"/>
                </a:xfrm>
                <a:custGeom>
                  <a:avLst/>
                  <a:gdLst>
                    <a:gd name="T0" fmla="*/ 32 w 44"/>
                    <a:gd name="T1" fmla="*/ 32 h 64"/>
                    <a:gd name="T2" fmla="*/ 44 w 44"/>
                    <a:gd name="T3" fmla="*/ 17 h 64"/>
                    <a:gd name="T4" fmla="*/ 44 w 44"/>
                    <a:gd name="T5" fmla="*/ 0 h 64"/>
                    <a:gd name="T6" fmla="*/ 0 w 44"/>
                    <a:gd name="T7" fmla="*/ 0 h 64"/>
                    <a:gd name="T8" fmla="*/ 0 w 44"/>
                    <a:gd name="T9" fmla="*/ 16 h 64"/>
                    <a:gd name="T10" fmla="*/ 16 w 44"/>
                    <a:gd name="T11" fmla="*/ 16 h 64"/>
                    <a:gd name="T12" fmla="*/ 16 w 44"/>
                    <a:gd name="T13" fmla="*/ 48 h 64"/>
                    <a:gd name="T14" fmla="*/ 0 w 44"/>
                    <a:gd name="T15" fmla="*/ 48 h 64"/>
                    <a:gd name="T16" fmla="*/ 0 w 44"/>
                    <a:gd name="T17" fmla="*/ 64 h 64"/>
                    <a:gd name="T18" fmla="*/ 44 w 44"/>
                    <a:gd name="T19" fmla="*/ 64 h 64"/>
                    <a:gd name="T20" fmla="*/ 44 w 44"/>
                    <a:gd name="T21" fmla="*/ 47 h 64"/>
                    <a:gd name="T22" fmla="*/ 32 w 44"/>
                    <a:gd name="T23" fmla="*/ 32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44" h="64">
                      <a:moveTo>
                        <a:pt x="32" y="32"/>
                      </a:moveTo>
                      <a:cubicBezTo>
                        <a:pt x="32" y="25"/>
                        <a:pt x="37" y="18"/>
                        <a:pt x="44" y="17"/>
                      </a:cubicBez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16" y="16"/>
                        <a:pt x="16" y="16"/>
                        <a:pt x="16" y="16"/>
                      </a:cubicBezTo>
                      <a:cubicBezTo>
                        <a:pt x="16" y="48"/>
                        <a:pt x="16" y="48"/>
                        <a:pt x="16" y="48"/>
                      </a:cubicBezTo>
                      <a:cubicBezTo>
                        <a:pt x="0" y="48"/>
                        <a:pt x="0" y="48"/>
                        <a:pt x="0" y="48"/>
                      </a:cubicBezTo>
                      <a:cubicBezTo>
                        <a:pt x="0" y="64"/>
                        <a:pt x="0" y="64"/>
                        <a:pt x="0" y="64"/>
                      </a:cubicBezTo>
                      <a:cubicBezTo>
                        <a:pt x="44" y="64"/>
                        <a:pt x="44" y="64"/>
                        <a:pt x="44" y="64"/>
                      </a:cubicBezTo>
                      <a:cubicBezTo>
                        <a:pt x="44" y="47"/>
                        <a:pt x="44" y="47"/>
                        <a:pt x="44" y="47"/>
                      </a:cubicBezTo>
                      <a:cubicBezTo>
                        <a:pt x="37" y="46"/>
                        <a:pt x="32" y="39"/>
                        <a:pt x="32" y="32"/>
                      </a:cubicBezTo>
                      <a:close/>
                    </a:path>
                  </a:pathLst>
                </a:cu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Rectangle 70"/>
                <p:cNvSpPr>
                  <a:spLocks noChangeArrowheads="1"/>
                </p:cNvSpPr>
                <p:nvPr/>
              </p:nvSpPr>
              <p:spPr bwMode="auto">
                <a:xfrm>
                  <a:off x="5640388" y="2492376"/>
                  <a:ext cx="25400" cy="50800"/>
                </a:xfrm>
                <a:prstGeom prst="rect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Oval 72"/>
                <p:cNvSpPr>
                  <a:spLocks noChangeArrowheads="1"/>
                </p:cNvSpPr>
                <p:nvPr/>
              </p:nvSpPr>
              <p:spPr bwMode="auto">
                <a:xfrm>
                  <a:off x="5767388" y="2492376"/>
                  <a:ext cx="50800" cy="50800"/>
                </a:xfrm>
                <a:prstGeom prst="ellipse">
                  <a:avLst/>
                </a:prstGeom>
                <a:solidFill>
                  <a:srgbClr val="76767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11" name="组合 210"/>
            <p:cNvGrpSpPr>
              <a:grpSpLocks noChangeAspect="1"/>
            </p:cNvGrpSpPr>
            <p:nvPr/>
          </p:nvGrpSpPr>
          <p:grpSpPr>
            <a:xfrm>
              <a:off x="7512051" y="2390776"/>
              <a:ext cx="201613" cy="265113"/>
              <a:chOff x="7512051" y="2390776"/>
              <a:chExt cx="201613" cy="265113"/>
            </a:xfrm>
          </p:grpSpPr>
          <p:sp>
            <p:nvSpPr>
              <p:cNvPr id="74" name="Freeform 73"/>
              <p:cNvSpPr>
                <a:spLocks/>
              </p:cNvSpPr>
              <p:nvPr/>
            </p:nvSpPr>
            <p:spPr bwMode="auto">
              <a:xfrm>
                <a:off x="7512051" y="2393951"/>
                <a:ext cx="201613" cy="261938"/>
              </a:xfrm>
              <a:custGeom>
                <a:avLst/>
                <a:gdLst>
                  <a:gd name="T0" fmla="*/ 64 w 64"/>
                  <a:gd name="T1" fmla="*/ 29 h 83"/>
                  <a:gd name="T2" fmla="*/ 42 w 64"/>
                  <a:gd name="T3" fmla="*/ 0 h 83"/>
                  <a:gd name="T4" fmla="*/ 47 w 64"/>
                  <a:gd name="T5" fmla="*/ 29 h 83"/>
                  <a:gd name="T6" fmla="*/ 46 w 64"/>
                  <a:gd name="T7" fmla="*/ 44 h 83"/>
                  <a:gd name="T8" fmla="*/ 34 w 64"/>
                  <a:gd name="T9" fmla="*/ 71 h 83"/>
                  <a:gd name="T10" fmla="*/ 30 w 64"/>
                  <a:gd name="T11" fmla="*/ 71 h 83"/>
                  <a:gd name="T12" fmla="*/ 18 w 64"/>
                  <a:gd name="T13" fmla="*/ 44 h 83"/>
                  <a:gd name="T14" fmla="*/ 17 w 64"/>
                  <a:gd name="T15" fmla="*/ 29 h 83"/>
                  <a:gd name="T16" fmla="*/ 22 w 64"/>
                  <a:gd name="T17" fmla="*/ 0 h 83"/>
                  <a:gd name="T18" fmla="*/ 0 w 64"/>
                  <a:gd name="T19" fmla="*/ 29 h 83"/>
                  <a:gd name="T20" fmla="*/ 16 w 64"/>
                  <a:gd name="T21" fmla="*/ 55 h 83"/>
                  <a:gd name="T22" fmla="*/ 23 w 64"/>
                  <a:gd name="T23" fmla="*/ 71 h 83"/>
                  <a:gd name="T24" fmla="*/ 20 w 64"/>
                  <a:gd name="T25" fmla="*/ 71 h 83"/>
                  <a:gd name="T26" fmla="*/ 24 w 64"/>
                  <a:gd name="T27" fmla="*/ 83 h 83"/>
                  <a:gd name="T28" fmla="*/ 40 w 64"/>
                  <a:gd name="T29" fmla="*/ 83 h 83"/>
                  <a:gd name="T30" fmla="*/ 44 w 64"/>
                  <a:gd name="T31" fmla="*/ 71 h 83"/>
                  <a:gd name="T32" fmla="*/ 41 w 64"/>
                  <a:gd name="T33" fmla="*/ 71 h 83"/>
                  <a:gd name="T34" fmla="*/ 48 w 64"/>
                  <a:gd name="T35" fmla="*/ 55 h 83"/>
                  <a:gd name="T36" fmla="*/ 64 w 64"/>
                  <a:gd name="T37" fmla="*/ 2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4" h="83">
                    <a:moveTo>
                      <a:pt x="64" y="29"/>
                    </a:moveTo>
                    <a:cubicBezTo>
                      <a:pt x="64" y="16"/>
                      <a:pt x="55" y="4"/>
                      <a:pt x="42" y="0"/>
                    </a:cubicBezTo>
                    <a:cubicBezTo>
                      <a:pt x="45" y="8"/>
                      <a:pt x="47" y="18"/>
                      <a:pt x="47" y="29"/>
                    </a:cubicBezTo>
                    <a:cubicBezTo>
                      <a:pt x="47" y="34"/>
                      <a:pt x="47" y="39"/>
                      <a:pt x="46" y="44"/>
                    </a:cubicBezTo>
                    <a:cubicBezTo>
                      <a:pt x="34" y="71"/>
                      <a:pt x="34" y="71"/>
                      <a:pt x="34" y="71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18" y="44"/>
                      <a:pt x="18" y="44"/>
                      <a:pt x="18" y="44"/>
                    </a:cubicBezTo>
                    <a:cubicBezTo>
                      <a:pt x="17" y="39"/>
                      <a:pt x="17" y="34"/>
                      <a:pt x="17" y="29"/>
                    </a:cubicBezTo>
                    <a:cubicBezTo>
                      <a:pt x="17" y="18"/>
                      <a:pt x="19" y="8"/>
                      <a:pt x="22" y="0"/>
                    </a:cubicBezTo>
                    <a:cubicBezTo>
                      <a:pt x="9" y="4"/>
                      <a:pt x="0" y="16"/>
                      <a:pt x="0" y="29"/>
                    </a:cubicBezTo>
                    <a:cubicBezTo>
                      <a:pt x="0" y="40"/>
                      <a:pt x="7" y="50"/>
                      <a:pt x="16" y="55"/>
                    </a:cubicBezTo>
                    <a:cubicBezTo>
                      <a:pt x="23" y="71"/>
                      <a:pt x="23" y="71"/>
                      <a:pt x="23" y="71"/>
                    </a:cubicBezTo>
                    <a:cubicBezTo>
                      <a:pt x="20" y="71"/>
                      <a:pt x="20" y="71"/>
                      <a:pt x="20" y="71"/>
                    </a:cubicBezTo>
                    <a:cubicBezTo>
                      <a:pt x="24" y="83"/>
                      <a:pt x="24" y="83"/>
                      <a:pt x="24" y="83"/>
                    </a:cubicBezTo>
                    <a:cubicBezTo>
                      <a:pt x="40" y="83"/>
                      <a:pt x="40" y="83"/>
                      <a:pt x="40" y="83"/>
                    </a:cubicBezTo>
                    <a:cubicBezTo>
                      <a:pt x="44" y="71"/>
                      <a:pt x="44" y="71"/>
                      <a:pt x="44" y="71"/>
                    </a:cubicBezTo>
                    <a:cubicBezTo>
                      <a:pt x="41" y="71"/>
                      <a:pt x="41" y="71"/>
                      <a:pt x="41" y="71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57" y="50"/>
                      <a:pt x="64" y="40"/>
                      <a:pt x="64" y="29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Freeform 74"/>
              <p:cNvSpPr>
                <a:spLocks/>
              </p:cNvSpPr>
              <p:nvPr/>
            </p:nvSpPr>
            <p:spPr bwMode="auto">
              <a:xfrm>
                <a:off x="7583488" y="2390776"/>
                <a:ext cx="57150" cy="190500"/>
              </a:xfrm>
              <a:custGeom>
                <a:avLst/>
                <a:gdLst>
                  <a:gd name="T0" fmla="*/ 9 w 18"/>
                  <a:gd name="T1" fmla="*/ 60 h 60"/>
                  <a:gd name="T2" fmla="*/ 11 w 18"/>
                  <a:gd name="T3" fmla="*/ 60 h 60"/>
                  <a:gd name="T4" fmla="*/ 18 w 18"/>
                  <a:gd name="T5" fmla="*/ 30 h 60"/>
                  <a:gd name="T6" fmla="*/ 11 w 18"/>
                  <a:gd name="T7" fmla="*/ 0 h 60"/>
                  <a:gd name="T8" fmla="*/ 9 w 18"/>
                  <a:gd name="T9" fmla="*/ 0 h 60"/>
                  <a:gd name="T10" fmla="*/ 7 w 18"/>
                  <a:gd name="T11" fmla="*/ 0 h 60"/>
                  <a:gd name="T12" fmla="*/ 0 w 18"/>
                  <a:gd name="T13" fmla="*/ 30 h 60"/>
                  <a:gd name="T14" fmla="*/ 7 w 18"/>
                  <a:gd name="T15" fmla="*/ 60 h 60"/>
                  <a:gd name="T16" fmla="*/ 9 w 18"/>
                  <a:gd name="T17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" h="60">
                    <a:moveTo>
                      <a:pt x="9" y="60"/>
                    </a:moveTo>
                    <a:cubicBezTo>
                      <a:pt x="10" y="60"/>
                      <a:pt x="10" y="60"/>
                      <a:pt x="11" y="60"/>
                    </a:cubicBezTo>
                    <a:cubicBezTo>
                      <a:pt x="14" y="57"/>
                      <a:pt x="18" y="46"/>
                      <a:pt x="18" y="30"/>
                    </a:cubicBezTo>
                    <a:cubicBezTo>
                      <a:pt x="18" y="14"/>
                      <a:pt x="14" y="3"/>
                      <a:pt x="11" y="0"/>
                    </a:cubicBezTo>
                    <a:cubicBezTo>
                      <a:pt x="10" y="0"/>
                      <a:pt x="10" y="0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4" y="3"/>
                      <a:pt x="0" y="14"/>
                      <a:pt x="0" y="30"/>
                    </a:cubicBezTo>
                    <a:cubicBezTo>
                      <a:pt x="0" y="46"/>
                      <a:pt x="4" y="57"/>
                      <a:pt x="7" y="60"/>
                    </a:cubicBezTo>
                    <a:cubicBezTo>
                      <a:pt x="8" y="60"/>
                      <a:pt x="8" y="60"/>
                      <a:pt x="9" y="6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5" name="组合 214"/>
            <p:cNvGrpSpPr>
              <a:grpSpLocks noChangeAspect="1"/>
            </p:cNvGrpSpPr>
            <p:nvPr/>
          </p:nvGrpSpPr>
          <p:grpSpPr>
            <a:xfrm>
              <a:off x="3846513" y="3024188"/>
              <a:ext cx="252413" cy="214313"/>
              <a:chOff x="3846513" y="3024188"/>
              <a:chExt cx="252413" cy="214313"/>
            </a:xfrm>
          </p:grpSpPr>
          <p:sp>
            <p:nvSpPr>
              <p:cNvPr id="76" name="Freeform 75"/>
              <p:cNvSpPr>
                <a:spLocks/>
              </p:cNvSpPr>
              <p:nvPr/>
            </p:nvSpPr>
            <p:spPr bwMode="auto">
              <a:xfrm>
                <a:off x="3871913" y="3074988"/>
                <a:ext cx="114300" cy="25400"/>
              </a:xfrm>
              <a:custGeom>
                <a:avLst/>
                <a:gdLst>
                  <a:gd name="T0" fmla="*/ 4 w 36"/>
                  <a:gd name="T1" fmla="*/ 8 h 8"/>
                  <a:gd name="T2" fmla="*/ 32 w 36"/>
                  <a:gd name="T3" fmla="*/ 8 h 8"/>
                  <a:gd name="T4" fmla="*/ 36 w 36"/>
                  <a:gd name="T5" fmla="*/ 4 h 8"/>
                  <a:gd name="T6" fmla="*/ 32 w 36"/>
                  <a:gd name="T7" fmla="*/ 0 h 8"/>
                  <a:gd name="T8" fmla="*/ 4 w 36"/>
                  <a:gd name="T9" fmla="*/ 0 h 8"/>
                  <a:gd name="T10" fmla="*/ 0 w 36"/>
                  <a:gd name="T11" fmla="*/ 4 h 8"/>
                  <a:gd name="T12" fmla="*/ 4 w 36"/>
                  <a:gd name="T1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8">
                    <a:moveTo>
                      <a:pt x="4" y="8"/>
                    </a:moveTo>
                    <a:cubicBezTo>
                      <a:pt x="32" y="8"/>
                      <a:pt x="32" y="8"/>
                      <a:pt x="32" y="8"/>
                    </a:cubicBezTo>
                    <a:cubicBezTo>
                      <a:pt x="34" y="8"/>
                      <a:pt x="36" y="6"/>
                      <a:pt x="36" y="4"/>
                    </a:cubicBezTo>
                    <a:cubicBezTo>
                      <a:pt x="36" y="2"/>
                      <a:pt x="34" y="0"/>
                      <a:pt x="3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2" y="8"/>
                      <a:pt x="4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Freeform 76"/>
              <p:cNvSpPr>
                <a:spLocks/>
              </p:cNvSpPr>
              <p:nvPr/>
            </p:nvSpPr>
            <p:spPr bwMode="auto">
              <a:xfrm>
                <a:off x="4027488" y="3173413"/>
                <a:ext cx="71438" cy="65088"/>
              </a:xfrm>
              <a:custGeom>
                <a:avLst/>
                <a:gdLst>
                  <a:gd name="T0" fmla="*/ 3 w 23"/>
                  <a:gd name="T1" fmla="*/ 13 h 21"/>
                  <a:gd name="T2" fmla="*/ 0 w 23"/>
                  <a:gd name="T3" fmla="*/ 13 h 21"/>
                  <a:gd name="T4" fmla="*/ 11 w 23"/>
                  <a:gd name="T5" fmla="*/ 21 h 21"/>
                  <a:gd name="T6" fmla="*/ 23 w 23"/>
                  <a:gd name="T7" fmla="*/ 9 h 21"/>
                  <a:gd name="T8" fmla="*/ 19 w 23"/>
                  <a:gd name="T9" fmla="*/ 0 h 21"/>
                  <a:gd name="T10" fmla="*/ 3 w 23"/>
                  <a:gd name="T11" fmla="*/ 1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21">
                    <a:moveTo>
                      <a:pt x="3" y="13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1" y="18"/>
                      <a:pt x="6" y="21"/>
                      <a:pt x="11" y="21"/>
                    </a:cubicBezTo>
                    <a:cubicBezTo>
                      <a:pt x="18" y="21"/>
                      <a:pt x="23" y="16"/>
                      <a:pt x="23" y="9"/>
                    </a:cubicBezTo>
                    <a:cubicBezTo>
                      <a:pt x="23" y="5"/>
                      <a:pt x="21" y="2"/>
                      <a:pt x="19" y="0"/>
                    </a:cubicBezTo>
                    <a:cubicBezTo>
                      <a:pt x="17" y="7"/>
                      <a:pt x="11" y="13"/>
                      <a:pt x="3" y="1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Freeform 77"/>
              <p:cNvSpPr>
                <a:spLocks/>
              </p:cNvSpPr>
              <p:nvPr/>
            </p:nvSpPr>
            <p:spPr bwMode="auto">
              <a:xfrm>
                <a:off x="3875088" y="3213101"/>
                <a:ext cx="69850" cy="25400"/>
              </a:xfrm>
              <a:custGeom>
                <a:avLst/>
                <a:gdLst>
                  <a:gd name="T0" fmla="*/ 11 w 22"/>
                  <a:gd name="T1" fmla="*/ 8 h 8"/>
                  <a:gd name="T2" fmla="*/ 22 w 22"/>
                  <a:gd name="T3" fmla="*/ 0 h 8"/>
                  <a:gd name="T4" fmla="*/ 0 w 22"/>
                  <a:gd name="T5" fmla="*/ 0 h 8"/>
                  <a:gd name="T6" fmla="*/ 11 w 22"/>
                  <a:gd name="T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2" h="8">
                    <a:moveTo>
                      <a:pt x="11" y="8"/>
                    </a:moveTo>
                    <a:cubicBezTo>
                      <a:pt x="16" y="8"/>
                      <a:pt x="21" y="5"/>
                      <a:pt x="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6" y="8"/>
                      <a:pt x="11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Freeform 78"/>
              <p:cNvSpPr>
                <a:spLocks/>
              </p:cNvSpPr>
              <p:nvPr/>
            </p:nvSpPr>
            <p:spPr bwMode="auto">
              <a:xfrm>
                <a:off x="3846513" y="3024188"/>
                <a:ext cx="252413" cy="176213"/>
              </a:xfrm>
              <a:custGeom>
                <a:avLst/>
                <a:gdLst>
                  <a:gd name="T0" fmla="*/ 72 w 80"/>
                  <a:gd name="T1" fmla="*/ 27 h 56"/>
                  <a:gd name="T2" fmla="*/ 72 w 80"/>
                  <a:gd name="T3" fmla="*/ 12 h 56"/>
                  <a:gd name="T4" fmla="*/ 60 w 80"/>
                  <a:gd name="T5" fmla="*/ 0 h 56"/>
                  <a:gd name="T6" fmla="*/ 52 w 80"/>
                  <a:gd name="T7" fmla="*/ 0 h 56"/>
                  <a:gd name="T8" fmla="*/ 52 w 80"/>
                  <a:gd name="T9" fmla="*/ 8 h 56"/>
                  <a:gd name="T10" fmla="*/ 60 w 80"/>
                  <a:gd name="T11" fmla="*/ 8 h 56"/>
                  <a:gd name="T12" fmla="*/ 64 w 80"/>
                  <a:gd name="T13" fmla="*/ 12 h 56"/>
                  <a:gd name="T14" fmla="*/ 64 w 80"/>
                  <a:gd name="T15" fmla="*/ 44 h 56"/>
                  <a:gd name="T16" fmla="*/ 60 w 80"/>
                  <a:gd name="T17" fmla="*/ 48 h 56"/>
                  <a:gd name="T18" fmla="*/ 40 w 80"/>
                  <a:gd name="T19" fmla="*/ 48 h 56"/>
                  <a:gd name="T20" fmla="*/ 40 w 80"/>
                  <a:gd name="T21" fmla="*/ 28 h 56"/>
                  <a:gd name="T22" fmla="*/ 20 w 80"/>
                  <a:gd name="T23" fmla="*/ 28 h 56"/>
                  <a:gd name="T24" fmla="*/ 0 w 80"/>
                  <a:gd name="T25" fmla="*/ 48 h 56"/>
                  <a:gd name="T26" fmla="*/ 0 w 80"/>
                  <a:gd name="T27" fmla="*/ 56 h 56"/>
                  <a:gd name="T28" fmla="*/ 60 w 80"/>
                  <a:gd name="T29" fmla="*/ 56 h 56"/>
                  <a:gd name="T30" fmla="*/ 72 w 80"/>
                  <a:gd name="T31" fmla="*/ 44 h 56"/>
                  <a:gd name="T32" fmla="*/ 72 w 80"/>
                  <a:gd name="T33" fmla="*/ 37 h 56"/>
                  <a:gd name="T34" fmla="*/ 80 w 80"/>
                  <a:gd name="T35" fmla="*/ 40 h 56"/>
                  <a:gd name="T36" fmla="*/ 80 w 80"/>
                  <a:gd name="T37" fmla="*/ 24 h 56"/>
                  <a:gd name="T38" fmla="*/ 72 w 80"/>
                  <a:gd name="T39" fmla="*/ 27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0" h="56">
                    <a:moveTo>
                      <a:pt x="72" y="27"/>
                    </a:move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5"/>
                      <a:pt x="67" y="0"/>
                      <a:pt x="60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4" y="10"/>
                      <a:pt x="64" y="12"/>
                    </a:cubicBezTo>
                    <a:cubicBezTo>
                      <a:pt x="64" y="44"/>
                      <a:pt x="64" y="44"/>
                      <a:pt x="64" y="44"/>
                    </a:cubicBezTo>
                    <a:cubicBezTo>
                      <a:pt x="64" y="46"/>
                      <a:pt x="62" y="48"/>
                      <a:pt x="6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9" y="28"/>
                      <a:pt x="0" y="37"/>
                      <a:pt x="0" y="48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60" y="56"/>
                      <a:pt x="60" y="56"/>
                      <a:pt x="60" y="56"/>
                    </a:cubicBezTo>
                    <a:cubicBezTo>
                      <a:pt x="67" y="56"/>
                      <a:pt x="72" y="51"/>
                      <a:pt x="72" y="44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80" y="24"/>
                      <a:pt x="80" y="24"/>
                      <a:pt x="80" y="24"/>
                    </a:cubicBezTo>
                    <a:lnTo>
                      <a:pt x="72" y="2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4" name="组合 213"/>
            <p:cNvGrpSpPr>
              <a:grpSpLocks noChangeAspect="1"/>
            </p:cNvGrpSpPr>
            <p:nvPr/>
          </p:nvGrpSpPr>
          <p:grpSpPr>
            <a:xfrm>
              <a:off x="3227388" y="3011488"/>
              <a:ext cx="277813" cy="252413"/>
              <a:chOff x="3227388" y="3011488"/>
              <a:chExt cx="277813" cy="252413"/>
            </a:xfrm>
          </p:grpSpPr>
          <p:sp>
            <p:nvSpPr>
              <p:cNvPr id="80" name="Freeform 79"/>
              <p:cNvSpPr>
                <a:spLocks noEditPoints="1"/>
              </p:cNvSpPr>
              <p:nvPr/>
            </p:nvSpPr>
            <p:spPr bwMode="auto">
              <a:xfrm>
                <a:off x="3265488" y="3011488"/>
                <a:ext cx="201613" cy="252413"/>
              </a:xfrm>
              <a:custGeom>
                <a:avLst/>
                <a:gdLst>
                  <a:gd name="T0" fmla="*/ 56 w 64"/>
                  <a:gd name="T1" fmla="*/ 0 h 80"/>
                  <a:gd name="T2" fmla="*/ 8 w 64"/>
                  <a:gd name="T3" fmla="*/ 0 h 80"/>
                  <a:gd name="T4" fmla="*/ 0 w 64"/>
                  <a:gd name="T5" fmla="*/ 8 h 80"/>
                  <a:gd name="T6" fmla="*/ 0 w 64"/>
                  <a:gd name="T7" fmla="*/ 72 h 80"/>
                  <a:gd name="T8" fmla="*/ 8 w 64"/>
                  <a:gd name="T9" fmla="*/ 80 h 80"/>
                  <a:gd name="T10" fmla="*/ 16 w 64"/>
                  <a:gd name="T11" fmla="*/ 72 h 80"/>
                  <a:gd name="T12" fmla="*/ 48 w 64"/>
                  <a:gd name="T13" fmla="*/ 72 h 80"/>
                  <a:gd name="T14" fmla="*/ 56 w 64"/>
                  <a:gd name="T15" fmla="*/ 80 h 80"/>
                  <a:gd name="T16" fmla="*/ 64 w 64"/>
                  <a:gd name="T17" fmla="*/ 72 h 80"/>
                  <a:gd name="T18" fmla="*/ 64 w 64"/>
                  <a:gd name="T19" fmla="*/ 8 h 80"/>
                  <a:gd name="T20" fmla="*/ 56 w 64"/>
                  <a:gd name="T21" fmla="*/ 0 h 80"/>
                  <a:gd name="T22" fmla="*/ 8 w 64"/>
                  <a:gd name="T23" fmla="*/ 16 h 80"/>
                  <a:gd name="T24" fmla="*/ 56 w 64"/>
                  <a:gd name="T25" fmla="*/ 16 h 80"/>
                  <a:gd name="T26" fmla="*/ 56 w 64"/>
                  <a:gd name="T27" fmla="*/ 44 h 80"/>
                  <a:gd name="T28" fmla="*/ 8 w 64"/>
                  <a:gd name="T29" fmla="*/ 44 h 80"/>
                  <a:gd name="T30" fmla="*/ 8 w 64"/>
                  <a:gd name="T31" fmla="*/ 16 h 80"/>
                  <a:gd name="T32" fmla="*/ 14 w 64"/>
                  <a:gd name="T33" fmla="*/ 64 h 80"/>
                  <a:gd name="T34" fmla="*/ 8 w 64"/>
                  <a:gd name="T35" fmla="*/ 58 h 80"/>
                  <a:gd name="T36" fmla="*/ 14 w 64"/>
                  <a:gd name="T37" fmla="*/ 52 h 80"/>
                  <a:gd name="T38" fmla="*/ 20 w 64"/>
                  <a:gd name="T39" fmla="*/ 58 h 80"/>
                  <a:gd name="T40" fmla="*/ 14 w 64"/>
                  <a:gd name="T41" fmla="*/ 64 h 80"/>
                  <a:gd name="T42" fmla="*/ 44 w 64"/>
                  <a:gd name="T43" fmla="*/ 58 h 80"/>
                  <a:gd name="T44" fmla="*/ 50 w 64"/>
                  <a:gd name="T45" fmla="*/ 52 h 80"/>
                  <a:gd name="T46" fmla="*/ 56 w 64"/>
                  <a:gd name="T47" fmla="*/ 58 h 80"/>
                  <a:gd name="T48" fmla="*/ 50 w 64"/>
                  <a:gd name="T49" fmla="*/ 64 h 80"/>
                  <a:gd name="T50" fmla="*/ 44 w 64"/>
                  <a:gd name="T51" fmla="*/ 5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4" h="80">
                    <a:moveTo>
                      <a:pt x="5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76"/>
                      <a:pt x="4" y="80"/>
                      <a:pt x="8" y="80"/>
                    </a:cubicBezTo>
                    <a:cubicBezTo>
                      <a:pt x="12" y="80"/>
                      <a:pt x="16" y="76"/>
                      <a:pt x="16" y="72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48" y="76"/>
                      <a:pt x="52" y="80"/>
                      <a:pt x="56" y="80"/>
                    </a:cubicBezTo>
                    <a:cubicBezTo>
                      <a:pt x="60" y="80"/>
                      <a:pt x="64" y="76"/>
                      <a:pt x="64" y="72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lose/>
                    <a:moveTo>
                      <a:pt x="8" y="16"/>
                    </a:move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8" y="44"/>
                      <a:pt x="8" y="44"/>
                      <a:pt x="8" y="44"/>
                    </a:cubicBezTo>
                    <a:lnTo>
                      <a:pt x="8" y="16"/>
                    </a:lnTo>
                    <a:close/>
                    <a:moveTo>
                      <a:pt x="14" y="64"/>
                    </a:moveTo>
                    <a:cubicBezTo>
                      <a:pt x="11" y="64"/>
                      <a:pt x="8" y="61"/>
                      <a:pt x="8" y="58"/>
                    </a:cubicBezTo>
                    <a:cubicBezTo>
                      <a:pt x="8" y="55"/>
                      <a:pt x="11" y="52"/>
                      <a:pt x="14" y="52"/>
                    </a:cubicBezTo>
                    <a:cubicBezTo>
                      <a:pt x="17" y="52"/>
                      <a:pt x="20" y="55"/>
                      <a:pt x="20" y="58"/>
                    </a:cubicBezTo>
                    <a:cubicBezTo>
                      <a:pt x="20" y="61"/>
                      <a:pt x="17" y="64"/>
                      <a:pt x="14" y="64"/>
                    </a:cubicBezTo>
                    <a:close/>
                    <a:moveTo>
                      <a:pt x="44" y="58"/>
                    </a:moveTo>
                    <a:cubicBezTo>
                      <a:pt x="44" y="55"/>
                      <a:pt x="47" y="52"/>
                      <a:pt x="50" y="52"/>
                    </a:cubicBezTo>
                    <a:cubicBezTo>
                      <a:pt x="53" y="52"/>
                      <a:pt x="56" y="55"/>
                      <a:pt x="56" y="58"/>
                    </a:cubicBezTo>
                    <a:cubicBezTo>
                      <a:pt x="56" y="61"/>
                      <a:pt x="53" y="64"/>
                      <a:pt x="50" y="64"/>
                    </a:cubicBezTo>
                    <a:cubicBezTo>
                      <a:pt x="47" y="64"/>
                      <a:pt x="44" y="61"/>
                      <a:pt x="44" y="5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Rectangle 80"/>
              <p:cNvSpPr>
                <a:spLocks noChangeArrowheads="1"/>
              </p:cNvSpPr>
              <p:nvPr/>
            </p:nvSpPr>
            <p:spPr bwMode="auto">
              <a:xfrm>
                <a:off x="3479801" y="3074988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Rectangle 81"/>
              <p:cNvSpPr>
                <a:spLocks noChangeArrowheads="1"/>
              </p:cNvSpPr>
              <p:nvPr/>
            </p:nvSpPr>
            <p:spPr bwMode="auto">
              <a:xfrm>
                <a:off x="3227388" y="3074988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3" name="Freeform 82"/>
            <p:cNvSpPr>
              <a:spLocks noChangeAspect="1" noEditPoints="1"/>
            </p:cNvSpPr>
            <p:nvPr/>
          </p:nvSpPr>
          <p:spPr bwMode="auto">
            <a:xfrm>
              <a:off x="4452938" y="3011488"/>
              <a:ext cx="252413" cy="239713"/>
            </a:xfrm>
            <a:custGeom>
              <a:avLst/>
              <a:gdLst>
                <a:gd name="T0" fmla="*/ 76 w 80"/>
                <a:gd name="T1" fmla="*/ 41 h 76"/>
                <a:gd name="T2" fmla="*/ 76 w 80"/>
                <a:gd name="T3" fmla="*/ 24 h 76"/>
                <a:gd name="T4" fmla="*/ 68 w 80"/>
                <a:gd name="T5" fmla="*/ 24 h 76"/>
                <a:gd name="T6" fmla="*/ 68 w 80"/>
                <a:gd name="T7" fmla="*/ 40 h 76"/>
                <a:gd name="T8" fmla="*/ 64 w 80"/>
                <a:gd name="T9" fmla="*/ 40 h 76"/>
                <a:gd name="T10" fmla="*/ 64 w 80"/>
                <a:gd name="T11" fmla="*/ 16 h 76"/>
                <a:gd name="T12" fmla="*/ 56 w 80"/>
                <a:gd name="T13" fmla="*/ 8 h 76"/>
                <a:gd name="T14" fmla="*/ 52 w 80"/>
                <a:gd name="T15" fmla="*/ 8 h 76"/>
                <a:gd name="T16" fmla="*/ 52 w 80"/>
                <a:gd name="T17" fmla="*/ 0 h 76"/>
                <a:gd name="T18" fmla="*/ 28 w 80"/>
                <a:gd name="T19" fmla="*/ 0 h 76"/>
                <a:gd name="T20" fmla="*/ 28 w 80"/>
                <a:gd name="T21" fmla="*/ 8 h 76"/>
                <a:gd name="T22" fmla="*/ 24 w 80"/>
                <a:gd name="T23" fmla="*/ 8 h 76"/>
                <a:gd name="T24" fmla="*/ 16 w 80"/>
                <a:gd name="T25" fmla="*/ 16 h 76"/>
                <a:gd name="T26" fmla="*/ 16 w 80"/>
                <a:gd name="T27" fmla="*/ 40 h 76"/>
                <a:gd name="T28" fmla="*/ 12 w 80"/>
                <a:gd name="T29" fmla="*/ 40 h 76"/>
                <a:gd name="T30" fmla="*/ 12 w 80"/>
                <a:gd name="T31" fmla="*/ 24 h 76"/>
                <a:gd name="T32" fmla="*/ 4 w 80"/>
                <a:gd name="T33" fmla="*/ 24 h 76"/>
                <a:gd name="T34" fmla="*/ 4 w 80"/>
                <a:gd name="T35" fmla="*/ 41 h 76"/>
                <a:gd name="T36" fmla="*/ 0 w 80"/>
                <a:gd name="T37" fmla="*/ 48 h 76"/>
                <a:gd name="T38" fmla="*/ 0 w 80"/>
                <a:gd name="T39" fmla="*/ 68 h 76"/>
                <a:gd name="T40" fmla="*/ 8 w 80"/>
                <a:gd name="T41" fmla="*/ 68 h 76"/>
                <a:gd name="T42" fmla="*/ 16 w 80"/>
                <a:gd name="T43" fmla="*/ 76 h 76"/>
                <a:gd name="T44" fmla="*/ 24 w 80"/>
                <a:gd name="T45" fmla="*/ 68 h 76"/>
                <a:gd name="T46" fmla="*/ 56 w 80"/>
                <a:gd name="T47" fmla="*/ 68 h 76"/>
                <a:gd name="T48" fmla="*/ 64 w 80"/>
                <a:gd name="T49" fmla="*/ 76 h 76"/>
                <a:gd name="T50" fmla="*/ 72 w 80"/>
                <a:gd name="T51" fmla="*/ 68 h 76"/>
                <a:gd name="T52" fmla="*/ 80 w 80"/>
                <a:gd name="T53" fmla="*/ 68 h 76"/>
                <a:gd name="T54" fmla="*/ 80 w 80"/>
                <a:gd name="T55" fmla="*/ 48 h 76"/>
                <a:gd name="T56" fmla="*/ 76 w 80"/>
                <a:gd name="T57" fmla="*/ 41 h 76"/>
                <a:gd name="T58" fmla="*/ 16 w 80"/>
                <a:gd name="T59" fmla="*/ 56 h 76"/>
                <a:gd name="T60" fmla="*/ 12 w 80"/>
                <a:gd name="T61" fmla="*/ 60 h 76"/>
                <a:gd name="T62" fmla="*/ 8 w 80"/>
                <a:gd name="T63" fmla="*/ 56 h 76"/>
                <a:gd name="T64" fmla="*/ 12 w 80"/>
                <a:gd name="T65" fmla="*/ 52 h 76"/>
                <a:gd name="T66" fmla="*/ 16 w 80"/>
                <a:gd name="T67" fmla="*/ 56 h 76"/>
                <a:gd name="T68" fmla="*/ 36 w 80"/>
                <a:gd name="T69" fmla="*/ 60 h 76"/>
                <a:gd name="T70" fmla="*/ 28 w 80"/>
                <a:gd name="T71" fmla="*/ 60 h 76"/>
                <a:gd name="T72" fmla="*/ 28 w 80"/>
                <a:gd name="T73" fmla="*/ 40 h 76"/>
                <a:gd name="T74" fmla="*/ 36 w 80"/>
                <a:gd name="T75" fmla="*/ 40 h 76"/>
                <a:gd name="T76" fmla="*/ 36 w 80"/>
                <a:gd name="T77" fmla="*/ 60 h 76"/>
                <a:gd name="T78" fmla="*/ 52 w 80"/>
                <a:gd name="T79" fmla="*/ 60 h 76"/>
                <a:gd name="T80" fmla="*/ 44 w 80"/>
                <a:gd name="T81" fmla="*/ 60 h 76"/>
                <a:gd name="T82" fmla="*/ 44 w 80"/>
                <a:gd name="T83" fmla="*/ 40 h 76"/>
                <a:gd name="T84" fmla="*/ 52 w 80"/>
                <a:gd name="T85" fmla="*/ 40 h 76"/>
                <a:gd name="T86" fmla="*/ 52 w 80"/>
                <a:gd name="T87" fmla="*/ 60 h 76"/>
                <a:gd name="T88" fmla="*/ 24 w 80"/>
                <a:gd name="T89" fmla="*/ 28 h 76"/>
                <a:gd name="T90" fmla="*/ 24 w 80"/>
                <a:gd name="T91" fmla="*/ 20 h 76"/>
                <a:gd name="T92" fmla="*/ 56 w 80"/>
                <a:gd name="T93" fmla="*/ 20 h 76"/>
                <a:gd name="T94" fmla="*/ 56 w 80"/>
                <a:gd name="T95" fmla="*/ 28 h 76"/>
                <a:gd name="T96" fmla="*/ 24 w 80"/>
                <a:gd name="T97" fmla="*/ 28 h 76"/>
                <a:gd name="T98" fmla="*/ 68 w 80"/>
                <a:gd name="T99" fmla="*/ 60 h 76"/>
                <a:gd name="T100" fmla="*/ 64 w 80"/>
                <a:gd name="T101" fmla="*/ 56 h 76"/>
                <a:gd name="T102" fmla="*/ 68 w 80"/>
                <a:gd name="T103" fmla="*/ 52 h 76"/>
                <a:gd name="T104" fmla="*/ 72 w 80"/>
                <a:gd name="T105" fmla="*/ 56 h 76"/>
                <a:gd name="T106" fmla="*/ 68 w 80"/>
                <a:gd name="T107" fmla="*/ 6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0" h="76">
                  <a:moveTo>
                    <a:pt x="76" y="41"/>
                  </a:moveTo>
                  <a:cubicBezTo>
                    <a:pt x="76" y="24"/>
                    <a:pt x="76" y="24"/>
                    <a:pt x="76" y="24"/>
                  </a:cubicBezTo>
                  <a:cubicBezTo>
                    <a:pt x="68" y="24"/>
                    <a:pt x="68" y="24"/>
                    <a:pt x="68" y="24"/>
                  </a:cubicBezTo>
                  <a:cubicBezTo>
                    <a:pt x="68" y="40"/>
                    <a:pt x="68" y="40"/>
                    <a:pt x="68" y="40"/>
                  </a:cubicBezTo>
                  <a:cubicBezTo>
                    <a:pt x="64" y="40"/>
                    <a:pt x="64" y="40"/>
                    <a:pt x="64" y="40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2"/>
                    <a:pt x="60" y="8"/>
                    <a:pt x="56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0" y="8"/>
                    <a:pt x="16" y="12"/>
                    <a:pt x="16" y="16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41"/>
                    <a:pt x="4" y="41"/>
                    <a:pt x="4" y="41"/>
                  </a:cubicBezTo>
                  <a:cubicBezTo>
                    <a:pt x="2" y="43"/>
                    <a:pt x="0" y="45"/>
                    <a:pt x="0" y="4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8" y="72"/>
                    <a:pt x="12" y="76"/>
                    <a:pt x="16" y="76"/>
                  </a:cubicBezTo>
                  <a:cubicBezTo>
                    <a:pt x="20" y="76"/>
                    <a:pt x="24" y="72"/>
                    <a:pt x="24" y="68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6" y="72"/>
                    <a:pt x="60" y="76"/>
                    <a:pt x="64" y="76"/>
                  </a:cubicBezTo>
                  <a:cubicBezTo>
                    <a:pt x="68" y="76"/>
                    <a:pt x="72" y="72"/>
                    <a:pt x="72" y="68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0" y="48"/>
                    <a:pt x="80" y="48"/>
                    <a:pt x="80" y="48"/>
                  </a:cubicBezTo>
                  <a:cubicBezTo>
                    <a:pt x="80" y="45"/>
                    <a:pt x="78" y="43"/>
                    <a:pt x="76" y="41"/>
                  </a:cubicBezTo>
                  <a:close/>
                  <a:moveTo>
                    <a:pt x="16" y="56"/>
                  </a:moveTo>
                  <a:cubicBezTo>
                    <a:pt x="16" y="58"/>
                    <a:pt x="14" y="60"/>
                    <a:pt x="12" y="60"/>
                  </a:cubicBezTo>
                  <a:cubicBezTo>
                    <a:pt x="10" y="60"/>
                    <a:pt x="8" y="58"/>
                    <a:pt x="8" y="56"/>
                  </a:cubicBezTo>
                  <a:cubicBezTo>
                    <a:pt x="8" y="54"/>
                    <a:pt x="10" y="52"/>
                    <a:pt x="12" y="52"/>
                  </a:cubicBezTo>
                  <a:cubicBezTo>
                    <a:pt x="14" y="52"/>
                    <a:pt x="16" y="54"/>
                    <a:pt x="16" y="56"/>
                  </a:cubicBezTo>
                  <a:close/>
                  <a:moveTo>
                    <a:pt x="36" y="60"/>
                  </a:moveTo>
                  <a:cubicBezTo>
                    <a:pt x="28" y="60"/>
                    <a:pt x="28" y="60"/>
                    <a:pt x="28" y="60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36" y="40"/>
                    <a:pt x="36" y="40"/>
                    <a:pt x="36" y="40"/>
                  </a:cubicBezTo>
                  <a:lnTo>
                    <a:pt x="36" y="60"/>
                  </a:lnTo>
                  <a:close/>
                  <a:moveTo>
                    <a:pt x="52" y="60"/>
                  </a:moveTo>
                  <a:cubicBezTo>
                    <a:pt x="44" y="60"/>
                    <a:pt x="44" y="60"/>
                    <a:pt x="44" y="6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52" y="40"/>
                    <a:pt x="52" y="40"/>
                    <a:pt x="52" y="40"/>
                  </a:cubicBezTo>
                  <a:lnTo>
                    <a:pt x="52" y="60"/>
                  </a:lnTo>
                  <a:close/>
                  <a:moveTo>
                    <a:pt x="24" y="28"/>
                  </a:moveTo>
                  <a:cubicBezTo>
                    <a:pt x="24" y="20"/>
                    <a:pt x="24" y="20"/>
                    <a:pt x="24" y="2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56" y="28"/>
                    <a:pt x="56" y="28"/>
                    <a:pt x="56" y="28"/>
                  </a:cubicBezTo>
                  <a:lnTo>
                    <a:pt x="24" y="28"/>
                  </a:lnTo>
                  <a:close/>
                  <a:moveTo>
                    <a:pt x="68" y="60"/>
                  </a:moveTo>
                  <a:cubicBezTo>
                    <a:pt x="66" y="60"/>
                    <a:pt x="64" y="58"/>
                    <a:pt x="64" y="56"/>
                  </a:cubicBezTo>
                  <a:cubicBezTo>
                    <a:pt x="64" y="54"/>
                    <a:pt x="66" y="52"/>
                    <a:pt x="68" y="52"/>
                  </a:cubicBezTo>
                  <a:cubicBezTo>
                    <a:pt x="70" y="52"/>
                    <a:pt x="72" y="54"/>
                    <a:pt x="72" y="56"/>
                  </a:cubicBezTo>
                  <a:cubicBezTo>
                    <a:pt x="72" y="58"/>
                    <a:pt x="70" y="60"/>
                    <a:pt x="68" y="60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16" name="组合 215"/>
            <p:cNvGrpSpPr>
              <a:grpSpLocks noChangeAspect="1"/>
            </p:cNvGrpSpPr>
            <p:nvPr/>
          </p:nvGrpSpPr>
          <p:grpSpPr>
            <a:xfrm>
              <a:off x="5072063" y="3062288"/>
              <a:ext cx="241300" cy="188913"/>
              <a:chOff x="5072063" y="3062288"/>
              <a:chExt cx="241300" cy="188913"/>
            </a:xfrm>
          </p:grpSpPr>
          <p:sp>
            <p:nvSpPr>
              <p:cNvPr id="84" name="Oval 83"/>
              <p:cNvSpPr>
                <a:spLocks noChangeArrowheads="1"/>
              </p:cNvSpPr>
              <p:nvPr/>
            </p:nvSpPr>
            <p:spPr bwMode="auto">
              <a:xfrm>
                <a:off x="5224463" y="3200401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Oval 84"/>
              <p:cNvSpPr>
                <a:spLocks noChangeArrowheads="1"/>
              </p:cNvSpPr>
              <p:nvPr/>
            </p:nvSpPr>
            <p:spPr bwMode="auto">
              <a:xfrm>
                <a:off x="5110163" y="3200401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Freeform 85"/>
              <p:cNvSpPr>
                <a:spLocks noEditPoints="1"/>
              </p:cNvSpPr>
              <p:nvPr/>
            </p:nvSpPr>
            <p:spPr bwMode="auto">
              <a:xfrm>
                <a:off x="5072063" y="3062288"/>
                <a:ext cx="241300" cy="163513"/>
              </a:xfrm>
              <a:custGeom>
                <a:avLst/>
                <a:gdLst>
                  <a:gd name="T0" fmla="*/ 68 w 76"/>
                  <a:gd name="T1" fmla="*/ 13 h 52"/>
                  <a:gd name="T2" fmla="*/ 44 w 76"/>
                  <a:gd name="T3" fmla="*/ 0 h 52"/>
                  <a:gd name="T4" fmla="*/ 44 w 76"/>
                  <a:gd name="T5" fmla="*/ 0 h 52"/>
                  <a:gd name="T6" fmla="*/ 44 w 76"/>
                  <a:gd name="T7" fmla="*/ 0 h 52"/>
                  <a:gd name="T8" fmla="*/ 12 w 76"/>
                  <a:gd name="T9" fmla="*/ 27 h 52"/>
                  <a:gd name="T10" fmla="*/ 12 w 76"/>
                  <a:gd name="T11" fmla="*/ 28 h 52"/>
                  <a:gd name="T12" fmla="*/ 8 w 76"/>
                  <a:gd name="T13" fmla="*/ 28 h 52"/>
                  <a:gd name="T14" fmla="*/ 0 w 76"/>
                  <a:gd name="T15" fmla="*/ 36 h 52"/>
                  <a:gd name="T16" fmla="*/ 0 w 76"/>
                  <a:gd name="T17" fmla="*/ 48 h 52"/>
                  <a:gd name="T18" fmla="*/ 4 w 76"/>
                  <a:gd name="T19" fmla="*/ 52 h 52"/>
                  <a:gd name="T20" fmla="*/ 8 w 76"/>
                  <a:gd name="T21" fmla="*/ 52 h 52"/>
                  <a:gd name="T22" fmla="*/ 20 w 76"/>
                  <a:gd name="T23" fmla="*/ 40 h 52"/>
                  <a:gd name="T24" fmla="*/ 32 w 76"/>
                  <a:gd name="T25" fmla="*/ 52 h 52"/>
                  <a:gd name="T26" fmla="*/ 44 w 76"/>
                  <a:gd name="T27" fmla="*/ 52 h 52"/>
                  <a:gd name="T28" fmla="*/ 56 w 76"/>
                  <a:gd name="T29" fmla="*/ 40 h 52"/>
                  <a:gd name="T30" fmla="*/ 68 w 76"/>
                  <a:gd name="T31" fmla="*/ 52 h 52"/>
                  <a:gd name="T32" fmla="*/ 72 w 76"/>
                  <a:gd name="T33" fmla="*/ 52 h 52"/>
                  <a:gd name="T34" fmla="*/ 76 w 76"/>
                  <a:gd name="T35" fmla="*/ 48 h 52"/>
                  <a:gd name="T36" fmla="*/ 76 w 76"/>
                  <a:gd name="T37" fmla="*/ 36 h 52"/>
                  <a:gd name="T38" fmla="*/ 68 w 76"/>
                  <a:gd name="T39" fmla="*/ 13 h 52"/>
                  <a:gd name="T40" fmla="*/ 20 w 76"/>
                  <a:gd name="T41" fmla="*/ 28 h 52"/>
                  <a:gd name="T42" fmla="*/ 44 w 76"/>
                  <a:gd name="T43" fmla="*/ 8 h 52"/>
                  <a:gd name="T44" fmla="*/ 68 w 76"/>
                  <a:gd name="T45" fmla="*/ 28 h 52"/>
                  <a:gd name="T46" fmla="*/ 20 w 76"/>
                  <a:gd name="T47" fmla="*/ 2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6" h="52">
                    <a:moveTo>
                      <a:pt x="68" y="13"/>
                    </a:moveTo>
                    <a:cubicBezTo>
                      <a:pt x="63" y="5"/>
                      <a:pt x="5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28" y="0"/>
                      <a:pt x="15" y="12"/>
                      <a:pt x="12" y="27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4" y="28"/>
                      <a:pt x="0" y="32"/>
                      <a:pt x="0" y="36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0"/>
                      <a:pt x="2" y="52"/>
                      <a:pt x="4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8" y="45"/>
                      <a:pt x="13" y="40"/>
                      <a:pt x="20" y="40"/>
                    </a:cubicBezTo>
                    <a:cubicBezTo>
                      <a:pt x="27" y="40"/>
                      <a:pt x="32" y="45"/>
                      <a:pt x="32" y="52"/>
                    </a:cubicBezTo>
                    <a:cubicBezTo>
                      <a:pt x="44" y="52"/>
                      <a:pt x="44" y="52"/>
                      <a:pt x="44" y="52"/>
                    </a:cubicBezTo>
                    <a:cubicBezTo>
                      <a:pt x="44" y="45"/>
                      <a:pt x="49" y="40"/>
                      <a:pt x="56" y="40"/>
                    </a:cubicBezTo>
                    <a:cubicBezTo>
                      <a:pt x="63" y="40"/>
                      <a:pt x="68" y="45"/>
                      <a:pt x="68" y="52"/>
                    </a:cubicBezTo>
                    <a:cubicBezTo>
                      <a:pt x="72" y="52"/>
                      <a:pt x="72" y="52"/>
                      <a:pt x="72" y="52"/>
                    </a:cubicBezTo>
                    <a:cubicBezTo>
                      <a:pt x="74" y="52"/>
                      <a:pt x="76" y="50"/>
                      <a:pt x="76" y="48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6" y="28"/>
                      <a:pt x="73" y="20"/>
                      <a:pt x="68" y="13"/>
                    </a:cubicBezTo>
                    <a:close/>
                    <a:moveTo>
                      <a:pt x="20" y="28"/>
                    </a:moveTo>
                    <a:cubicBezTo>
                      <a:pt x="22" y="17"/>
                      <a:pt x="32" y="8"/>
                      <a:pt x="44" y="8"/>
                    </a:cubicBezTo>
                    <a:cubicBezTo>
                      <a:pt x="56" y="8"/>
                      <a:pt x="66" y="17"/>
                      <a:pt x="68" y="28"/>
                    </a:cubicBezTo>
                    <a:lnTo>
                      <a:pt x="20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8" name="组合 217"/>
            <p:cNvGrpSpPr>
              <a:grpSpLocks noChangeAspect="1"/>
            </p:cNvGrpSpPr>
            <p:nvPr/>
          </p:nvGrpSpPr>
          <p:grpSpPr>
            <a:xfrm>
              <a:off x="6297613" y="2998788"/>
              <a:ext cx="203200" cy="265113"/>
              <a:chOff x="6297613" y="2998788"/>
              <a:chExt cx="203200" cy="265113"/>
            </a:xfrm>
          </p:grpSpPr>
          <p:sp>
            <p:nvSpPr>
              <p:cNvPr id="87" name="Freeform 86"/>
              <p:cNvSpPr>
                <a:spLocks/>
              </p:cNvSpPr>
              <p:nvPr/>
            </p:nvSpPr>
            <p:spPr bwMode="auto">
              <a:xfrm>
                <a:off x="6373813" y="3138488"/>
                <a:ext cx="50800" cy="125413"/>
              </a:xfrm>
              <a:custGeom>
                <a:avLst/>
                <a:gdLst>
                  <a:gd name="T0" fmla="*/ 8 w 16"/>
                  <a:gd name="T1" fmla="*/ 0 h 40"/>
                  <a:gd name="T2" fmla="*/ 0 w 16"/>
                  <a:gd name="T3" fmla="*/ 8 h 40"/>
                  <a:gd name="T4" fmla="*/ 0 w 16"/>
                  <a:gd name="T5" fmla="*/ 32 h 40"/>
                  <a:gd name="T6" fmla="*/ 8 w 16"/>
                  <a:gd name="T7" fmla="*/ 40 h 40"/>
                  <a:gd name="T8" fmla="*/ 16 w 16"/>
                  <a:gd name="T9" fmla="*/ 32 h 40"/>
                  <a:gd name="T10" fmla="*/ 16 w 16"/>
                  <a:gd name="T11" fmla="*/ 8 h 40"/>
                  <a:gd name="T12" fmla="*/ 8 w 16"/>
                  <a:gd name="T1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40">
                    <a:moveTo>
                      <a:pt x="8" y="0"/>
                    </a:moveTo>
                    <a:cubicBezTo>
                      <a:pt x="4" y="0"/>
                      <a:pt x="0" y="4"/>
                      <a:pt x="0" y="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6"/>
                      <a:pt x="4" y="40"/>
                      <a:pt x="8" y="40"/>
                    </a:cubicBezTo>
                    <a:cubicBezTo>
                      <a:pt x="12" y="40"/>
                      <a:pt x="16" y="36"/>
                      <a:pt x="16" y="32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Freeform 87"/>
              <p:cNvSpPr>
                <a:spLocks noEditPoints="1"/>
              </p:cNvSpPr>
              <p:nvPr/>
            </p:nvSpPr>
            <p:spPr bwMode="auto">
              <a:xfrm>
                <a:off x="6297613" y="2998788"/>
                <a:ext cx="203200" cy="227013"/>
              </a:xfrm>
              <a:custGeom>
                <a:avLst/>
                <a:gdLst>
                  <a:gd name="T0" fmla="*/ 46 w 64"/>
                  <a:gd name="T1" fmla="*/ 16 h 72"/>
                  <a:gd name="T2" fmla="*/ 64 w 64"/>
                  <a:gd name="T3" fmla="*/ 16 h 72"/>
                  <a:gd name="T4" fmla="*/ 64 w 64"/>
                  <a:gd name="T5" fmla="*/ 8 h 72"/>
                  <a:gd name="T6" fmla="*/ 48 w 64"/>
                  <a:gd name="T7" fmla="*/ 8 h 72"/>
                  <a:gd name="T8" fmla="*/ 32 w 64"/>
                  <a:gd name="T9" fmla="*/ 0 h 72"/>
                  <a:gd name="T10" fmla="*/ 16 w 64"/>
                  <a:gd name="T11" fmla="*/ 8 h 72"/>
                  <a:gd name="T12" fmla="*/ 0 w 64"/>
                  <a:gd name="T13" fmla="*/ 8 h 72"/>
                  <a:gd name="T14" fmla="*/ 0 w 64"/>
                  <a:gd name="T15" fmla="*/ 16 h 72"/>
                  <a:gd name="T16" fmla="*/ 18 w 64"/>
                  <a:gd name="T17" fmla="*/ 16 h 72"/>
                  <a:gd name="T18" fmla="*/ 24 w 64"/>
                  <a:gd name="T19" fmla="*/ 25 h 72"/>
                  <a:gd name="T20" fmla="*/ 4 w 64"/>
                  <a:gd name="T21" fmla="*/ 52 h 72"/>
                  <a:gd name="T22" fmla="*/ 4 w 64"/>
                  <a:gd name="T23" fmla="*/ 68 h 72"/>
                  <a:gd name="T24" fmla="*/ 8 w 64"/>
                  <a:gd name="T25" fmla="*/ 72 h 72"/>
                  <a:gd name="T26" fmla="*/ 20 w 64"/>
                  <a:gd name="T27" fmla="*/ 72 h 72"/>
                  <a:gd name="T28" fmla="*/ 20 w 64"/>
                  <a:gd name="T29" fmla="*/ 48 h 72"/>
                  <a:gd name="T30" fmla="*/ 28 w 64"/>
                  <a:gd name="T31" fmla="*/ 40 h 72"/>
                  <a:gd name="T32" fmla="*/ 36 w 64"/>
                  <a:gd name="T33" fmla="*/ 40 h 72"/>
                  <a:gd name="T34" fmla="*/ 44 w 64"/>
                  <a:gd name="T35" fmla="*/ 48 h 72"/>
                  <a:gd name="T36" fmla="*/ 44 w 64"/>
                  <a:gd name="T37" fmla="*/ 72 h 72"/>
                  <a:gd name="T38" fmla="*/ 56 w 64"/>
                  <a:gd name="T39" fmla="*/ 72 h 72"/>
                  <a:gd name="T40" fmla="*/ 60 w 64"/>
                  <a:gd name="T41" fmla="*/ 68 h 72"/>
                  <a:gd name="T42" fmla="*/ 60 w 64"/>
                  <a:gd name="T43" fmla="*/ 52 h 72"/>
                  <a:gd name="T44" fmla="*/ 40 w 64"/>
                  <a:gd name="T45" fmla="*/ 25 h 72"/>
                  <a:gd name="T46" fmla="*/ 46 w 64"/>
                  <a:gd name="T47" fmla="*/ 16 h 72"/>
                  <a:gd name="T48" fmla="*/ 32 w 64"/>
                  <a:gd name="T49" fmla="*/ 8 h 72"/>
                  <a:gd name="T50" fmla="*/ 38 w 64"/>
                  <a:gd name="T51" fmla="*/ 14 h 72"/>
                  <a:gd name="T52" fmla="*/ 32 w 64"/>
                  <a:gd name="T53" fmla="*/ 20 h 72"/>
                  <a:gd name="T54" fmla="*/ 26 w 64"/>
                  <a:gd name="T55" fmla="*/ 14 h 72"/>
                  <a:gd name="T56" fmla="*/ 32 w 64"/>
                  <a:gd name="T57" fmla="*/ 8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4" h="72">
                    <a:moveTo>
                      <a:pt x="46" y="16"/>
                    </a:move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0" y="0"/>
                      <a:pt x="32" y="0"/>
                    </a:cubicBezTo>
                    <a:cubicBezTo>
                      <a:pt x="24" y="0"/>
                      <a:pt x="16" y="4"/>
                      <a:pt x="16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8" y="16"/>
                      <a:pt x="18" y="16"/>
                      <a:pt x="18" y="16"/>
                    </a:cubicBezTo>
                    <a:cubicBezTo>
                      <a:pt x="19" y="19"/>
                      <a:pt x="21" y="23"/>
                      <a:pt x="24" y="25"/>
                    </a:cubicBezTo>
                    <a:cubicBezTo>
                      <a:pt x="12" y="29"/>
                      <a:pt x="4" y="39"/>
                      <a:pt x="4" y="52"/>
                    </a:cubicBezTo>
                    <a:cubicBezTo>
                      <a:pt x="4" y="68"/>
                      <a:pt x="4" y="68"/>
                      <a:pt x="4" y="68"/>
                    </a:cubicBezTo>
                    <a:cubicBezTo>
                      <a:pt x="4" y="70"/>
                      <a:pt x="6" y="72"/>
                      <a:pt x="8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48"/>
                      <a:pt x="20" y="48"/>
                      <a:pt x="20" y="48"/>
                    </a:cubicBezTo>
                    <a:cubicBezTo>
                      <a:pt x="20" y="44"/>
                      <a:pt x="24" y="40"/>
                      <a:pt x="28" y="40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40" y="40"/>
                      <a:pt x="44" y="44"/>
                      <a:pt x="44" y="48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8" y="72"/>
                      <a:pt x="60" y="70"/>
                      <a:pt x="60" y="68"/>
                    </a:cubicBezTo>
                    <a:cubicBezTo>
                      <a:pt x="60" y="52"/>
                      <a:pt x="60" y="52"/>
                      <a:pt x="60" y="52"/>
                    </a:cubicBezTo>
                    <a:cubicBezTo>
                      <a:pt x="60" y="39"/>
                      <a:pt x="52" y="29"/>
                      <a:pt x="40" y="25"/>
                    </a:cubicBezTo>
                    <a:cubicBezTo>
                      <a:pt x="43" y="23"/>
                      <a:pt x="45" y="19"/>
                      <a:pt x="46" y="16"/>
                    </a:cubicBezTo>
                    <a:close/>
                    <a:moveTo>
                      <a:pt x="32" y="8"/>
                    </a:moveTo>
                    <a:cubicBezTo>
                      <a:pt x="35" y="8"/>
                      <a:pt x="38" y="11"/>
                      <a:pt x="38" y="14"/>
                    </a:cubicBezTo>
                    <a:cubicBezTo>
                      <a:pt x="38" y="17"/>
                      <a:pt x="35" y="20"/>
                      <a:pt x="32" y="20"/>
                    </a:cubicBezTo>
                    <a:cubicBezTo>
                      <a:pt x="29" y="20"/>
                      <a:pt x="26" y="17"/>
                      <a:pt x="26" y="14"/>
                    </a:cubicBezTo>
                    <a:cubicBezTo>
                      <a:pt x="26" y="11"/>
                      <a:pt x="29" y="8"/>
                      <a:pt x="32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2" name="组合 211"/>
            <p:cNvGrpSpPr>
              <a:grpSpLocks noChangeAspect="1"/>
            </p:cNvGrpSpPr>
            <p:nvPr/>
          </p:nvGrpSpPr>
          <p:grpSpPr>
            <a:xfrm>
              <a:off x="8080376" y="2416176"/>
              <a:ext cx="277813" cy="227013"/>
              <a:chOff x="8080376" y="2416176"/>
              <a:chExt cx="277813" cy="227013"/>
            </a:xfrm>
          </p:grpSpPr>
          <p:sp>
            <p:nvSpPr>
              <p:cNvPr id="89" name="Rectangle 88"/>
              <p:cNvSpPr>
                <a:spLocks noChangeArrowheads="1"/>
              </p:cNvSpPr>
              <p:nvPr/>
            </p:nvSpPr>
            <p:spPr bwMode="auto">
              <a:xfrm>
                <a:off x="8118476" y="2416176"/>
                <a:ext cx="150813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Freeform 89"/>
              <p:cNvSpPr>
                <a:spLocks noEditPoints="1"/>
              </p:cNvSpPr>
              <p:nvPr/>
            </p:nvSpPr>
            <p:spPr bwMode="auto">
              <a:xfrm>
                <a:off x="8080376" y="2454276"/>
                <a:ext cx="277813" cy="188913"/>
              </a:xfrm>
              <a:custGeom>
                <a:avLst/>
                <a:gdLst>
                  <a:gd name="T0" fmla="*/ 80 w 88"/>
                  <a:gd name="T1" fmla="*/ 0 h 60"/>
                  <a:gd name="T2" fmla="*/ 80 w 88"/>
                  <a:gd name="T3" fmla="*/ 8 h 60"/>
                  <a:gd name="T4" fmla="*/ 40 w 88"/>
                  <a:gd name="T5" fmla="*/ 8 h 60"/>
                  <a:gd name="T6" fmla="*/ 40 w 88"/>
                  <a:gd name="T7" fmla="*/ 8 h 60"/>
                  <a:gd name="T8" fmla="*/ 40 w 88"/>
                  <a:gd name="T9" fmla="*/ 0 h 60"/>
                  <a:gd name="T10" fmla="*/ 32 w 88"/>
                  <a:gd name="T11" fmla="*/ 0 h 60"/>
                  <a:gd name="T12" fmla="*/ 32 w 88"/>
                  <a:gd name="T13" fmla="*/ 8 h 60"/>
                  <a:gd name="T14" fmla="*/ 22 w 88"/>
                  <a:gd name="T15" fmla="*/ 8 h 60"/>
                  <a:gd name="T16" fmla="*/ 4 w 88"/>
                  <a:gd name="T17" fmla="*/ 28 h 60"/>
                  <a:gd name="T18" fmla="*/ 16 w 88"/>
                  <a:gd name="T19" fmla="*/ 43 h 60"/>
                  <a:gd name="T20" fmla="*/ 16 w 88"/>
                  <a:gd name="T21" fmla="*/ 52 h 60"/>
                  <a:gd name="T22" fmla="*/ 12 w 88"/>
                  <a:gd name="T23" fmla="*/ 52 h 60"/>
                  <a:gd name="T24" fmla="*/ 8 w 88"/>
                  <a:gd name="T25" fmla="*/ 48 h 60"/>
                  <a:gd name="T26" fmla="*/ 8 w 88"/>
                  <a:gd name="T27" fmla="*/ 44 h 60"/>
                  <a:gd name="T28" fmla="*/ 0 w 88"/>
                  <a:gd name="T29" fmla="*/ 44 h 60"/>
                  <a:gd name="T30" fmla="*/ 0 w 88"/>
                  <a:gd name="T31" fmla="*/ 48 h 60"/>
                  <a:gd name="T32" fmla="*/ 12 w 88"/>
                  <a:gd name="T33" fmla="*/ 60 h 60"/>
                  <a:gd name="T34" fmla="*/ 60 w 88"/>
                  <a:gd name="T35" fmla="*/ 60 h 60"/>
                  <a:gd name="T36" fmla="*/ 60 w 88"/>
                  <a:gd name="T37" fmla="*/ 52 h 60"/>
                  <a:gd name="T38" fmla="*/ 48 w 88"/>
                  <a:gd name="T39" fmla="*/ 52 h 60"/>
                  <a:gd name="T40" fmla="*/ 48 w 88"/>
                  <a:gd name="T41" fmla="*/ 42 h 60"/>
                  <a:gd name="T42" fmla="*/ 56 w 88"/>
                  <a:gd name="T43" fmla="*/ 28 h 60"/>
                  <a:gd name="T44" fmla="*/ 56 w 88"/>
                  <a:gd name="T45" fmla="*/ 25 h 60"/>
                  <a:gd name="T46" fmla="*/ 85 w 88"/>
                  <a:gd name="T47" fmla="*/ 21 h 60"/>
                  <a:gd name="T48" fmla="*/ 88 w 88"/>
                  <a:gd name="T49" fmla="*/ 17 h 60"/>
                  <a:gd name="T50" fmla="*/ 88 w 88"/>
                  <a:gd name="T51" fmla="*/ 0 h 60"/>
                  <a:gd name="T52" fmla="*/ 80 w 88"/>
                  <a:gd name="T53" fmla="*/ 0 h 60"/>
                  <a:gd name="T54" fmla="*/ 16 w 88"/>
                  <a:gd name="T55" fmla="*/ 24 h 60"/>
                  <a:gd name="T56" fmla="*/ 24 w 88"/>
                  <a:gd name="T57" fmla="*/ 16 h 60"/>
                  <a:gd name="T58" fmla="*/ 32 w 88"/>
                  <a:gd name="T59" fmla="*/ 24 h 60"/>
                  <a:gd name="T60" fmla="*/ 24 w 88"/>
                  <a:gd name="T61" fmla="*/ 32 h 60"/>
                  <a:gd name="T62" fmla="*/ 16 w 88"/>
                  <a:gd name="T63" fmla="*/ 24 h 60"/>
                  <a:gd name="T64" fmla="*/ 40 w 88"/>
                  <a:gd name="T65" fmla="*/ 52 h 60"/>
                  <a:gd name="T66" fmla="*/ 24 w 88"/>
                  <a:gd name="T67" fmla="*/ 52 h 60"/>
                  <a:gd name="T68" fmla="*/ 24 w 88"/>
                  <a:gd name="T69" fmla="*/ 44 h 60"/>
                  <a:gd name="T70" fmla="*/ 40 w 88"/>
                  <a:gd name="T71" fmla="*/ 44 h 60"/>
                  <a:gd name="T72" fmla="*/ 40 w 88"/>
                  <a:gd name="T73" fmla="*/ 5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88" h="60">
                    <a:moveTo>
                      <a:pt x="80" y="0"/>
                    </a:moveTo>
                    <a:cubicBezTo>
                      <a:pt x="80" y="8"/>
                      <a:pt x="80" y="8"/>
                      <a:pt x="8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11" y="8"/>
                      <a:pt x="3" y="17"/>
                      <a:pt x="4" y="28"/>
                    </a:cubicBezTo>
                    <a:cubicBezTo>
                      <a:pt x="5" y="35"/>
                      <a:pt x="10" y="40"/>
                      <a:pt x="16" y="43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10" y="52"/>
                      <a:pt x="8" y="50"/>
                      <a:pt x="8" y="48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5"/>
                      <a:pt x="5" y="60"/>
                      <a:pt x="12" y="60"/>
                    </a:cubicBezTo>
                    <a:cubicBezTo>
                      <a:pt x="60" y="60"/>
                      <a:pt x="60" y="60"/>
                      <a:pt x="60" y="60"/>
                    </a:cubicBezTo>
                    <a:cubicBezTo>
                      <a:pt x="60" y="52"/>
                      <a:pt x="60" y="52"/>
                      <a:pt x="60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53" y="39"/>
                      <a:pt x="56" y="34"/>
                      <a:pt x="56" y="28"/>
                    </a:cubicBezTo>
                    <a:cubicBezTo>
                      <a:pt x="56" y="25"/>
                      <a:pt x="56" y="25"/>
                      <a:pt x="56" y="25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7" y="20"/>
                      <a:pt x="88" y="19"/>
                      <a:pt x="88" y="17"/>
                    </a:cubicBezTo>
                    <a:cubicBezTo>
                      <a:pt x="88" y="0"/>
                      <a:pt x="88" y="0"/>
                      <a:pt x="88" y="0"/>
                    </a:cubicBezTo>
                    <a:lnTo>
                      <a:pt x="80" y="0"/>
                    </a:lnTo>
                    <a:close/>
                    <a:moveTo>
                      <a:pt x="16" y="24"/>
                    </a:moveTo>
                    <a:cubicBezTo>
                      <a:pt x="16" y="20"/>
                      <a:pt x="20" y="16"/>
                      <a:pt x="24" y="16"/>
                    </a:cubicBezTo>
                    <a:cubicBezTo>
                      <a:pt x="28" y="16"/>
                      <a:pt x="32" y="20"/>
                      <a:pt x="32" y="24"/>
                    </a:cubicBezTo>
                    <a:cubicBezTo>
                      <a:pt x="32" y="28"/>
                      <a:pt x="28" y="32"/>
                      <a:pt x="24" y="32"/>
                    </a:cubicBezTo>
                    <a:cubicBezTo>
                      <a:pt x="20" y="32"/>
                      <a:pt x="16" y="28"/>
                      <a:pt x="16" y="24"/>
                    </a:cubicBezTo>
                    <a:close/>
                    <a:moveTo>
                      <a:pt x="40" y="52"/>
                    </a:move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40" y="44"/>
                      <a:pt x="40" y="44"/>
                      <a:pt x="40" y="44"/>
                    </a:cubicBezTo>
                    <a:lnTo>
                      <a:pt x="40" y="5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3" name="组合 212"/>
            <p:cNvGrpSpPr>
              <a:grpSpLocks noChangeAspect="1"/>
            </p:cNvGrpSpPr>
            <p:nvPr/>
          </p:nvGrpSpPr>
          <p:grpSpPr>
            <a:xfrm>
              <a:off x="8699501" y="2390776"/>
              <a:ext cx="252413" cy="241300"/>
              <a:chOff x="8699501" y="2390776"/>
              <a:chExt cx="252413" cy="241300"/>
            </a:xfrm>
          </p:grpSpPr>
          <p:sp>
            <p:nvSpPr>
              <p:cNvPr id="91" name="Rectangle 90"/>
              <p:cNvSpPr>
                <a:spLocks noChangeArrowheads="1"/>
              </p:cNvSpPr>
              <p:nvPr/>
            </p:nvSpPr>
            <p:spPr bwMode="auto">
              <a:xfrm>
                <a:off x="8788401" y="2390776"/>
                <a:ext cx="74613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Freeform 91"/>
              <p:cNvSpPr>
                <a:spLocks noEditPoints="1"/>
              </p:cNvSpPr>
              <p:nvPr/>
            </p:nvSpPr>
            <p:spPr bwMode="auto">
              <a:xfrm>
                <a:off x="8699501" y="2428876"/>
                <a:ext cx="252413" cy="203200"/>
              </a:xfrm>
              <a:custGeom>
                <a:avLst/>
                <a:gdLst>
                  <a:gd name="T0" fmla="*/ 79 w 80"/>
                  <a:gd name="T1" fmla="*/ 15 h 64"/>
                  <a:gd name="T2" fmla="*/ 74 w 80"/>
                  <a:gd name="T3" fmla="*/ 12 h 64"/>
                  <a:gd name="T4" fmla="*/ 48 w 80"/>
                  <a:gd name="T5" fmla="*/ 12 h 64"/>
                  <a:gd name="T6" fmla="*/ 48 w 80"/>
                  <a:gd name="T7" fmla="*/ 8 h 64"/>
                  <a:gd name="T8" fmla="*/ 40 w 80"/>
                  <a:gd name="T9" fmla="*/ 0 h 64"/>
                  <a:gd name="T10" fmla="*/ 32 w 80"/>
                  <a:gd name="T11" fmla="*/ 8 h 64"/>
                  <a:gd name="T12" fmla="*/ 32 w 80"/>
                  <a:gd name="T13" fmla="*/ 12 h 64"/>
                  <a:gd name="T14" fmla="*/ 6 w 80"/>
                  <a:gd name="T15" fmla="*/ 12 h 64"/>
                  <a:gd name="T16" fmla="*/ 1 w 80"/>
                  <a:gd name="T17" fmla="*/ 15 h 64"/>
                  <a:gd name="T18" fmla="*/ 1 w 80"/>
                  <a:gd name="T19" fmla="*/ 22 h 64"/>
                  <a:gd name="T20" fmla="*/ 5 w 80"/>
                  <a:gd name="T21" fmla="*/ 25 h 64"/>
                  <a:gd name="T22" fmla="*/ 32 w 80"/>
                  <a:gd name="T23" fmla="*/ 35 h 64"/>
                  <a:gd name="T24" fmla="*/ 32 w 80"/>
                  <a:gd name="T25" fmla="*/ 48 h 64"/>
                  <a:gd name="T26" fmla="*/ 24 w 80"/>
                  <a:gd name="T27" fmla="*/ 48 h 64"/>
                  <a:gd name="T28" fmla="*/ 16 w 80"/>
                  <a:gd name="T29" fmla="*/ 56 h 64"/>
                  <a:gd name="T30" fmla="*/ 16 w 80"/>
                  <a:gd name="T31" fmla="*/ 64 h 64"/>
                  <a:gd name="T32" fmla="*/ 64 w 80"/>
                  <a:gd name="T33" fmla="*/ 64 h 64"/>
                  <a:gd name="T34" fmla="*/ 64 w 80"/>
                  <a:gd name="T35" fmla="*/ 56 h 64"/>
                  <a:gd name="T36" fmla="*/ 56 w 80"/>
                  <a:gd name="T37" fmla="*/ 48 h 64"/>
                  <a:gd name="T38" fmla="*/ 48 w 80"/>
                  <a:gd name="T39" fmla="*/ 48 h 64"/>
                  <a:gd name="T40" fmla="*/ 48 w 80"/>
                  <a:gd name="T41" fmla="*/ 35 h 64"/>
                  <a:gd name="T42" fmla="*/ 74 w 80"/>
                  <a:gd name="T43" fmla="*/ 25 h 64"/>
                  <a:gd name="T44" fmla="*/ 79 w 80"/>
                  <a:gd name="T45" fmla="*/ 22 h 64"/>
                  <a:gd name="T46" fmla="*/ 79 w 80"/>
                  <a:gd name="T47" fmla="*/ 15 h 64"/>
                  <a:gd name="T48" fmla="*/ 40 w 80"/>
                  <a:gd name="T49" fmla="*/ 28 h 64"/>
                  <a:gd name="T50" fmla="*/ 34 w 80"/>
                  <a:gd name="T51" fmla="*/ 22 h 64"/>
                  <a:gd name="T52" fmla="*/ 40 w 80"/>
                  <a:gd name="T53" fmla="*/ 16 h 64"/>
                  <a:gd name="T54" fmla="*/ 46 w 80"/>
                  <a:gd name="T55" fmla="*/ 22 h 64"/>
                  <a:gd name="T56" fmla="*/ 40 w 80"/>
                  <a:gd name="T57" fmla="*/ 2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0" h="64">
                    <a:moveTo>
                      <a:pt x="79" y="15"/>
                    </a:moveTo>
                    <a:cubicBezTo>
                      <a:pt x="78" y="13"/>
                      <a:pt x="76" y="12"/>
                      <a:pt x="74" y="12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ubicBezTo>
                      <a:pt x="36" y="0"/>
                      <a:pt x="32" y="4"/>
                      <a:pt x="32" y="8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4" y="12"/>
                      <a:pt x="2" y="13"/>
                      <a:pt x="1" y="15"/>
                    </a:cubicBezTo>
                    <a:cubicBezTo>
                      <a:pt x="0" y="17"/>
                      <a:pt x="0" y="20"/>
                      <a:pt x="1" y="22"/>
                    </a:cubicBezTo>
                    <a:cubicBezTo>
                      <a:pt x="2" y="23"/>
                      <a:pt x="4" y="24"/>
                      <a:pt x="5" y="25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24" y="48"/>
                      <a:pt x="24" y="48"/>
                      <a:pt x="24" y="48"/>
                    </a:cubicBezTo>
                    <a:cubicBezTo>
                      <a:pt x="20" y="48"/>
                      <a:pt x="16" y="52"/>
                      <a:pt x="16" y="56"/>
                    </a:cubicBezTo>
                    <a:cubicBezTo>
                      <a:pt x="16" y="64"/>
                      <a:pt x="16" y="64"/>
                      <a:pt x="16" y="64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64" y="52"/>
                      <a:pt x="60" y="48"/>
                      <a:pt x="56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35"/>
                      <a:pt x="48" y="35"/>
                      <a:pt x="48" y="35"/>
                    </a:cubicBezTo>
                    <a:cubicBezTo>
                      <a:pt x="74" y="25"/>
                      <a:pt x="74" y="25"/>
                      <a:pt x="74" y="25"/>
                    </a:cubicBezTo>
                    <a:cubicBezTo>
                      <a:pt x="76" y="24"/>
                      <a:pt x="78" y="23"/>
                      <a:pt x="79" y="22"/>
                    </a:cubicBezTo>
                    <a:cubicBezTo>
                      <a:pt x="80" y="20"/>
                      <a:pt x="80" y="17"/>
                      <a:pt x="79" y="15"/>
                    </a:cubicBezTo>
                    <a:close/>
                    <a:moveTo>
                      <a:pt x="40" y="28"/>
                    </a:moveTo>
                    <a:cubicBezTo>
                      <a:pt x="37" y="28"/>
                      <a:pt x="34" y="25"/>
                      <a:pt x="34" y="22"/>
                    </a:cubicBezTo>
                    <a:cubicBezTo>
                      <a:pt x="34" y="19"/>
                      <a:pt x="37" y="16"/>
                      <a:pt x="40" y="16"/>
                    </a:cubicBezTo>
                    <a:cubicBezTo>
                      <a:pt x="43" y="16"/>
                      <a:pt x="46" y="19"/>
                      <a:pt x="46" y="22"/>
                    </a:cubicBezTo>
                    <a:cubicBezTo>
                      <a:pt x="46" y="25"/>
                      <a:pt x="43" y="28"/>
                      <a:pt x="40" y="2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3" name="Freeform 92"/>
            <p:cNvSpPr>
              <a:spLocks noChangeAspect="1" noEditPoints="1"/>
            </p:cNvSpPr>
            <p:nvPr/>
          </p:nvSpPr>
          <p:spPr bwMode="auto">
            <a:xfrm>
              <a:off x="6905626" y="3011488"/>
              <a:ext cx="201613" cy="239713"/>
            </a:xfrm>
            <a:custGeom>
              <a:avLst/>
              <a:gdLst>
                <a:gd name="T0" fmla="*/ 32 w 64"/>
                <a:gd name="T1" fmla="*/ 0 h 76"/>
                <a:gd name="T2" fmla="*/ 0 w 64"/>
                <a:gd name="T3" fmla="*/ 32 h 76"/>
                <a:gd name="T4" fmla="*/ 32 w 64"/>
                <a:gd name="T5" fmla="*/ 76 h 76"/>
                <a:gd name="T6" fmla="*/ 64 w 64"/>
                <a:gd name="T7" fmla="*/ 32 h 76"/>
                <a:gd name="T8" fmla="*/ 32 w 64"/>
                <a:gd name="T9" fmla="*/ 0 h 76"/>
                <a:gd name="T10" fmla="*/ 28 w 64"/>
                <a:gd name="T11" fmla="*/ 48 h 76"/>
                <a:gd name="T12" fmla="*/ 8 w 64"/>
                <a:gd name="T13" fmla="*/ 28 h 76"/>
                <a:gd name="T14" fmla="*/ 28 w 64"/>
                <a:gd name="T15" fmla="*/ 48 h 76"/>
                <a:gd name="T16" fmla="*/ 36 w 64"/>
                <a:gd name="T17" fmla="*/ 48 h 76"/>
                <a:gd name="T18" fmla="*/ 56 w 64"/>
                <a:gd name="T19" fmla="*/ 28 h 76"/>
                <a:gd name="T20" fmla="*/ 36 w 64"/>
                <a:gd name="T21" fmla="*/ 48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4" h="76">
                  <a:moveTo>
                    <a:pt x="32" y="0"/>
                  </a:moveTo>
                  <a:cubicBezTo>
                    <a:pt x="14" y="0"/>
                    <a:pt x="0" y="14"/>
                    <a:pt x="0" y="32"/>
                  </a:cubicBezTo>
                  <a:cubicBezTo>
                    <a:pt x="0" y="64"/>
                    <a:pt x="32" y="76"/>
                    <a:pt x="32" y="76"/>
                  </a:cubicBezTo>
                  <a:cubicBezTo>
                    <a:pt x="32" y="76"/>
                    <a:pt x="64" y="64"/>
                    <a:pt x="64" y="32"/>
                  </a:cubicBezTo>
                  <a:cubicBezTo>
                    <a:pt x="64" y="14"/>
                    <a:pt x="50" y="0"/>
                    <a:pt x="32" y="0"/>
                  </a:cubicBezTo>
                  <a:close/>
                  <a:moveTo>
                    <a:pt x="28" y="48"/>
                  </a:moveTo>
                  <a:cubicBezTo>
                    <a:pt x="6" y="48"/>
                    <a:pt x="8" y="28"/>
                    <a:pt x="8" y="28"/>
                  </a:cubicBezTo>
                  <a:cubicBezTo>
                    <a:pt x="32" y="28"/>
                    <a:pt x="28" y="48"/>
                    <a:pt x="28" y="48"/>
                  </a:cubicBezTo>
                  <a:close/>
                  <a:moveTo>
                    <a:pt x="36" y="48"/>
                  </a:moveTo>
                  <a:cubicBezTo>
                    <a:pt x="36" y="48"/>
                    <a:pt x="32" y="28"/>
                    <a:pt x="56" y="28"/>
                  </a:cubicBezTo>
                  <a:cubicBezTo>
                    <a:pt x="56" y="28"/>
                    <a:pt x="58" y="48"/>
                    <a:pt x="36" y="48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19" name="组合 218"/>
            <p:cNvGrpSpPr>
              <a:grpSpLocks noChangeAspect="1"/>
            </p:cNvGrpSpPr>
            <p:nvPr/>
          </p:nvGrpSpPr>
          <p:grpSpPr>
            <a:xfrm>
              <a:off x="7489826" y="3014663"/>
              <a:ext cx="246063" cy="220663"/>
              <a:chOff x="7489826" y="3014663"/>
              <a:chExt cx="246063" cy="220663"/>
            </a:xfrm>
          </p:grpSpPr>
          <p:sp>
            <p:nvSpPr>
              <p:cNvPr id="94" name="Freeform 93"/>
              <p:cNvSpPr>
                <a:spLocks/>
              </p:cNvSpPr>
              <p:nvPr/>
            </p:nvSpPr>
            <p:spPr bwMode="auto">
              <a:xfrm>
                <a:off x="7489826" y="3014663"/>
                <a:ext cx="246063" cy="220663"/>
              </a:xfrm>
              <a:custGeom>
                <a:avLst/>
                <a:gdLst>
                  <a:gd name="T0" fmla="*/ 72 w 78"/>
                  <a:gd name="T1" fmla="*/ 2 h 70"/>
                  <a:gd name="T2" fmla="*/ 67 w 78"/>
                  <a:gd name="T3" fmla="*/ 0 h 70"/>
                  <a:gd name="T4" fmla="*/ 56 w 78"/>
                  <a:gd name="T5" fmla="*/ 3 h 70"/>
                  <a:gd name="T6" fmla="*/ 62 w 78"/>
                  <a:gd name="T7" fmla="*/ 7 h 70"/>
                  <a:gd name="T8" fmla="*/ 68 w 78"/>
                  <a:gd name="T9" fmla="*/ 6 h 70"/>
                  <a:gd name="T10" fmla="*/ 45 w 78"/>
                  <a:gd name="T11" fmla="*/ 41 h 70"/>
                  <a:gd name="T12" fmla="*/ 11 w 78"/>
                  <a:gd name="T13" fmla="*/ 64 h 70"/>
                  <a:gd name="T14" fmla="*/ 11 w 78"/>
                  <a:gd name="T15" fmla="*/ 58 h 70"/>
                  <a:gd name="T16" fmla="*/ 7 w 78"/>
                  <a:gd name="T17" fmla="*/ 52 h 70"/>
                  <a:gd name="T18" fmla="*/ 11 w 78"/>
                  <a:gd name="T19" fmla="*/ 70 h 70"/>
                  <a:gd name="T20" fmla="*/ 31 w 78"/>
                  <a:gd name="T21" fmla="*/ 62 h 70"/>
                  <a:gd name="T22" fmla="*/ 39 w 78"/>
                  <a:gd name="T23" fmla="*/ 63 h 70"/>
                  <a:gd name="T24" fmla="*/ 67 w 78"/>
                  <a:gd name="T25" fmla="*/ 35 h 70"/>
                  <a:gd name="T26" fmla="*/ 66 w 78"/>
                  <a:gd name="T27" fmla="*/ 27 h 70"/>
                  <a:gd name="T28" fmla="*/ 72 w 78"/>
                  <a:gd name="T29" fmla="*/ 2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8" h="70">
                    <a:moveTo>
                      <a:pt x="72" y="2"/>
                    </a:moveTo>
                    <a:cubicBezTo>
                      <a:pt x="71" y="1"/>
                      <a:pt x="70" y="0"/>
                      <a:pt x="67" y="0"/>
                    </a:cubicBezTo>
                    <a:cubicBezTo>
                      <a:pt x="64" y="0"/>
                      <a:pt x="60" y="1"/>
                      <a:pt x="56" y="3"/>
                    </a:cubicBezTo>
                    <a:cubicBezTo>
                      <a:pt x="58" y="4"/>
                      <a:pt x="60" y="6"/>
                      <a:pt x="62" y="7"/>
                    </a:cubicBezTo>
                    <a:cubicBezTo>
                      <a:pt x="63" y="7"/>
                      <a:pt x="67" y="5"/>
                      <a:pt x="68" y="6"/>
                    </a:cubicBezTo>
                    <a:cubicBezTo>
                      <a:pt x="73" y="11"/>
                      <a:pt x="50" y="36"/>
                      <a:pt x="45" y="41"/>
                    </a:cubicBezTo>
                    <a:cubicBezTo>
                      <a:pt x="39" y="48"/>
                      <a:pt x="20" y="64"/>
                      <a:pt x="11" y="64"/>
                    </a:cubicBezTo>
                    <a:cubicBezTo>
                      <a:pt x="9" y="64"/>
                      <a:pt x="10" y="60"/>
                      <a:pt x="11" y="58"/>
                    </a:cubicBezTo>
                    <a:cubicBezTo>
                      <a:pt x="10" y="56"/>
                      <a:pt x="8" y="54"/>
                      <a:pt x="7" y="52"/>
                    </a:cubicBezTo>
                    <a:cubicBezTo>
                      <a:pt x="0" y="65"/>
                      <a:pt x="5" y="70"/>
                      <a:pt x="11" y="70"/>
                    </a:cubicBezTo>
                    <a:cubicBezTo>
                      <a:pt x="16" y="70"/>
                      <a:pt x="23" y="67"/>
                      <a:pt x="31" y="62"/>
                    </a:cubicBezTo>
                    <a:cubicBezTo>
                      <a:pt x="33" y="63"/>
                      <a:pt x="36" y="63"/>
                      <a:pt x="39" y="63"/>
                    </a:cubicBezTo>
                    <a:cubicBezTo>
                      <a:pt x="54" y="63"/>
                      <a:pt x="67" y="50"/>
                      <a:pt x="67" y="35"/>
                    </a:cubicBezTo>
                    <a:cubicBezTo>
                      <a:pt x="67" y="32"/>
                      <a:pt x="67" y="29"/>
                      <a:pt x="66" y="27"/>
                    </a:cubicBezTo>
                    <a:cubicBezTo>
                      <a:pt x="70" y="20"/>
                      <a:pt x="78" y="7"/>
                      <a:pt x="72" y="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Freeform 94"/>
              <p:cNvSpPr>
                <a:spLocks/>
              </p:cNvSpPr>
              <p:nvPr/>
            </p:nvSpPr>
            <p:spPr bwMode="auto">
              <a:xfrm>
                <a:off x="7524751" y="3036888"/>
                <a:ext cx="150813" cy="152400"/>
              </a:xfrm>
              <a:custGeom>
                <a:avLst/>
                <a:gdLst>
                  <a:gd name="T0" fmla="*/ 30 w 48"/>
                  <a:gd name="T1" fmla="*/ 30 h 48"/>
                  <a:gd name="T2" fmla="*/ 48 w 48"/>
                  <a:gd name="T3" fmla="*/ 8 h 48"/>
                  <a:gd name="T4" fmla="*/ 28 w 48"/>
                  <a:gd name="T5" fmla="*/ 0 h 48"/>
                  <a:gd name="T6" fmla="*/ 0 w 48"/>
                  <a:gd name="T7" fmla="*/ 28 h 48"/>
                  <a:gd name="T8" fmla="*/ 8 w 48"/>
                  <a:gd name="T9" fmla="*/ 48 h 48"/>
                  <a:gd name="T10" fmla="*/ 30 w 48"/>
                  <a:gd name="T11" fmla="*/ 3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48">
                    <a:moveTo>
                      <a:pt x="30" y="30"/>
                    </a:moveTo>
                    <a:cubicBezTo>
                      <a:pt x="37" y="23"/>
                      <a:pt x="44" y="15"/>
                      <a:pt x="48" y="8"/>
                    </a:cubicBezTo>
                    <a:cubicBezTo>
                      <a:pt x="43" y="3"/>
                      <a:pt x="36" y="0"/>
                      <a:pt x="28" y="0"/>
                    </a:cubicBezTo>
                    <a:cubicBezTo>
                      <a:pt x="13" y="0"/>
                      <a:pt x="0" y="13"/>
                      <a:pt x="0" y="28"/>
                    </a:cubicBezTo>
                    <a:cubicBezTo>
                      <a:pt x="0" y="36"/>
                      <a:pt x="3" y="43"/>
                      <a:pt x="8" y="48"/>
                    </a:cubicBezTo>
                    <a:cubicBezTo>
                      <a:pt x="15" y="44"/>
                      <a:pt x="23" y="37"/>
                      <a:pt x="30" y="3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0" name="组合 219"/>
            <p:cNvGrpSpPr>
              <a:grpSpLocks noChangeAspect="1"/>
            </p:cNvGrpSpPr>
            <p:nvPr/>
          </p:nvGrpSpPr>
          <p:grpSpPr>
            <a:xfrm>
              <a:off x="8089901" y="2995613"/>
              <a:ext cx="258763" cy="268288"/>
              <a:chOff x="8089901" y="2995613"/>
              <a:chExt cx="258763" cy="268288"/>
            </a:xfrm>
          </p:grpSpPr>
          <p:sp>
            <p:nvSpPr>
              <p:cNvPr id="96" name="Oval 95"/>
              <p:cNvSpPr>
                <a:spLocks noChangeArrowheads="1"/>
              </p:cNvSpPr>
              <p:nvPr/>
            </p:nvSpPr>
            <p:spPr bwMode="auto">
              <a:xfrm>
                <a:off x="8194676" y="3100388"/>
                <a:ext cx="49213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Freeform 96"/>
              <p:cNvSpPr>
                <a:spLocks noEditPoints="1"/>
              </p:cNvSpPr>
              <p:nvPr/>
            </p:nvSpPr>
            <p:spPr bwMode="auto">
              <a:xfrm>
                <a:off x="8089901" y="2995613"/>
                <a:ext cx="258763" cy="268288"/>
              </a:xfrm>
              <a:custGeom>
                <a:avLst/>
                <a:gdLst>
                  <a:gd name="T0" fmla="*/ 79 w 82"/>
                  <a:gd name="T1" fmla="*/ 15 h 85"/>
                  <a:gd name="T2" fmla="*/ 79 w 82"/>
                  <a:gd name="T3" fmla="*/ 3 h 85"/>
                  <a:gd name="T4" fmla="*/ 67 w 82"/>
                  <a:gd name="T5" fmla="*/ 3 h 85"/>
                  <a:gd name="T6" fmla="*/ 65 w 82"/>
                  <a:gd name="T7" fmla="*/ 11 h 85"/>
                  <a:gd name="T8" fmla="*/ 61 w 82"/>
                  <a:gd name="T9" fmla="*/ 15 h 85"/>
                  <a:gd name="T10" fmla="*/ 41 w 82"/>
                  <a:gd name="T11" fmla="*/ 9 h 85"/>
                  <a:gd name="T12" fmla="*/ 21 w 82"/>
                  <a:gd name="T13" fmla="*/ 15 h 85"/>
                  <a:gd name="T14" fmla="*/ 17 w 82"/>
                  <a:gd name="T15" fmla="*/ 11 h 85"/>
                  <a:gd name="T16" fmla="*/ 15 w 82"/>
                  <a:gd name="T17" fmla="*/ 3 h 85"/>
                  <a:gd name="T18" fmla="*/ 3 w 82"/>
                  <a:gd name="T19" fmla="*/ 3 h 85"/>
                  <a:gd name="T20" fmla="*/ 3 w 82"/>
                  <a:gd name="T21" fmla="*/ 15 h 85"/>
                  <a:gd name="T22" fmla="*/ 11 w 82"/>
                  <a:gd name="T23" fmla="*/ 17 h 85"/>
                  <a:gd name="T24" fmla="*/ 15 w 82"/>
                  <a:gd name="T25" fmla="*/ 20 h 85"/>
                  <a:gd name="T26" fmla="*/ 5 w 82"/>
                  <a:gd name="T27" fmla="*/ 45 h 85"/>
                  <a:gd name="T28" fmla="*/ 5 w 82"/>
                  <a:gd name="T29" fmla="*/ 73 h 85"/>
                  <a:gd name="T30" fmla="*/ 17 w 82"/>
                  <a:gd name="T31" fmla="*/ 85 h 85"/>
                  <a:gd name="T32" fmla="*/ 29 w 82"/>
                  <a:gd name="T33" fmla="*/ 73 h 85"/>
                  <a:gd name="T34" fmla="*/ 41 w 82"/>
                  <a:gd name="T35" fmla="*/ 85 h 85"/>
                  <a:gd name="T36" fmla="*/ 53 w 82"/>
                  <a:gd name="T37" fmla="*/ 73 h 85"/>
                  <a:gd name="T38" fmla="*/ 65 w 82"/>
                  <a:gd name="T39" fmla="*/ 85 h 85"/>
                  <a:gd name="T40" fmla="*/ 77 w 82"/>
                  <a:gd name="T41" fmla="*/ 73 h 85"/>
                  <a:gd name="T42" fmla="*/ 77 w 82"/>
                  <a:gd name="T43" fmla="*/ 45 h 85"/>
                  <a:gd name="T44" fmla="*/ 67 w 82"/>
                  <a:gd name="T45" fmla="*/ 20 h 85"/>
                  <a:gd name="T46" fmla="*/ 71 w 82"/>
                  <a:gd name="T47" fmla="*/ 17 h 85"/>
                  <a:gd name="T48" fmla="*/ 79 w 82"/>
                  <a:gd name="T49" fmla="*/ 15 h 85"/>
                  <a:gd name="T50" fmla="*/ 41 w 82"/>
                  <a:gd name="T51" fmla="*/ 57 h 85"/>
                  <a:gd name="T52" fmla="*/ 25 w 82"/>
                  <a:gd name="T53" fmla="*/ 41 h 85"/>
                  <a:gd name="T54" fmla="*/ 41 w 82"/>
                  <a:gd name="T55" fmla="*/ 25 h 85"/>
                  <a:gd name="T56" fmla="*/ 57 w 82"/>
                  <a:gd name="T57" fmla="*/ 41 h 85"/>
                  <a:gd name="T58" fmla="*/ 41 w 82"/>
                  <a:gd name="T59" fmla="*/ 57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2" h="85">
                    <a:moveTo>
                      <a:pt x="79" y="15"/>
                    </a:moveTo>
                    <a:cubicBezTo>
                      <a:pt x="82" y="12"/>
                      <a:pt x="82" y="6"/>
                      <a:pt x="79" y="3"/>
                    </a:cubicBezTo>
                    <a:cubicBezTo>
                      <a:pt x="76" y="0"/>
                      <a:pt x="70" y="0"/>
                      <a:pt x="67" y="3"/>
                    </a:cubicBezTo>
                    <a:cubicBezTo>
                      <a:pt x="65" y="5"/>
                      <a:pt x="65" y="8"/>
                      <a:pt x="65" y="11"/>
                    </a:cubicBezTo>
                    <a:cubicBezTo>
                      <a:pt x="61" y="15"/>
                      <a:pt x="61" y="15"/>
                      <a:pt x="61" y="15"/>
                    </a:cubicBezTo>
                    <a:cubicBezTo>
                      <a:pt x="55" y="11"/>
                      <a:pt x="48" y="9"/>
                      <a:pt x="41" y="9"/>
                    </a:cubicBezTo>
                    <a:cubicBezTo>
                      <a:pt x="34" y="9"/>
                      <a:pt x="27" y="11"/>
                      <a:pt x="21" y="15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17" y="8"/>
                      <a:pt x="17" y="5"/>
                      <a:pt x="15" y="3"/>
                    </a:cubicBezTo>
                    <a:cubicBezTo>
                      <a:pt x="12" y="0"/>
                      <a:pt x="6" y="0"/>
                      <a:pt x="3" y="3"/>
                    </a:cubicBezTo>
                    <a:cubicBezTo>
                      <a:pt x="0" y="6"/>
                      <a:pt x="0" y="12"/>
                      <a:pt x="3" y="15"/>
                    </a:cubicBezTo>
                    <a:cubicBezTo>
                      <a:pt x="5" y="17"/>
                      <a:pt x="8" y="17"/>
                      <a:pt x="11" y="17"/>
                    </a:cubicBezTo>
                    <a:cubicBezTo>
                      <a:pt x="15" y="20"/>
                      <a:pt x="15" y="20"/>
                      <a:pt x="15" y="20"/>
                    </a:cubicBezTo>
                    <a:cubicBezTo>
                      <a:pt x="9" y="27"/>
                      <a:pt x="5" y="35"/>
                      <a:pt x="5" y="45"/>
                    </a:cubicBezTo>
                    <a:cubicBezTo>
                      <a:pt x="5" y="73"/>
                      <a:pt x="5" y="73"/>
                      <a:pt x="5" y="73"/>
                    </a:cubicBezTo>
                    <a:cubicBezTo>
                      <a:pt x="5" y="80"/>
                      <a:pt x="10" y="85"/>
                      <a:pt x="17" y="85"/>
                    </a:cubicBezTo>
                    <a:cubicBezTo>
                      <a:pt x="24" y="85"/>
                      <a:pt x="29" y="80"/>
                      <a:pt x="29" y="73"/>
                    </a:cubicBezTo>
                    <a:cubicBezTo>
                      <a:pt x="29" y="80"/>
                      <a:pt x="34" y="85"/>
                      <a:pt x="41" y="85"/>
                    </a:cubicBezTo>
                    <a:cubicBezTo>
                      <a:pt x="48" y="85"/>
                      <a:pt x="53" y="80"/>
                      <a:pt x="53" y="73"/>
                    </a:cubicBezTo>
                    <a:cubicBezTo>
                      <a:pt x="53" y="80"/>
                      <a:pt x="58" y="85"/>
                      <a:pt x="65" y="85"/>
                    </a:cubicBezTo>
                    <a:cubicBezTo>
                      <a:pt x="72" y="85"/>
                      <a:pt x="77" y="80"/>
                      <a:pt x="77" y="73"/>
                    </a:cubicBezTo>
                    <a:cubicBezTo>
                      <a:pt x="77" y="45"/>
                      <a:pt x="77" y="45"/>
                      <a:pt x="77" y="45"/>
                    </a:cubicBezTo>
                    <a:cubicBezTo>
                      <a:pt x="77" y="35"/>
                      <a:pt x="73" y="27"/>
                      <a:pt x="67" y="20"/>
                    </a:cubicBezTo>
                    <a:cubicBezTo>
                      <a:pt x="71" y="17"/>
                      <a:pt x="71" y="17"/>
                      <a:pt x="71" y="17"/>
                    </a:cubicBezTo>
                    <a:cubicBezTo>
                      <a:pt x="74" y="17"/>
                      <a:pt x="77" y="17"/>
                      <a:pt x="79" y="15"/>
                    </a:cubicBezTo>
                    <a:close/>
                    <a:moveTo>
                      <a:pt x="41" y="57"/>
                    </a:moveTo>
                    <a:cubicBezTo>
                      <a:pt x="32" y="57"/>
                      <a:pt x="25" y="50"/>
                      <a:pt x="25" y="41"/>
                    </a:cubicBezTo>
                    <a:cubicBezTo>
                      <a:pt x="25" y="32"/>
                      <a:pt x="32" y="25"/>
                      <a:pt x="41" y="25"/>
                    </a:cubicBezTo>
                    <a:cubicBezTo>
                      <a:pt x="50" y="25"/>
                      <a:pt x="57" y="32"/>
                      <a:pt x="57" y="41"/>
                    </a:cubicBezTo>
                    <a:cubicBezTo>
                      <a:pt x="57" y="50"/>
                      <a:pt x="50" y="57"/>
                      <a:pt x="41" y="5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8" name="Freeform 97"/>
            <p:cNvSpPr>
              <a:spLocks noChangeAspect="1" noEditPoints="1"/>
            </p:cNvSpPr>
            <p:nvPr/>
          </p:nvSpPr>
          <p:spPr bwMode="auto">
            <a:xfrm>
              <a:off x="8699501" y="2998788"/>
              <a:ext cx="252413" cy="252413"/>
            </a:xfrm>
            <a:custGeom>
              <a:avLst/>
              <a:gdLst>
                <a:gd name="T0" fmla="*/ 71 w 80"/>
                <a:gd name="T1" fmla="*/ 52 h 80"/>
                <a:gd name="T2" fmla="*/ 58 w 80"/>
                <a:gd name="T3" fmla="*/ 29 h 80"/>
                <a:gd name="T4" fmla="*/ 60 w 80"/>
                <a:gd name="T5" fmla="*/ 24 h 80"/>
                <a:gd name="T6" fmla="*/ 52 w 80"/>
                <a:gd name="T7" fmla="*/ 16 h 80"/>
                <a:gd name="T8" fmla="*/ 46 w 80"/>
                <a:gd name="T9" fmla="*/ 19 h 80"/>
                <a:gd name="T10" fmla="*/ 16 w 80"/>
                <a:gd name="T11" fmla="*/ 8 h 80"/>
                <a:gd name="T12" fmla="*/ 8 w 80"/>
                <a:gd name="T13" fmla="*/ 0 h 80"/>
                <a:gd name="T14" fmla="*/ 0 w 80"/>
                <a:gd name="T15" fmla="*/ 8 h 80"/>
                <a:gd name="T16" fmla="*/ 8 w 80"/>
                <a:gd name="T17" fmla="*/ 16 h 80"/>
                <a:gd name="T18" fmla="*/ 14 w 80"/>
                <a:gd name="T19" fmla="*/ 13 h 80"/>
                <a:gd name="T20" fmla="*/ 44 w 80"/>
                <a:gd name="T21" fmla="*/ 24 h 80"/>
                <a:gd name="T22" fmla="*/ 44 w 80"/>
                <a:gd name="T23" fmla="*/ 26 h 80"/>
                <a:gd name="T24" fmla="*/ 20 w 80"/>
                <a:gd name="T25" fmla="*/ 45 h 80"/>
                <a:gd name="T26" fmla="*/ 16 w 80"/>
                <a:gd name="T27" fmla="*/ 44 h 80"/>
                <a:gd name="T28" fmla="*/ 8 w 80"/>
                <a:gd name="T29" fmla="*/ 52 h 80"/>
                <a:gd name="T30" fmla="*/ 16 w 80"/>
                <a:gd name="T31" fmla="*/ 60 h 80"/>
                <a:gd name="T32" fmla="*/ 19 w 80"/>
                <a:gd name="T33" fmla="*/ 59 h 80"/>
                <a:gd name="T34" fmla="*/ 29 w 80"/>
                <a:gd name="T35" fmla="*/ 69 h 80"/>
                <a:gd name="T36" fmla="*/ 28 w 80"/>
                <a:gd name="T37" fmla="*/ 72 h 80"/>
                <a:gd name="T38" fmla="*/ 36 w 80"/>
                <a:gd name="T39" fmla="*/ 80 h 80"/>
                <a:gd name="T40" fmla="*/ 44 w 80"/>
                <a:gd name="T41" fmla="*/ 73 h 80"/>
                <a:gd name="T42" fmla="*/ 66 w 80"/>
                <a:gd name="T43" fmla="*/ 65 h 80"/>
                <a:gd name="T44" fmla="*/ 72 w 80"/>
                <a:gd name="T45" fmla="*/ 68 h 80"/>
                <a:gd name="T46" fmla="*/ 80 w 80"/>
                <a:gd name="T47" fmla="*/ 60 h 80"/>
                <a:gd name="T48" fmla="*/ 71 w 80"/>
                <a:gd name="T49" fmla="*/ 52 h 80"/>
                <a:gd name="T50" fmla="*/ 36 w 80"/>
                <a:gd name="T51" fmla="*/ 64 h 80"/>
                <a:gd name="T52" fmla="*/ 33 w 80"/>
                <a:gd name="T53" fmla="*/ 65 h 80"/>
                <a:gd name="T54" fmla="*/ 23 w 80"/>
                <a:gd name="T55" fmla="*/ 55 h 80"/>
                <a:gd name="T56" fmla="*/ 24 w 80"/>
                <a:gd name="T57" fmla="*/ 52 h 80"/>
                <a:gd name="T58" fmla="*/ 24 w 80"/>
                <a:gd name="T59" fmla="*/ 50 h 80"/>
                <a:gd name="T60" fmla="*/ 48 w 80"/>
                <a:gd name="T61" fmla="*/ 31 h 80"/>
                <a:gd name="T62" fmla="*/ 53 w 80"/>
                <a:gd name="T63" fmla="*/ 32 h 80"/>
                <a:gd name="T64" fmla="*/ 66 w 80"/>
                <a:gd name="T65" fmla="*/ 55 h 80"/>
                <a:gd name="T66" fmla="*/ 64 w 80"/>
                <a:gd name="T67" fmla="*/ 59 h 80"/>
                <a:gd name="T68" fmla="*/ 42 w 80"/>
                <a:gd name="T69" fmla="*/ 67 h 80"/>
                <a:gd name="T70" fmla="*/ 36 w 80"/>
                <a:gd name="T71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0" h="80">
                  <a:moveTo>
                    <a:pt x="71" y="52"/>
                  </a:moveTo>
                  <a:cubicBezTo>
                    <a:pt x="58" y="29"/>
                    <a:pt x="58" y="29"/>
                    <a:pt x="58" y="29"/>
                  </a:cubicBezTo>
                  <a:cubicBezTo>
                    <a:pt x="59" y="28"/>
                    <a:pt x="60" y="26"/>
                    <a:pt x="60" y="24"/>
                  </a:cubicBezTo>
                  <a:cubicBezTo>
                    <a:pt x="60" y="20"/>
                    <a:pt x="56" y="16"/>
                    <a:pt x="52" y="16"/>
                  </a:cubicBezTo>
                  <a:cubicBezTo>
                    <a:pt x="50" y="16"/>
                    <a:pt x="48" y="17"/>
                    <a:pt x="46" y="19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3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4" y="16"/>
                    <a:pt x="8" y="16"/>
                  </a:cubicBezTo>
                  <a:cubicBezTo>
                    <a:pt x="10" y="16"/>
                    <a:pt x="12" y="15"/>
                    <a:pt x="14" y="13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5"/>
                    <a:pt x="44" y="26"/>
                    <a:pt x="44" y="26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9" y="44"/>
                    <a:pt x="17" y="44"/>
                    <a:pt x="16" y="44"/>
                  </a:cubicBezTo>
                  <a:cubicBezTo>
                    <a:pt x="12" y="44"/>
                    <a:pt x="8" y="48"/>
                    <a:pt x="8" y="52"/>
                  </a:cubicBezTo>
                  <a:cubicBezTo>
                    <a:pt x="8" y="56"/>
                    <a:pt x="12" y="60"/>
                    <a:pt x="16" y="60"/>
                  </a:cubicBezTo>
                  <a:cubicBezTo>
                    <a:pt x="17" y="60"/>
                    <a:pt x="18" y="60"/>
                    <a:pt x="19" y="59"/>
                  </a:cubicBezTo>
                  <a:cubicBezTo>
                    <a:pt x="29" y="69"/>
                    <a:pt x="29" y="69"/>
                    <a:pt x="29" y="69"/>
                  </a:cubicBezTo>
                  <a:cubicBezTo>
                    <a:pt x="28" y="70"/>
                    <a:pt x="28" y="71"/>
                    <a:pt x="28" y="72"/>
                  </a:cubicBezTo>
                  <a:cubicBezTo>
                    <a:pt x="28" y="76"/>
                    <a:pt x="32" y="80"/>
                    <a:pt x="36" y="80"/>
                  </a:cubicBezTo>
                  <a:cubicBezTo>
                    <a:pt x="40" y="80"/>
                    <a:pt x="44" y="77"/>
                    <a:pt x="44" y="73"/>
                  </a:cubicBezTo>
                  <a:cubicBezTo>
                    <a:pt x="66" y="65"/>
                    <a:pt x="66" y="65"/>
                    <a:pt x="66" y="65"/>
                  </a:cubicBezTo>
                  <a:cubicBezTo>
                    <a:pt x="67" y="67"/>
                    <a:pt x="70" y="68"/>
                    <a:pt x="72" y="68"/>
                  </a:cubicBezTo>
                  <a:cubicBezTo>
                    <a:pt x="76" y="68"/>
                    <a:pt x="80" y="64"/>
                    <a:pt x="80" y="60"/>
                  </a:cubicBezTo>
                  <a:cubicBezTo>
                    <a:pt x="80" y="55"/>
                    <a:pt x="76" y="51"/>
                    <a:pt x="71" y="52"/>
                  </a:cubicBezTo>
                  <a:close/>
                  <a:moveTo>
                    <a:pt x="36" y="64"/>
                  </a:moveTo>
                  <a:cubicBezTo>
                    <a:pt x="35" y="64"/>
                    <a:pt x="34" y="64"/>
                    <a:pt x="33" y="6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4" y="54"/>
                    <a:pt x="24" y="53"/>
                    <a:pt x="24" y="52"/>
                  </a:cubicBezTo>
                  <a:cubicBezTo>
                    <a:pt x="24" y="51"/>
                    <a:pt x="24" y="51"/>
                    <a:pt x="24" y="5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0" y="32"/>
                    <a:pt x="51" y="32"/>
                    <a:pt x="53" y="32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5" y="56"/>
                    <a:pt x="64" y="58"/>
                    <a:pt x="64" y="59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1" y="65"/>
                    <a:pt x="38" y="64"/>
                    <a:pt x="36" y="64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9" name="Freeform 98"/>
            <p:cNvSpPr>
              <a:spLocks noChangeAspect="1" noEditPoints="1"/>
            </p:cNvSpPr>
            <p:nvPr/>
          </p:nvSpPr>
          <p:spPr bwMode="auto">
            <a:xfrm>
              <a:off x="3871913" y="3606801"/>
              <a:ext cx="201613" cy="252413"/>
            </a:xfrm>
            <a:custGeom>
              <a:avLst/>
              <a:gdLst>
                <a:gd name="T0" fmla="*/ 64 w 64"/>
                <a:gd name="T1" fmla="*/ 44 h 80"/>
                <a:gd name="T2" fmla="*/ 32 w 64"/>
                <a:gd name="T3" fmla="*/ 0 h 80"/>
                <a:gd name="T4" fmla="*/ 0 w 64"/>
                <a:gd name="T5" fmla="*/ 44 h 80"/>
                <a:gd name="T6" fmla="*/ 28 w 64"/>
                <a:gd name="T7" fmla="*/ 68 h 80"/>
                <a:gd name="T8" fmla="*/ 28 w 64"/>
                <a:gd name="T9" fmla="*/ 72 h 80"/>
                <a:gd name="T10" fmla="*/ 16 w 64"/>
                <a:gd name="T11" fmla="*/ 72 h 80"/>
                <a:gd name="T12" fmla="*/ 16 w 64"/>
                <a:gd name="T13" fmla="*/ 80 h 80"/>
                <a:gd name="T14" fmla="*/ 48 w 64"/>
                <a:gd name="T15" fmla="*/ 80 h 80"/>
                <a:gd name="T16" fmla="*/ 48 w 64"/>
                <a:gd name="T17" fmla="*/ 72 h 80"/>
                <a:gd name="T18" fmla="*/ 36 w 64"/>
                <a:gd name="T19" fmla="*/ 72 h 80"/>
                <a:gd name="T20" fmla="*/ 36 w 64"/>
                <a:gd name="T21" fmla="*/ 68 h 80"/>
                <a:gd name="T22" fmla="*/ 64 w 64"/>
                <a:gd name="T23" fmla="*/ 44 h 80"/>
                <a:gd name="T24" fmla="*/ 32 w 64"/>
                <a:gd name="T25" fmla="*/ 44 h 80"/>
                <a:gd name="T26" fmla="*/ 48 w 64"/>
                <a:gd name="T27" fmla="*/ 52 h 80"/>
                <a:gd name="T28" fmla="*/ 32 w 64"/>
                <a:gd name="T29" fmla="*/ 56 h 80"/>
                <a:gd name="T30" fmla="*/ 16 w 64"/>
                <a:gd name="T31" fmla="*/ 52 h 80"/>
                <a:gd name="T32" fmla="*/ 32 w 64"/>
                <a:gd name="T33" fmla="*/ 4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4" h="80">
                  <a:moveTo>
                    <a:pt x="64" y="44"/>
                  </a:moveTo>
                  <a:cubicBezTo>
                    <a:pt x="64" y="26"/>
                    <a:pt x="51" y="0"/>
                    <a:pt x="32" y="0"/>
                  </a:cubicBezTo>
                  <a:cubicBezTo>
                    <a:pt x="13" y="0"/>
                    <a:pt x="0" y="26"/>
                    <a:pt x="0" y="44"/>
                  </a:cubicBezTo>
                  <a:cubicBezTo>
                    <a:pt x="0" y="61"/>
                    <a:pt x="7" y="67"/>
                    <a:pt x="28" y="68"/>
                  </a:cubicBezTo>
                  <a:cubicBezTo>
                    <a:pt x="28" y="72"/>
                    <a:pt x="28" y="72"/>
                    <a:pt x="28" y="72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48" y="80"/>
                    <a:pt x="48" y="80"/>
                    <a:pt x="48" y="80"/>
                  </a:cubicBezTo>
                  <a:cubicBezTo>
                    <a:pt x="48" y="72"/>
                    <a:pt x="48" y="72"/>
                    <a:pt x="48" y="72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57" y="67"/>
                    <a:pt x="64" y="61"/>
                    <a:pt x="64" y="44"/>
                  </a:cubicBezTo>
                  <a:close/>
                  <a:moveTo>
                    <a:pt x="32" y="44"/>
                  </a:moveTo>
                  <a:cubicBezTo>
                    <a:pt x="40" y="44"/>
                    <a:pt x="48" y="48"/>
                    <a:pt x="48" y="52"/>
                  </a:cubicBezTo>
                  <a:cubicBezTo>
                    <a:pt x="48" y="52"/>
                    <a:pt x="40" y="56"/>
                    <a:pt x="32" y="56"/>
                  </a:cubicBezTo>
                  <a:cubicBezTo>
                    <a:pt x="24" y="56"/>
                    <a:pt x="16" y="52"/>
                    <a:pt x="16" y="52"/>
                  </a:cubicBezTo>
                  <a:cubicBezTo>
                    <a:pt x="16" y="48"/>
                    <a:pt x="24" y="44"/>
                    <a:pt x="32" y="44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21" name="组合 220"/>
            <p:cNvGrpSpPr>
              <a:grpSpLocks noChangeAspect="1"/>
            </p:cNvGrpSpPr>
            <p:nvPr/>
          </p:nvGrpSpPr>
          <p:grpSpPr>
            <a:xfrm>
              <a:off x="3227388" y="3632201"/>
              <a:ext cx="290513" cy="201613"/>
              <a:chOff x="3227388" y="3632201"/>
              <a:chExt cx="290513" cy="201613"/>
            </a:xfrm>
          </p:grpSpPr>
          <p:sp>
            <p:nvSpPr>
              <p:cNvPr id="100" name="Freeform 99"/>
              <p:cNvSpPr>
                <a:spLocks/>
              </p:cNvSpPr>
              <p:nvPr/>
            </p:nvSpPr>
            <p:spPr bwMode="auto">
              <a:xfrm>
                <a:off x="3227388" y="3702051"/>
                <a:ext cx="290513" cy="131763"/>
              </a:xfrm>
              <a:custGeom>
                <a:avLst/>
                <a:gdLst>
                  <a:gd name="T0" fmla="*/ 78 w 92"/>
                  <a:gd name="T1" fmla="*/ 0 h 42"/>
                  <a:gd name="T2" fmla="*/ 64 w 92"/>
                  <a:gd name="T3" fmla="*/ 14 h 42"/>
                  <a:gd name="T4" fmla="*/ 28 w 92"/>
                  <a:gd name="T5" fmla="*/ 14 h 42"/>
                  <a:gd name="T6" fmla="*/ 14 w 92"/>
                  <a:gd name="T7" fmla="*/ 0 h 42"/>
                  <a:gd name="T8" fmla="*/ 0 w 92"/>
                  <a:gd name="T9" fmla="*/ 14 h 42"/>
                  <a:gd name="T10" fmla="*/ 0 w 92"/>
                  <a:gd name="T11" fmla="*/ 30 h 42"/>
                  <a:gd name="T12" fmla="*/ 8 w 92"/>
                  <a:gd name="T13" fmla="*/ 38 h 42"/>
                  <a:gd name="T14" fmla="*/ 8 w 92"/>
                  <a:gd name="T15" fmla="*/ 42 h 42"/>
                  <a:gd name="T16" fmla="*/ 16 w 92"/>
                  <a:gd name="T17" fmla="*/ 42 h 42"/>
                  <a:gd name="T18" fmla="*/ 16 w 92"/>
                  <a:gd name="T19" fmla="*/ 38 h 42"/>
                  <a:gd name="T20" fmla="*/ 76 w 92"/>
                  <a:gd name="T21" fmla="*/ 38 h 42"/>
                  <a:gd name="T22" fmla="*/ 76 w 92"/>
                  <a:gd name="T23" fmla="*/ 42 h 42"/>
                  <a:gd name="T24" fmla="*/ 84 w 92"/>
                  <a:gd name="T25" fmla="*/ 42 h 42"/>
                  <a:gd name="T26" fmla="*/ 84 w 92"/>
                  <a:gd name="T27" fmla="*/ 38 h 42"/>
                  <a:gd name="T28" fmla="*/ 92 w 92"/>
                  <a:gd name="T29" fmla="*/ 30 h 42"/>
                  <a:gd name="T30" fmla="*/ 92 w 92"/>
                  <a:gd name="T31" fmla="*/ 14 h 42"/>
                  <a:gd name="T32" fmla="*/ 78 w 92"/>
                  <a:gd name="T33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2" h="42">
                    <a:moveTo>
                      <a:pt x="78" y="0"/>
                    </a:moveTo>
                    <a:cubicBezTo>
                      <a:pt x="70" y="0"/>
                      <a:pt x="64" y="6"/>
                      <a:pt x="64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6"/>
                      <a:pt x="22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4"/>
                      <a:pt x="4" y="38"/>
                      <a:pt x="8" y="38"/>
                    </a:cubicBezTo>
                    <a:cubicBezTo>
                      <a:pt x="8" y="42"/>
                      <a:pt x="8" y="42"/>
                      <a:pt x="8" y="42"/>
                    </a:cubicBezTo>
                    <a:cubicBezTo>
                      <a:pt x="16" y="42"/>
                      <a:pt x="16" y="42"/>
                      <a:pt x="16" y="42"/>
                    </a:cubicBezTo>
                    <a:cubicBezTo>
                      <a:pt x="16" y="38"/>
                      <a:pt x="16" y="38"/>
                      <a:pt x="16" y="38"/>
                    </a:cubicBezTo>
                    <a:cubicBezTo>
                      <a:pt x="76" y="38"/>
                      <a:pt x="76" y="38"/>
                      <a:pt x="76" y="38"/>
                    </a:cubicBezTo>
                    <a:cubicBezTo>
                      <a:pt x="76" y="42"/>
                      <a:pt x="76" y="42"/>
                      <a:pt x="76" y="42"/>
                    </a:cubicBezTo>
                    <a:cubicBezTo>
                      <a:pt x="84" y="42"/>
                      <a:pt x="84" y="42"/>
                      <a:pt x="84" y="42"/>
                    </a:cubicBezTo>
                    <a:cubicBezTo>
                      <a:pt x="84" y="38"/>
                      <a:pt x="84" y="38"/>
                      <a:pt x="84" y="38"/>
                    </a:cubicBezTo>
                    <a:cubicBezTo>
                      <a:pt x="88" y="38"/>
                      <a:pt x="92" y="34"/>
                      <a:pt x="92" y="30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6"/>
                      <a:pt x="86" y="0"/>
                      <a:pt x="7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Freeform 100"/>
              <p:cNvSpPr>
                <a:spLocks/>
              </p:cNvSpPr>
              <p:nvPr/>
            </p:nvSpPr>
            <p:spPr bwMode="auto">
              <a:xfrm>
                <a:off x="3379788" y="3632201"/>
                <a:ext cx="100013" cy="101600"/>
              </a:xfrm>
              <a:custGeom>
                <a:avLst/>
                <a:gdLst>
                  <a:gd name="T0" fmla="*/ 30 w 32"/>
                  <a:gd name="T1" fmla="*/ 18 h 32"/>
                  <a:gd name="T2" fmla="*/ 32 w 32"/>
                  <a:gd name="T3" fmla="*/ 18 h 32"/>
                  <a:gd name="T4" fmla="*/ 12 w 32"/>
                  <a:gd name="T5" fmla="*/ 0 h 32"/>
                  <a:gd name="T6" fmla="*/ 0 w 32"/>
                  <a:gd name="T7" fmla="*/ 0 h 32"/>
                  <a:gd name="T8" fmla="*/ 0 w 32"/>
                  <a:gd name="T9" fmla="*/ 32 h 32"/>
                  <a:gd name="T10" fmla="*/ 12 w 32"/>
                  <a:gd name="T11" fmla="*/ 32 h 32"/>
                  <a:gd name="T12" fmla="*/ 30 w 32"/>
                  <a:gd name="T13" fmla="*/ 1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30" y="18"/>
                    </a:moveTo>
                    <a:cubicBezTo>
                      <a:pt x="31" y="18"/>
                      <a:pt x="31" y="18"/>
                      <a:pt x="32" y="18"/>
                    </a:cubicBezTo>
                    <a:cubicBezTo>
                      <a:pt x="31" y="8"/>
                      <a:pt x="22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4" y="24"/>
                      <a:pt x="21" y="18"/>
                      <a:pt x="30" y="1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Freeform 101"/>
              <p:cNvSpPr>
                <a:spLocks/>
              </p:cNvSpPr>
              <p:nvPr/>
            </p:nvSpPr>
            <p:spPr bwMode="auto">
              <a:xfrm>
                <a:off x="3265488" y="3632201"/>
                <a:ext cx="101600" cy="101600"/>
              </a:xfrm>
              <a:custGeom>
                <a:avLst/>
                <a:gdLst>
                  <a:gd name="T0" fmla="*/ 20 w 32"/>
                  <a:gd name="T1" fmla="*/ 32 h 32"/>
                  <a:gd name="T2" fmla="*/ 32 w 32"/>
                  <a:gd name="T3" fmla="*/ 32 h 32"/>
                  <a:gd name="T4" fmla="*/ 32 w 32"/>
                  <a:gd name="T5" fmla="*/ 0 h 32"/>
                  <a:gd name="T6" fmla="*/ 20 w 32"/>
                  <a:gd name="T7" fmla="*/ 0 h 32"/>
                  <a:gd name="T8" fmla="*/ 0 w 32"/>
                  <a:gd name="T9" fmla="*/ 18 h 32"/>
                  <a:gd name="T10" fmla="*/ 2 w 32"/>
                  <a:gd name="T11" fmla="*/ 18 h 32"/>
                  <a:gd name="T12" fmla="*/ 20 w 32"/>
                  <a:gd name="T1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32">
                    <a:moveTo>
                      <a:pt x="20" y="32"/>
                    </a:move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0" y="0"/>
                      <a:pt x="1" y="8"/>
                      <a:pt x="0" y="18"/>
                    </a:cubicBezTo>
                    <a:cubicBezTo>
                      <a:pt x="1" y="18"/>
                      <a:pt x="1" y="18"/>
                      <a:pt x="2" y="18"/>
                    </a:cubicBezTo>
                    <a:cubicBezTo>
                      <a:pt x="11" y="18"/>
                      <a:pt x="18" y="24"/>
                      <a:pt x="20" y="3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3" name="组合 222"/>
            <p:cNvGrpSpPr>
              <a:grpSpLocks noChangeAspect="1"/>
            </p:cNvGrpSpPr>
            <p:nvPr/>
          </p:nvGrpSpPr>
          <p:grpSpPr>
            <a:xfrm>
              <a:off x="5059363" y="3606801"/>
              <a:ext cx="254000" cy="252413"/>
              <a:chOff x="5059363" y="3606801"/>
              <a:chExt cx="254000" cy="252413"/>
            </a:xfrm>
          </p:grpSpPr>
          <p:sp>
            <p:nvSpPr>
              <p:cNvPr id="103" name="Freeform 102"/>
              <p:cNvSpPr>
                <a:spLocks/>
              </p:cNvSpPr>
              <p:nvPr/>
            </p:nvSpPr>
            <p:spPr bwMode="auto">
              <a:xfrm>
                <a:off x="5078413" y="3670301"/>
                <a:ext cx="139700" cy="188913"/>
              </a:xfrm>
              <a:custGeom>
                <a:avLst/>
                <a:gdLst>
                  <a:gd name="T0" fmla="*/ 88 w 88"/>
                  <a:gd name="T1" fmla="*/ 0 h 119"/>
                  <a:gd name="T2" fmla="*/ 64 w 88"/>
                  <a:gd name="T3" fmla="*/ 0 h 119"/>
                  <a:gd name="T4" fmla="*/ 0 w 88"/>
                  <a:gd name="T5" fmla="*/ 63 h 119"/>
                  <a:gd name="T6" fmla="*/ 4 w 88"/>
                  <a:gd name="T7" fmla="*/ 63 h 119"/>
                  <a:gd name="T8" fmla="*/ 4 w 88"/>
                  <a:gd name="T9" fmla="*/ 119 h 119"/>
                  <a:gd name="T10" fmla="*/ 20 w 88"/>
                  <a:gd name="T11" fmla="*/ 119 h 119"/>
                  <a:gd name="T12" fmla="*/ 20 w 88"/>
                  <a:gd name="T13" fmla="*/ 63 h 119"/>
                  <a:gd name="T14" fmla="*/ 24 w 88"/>
                  <a:gd name="T15" fmla="*/ 63 h 119"/>
                  <a:gd name="T16" fmla="*/ 88 w 88"/>
                  <a:gd name="T17" fmla="*/ 0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8" h="119">
                    <a:moveTo>
                      <a:pt x="88" y="0"/>
                    </a:moveTo>
                    <a:lnTo>
                      <a:pt x="64" y="0"/>
                    </a:lnTo>
                    <a:lnTo>
                      <a:pt x="0" y="63"/>
                    </a:lnTo>
                    <a:lnTo>
                      <a:pt x="4" y="63"/>
                    </a:lnTo>
                    <a:lnTo>
                      <a:pt x="4" y="119"/>
                    </a:lnTo>
                    <a:lnTo>
                      <a:pt x="20" y="119"/>
                    </a:lnTo>
                    <a:lnTo>
                      <a:pt x="20" y="63"/>
                    </a:lnTo>
                    <a:lnTo>
                      <a:pt x="24" y="63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Freeform 103"/>
              <p:cNvSpPr>
                <a:spLocks/>
              </p:cNvSpPr>
              <p:nvPr/>
            </p:nvSpPr>
            <p:spPr bwMode="auto">
              <a:xfrm>
                <a:off x="5154613" y="3606801"/>
                <a:ext cx="139700" cy="163513"/>
              </a:xfrm>
              <a:custGeom>
                <a:avLst/>
                <a:gdLst>
                  <a:gd name="T0" fmla="*/ 38 w 44"/>
                  <a:gd name="T1" fmla="*/ 20 h 52"/>
                  <a:gd name="T2" fmla="*/ 38 w 44"/>
                  <a:gd name="T3" fmla="*/ 15 h 52"/>
                  <a:gd name="T4" fmla="*/ 42 w 44"/>
                  <a:gd name="T5" fmla="*/ 8 h 52"/>
                  <a:gd name="T6" fmla="*/ 34 w 44"/>
                  <a:gd name="T7" fmla="*/ 0 h 52"/>
                  <a:gd name="T8" fmla="*/ 26 w 44"/>
                  <a:gd name="T9" fmla="*/ 8 h 52"/>
                  <a:gd name="T10" fmla="*/ 30 w 44"/>
                  <a:gd name="T11" fmla="*/ 15 h 52"/>
                  <a:gd name="T12" fmla="*/ 30 w 44"/>
                  <a:gd name="T13" fmla="*/ 22 h 52"/>
                  <a:gd name="T14" fmla="*/ 0 w 44"/>
                  <a:gd name="T15" fmla="*/ 52 h 52"/>
                  <a:gd name="T16" fmla="*/ 12 w 44"/>
                  <a:gd name="T17" fmla="*/ 52 h 52"/>
                  <a:gd name="T18" fmla="*/ 44 w 44"/>
                  <a:gd name="T19" fmla="*/ 20 h 52"/>
                  <a:gd name="T20" fmla="*/ 38 w 44"/>
                  <a:gd name="T21" fmla="*/ 2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2">
                    <a:moveTo>
                      <a:pt x="38" y="20"/>
                    </a:moveTo>
                    <a:cubicBezTo>
                      <a:pt x="38" y="15"/>
                      <a:pt x="38" y="15"/>
                      <a:pt x="38" y="15"/>
                    </a:cubicBezTo>
                    <a:cubicBezTo>
                      <a:pt x="40" y="14"/>
                      <a:pt x="42" y="11"/>
                      <a:pt x="42" y="8"/>
                    </a:cubicBezTo>
                    <a:cubicBezTo>
                      <a:pt x="42" y="4"/>
                      <a:pt x="38" y="0"/>
                      <a:pt x="34" y="0"/>
                    </a:cubicBezTo>
                    <a:cubicBezTo>
                      <a:pt x="30" y="0"/>
                      <a:pt x="26" y="4"/>
                      <a:pt x="26" y="8"/>
                    </a:cubicBezTo>
                    <a:cubicBezTo>
                      <a:pt x="26" y="11"/>
                      <a:pt x="28" y="14"/>
                      <a:pt x="30" y="15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44" y="20"/>
                      <a:pt x="44" y="20"/>
                      <a:pt x="44" y="20"/>
                    </a:cubicBezTo>
                    <a:lnTo>
                      <a:pt x="38" y="2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Freeform 104"/>
              <p:cNvSpPr>
                <a:spLocks/>
              </p:cNvSpPr>
              <p:nvPr/>
            </p:nvSpPr>
            <p:spPr bwMode="auto">
              <a:xfrm>
                <a:off x="5230813" y="3689351"/>
                <a:ext cx="82550" cy="169863"/>
              </a:xfrm>
              <a:custGeom>
                <a:avLst/>
                <a:gdLst>
                  <a:gd name="T0" fmla="*/ 0 w 26"/>
                  <a:gd name="T1" fmla="*/ 26 h 54"/>
                  <a:gd name="T2" fmla="*/ 10 w 26"/>
                  <a:gd name="T3" fmla="*/ 26 h 54"/>
                  <a:gd name="T4" fmla="*/ 10 w 26"/>
                  <a:gd name="T5" fmla="*/ 54 h 54"/>
                  <a:gd name="T6" fmla="*/ 18 w 26"/>
                  <a:gd name="T7" fmla="*/ 54 h 54"/>
                  <a:gd name="T8" fmla="*/ 18 w 26"/>
                  <a:gd name="T9" fmla="*/ 26 h 54"/>
                  <a:gd name="T10" fmla="*/ 22 w 26"/>
                  <a:gd name="T11" fmla="*/ 26 h 54"/>
                  <a:gd name="T12" fmla="*/ 26 w 26"/>
                  <a:gd name="T13" fmla="*/ 22 h 54"/>
                  <a:gd name="T14" fmla="*/ 26 w 26"/>
                  <a:gd name="T15" fmla="*/ 0 h 54"/>
                  <a:gd name="T16" fmla="*/ 0 w 26"/>
                  <a:gd name="T17" fmla="*/ 2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54">
                    <a:moveTo>
                      <a:pt x="0" y="26"/>
                    </a:moveTo>
                    <a:cubicBezTo>
                      <a:pt x="10" y="26"/>
                      <a:pt x="10" y="26"/>
                      <a:pt x="10" y="26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18" y="54"/>
                      <a:pt x="18" y="54"/>
                      <a:pt x="18" y="54"/>
                    </a:cubicBezTo>
                    <a:cubicBezTo>
                      <a:pt x="18" y="26"/>
                      <a:pt x="18" y="26"/>
                      <a:pt x="18" y="26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4" y="26"/>
                      <a:pt x="26" y="24"/>
                      <a:pt x="26" y="22"/>
                    </a:cubicBezTo>
                    <a:cubicBezTo>
                      <a:pt x="26" y="0"/>
                      <a:pt x="26" y="0"/>
                      <a:pt x="26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Freeform 105"/>
              <p:cNvSpPr>
                <a:spLocks/>
              </p:cNvSpPr>
              <p:nvPr/>
            </p:nvSpPr>
            <p:spPr bwMode="auto">
              <a:xfrm>
                <a:off x="5059363" y="3606801"/>
                <a:ext cx="82550" cy="146050"/>
              </a:xfrm>
              <a:custGeom>
                <a:avLst/>
                <a:gdLst>
                  <a:gd name="T0" fmla="*/ 20 w 26"/>
                  <a:gd name="T1" fmla="*/ 20 h 46"/>
                  <a:gd name="T2" fmla="*/ 20 w 26"/>
                  <a:gd name="T3" fmla="*/ 15 h 46"/>
                  <a:gd name="T4" fmla="*/ 24 w 26"/>
                  <a:gd name="T5" fmla="*/ 8 h 46"/>
                  <a:gd name="T6" fmla="*/ 16 w 26"/>
                  <a:gd name="T7" fmla="*/ 0 h 46"/>
                  <a:gd name="T8" fmla="*/ 8 w 26"/>
                  <a:gd name="T9" fmla="*/ 8 h 46"/>
                  <a:gd name="T10" fmla="*/ 12 w 26"/>
                  <a:gd name="T11" fmla="*/ 15 h 46"/>
                  <a:gd name="T12" fmla="*/ 12 w 26"/>
                  <a:gd name="T13" fmla="*/ 20 h 46"/>
                  <a:gd name="T14" fmla="*/ 4 w 26"/>
                  <a:gd name="T15" fmla="*/ 20 h 46"/>
                  <a:gd name="T16" fmla="*/ 0 w 26"/>
                  <a:gd name="T17" fmla="*/ 24 h 46"/>
                  <a:gd name="T18" fmla="*/ 0 w 26"/>
                  <a:gd name="T19" fmla="*/ 46 h 46"/>
                  <a:gd name="T20" fmla="*/ 26 w 26"/>
                  <a:gd name="T21" fmla="*/ 20 h 46"/>
                  <a:gd name="T22" fmla="*/ 20 w 26"/>
                  <a:gd name="T23" fmla="*/ 2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" h="46">
                    <a:moveTo>
                      <a:pt x="20" y="20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2" y="14"/>
                      <a:pt x="24" y="11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ubicBezTo>
                      <a:pt x="12" y="0"/>
                      <a:pt x="8" y="4"/>
                      <a:pt x="8" y="8"/>
                    </a:cubicBezTo>
                    <a:cubicBezTo>
                      <a:pt x="8" y="11"/>
                      <a:pt x="10" y="14"/>
                      <a:pt x="12" y="15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2" y="20"/>
                      <a:pt x="0" y="22"/>
                      <a:pt x="0" y="24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26" y="20"/>
                      <a:pt x="26" y="20"/>
                      <a:pt x="26" y="20"/>
                    </a:cubicBezTo>
                    <a:lnTo>
                      <a:pt x="20" y="2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2" name="组合 221"/>
            <p:cNvGrpSpPr>
              <a:grpSpLocks noChangeAspect="1"/>
            </p:cNvGrpSpPr>
            <p:nvPr/>
          </p:nvGrpSpPr>
          <p:grpSpPr>
            <a:xfrm>
              <a:off x="4452938" y="3581401"/>
              <a:ext cx="252413" cy="303213"/>
              <a:chOff x="4452938" y="3581401"/>
              <a:chExt cx="252413" cy="303213"/>
            </a:xfrm>
          </p:grpSpPr>
          <p:sp>
            <p:nvSpPr>
              <p:cNvPr id="107" name="Freeform 106"/>
              <p:cNvSpPr>
                <a:spLocks/>
              </p:cNvSpPr>
              <p:nvPr/>
            </p:nvSpPr>
            <p:spPr bwMode="auto">
              <a:xfrm>
                <a:off x="4452938" y="3581401"/>
                <a:ext cx="215900" cy="127000"/>
              </a:xfrm>
              <a:custGeom>
                <a:avLst/>
                <a:gdLst>
                  <a:gd name="T0" fmla="*/ 40 w 68"/>
                  <a:gd name="T1" fmla="*/ 36 h 40"/>
                  <a:gd name="T2" fmla="*/ 44 w 68"/>
                  <a:gd name="T3" fmla="*/ 40 h 40"/>
                  <a:gd name="T4" fmla="*/ 64 w 68"/>
                  <a:gd name="T5" fmla="*/ 40 h 40"/>
                  <a:gd name="T6" fmla="*/ 68 w 68"/>
                  <a:gd name="T7" fmla="*/ 36 h 40"/>
                  <a:gd name="T8" fmla="*/ 68 w 68"/>
                  <a:gd name="T9" fmla="*/ 4 h 40"/>
                  <a:gd name="T10" fmla="*/ 64 w 68"/>
                  <a:gd name="T11" fmla="*/ 0 h 40"/>
                  <a:gd name="T12" fmla="*/ 44 w 68"/>
                  <a:gd name="T13" fmla="*/ 0 h 40"/>
                  <a:gd name="T14" fmla="*/ 40 w 68"/>
                  <a:gd name="T15" fmla="*/ 4 h 40"/>
                  <a:gd name="T16" fmla="*/ 40 w 68"/>
                  <a:gd name="T17" fmla="*/ 16 h 40"/>
                  <a:gd name="T18" fmla="*/ 0 w 68"/>
                  <a:gd name="T19" fmla="*/ 16 h 40"/>
                  <a:gd name="T20" fmla="*/ 0 w 68"/>
                  <a:gd name="T21" fmla="*/ 24 h 40"/>
                  <a:gd name="T22" fmla="*/ 40 w 68"/>
                  <a:gd name="T23" fmla="*/ 24 h 40"/>
                  <a:gd name="T24" fmla="*/ 40 w 68"/>
                  <a:gd name="T25" fmla="*/ 36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" h="40">
                    <a:moveTo>
                      <a:pt x="40" y="36"/>
                    </a:moveTo>
                    <a:cubicBezTo>
                      <a:pt x="40" y="38"/>
                      <a:pt x="42" y="40"/>
                      <a:pt x="44" y="40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6" y="40"/>
                      <a:pt x="68" y="38"/>
                      <a:pt x="68" y="36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2"/>
                      <a:pt x="66" y="0"/>
                      <a:pt x="6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2" y="0"/>
                      <a:pt x="40" y="2"/>
                      <a:pt x="40" y="4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0" y="24"/>
                      <a:pt x="40" y="24"/>
                      <a:pt x="40" y="24"/>
                    </a:cubicBezTo>
                    <a:lnTo>
                      <a:pt x="40" y="3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Freeform 107"/>
              <p:cNvSpPr>
                <a:spLocks/>
              </p:cNvSpPr>
              <p:nvPr/>
            </p:nvSpPr>
            <p:spPr bwMode="auto">
              <a:xfrm>
                <a:off x="4452938" y="3733801"/>
                <a:ext cx="88900" cy="71438"/>
              </a:xfrm>
              <a:custGeom>
                <a:avLst/>
                <a:gdLst>
                  <a:gd name="T0" fmla="*/ 28 w 28"/>
                  <a:gd name="T1" fmla="*/ 0 h 23"/>
                  <a:gd name="T2" fmla="*/ 4 w 28"/>
                  <a:gd name="T3" fmla="*/ 0 h 23"/>
                  <a:gd name="T4" fmla="*/ 0 w 28"/>
                  <a:gd name="T5" fmla="*/ 2 h 23"/>
                  <a:gd name="T6" fmla="*/ 1 w 28"/>
                  <a:gd name="T7" fmla="*/ 6 h 23"/>
                  <a:gd name="T8" fmla="*/ 9 w 28"/>
                  <a:gd name="T9" fmla="*/ 18 h 23"/>
                  <a:gd name="T10" fmla="*/ 11 w 28"/>
                  <a:gd name="T11" fmla="*/ 20 h 23"/>
                  <a:gd name="T12" fmla="*/ 28 w 28"/>
                  <a:gd name="T13" fmla="*/ 23 h 23"/>
                  <a:gd name="T14" fmla="*/ 28 w 28"/>
                  <a:gd name="T1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23">
                    <a:moveTo>
                      <a:pt x="2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1" y="1"/>
                      <a:pt x="0" y="2"/>
                    </a:cubicBezTo>
                    <a:cubicBezTo>
                      <a:pt x="0" y="3"/>
                      <a:pt x="0" y="5"/>
                      <a:pt x="1" y="6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9"/>
                      <a:pt x="10" y="20"/>
                      <a:pt x="11" y="20"/>
                    </a:cubicBezTo>
                    <a:cubicBezTo>
                      <a:pt x="28" y="23"/>
                      <a:pt x="28" y="23"/>
                      <a:pt x="28" y="23"/>
                    </a:cubicBez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Freeform 108"/>
              <p:cNvSpPr>
                <a:spLocks/>
              </p:cNvSpPr>
              <p:nvPr/>
            </p:nvSpPr>
            <p:spPr bwMode="auto">
              <a:xfrm>
                <a:off x="4503738" y="3721101"/>
                <a:ext cx="201613" cy="163513"/>
              </a:xfrm>
              <a:custGeom>
                <a:avLst/>
                <a:gdLst>
                  <a:gd name="T0" fmla="*/ 61 w 64"/>
                  <a:gd name="T1" fmla="*/ 20 h 52"/>
                  <a:gd name="T2" fmla="*/ 64 w 64"/>
                  <a:gd name="T3" fmla="*/ 16 h 52"/>
                  <a:gd name="T4" fmla="*/ 64 w 64"/>
                  <a:gd name="T5" fmla="*/ 4 h 52"/>
                  <a:gd name="T6" fmla="*/ 60 w 64"/>
                  <a:gd name="T7" fmla="*/ 0 h 52"/>
                  <a:gd name="T8" fmla="*/ 20 w 64"/>
                  <a:gd name="T9" fmla="*/ 0 h 52"/>
                  <a:gd name="T10" fmla="*/ 16 w 64"/>
                  <a:gd name="T11" fmla="*/ 4 h 52"/>
                  <a:gd name="T12" fmla="*/ 16 w 64"/>
                  <a:gd name="T13" fmla="*/ 30 h 52"/>
                  <a:gd name="T14" fmla="*/ 2 w 64"/>
                  <a:gd name="T15" fmla="*/ 36 h 52"/>
                  <a:gd name="T16" fmla="*/ 0 w 64"/>
                  <a:gd name="T17" fmla="*/ 40 h 52"/>
                  <a:gd name="T18" fmla="*/ 0 w 64"/>
                  <a:gd name="T19" fmla="*/ 48 h 52"/>
                  <a:gd name="T20" fmla="*/ 4 w 64"/>
                  <a:gd name="T21" fmla="*/ 52 h 52"/>
                  <a:gd name="T22" fmla="*/ 60 w 64"/>
                  <a:gd name="T23" fmla="*/ 52 h 52"/>
                  <a:gd name="T24" fmla="*/ 64 w 64"/>
                  <a:gd name="T25" fmla="*/ 48 h 52"/>
                  <a:gd name="T26" fmla="*/ 64 w 64"/>
                  <a:gd name="T27" fmla="*/ 40 h 52"/>
                  <a:gd name="T28" fmla="*/ 61 w 64"/>
                  <a:gd name="T29" fmla="*/ 36 h 52"/>
                  <a:gd name="T30" fmla="*/ 44 w 64"/>
                  <a:gd name="T31" fmla="*/ 29 h 52"/>
                  <a:gd name="T32" fmla="*/ 44 w 64"/>
                  <a:gd name="T33" fmla="*/ 27 h 52"/>
                  <a:gd name="T34" fmla="*/ 61 w 64"/>
                  <a:gd name="T35" fmla="*/ 2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4" h="52">
                    <a:moveTo>
                      <a:pt x="61" y="20"/>
                    </a:moveTo>
                    <a:cubicBezTo>
                      <a:pt x="63" y="19"/>
                      <a:pt x="64" y="18"/>
                      <a:pt x="64" y="16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2"/>
                      <a:pt x="62" y="0"/>
                      <a:pt x="6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8" y="0"/>
                      <a:pt x="16" y="2"/>
                      <a:pt x="16" y="4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1" y="37"/>
                      <a:pt x="0" y="38"/>
                      <a:pt x="0" y="40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0"/>
                      <a:pt x="2" y="52"/>
                      <a:pt x="4" y="52"/>
                    </a:cubicBezTo>
                    <a:cubicBezTo>
                      <a:pt x="60" y="52"/>
                      <a:pt x="60" y="52"/>
                      <a:pt x="60" y="52"/>
                    </a:cubicBezTo>
                    <a:cubicBezTo>
                      <a:pt x="62" y="52"/>
                      <a:pt x="64" y="50"/>
                      <a:pt x="64" y="48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64" y="38"/>
                      <a:pt x="63" y="37"/>
                      <a:pt x="61" y="36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7"/>
                      <a:pt x="44" y="27"/>
                      <a:pt x="44" y="27"/>
                    </a:cubicBezTo>
                    <a:lnTo>
                      <a:pt x="61" y="2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4" name="组合 223"/>
            <p:cNvGrpSpPr>
              <a:grpSpLocks noChangeAspect="1"/>
            </p:cNvGrpSpPr>
            <p:nvPr/>
          </p:nvGrpSpPr>
          <p:grpSpPr>
            <a:xfrm>
              <a:off x="5665788" y="3606801"/>
              <a:ext cx="254000" cy="252413"/>
              <a:chOff x="5665788" y="3606801"/>
              <a:chExt cx="254000" cy="252413"/>
            </a:xfrm>
          </p:grpSpPr>
          <p:sp>
            <p:nvSpPr>
              <p:cNvPr id="110" name="Freeform 109"/>
              <p:cNvSpPr>
                <a:spLocks/>
              </p:cNvSpPr>
              <p:nvPr/>
            </p:nvSpPr>
            <p:spPr bwMode="auto">
              <a:xfrm>
                <a:off x="5678488" y="3721101"/>
                <a:ext cx="241300" cy="138113"/>
              </a:xfrm>
              <a:custGeom>
                <a:avLst/>
                <a:gdLst>
                  <a:gd name="T0" fmla="*/ 64 w 76"/>
                  <a:gd name="T1" fmla="*/ 0 h 44"/>
                  <a:gd name="T2" fmla="*/ 52 w 76"/>
                  <a:gd name="T3" fmla="*/ 0 h 44"/>
                  <a:gd name="T4" fmla="*/ 52 w 76"/>
                  <a:gd name="T5" fmla="*/ 8 h 44"/>
                  <a:gd name="T6" fmla="*/ 64 w 76"/>
                  <a:gd name="T7" fmla="*/ 8 h 44"/>
                  <a:gd name="T8" fmla="*/ 68 w 76"/>
                  <a:gd name="T9" fmla="*/ 12 h 44"/>
                  <a:gd name="T10" fmla="*/ 64 w 76"/>
                  <a:gd name="T11" fmla="*/ 16 h 44"/>
                  <a:gd name="T12" fmla="*/ 12 w 76"/>
                  <a:gd name="T13" fmla="*/ 16 h 44"/>
                  <a:gd name="T14" fmla="*/ 0 w 76"/>
                  <a:gd name="T15" fmla="*/ 28 h 44"/>
                  <a:gd name="T16" fmla="*/ 12 w 76"/>
                  <a:gd name="T17" fmla="*/ 40 h 44"/>
                  <a:gd name="T18" fmla="*/ 48 w 76"/>
                  <a:gd name="T19" fmla="*/ 40 h 44"/>
                  <a:gd name="T20" fmla="*/ 48 w 76"/>
                  <a:gd name="T21" fmla="*/ 44 h 44"/>
                  <a:gd name="T22" fmla="*/ 56 w 76"/>
                  <a:gd name="T23" fmla="*/ 44 h 44"/>
                  <a:gd name="T24" fmla="*/ 56 w 76"/>
                  <a:gd name="T25" fmla="*/ 36 h 44"/>
                  <a:gd name="T26" fmla="*/ 52 w 76"/>
                  <a:gd name="T27" fmla="*/ 32 h 44"/>
                  <a:gd name="T28" fmla="*/ 12 w 76"/>
                  <a:gd name="T29" fmla="*/ 32 h 44"/>
                  <a:gd name="T30" fmla="*/ 8 w 76"/>
                  <a:gd name="T31" fmla="*/ 28 h 44"/>
                  <a:gd name="T32" fmla="*/ 12 w 76"/>
                  <a:gd name="T33" fmla="*/ 24 h 44"/>
                  <a:gd name="T34" fmla="*/ 64 w 76"/>
                  <a:gd name="T35" fmla="*/ 24 h 44"/>
                  <a:gd name="T36" fmla="*/ 76 w 76"/>
                  <a:gd name="T37" fmla="*/ 12 h 44"/>
                  <a:gd name="T38" fmla="*/ 64 w 76"/>
                  <a:gd name="T3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6" h="44">
                    <a:moveTo>
                      <a:pt x="64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6" y="8"/>
                      <a:pt x="68" y="10"/>
                      <a:pt x="68" y="12"/>
                    </a:cubicBezTo>
                    <a:cubicBezTo>
                      <a:pt x="68" y="14"/>
                      <a:pt x="66" y="16"/>
                      <a:pt x="64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5" y="16"/>
                      <a:pt x="0" y="21"/>
                      <a:pt x="0" y="28"/>
                    </a:cubicBezTo>
                    <a:cubicBezTo>
                      <a:pt x="0" y="35"/>
                      <a:pt x="5" y="40"/>
                      <a:pt x="12" y="40"/>
                    </a:cubicBezTo>
                    <a:cubicBezTo>
                      <a:pt x="48" y="40"/>
                      <a:pt x="48" y="40"/>
                      <a:pt x="48" y="40"/>
                    </a:cubicBezTo>
                    <a:cubicBezTo>
                      <a:pt x="48" y="44"/>
                      <a:pt x="48" y="44"/>
                      <a:pt x="48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36"/>
                      <a:pt x="56" y="36"/>
                      <a:pt x="56" y="36"/>
                    </a:cubicBezTo>
                    <a:cubicBezTo>
                      <a:pt x="56" y="34"/>
                      <a:pt x="54" y="32"/>
                      <a:pt x="52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0" y="32"/>
                      <a:pt x="8" y="30"/>
                      <a:pt x="8" y="28"/>
                    </a:cubicBezTo>
                    <a:cubicBezTo>
                      <a:pt x="8" y="26"/>
                      <a:pt x="10" y="24"/>
                      <a:pt x="12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71" y="24"/>
                      <a:pt x="76" y="19"/>
                      <a:pt x="76" y="12"/>
                    </a:cubicBezTo>
                    <a:cubicBezTo>
                      <a:pt x="76" y="5"/>
                      <a:pt x="71" y="0"/>
                      <a:pt x="6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Freeform 110"/>
              <p:cNvSpPr>
                <a:spLocks noEditPoints="1"/>
              </p:cNvSpPr>
              <p:nvPr/>
            </p:nvSpPr>
            <p:spPr bwMode="auto">
              <a:xfrm>
                <a:off x="5665788" y="3606801"/>
                <a:ext cx="165100" cy="150813"/>
              </a:xfrm>
              <a:custGeom>
                <a:avLst/>
                <a:gdLst>
                  <a:gd name="T0" fmla="*/ 48 w 52"/>
                  <a:gd name="T1" fmla="*/ 48 h 48"/>
                  <a:gd name="T2" fmla="*/ 52 w 52"/>
                  <a:gd name="T3" fmla="*/ 44 h 48"/>
                  <a:gd name="T4" fmla="*/ 52 w 52"/>
                  <a:gd name="T5" fmla="*/ 28 h 48"/>
                  <a:gd name="T6" fmla="*/ 24 w 52"/>
                  <a:gd name="T7" fmla="*/ 0 h 48"/>
                  <a:gd name="T8" fmla="*/ 8 w 52"/>
                  <a:gd name="T9" fmla="*/ 0 h 48"/>
                  <a:gd name="T10" fmla="*/ 0 w 52"/>
                  <a:gd name="T11" fmla="*/ 8 h 48"/>
                  <a:gd name="T12" fmla="*/ 0 w 52"/>
                  <a:gd name="T13" fmla="*/ 44 h 48"/>
                  <a:gd name="T14" fmla="*/ 4 w 52"/>
                  <a:gd name="T15" fmla="*/ 48 h 48"/>
                  <a:gd name="T16" fmla="*/ 48 w 52"/>
                  <a:gd name="T17" fmla="*/ 48 h 48"/>
                  <a:gd name="T18" fmla="*/ 12 w 52"/>
                  <a:gd name="T19" fmla="*/ 28 h 48"/>
                  <a:gd name="T20" fmla="*/ 36 w 52"/>
                  <a:gd name="T21" fmla="*/ 28 h 48"/>
                  <a:gd name="T22" fmla="*/ 36 w 52"/>
                  <a:gd name="T23" fmla="*/ 36 h 48"/>
                  <a:gd name="T24" fmla="*/ 12 w 52"/>
                  <a:gd name="T25" fmla="*/ 36 h 48"/>
                  <a:gd name="T26" fmla="*/ 12 w 52"/>
                  <a:gd name="T27" fmla="*/ 2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" h="48">
                    <a:moveTo>
                      <a:pt x="48" y="48"/>
                    </a:moveTo>
                    <a:cubicBezTo>
                      <a:pt x="50" y="48"/>
                      <a:pt x="52" y="46"/>
                      <a:pt x="52" y="44"/>
                    </a:cubicBezTo>
                    <a:cubicBezTo>
                      <a:pt x="52" y="28"/>
                      <a:pt x="52" y="28"/>
                      <a:pt x="52" y="28"/>
                    </a:cubicBezTo>
                    <a:cubicBezTo>
                      <a:pt x="52" y="13"/>
                      <a:pt x="39" y="0"/>
                      <a:pt x="24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lnTo>
                      <a:pt x="48" y="48"/>
                    </a:lnTo>
                    <a:close/>
                    <a:moveTo>
                      <a:pt x="12" y="28"/>
                    </a:move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2" y="36"/>
                      <a:pt x="12" y="36"/>
                      <a:pt x="12" y="36"/>
                    </a:cubicBezTo>
                    <a:lnTo>
                      <a:pt x="12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5" name="组合 224"/>
            <p:cNvGrpSpPr>
              <a:grpSpLocks noChangeAspect="1"/>
            </p:cNvGrpSpPr>
            <p:nvPr/>
          </p:nvGrpSpPr>
          <p:grpSpPr>
            <a:xfrm>
              <a:off x="6273801" y="3606801"/>
              <a:ext cx="252412" cy="252413"/>
              <a:chOff x="6273801" y="3606801"/>
              <a:chExt cx="252412" cy="252413"/>
            </a:xfrm>
          </p:grpSpPr>
          <p:sp>
            <p:nvSpPr>
              <p:cNvPr id="112" name="Freeform 111"/>
              <p:cNvSpPr>
                <a:spLocks/>
              </p:cNvSpPr>
              <p:nvPr/>
            </p:nvSpPr>
            <p:spPr bwMode="auto">
              <a:xfrm>
                <a:off x="6273801" y="3746501"/>
                <a:ext cx="36513" cy="36513"/>
              </a:xfrm>
              <a:custGeom>
                <a:avLst/>
                <a:gdLst>
                  <a:gd name="T0" fmla="*/ 12 w 12"/>
                  <a:gd name="T1" fmla="*/ 0 h 12"/>
                  <a:gd name="T2" fmla="*/ 0 w 12"/>
                  <a:gd name="T3" fmla="*/ 12 h 12"/>
                  <a:gd name="T4" fmla="*/ 12 w 12"/>
                  <a:gd name="T5" fmla="*/ 12 h 12"/>
                  <a:gd name="T6" fmla="*/ 12 w 12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12" y="12"/>
                      <a:pt x="12" y="12"/>
                      <a:pt x="12" y="12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Freeform 112"/>
              <p:cNvSpPr>
                <a:spLocks/>
              </p:cNvSpPr>
              <p:nvPr/>
            </p:nvSpPr>
            <p:spPr bwMode="auto">
              <a:xfrm>
                <a:off x="6310313" y="3606801"/>
                <a:ext cx="177800" cy="101600"/>
              </a:xfrm>
              <a:custGeom>
                <a:avLst/>
                <a:gdLst>
                  <a:gd name="T0" fmla="*/ 4 w 56"/>
                  <a:gd name="T1" fmla="*/ 32 h 32"/>
                  <a:gd name="T2" fmla="*/ 12 w 56"/>
                  <a:gd name="T3" fmla="*/ 32 h 32"/>
                  <a:gd name="T4" fmla="*/ 12 w 56"/>
                  <a:gd name="T5" fmla="*/ 20 h 32"/>
                  <a:gd name="T6" fmla="*/ 20 w 56"/>
                  <a:gd name="T7" fmla="*/ 20 h 32"/>
                  <a:gd name="T8" fmla="*/ 20 w 56"/>
                  <a:gd name="T9" fmla="*/ 32 h 32"/>
                  <a:gd name="T10" fmla="*/ 36 w 56"/>
                  <a:gd name="T11" fmla="*/ 32 h 32"/>
                  <a:gd name="T12" fmla="*/ 36 w 56"/>
                  <a:gd name="T13" fmla="*/ 20 h 32"/>
                  <a:gd name="T14" fmla="*/ 44 w 56"/>
                  <a:gd name="T15" fmla="*/ 20 h 32"/>
                  <a:gd name="T16" fmla="*/ 44 w 56"/>
                  <a:gd name="T17" fmla="*/ 32 h 32"/>
                  <a:gd name="T18" fmla="*/ 52 w 56"/>
                  <a:gd name="T19" fmla="*/ 32 h 32"/>
                  <a:gd name="T20" fmla="*/ 56 w 56"/>
                  <a:gd name="T21" fmla="*/ 28 h 32"/>
                  <a:gd name="T22" fmla="*/ 56 w 56"/>
                  <a:gd name="T23" fmla="*/ 12 h 32"/>
                  <a:gd name="T24" fmla="*/ 44 w 56"/>
                  <a:gd name="T25" fmla="*/ 0 h 32"/>
                  <a:gd name="T26" fmla="*/ 12 w 56"/>
                  <a:gd name="T27" fmla="*/ 0 h 32"/>
                  <a:gd name="T28" fmla="*/ 0 w 56"/>
                  <a:gd name="T29" fmla="*/ 12 h 32"/>
                  <a:gd name="T30" fmla="*/ 0 w 56"/>
                  <a:gd name="T31" fmla="*/ 28 h 32"/>
                  <a:gd name="T32" fmla="*/ 4 w 56"/>
                  <a:gd name="T33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6" h="32">
                    <a:moveTo>
                      <a:pt x="4" y="32"/>
                    </a:move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32"/>
                      <a:pt x="20" y="32"/>
                      <a:pt x="20" y="32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4" y="32"/>
                      <a:pt x="56" y="30"/>
                      <a:pt x="56" y="28"/>
                    </a:cubicBez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5"/>
                      <a:pt x="51" y="0"/>
                      <a:pt x="44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Freeform 113"/>
              <p:cNvSpPr>
                <a:spLocks/>
              </p:cNvSpPr>
              <p:nvPr/>
            </p:nvSpPr>
            <p:spPr bwMode="auto">
              <a:xfrm>
                <a:off x="6488113" y="3746501"/>
                <a:ext cx="38100" cy="36513"/>
              </a:xfrm>
              <a:custGeom>
                <a:avLst/>
                <a:gdLst>
                  <a:gd name="T0" fmla="*/ 0 w 12"/>
                  <a:gd name="T1" fmla="*/ 12 h 12"/>
                  <a:gd name="T2" fmla="*/ 12 w 12"/>
                  <a:gd name="T3" fmla="*/ 12 h 12"/>
                  <a:gd name="T4" fmla="*/ 0 w 12"/>
                  <a:gd name="T5" fmla="*/ 0 h 12"/>
                  <a:gd name="T6" fmla="*/ 0 w 12"/>
                  <a:gd name="T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0" y="12"/>
                    </a:move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5"/>
                      <a:pt x="7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Freeform 114"/>
              <p:cNvSpPr>
                <a:spLocks/>
              </p:cNvSpPr>
              <p:nvPr/>
            </p:nvSpPr>
            <p:spPr bwMode="auto">
              <a:xfrm>
                <a:off x="6488113" y="3795713"/>
                <a:ext cx="38100" cy="63500"/>
              </a:xfrm>
              <a:custGeom>
                <a:avLst/>
                <a:gdLst>
                  <a:gd name="T0" fmla="*/ 0 w 12"/>
                  <a:gd name="T1" fmla="*/ 0 h 20"/>
                  <a:gd name="T2" fmla="*/ 0 w 12"/>
                  <a:gd name="T3" fmla="*/ 20 h 20"/>
                  <a:gd name="T4" fmla="*/ 8 w 12"/>
                  <a:gd name="T5" fmla="*/ 20 h 20"/>
                  <a:gd name="T6" fmla="*/ 12 w 12"/>
                  <a:gd name="T7" fmla="*/ 16 h 20"/>
                  <a:gd name="T8" fmla="*/ 12 w 12"/>
                  <a:gd name="T9" fmla="*/ 0 h 20"/>
                  <a:gd name="T10" fmla="*/ 0 w 12"/>
                  <a:gd name="T1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0">
                    <a:moveTo>
                      <a:pt x="0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0" y="20"/>
                      <a:pt x="12" y="18"/>
                      <a:pt x="12" y="16"/>
                    </a:cubicBezTo>
                    <a:cubicBezTo>
                      <a:pt x="12" y="0"/>
                      <a:pt x="12" y="0"/>
                      <a:pt x="1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Freeform 115"/>
              <p:cNvSpPr>
                <a:spLocks/>
              </p:cNvSpPr>
              <p:nvPr/>
            </p:nvSpPr>
            <p:spPr bwMode="auto">
              <a:xfrm>
                <a:off x="6273801" y="3795713"/>
                <a:ext cx="36513" cy="63500"/>
              </a:xfrm>
              <a:custGeom>
                <a:avLst/>
                <a:gdLst>
                  <a:gd name="T0" fmla="*/ 12 w 12"/>
                  <a:gd name="T1" fmla="*/ 0 h 20"/>
                  <a:gd name="T2" fmla="*/ 0 w 12"/>
                  <a:gd name="T3" fmla="*/ 0 h 20"/>
                  <a:gd name="T4" fmla="*/ 0 w 12"/>
                  <a:gd name="T5" fmla="*/ 16 h 20"/>
                  <a:gd name="T6" fmla="*/ 4 w 12"/>
                  <a:gd name="T7" fmla="*/ 20 h 20"/>
                  <a:gd name="T8" fmla="*/ 12 w 12"/>
                  <a:gd name="T9" fmla="*/ 20 h 20"/>
                  <a:gd name="T10" fmla="*/ 12 w 12"/>
                  <a:gd name="T1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0">
                    <a:moveTo>
                      <a:pt x="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12" y="20"/>
                      <a:pt x="12" y="20"/>
                      <a:pt x="12" y="20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Freeform 116"/>
              <p:cNvSpPr>
                <a:spLocks noEditPoints="1"/>
              </p:cNvSpPr>
              <p:nvPr/>
            </p:nvSpPr>
            <p:spPr bwMode="auto">
              <a:xfrm>
                <a:off x="6323013" y="3721101"/>
                <a:ext cx="152400" cy="138113"/>
              </a:xfrm>
              <a:custGeom>
                <a:avLst/>
                <a:gdLst>
                  <a:gd name="T0" fmla="*/ 96 w 96"/>
                  <a:gd name="T1" fmla="*/ 0 h 87"/>
                  <a:gd name="T2" fmla="*/ 80 w 96"/>
                  <a:gd name="T3" fmla="*/ 0 h 87"/>
                  <a:gd name="T4" fmla="*/ 80 w 96"/>
                  <a:gd name="T5" fmla="*/ 16 h 87"/>
                  <a:gd name="T6" fmla="*/ 64 w 96"/>
                  <a:gd name="T7" fmla="*/ 16 h 87"/>
                  <a:gd name="T8" fmla="*/ 64 w 96"/>
                  <a:gd name="T9" fmla="*/ 0 h 87"/>
                  <a:gd name="T10" fmla="*/ 32 w 96"/>
                  <a:gd name="T11" fmla="*/ 0 h 87"/>
                  <a:gd name="T12" fmla="*/ 32 w 96"/>
                  <a:gd name="T13" fmla="*/ 16 h 87"/>
                  <a:gd name="T14" fmla="*/ 16 w 96"/>
                  <a:gd name="T15" fmla="*/ 16 h 87"/>
                  <a:gd name="T16" fmla="*/ 16 w 96"/>
                  <a:gd name="T17" fmla="*/ 0 h 87"/>
                  <a:gd name="T18" fmla="*/ 0 w 96"/>
                  <a:gd name="T19" fmla="*/ 0 h 87"/>
                  <a:gd name="T20" fmla="*/ 0 w 96"/>
                  <a:gd name="T21" fmla="*/ 87 h 87"/>
                  <a:gd name="T22" fmla="*/ 96 w 96"/>
                  <a:gd name="T23" fmla="*/ 87 h 87"/>
                  <a:gd name="T24" fmla="*/ 96 w 96"/>
                  <a:gd name="T25" fmla="*/ 0 h 87"/>
                  <a:gd name="T26" fmla="*/ 72 w 96"/>
                  <a:gd name="T27" fmla="*/ 47 h 87"/>
                  <a:gd name="T28" fmla="*/ 24 w 96"/>
                  <a:gd name="T29" fmla="*/ 47 h 87"/>
                  <a:gd name="T30" fmla="*/ 24 w 96"/>
                  <a:gd name="T31" fmla="*/ 31 h 87"/>
                  <a:gd name="T32" fmla="*/ 72 w 96"/>
                  <a:gd name="T33" fmla="*/ 31 h 87"/>
                  <a:gd name="T34" fmla="*/ 72 w 96"/>
                  <a:gd name="T35" fmla="*/ 4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87">
                    <a:moveTo>
                      <a:pt x="96" y="0"/>
                    </a:moveTo>
                    <a:lnTo>
                      <a:pt x="80" y="0"/>
                    </a:lnTo>
                    <a:lnTo>
                      <a:pt x="80" y="16"/>
                    </a:lnTo>
                    <a:lnTo>
                      <a:pt x="64" y="16"/>
                    </a:lnTo>
                    <a:lnTo>
                      <a:pt x="64" y="0"/>
                    </a:lnTo>
                    <a:lnTo>
                      <a:pt x="32" y="0"/>
                    </a:lnTo>
                    <a:lnTo>
                      <a:pt x="32" y="16"/>
                    </a:lnTo>
                    <a:lnTo>
                      <a:pt x="16" y="16"/>
                    </a:lnTo>
                    <a:lnTo>
                      <a:pt x="16" y="0"/>
                    </a:lnTo>
                    <a:lnTo>
                      <a:pt x="0" y="0"/>
                    </a:lnTo>
                    <a:lnTo>
                      <a:pt x="0" y="87"/>
                    </a:lnTo>
                    <a:lnTo>
                      <a:pt x="96" y="87"/>
                    </a:lnTo>
                    <a:lnTo>
                      <a:pt x="96" y="0"/>
                    </a:lnTo>
                    <a:close/>
                    <a:moveTo>
                      <a:pt x="72" y="47"/>
                    </a:moveTo>
                    <a:lnTo>
                      <a:pt x="24" y="47"/>
                    </a:lnTo>
                    <a:lnTo>
                      <a:pt x="24" y="31"/>
                    </a:lnTo>
                    <a:lnTo>
                      <a:pt x="72" y="31"/>
                    </a:lnTo>
                    <a:lnTo>
                      <a:pt x="72" y="4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7" name="组合 226"/>
            <p:cNvGrpSpPr>
              <a:grpSpLocks noChangeAspect="1"/>
            </p:cNvGrpSpPr>
            <p:nvPr/>
          </p:nvGrpSpPr>
          <p:grpSpPr>
            <a:xfrm>
              <a:off x="7486651" y="3606801"/>
              <a:ext cx="252413" cy="252412"/>
              <a:chOff x="7486651" y="3606801"/>
              <a:chExt cx="252413" cy="252412"/>
            </a:xfrm>
          </p:grpSpPr>
          <p:sp>
            <p:nvSpPr>
              <p:cNvPr id="118" name="Freeform 117"/>
              <p:cNvSpPr>
                <a:spLocks/>
              </p:cNvSpPr>
              <p:nvPr/>
            </p:nvSpPr>
            <p:spPr bwMode="auto">
              <a:xfrm>
                <a:off x="7518401" y="3606801"/>
                <a:ext cx="106363" cy="142875"/>
              </a:xfrm>
              <a:custGeom>
                <a:avLst/>
                <a:gdLst>
                  <a:gd name="T0" fmla="*/ 9 w 34"/>
                  <a:gd name="T1" fmla="*/ 44 h 45"/>
                  <a:gd name="T2" fmla="*/ 19 w 34"/>
                  <a:gd name="T3" fmla="*/ 14 h 45"/>
                  <a:gd name="T4" fmla="*/ 26 w 34"/>
                  <a:gd name="T5" fmla="*/ 25 h 45"/>
                  <a:gd name="T6" fmla="*/ 20 w 34"/>
                  <a:gd name="T7" fmla="*/ 44 h 45"/>
                  <a:gd name="T8" fmla="*/ 28 w 34"/>
                  <a:gd name="T9" fmla="*/ 44 h 45"/>
                  <a:gd name="T10" fmla="*/ 34 w 34"/>
                  <a:gd name="T11" fmla="*/ 25 h 45"/>
                  <a:gd name="T12" fmla="*/ 33 w 34"/>
                  <a:gd name="T13" fmla="*/ 22 h 45"/>
                  <a:gd name="T14" fmla="*/ 21 w 34"/>
                  <a:gd name="T15" fmla="*/ 2 h 45"/>
                  <a:gd name="T16" fmla="*/ 18 w 34"/>
                  <a:gd name="T17" fmla="*/ 0 h 45"/>
                  <a:gd name="T18" fmla="*/ 14 w 34"/>
                  <a:gd name="T19" fmla="*/ 3 h 45"/>
                  <a:gd name="T20" fmla="*/ 0 w 34"/>
                  <a:gd name="T21" fmla="*/ 45 h 45"/>
                  <a:gd name="T22" fmla="*/ 6 w 34"/>
                  <a:gd name="T23" fmla="*/ 44 h 45"/>
                  <a:gd name="T24" fmla="*/ 9 w 34"/>
                  <a:gd name="T25" fmla="*/ 44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45">
                    <a:moveTo>
                      <a:pt x="9" y="44"/>
                    </a:moveTo>
                    <a:cubicBezTo>
                      <a:pt x="19" y="14"/>
                      <a:pt x="19" y="14"/>
                      <a:pt x="19" y="14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4" y="24"/>
                      <a:pt x="34" y="23"/>
                      <a:pt x="33" y="22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21" y="1"/>
                      <a:pt x="19" y="0"/>
                      <a:pt x="18" y="0"/>
                    </a:cubicBezTo>
                    <a:cubicBezTo>
                      <a:pt x="16" y="0"/>
                      <a:pt x="15" y="1"/>
                      <a:pt x="14" y="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2" y="44"/>
                      <a:pt x="4" y="44"/>
                      <a:pt x="6" y="44"/>
                    </a:cubicBezTo>
                    <a:lnTo>
                      <a:pt x="9" y="4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Freeform 118"/>
              <p:cNvSpPr>
                <a:spLocks/>
              </p:cNvSpPr>
              <p:nvPr/>
            </p:nvSpPr>
            <p:spPr bwMode="auto">
              <a:xfrm>
                <a:off x="7662863" y="3644901"/>
                <a:ext cx="76200" cy="125413"/>
              </a:xfrm>
              <a:custGeom>
                <a:avLst/>
                <a:gdLst>
                  <a:gd name="T0" fmla="*/ 12 w 24"/>
                  <a:gd name="T1" fmla="*/ 0 h 40"/>
                  <a:gd name="T2" fmla="*/ 0 w 24"/>
                  <a:gd name="T3" fmla="*/ 12 h 40"/>
                  <a:gd name="T4" fmla="*/ 0 w 24"/>
                  <a:gd name="T5" fmla="*/ 32 h 40"/>
                  <a:gd name="T6" fmla="*/ 8 w 24"/>
                  <a:gd name="T7" fmla="*/ 32 h 40"/>
                  <a:gd name="T8" fmla="*/ 8 w 24"/>
                  <a:gd name="T9" fmla="*/ 24 h 40"/>
                  <a:gd name="T10" fmla="*/ 12 w 24"/>
                  <a:gd name="T11" fmla="*/ 24 h 40"/>
                  <a:gd name="T12" fmla="*/ 12 w 24"/>
                  <a:gd name="T13" fmla="*/ 16 h 40"/>
                  <a:gd name="T14" fmla="*/ 8 w 24"/>
                  <a:gd name="T15" fmla="*/ 16 h 40"/>
                  <a:gd name="T16" fmla="*/ 8 w 24"/>
                  <a:gd name="T17" fmla="*/ 12 h 40"/>
                  <a:gd name="T18" fmla="*/ 12 w 24"/>
                  <a:gd name="T19" fmla="*/ 8 h 40"/>
                  <a:gd name="T20" fmla="*/ 16 w 24"/>
                  <a:gd name="T21" fmla="*/ 12 h 40"/>
                  <a:gd name="T22" fmla="*/ 16 w 24"/>
                  <a:gd name="T23" fmla="*/ 34 h 40"/>
                  <a:gd name="T24" fmla="*/ 24 w 24"/>
                  <a:gd name="T25" fmla="*/ 40 h 40"/>
                  <a:gd name="T26" fmla="*/ 24 w 24"/>
                  <a:gd name="T27" fmla="*/ 12 h 40"/>
                  <a:gd name="T28" fmla="*/ 12 w 24"/>
                  <a:gd name="T2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" h="40">
                    <a:moveTo>
                      <a:pt x="12" y="0"/>
                    </a:moveTo>
                    <a:cubicBezTo>
                      <a:pt x="5" y="0"/>
                      <a:pt x="0" y="5"/>
                      <a:pt x="0" y="12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8" y="16"/>
                      <a:pt x="8" y="16"/>
                      <a:pt x="8" y="16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8" y="10"/>
                      <a:pt x="10" y="8"/>
                      <a:pt x="12" y="8"/>
                    </a:cubicBezTo>
                    <a:cubicBezTo>
                      <a:pt x="14" y="8"/>
                      <a:pt x="16" y="10"/>
                      <a:pt x="16" y="12"/>
                    </a:cubicBezTo>
                    <a:cubicBezTo>
                      <a:pt x="16" y="34"/>
                      <a:pt x="16" y="34"/>
                      <a:pt x="16" y="34"/>
                    </a:cubicBezTo>
                    <a:cubicBezTo>
                      <a:pt x="19" y="35"/>
                      <a:pt x="22" y="37"/>
                      <a:pt x="24" y="40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5"/>
                      <a:pt x="19" y="0"/>
                      <a:pt x="1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Freeform 119"/>
              <p:cNvSpPr>
                <a:spLocks noEditPoints="1"/>
              </p:cNvSpPr>
              <p:nvPr/>
            </p:nvSpPr>
            <p:spPr bwMode="auto">
              <a:xfrm>
                <a:off x="7486651" y="3757613"/>
                <a:ext cx="252413" cy="101600"/>
              </a:xfrm>
              <a:custGeom>
                <a:avLst/>
                <a:gdLst>
                  <a:gd name="T0" fmla="*/ 64 w 80"/>
                  <a:gd name="T1" fmla="*/ 0 h 32"/>
                  <a:gd name="T2" fmla="*/ 16 w 80"/>
                  <a:gd name="T3" fmla="*/ 0 h 32"/>
                  <a:gd name="T4" fmla="*/ 0 w 80"/>
                  <a:gd name="T5" fmla="*/ 16 h 32"/>
                  <a:gd name="T6" fmla="*/ 16 w 80"/>
                  <a:gd name="T7" fmla="*/ 32 h 32"/>
                  <a:gd name="T8" fmla="*/ 64 w 80"/>
                  <a:gd name="T9" fmla="*/ 32 h 32"/>
                  <a:gd name="T10" fmla="*/ 80 w 80"/>
                  <a:gd name="T11" fmla="*/ 16 h 32"/>
                  <a:gd name="T12" fmla="*/ 64 w 80"/>
                  <a:gd name="T13" fmla="*/ 0 h 32"/>
                  <a:gd name="T14" fmla="*/ 16 w 80"/>
                  <a:gd name="T15" fmla="*/ 20 h 32"/>
                  <a:gd name="T16" fmla="*/ 12 w 80"/>
                  <a:gd name="T17" fmla="*/ 16 h 32"/>
                  <a:gd name="T18" fmla="*/ 16 w 80"/>
                  <a:gd name="T19" fmla="*/ 12 h 32"/>
                  <a:gd name="T20" fmla="*/ 20 w 80"/>
                  <a:gd name="T21" fmla="*/ 16 h 32"/>
                  <a:gd name="T22" fmla="*/ 16 w 80"/>
                  <a:gd name="T23" fmla="*/ 20 h 32"/>
                  <a:gd name="T24" fmla="*/ 64 w 80"/>
                  <a:gd name="T25" fmla="*/ 20 h 32"/>
                  <a:gd name="T26" fmla="*/ 60 w 80"/>
                  <a:gd name="T27" fmla="*/ 16 h 32"/>
                  <a:gd name="T28" fmla="*/ 64 w 80"/>
                  <a:gd name="T29" fmla="*/ 12 h 32"/>
                  <a:gd name="T30" fmla="*/ 68 w 80"/>
                  <a:gd name="T31" fmla="*/ 16 h 32"/>
                  <a:gd name="T32" fmla="*/ 64 w 80"/>
                  <a:gd name="T33" fmla="*/ 2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" h="32">
                    <a:moveTo>
                      <a:pt x="64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64" y="32"/>
                      <a:pt x="64" y="32"/>
                      <a:pt x="64" y="32"/>
                    </a:cubicBezTo>
                    <a:cubicBezTo>
                      <a:pt x="73" y="32"/>
                      <a:pt x="80" y="25"/>
                      <a:pt x="80" y="16"/>
                    </a:cubicBezTo>
                    <a:cubicBezTo>
                      <a:pt x="80" y="7"/>
                      <a:pt x="73" y="0"/>
                      <a:pt x="64" y="0"/>
                    </a:cubicBezTo>
                    <a:close/>
                    <a:moveTo>
                      <a:pt x="16" y="20"/>
                    </a:moveTo>
                    <a:cubicBezTo>
                      <a:pt x="14" y="20"/>
                      <a:pt x="12" y="18"/>
                      <a:pt x="12" y="16"/>
                    </a:cubicBezTo>
                    <a:cubicBezTo>
                      <a:pt x="12" y="14"/>
                      <a:pt x="14" y="12"/>
                      <a:pt x="16" y="12"/>
                    </a:cubicBezTo>
                    <a:cubicBezTo>
                      <a:pt x="18" y="12"/>
                      <a:pt x="20" y="14"/>
                      <a:pt x="20" y="16"/>
                    </a:cubicBezTo>
                    <a:cubicBezTo>
                      <a:pt x="20" y="18"/>
                      <a:pt x="18" y="20"/>
                      <a:pt x="16" y="20"/>
                    </a:cubicBezTo>
                    <a:close/>
                    <a:moveTo>
                      <a:pt x="64" y="20"/>
                    </a:moveTo>
                    <a:cubicBezTo>
                      <a:pt x="62" y="20"/>
                      <a:pt x="60" y="18"/>
                      <a:pt x="60" y="16"/>
                    </a:cubicBezTo>
                    <a:cubicBezTo>
                      <a:pt x="60" y="14"/>
                      <a:pt x="62" y="12"/>
                      <a:pt x="64" y="12"/>
                    </a:cubicBezTo>
                    <a:cubicBezTo>
                      <a:pt x="66" y="12"/>
                      <a:pt x="68" y="14"/>
                      <a:pt x="68" y="16"/>
                    </a:cubicBezTo>
                    <a:cubicBezTo>
                      <a:pt x="68" y="18"/>
                      <a:pt x="66" y="20"/>
                      <a:pt x="64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8" name="组合 227"/>
            <p:cNvGrpSpPr>
              <a:grpSpLocks noChangeAspect="1"/>
            </p:cNvGrpSpPr>
            <p:nvPr/>
          </p:nvGrpSpPr>
          <p:grpSpPr>
            <a:xfrm>
              <a:off x="8093076" y="3619501"/>
              <a:ext cx="252413" cy="227013"/>
              <a:chOff x="8093076" y="3619501"/>
              <a:chExt cx="252413" cy="227013"/>
            </a:xfrm>
          </p:grpSpPr>
          <p:sp>
            <p:nvSpPr>
              <p:cNvPr id="121" name="Freeform 120"/>
              <p:cNvSpPr>
                <a:spLocks noEditPoints="1"/>
              </p:cNvSpPr>
              <p:nvPr/>
            </p:nvSpPr>
            <p:spPr bwMode="auto">
              <a:xfrm>
                <a:off x="8093076" y="3619501"/>
                <a:ext cx="252413" cy="227013"/>
              </a:xfrm>
              <a:custGeom>
                <a:avLst/>
                <a:gdLst>
                  <a:gd name="T0" fmla="*/ 73 w 80"/>
                  <a:gd name="T1" fmla="*/ 45 h 72"/>
                  <a:gd name="T2" fmla="*/ 79 w 80"/>
                  <a:gd name="T3" fmla="*/ 39 h 72"/>
                  <a:gd name="T4" fmla="*/ 79 w 80"/>
                  <a:gd name="T5" fmla="*/ 33 h 72"/>
                  <a:gd name="T6" fmla="*/ 73 w 80"/>
                  <a:gd name="T7" fmla="*/ 27 h 72"/>
                  <a:gd name="T8" fmla="*/ 79 w 80"/>
                  <a:gd name="T9" fmla="*/ 18 h 72"/>
                  <a:gd name="T10" fmla="*/ 80 w 80"/>
                  <a:gd name="T11" fmla="*/ 14 h 72"/>
                  <a:gd name="T12" fmla="*/ 76 w 80"/>
                  <a:gd name="T13" fmla="*/ 12 h 72"/>
                  <a:gd name="T14" fmla="*/ 47 w 80"/>
                  <a:gd name="T15" fmla="*/ 12 h 72"/>
                  <a:gd name="T16" fmla="*/ 24 w 80"/>
                  <a:gd name="T17" fmla="*/ 0 h 72"/>
                  <a:gd name="T18" fmla="*/ 0 w 80"/>
                  <a:gd name="T19" fmla="*/ 16 h 72"/>
                  <a:gd name="T20" fmla="*/ 0 w 80"/>
                  <a:gd name="T21" fmla="*/ 56 h 72"/>
                  <a:gd name="T22" fmla="*/ 24 w 80"/>
                  <a:gd name="T23" fmla="*/ 72 h 72"/>
                  <a:gd name="T24" fmla="*/ 47 w 80"/>
                  <a:gd name="T25" fmla="*/ 60 h 72"/>
                  <a:gd name="T26" fmla="*/ 76 w 80"/>
                  <a:gd name="T27" fmla="*/ 60 h 72"/>
                  <a:gd name="T28" fmla="*/ 80 w 80"/>
                  <a:gd name="T29" fmla="*/ 58 h 72"/>
                  <a:gd name="T30" fmla="*/ 79 w 80"/>
                  <a:gd name="T31" fmla="*/ 54 h 72"/>
                  <a:gd name="T32" fmla="*/ 73 w 80"/>
                  <a:gd name="T33" fmla="*/ 45 h 72"/>
                  <a:gd name="T34" fmla="*/ 24 w 80"/>
                  <a:gd name="T35" fmla="*/ 8 h 72"/>
                  <a:gd name="T36" fmla="*/ 40 w 80"/>
                  <a:gd name="T37" fmla="*/ 16 h 72"/>
                  <a:gd name="T38" fmla="*/ 24 w 80"/>
                  <a:gd name="T39" fmla="*/ 24 h 72"/>
                  <a:gd name="T40" fmla="*/ 8 w 80"/>
                  <a:gd name="T41" fmla="*/ 16 h 72"/>
                  <a:gd name="T42" fmla="*/ 24 w 80"/>
                  <a:gd name="T43" fmla="*/ 8 h 72"/>
                  <a:gd name="T44" fmla="*/ 24 w 80"/>
                  <a:gd name="T45" fmla="*/ 64 h 72"/>
                  <a:gd name="T46" fmla="*/ 8 w 80"/>
                  <a:gd name="T47" fmla="*/ 56 h 72"/>
                  <a:gd name="T48" fmla="*/ 8 w 80"/>
                  <a:gd name="T49" fmla="*/ 28 h 72"/>
                  <a:gd name="T50" fmla="*/ 24 w 80"/>
                  <a:gd name="T51" fmla="*/ 32 h 72"/>
                  <a:gd name="T52" fmla="*/ 40 w 80"/>
                  <a:gd name="T53" fmla="*/ 28 h 72"/>
                  <a:gd name="T54" fmla="*/ 40 w 80"/>
                  <a:gd name="T55" fmla="*/ 56 h 72"/>
                  <a:gd name="T56" fmla="*/ 24 w 80"/>
                  <a:gd name="T57" fmla="*/ 64 h 72"/>
                  <a:gd name="T58" fmla="*/ 65 w 80"/>
                  <a:gd name="T59" fmla="*/ 46 h 72"/>
                  <a:gd name="T60" fmla="*/ 69 w 80"/>
                  <a:gd name="T61" fmla="*/ 52 h 72"/>
                  <a:gd name="T62" fmla="*/ 48 w 80"/>
                  <a:gd name="T63" fmla="*/ 52 h 72"/>
                  <a:gd name="T64" fmla="*/ 48 w 80"/>
                  <a:gd name="T65" fmla="*/ 20 h 72"/>
                  <a:gd name="T66" fmla="*/ 69 w 80"/>
                  <a:gd name="T67" fmla="*/ 20 h 72"/>
                  <a:gd name="T68" fmla="*/ 65 w 80"/>
                  <a:gd name="T69" fmla="*/ 26 h 72"/>
                  <a:gd name="T70" fmla="*/ 65 w 80"/>
                  <a:gd name="T71" fmla="*/ 31 h 72"/>
                  <a:gd name="T72" fmla="*/ 70 w 80"/>
                  <a:gd name="T73" fmla="*/ 36 h 72"/>
                  <a:gd name="T74" fmla="*/ 65 w 80"/>
                  <a:gd name="T75" fmla="*/ 41 h 72"/>
                  <a:gd name="T76" fmla="*/ 65 w 80"/>
                  <a:gd name="T77" fmla="*/ 4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0" h="72">
                    <a:moveTo>
                      <a:pt x="73" y="45"/>
                    </a:moveTo>
                    <a:cubicBezTo>
                      <a:pt x="79" y="39"/>
                      <a:pt x="79" y="39"/>
                      <a:pt x="79" y="39"/>
                    </a:cubicBezTo>
                    <a:cubicBezTo>
                      <a:pt x="80" y="37"/>
                      <a:pt x="80" y="35"/>
                      <a:pt x="79" y="33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79" y="18"/>
                      <a:pt x="79" y="18"/>
                      <a:pt x="79" y="18"/>
                    </a:cubicBezTo>
                    <a:cubicBezTo>
                      <a:pt x="80" y="17"/>
                      <a:pt x="80" y="15"/>
                      <a:pt x="80" y="14"/>
                    </a:cubicBezTo>
                    <a:cubicBezTo>
                      <a:pt x="79" y="13"/>
                      <a:pt x="77" y="12"/>
                      <a:pt x="76" y="12"/>
                    </a:cubicBezTo>
                    <a:cubicBezTo>
                      <a:pt x="47" y="12"/>
                      <a:pt x="47" y="12"/>
                      <a:pt x="47" y="12"/>
                    </a:cubicBezTo>
                    <a:cubicBezTo>
                      <a:pt x="45" y="5"/>
                      <a:pt x="35" y="0"/>
                      <a:pt x="24" y="0"/>
                    </a:cubicBezTo>
                    <a:cubicBezTo>
                      <a:pt x="11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5"/>
                      <a:pt x="11" y="72"/>
                      <a:pt x="24" y="72"/>
                    </a:cubicBezTo>
                    <a:cubicBezTo>
                      <a:pt x="35" y="72"/>
                      <a:pt x="45" y="67"/>
                      <a:pt x="47" y="60"/>
                    </a:cubicBezTo>
                    <a:cubicBezTo>
                      <a:pt x="76" y="60"/>
                      <a:pt x="76" y="60"/>
                      <a:pt x="76" y="60"/>
                    </a:cubicBezTo>
                    <a:cubicBezTo>
                      <a:pt x="77" y="60"/>
                      <a:pt x="79" y="59"/>
                      <a:pt x="80" y="58"/>
                    </a:cubicBezTo>
                    <a:cubicBezTo>
                      <a:pt x="80" y="57"/>
                      <a:pt x="80" y="55"/>
                      <a:pt x="79" y="54"/>
                    </a:cubicBezTo>
                    <a:lnTo>
                      <a:pt x="73" y="45"/>
                    </a:lnTo>
                    <a:close/>
                    <a:moveTo>
                      <a:pt x="24" y="8"/>
                    </a:moveTo>
                    <a:cubicBezTo>
                      <a:pt x="33" y="8"/>
                      <a:pt x="40" y="12"/>
                      <a:pt x="40" y="16"/>
                    </a:cubicBezTo>
                    <a:cubicBezTo>
                      <a:pt x="40" y="20"/>
                      <a:pt x="33" y="24"/>
                      <a:pt x="24" y="24"/>
                    </a:cubicBezTo>
                    <a:cubicBezTo>
                      <a:pt x="15" y="24"/>
                      <a:pt x="8" y="20"/>
                      <a:pt x="8" y="16"/>
                    </a:cubicBezTo>
                    <a:cubicBezTo>
                      <a:pt x="8" y="12"/>
                      <a:pt x="15" y="8"/>
                      <a:pt x="24" y="8"/>
                    </a:cubicBezTo>
                    <a:close/>
                    <a:moveTo>
                      <a:pt x="24" y="64"/>
                    </a:moveTo>
                    <a:cubicBezTo>
                      <a:pt x="15" y="64"/>
                      <a:pt x="8" y="60"/>
                      <a:pt x="8" y="56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12" y="30"/>
                      <a:pt x="18" y="32"/>
                      <a:pt x="24" y="32"/>
                    </a:cubicBezTo>
                    <a:cubicBezTo>
                      <a:pt x="30" y="32"/>
                      <a:pt x="36" y="30"/>
                      <a:pt x="40" y="28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60"/>
                      <a:pt x="33" y="64"/>
                      <a:pt x="24" y="64"/>
                    </a:cubicBezTo>
                    <a:close/>
                    <a:moveTo>
                      <a:pt x="65" y="46"/>
                    </a:moveTo>
                    <a:cubicBezTo>
                      <a:pt x="69" y="52"/>
                      <a:pt x="69" y="52"/>
                      <a:pt x="69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4" y="27"/>
                      <a:pt x="64" y="29"/>
                      <a:pt x="65" y="31"/>
                    </a:cubicBezTo>
                    <a:cubicBezTo>
                      <a:pt x="70" y="36"/>
                      <a:pt x="70" y="36"/>
                      <a:pt x="70" y="36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4" y="43"/>
                      <a:pt x="64" y="45"/>
                      <a:pt x="65" y="46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Oval 121"/>
              <p:cNvSpPr>
                <a:spLocks noChangeArrowheads="1"/>
              </p:cNvSpPr>
              <p:nvPr/>
            </p:nvSpPr>
            <p:spPr bwMode="auto">
              <a:xfrm>
                <a:off x="8156576" y="3657601"/>
                <a:ext cx="25400" cy="25400"/>
              </a:xfrm>
              <a:prstGeom prst="ellipse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9" name="组合 228"/>
            <p:cNvGrpSpPr>
              <a:grpSpLocks noChangeAspect="1"/>
            </p:cNvGrpSpPr>
            <p:nvPr/>
          </p:nvGrpSpPr>
          <p:grpSpPr>
            <a:xfrm>
              <a:off x="8712201" y="3606801"/>
              <a:ext cx="227013" cy="252413"/>
              <a:chOff x="8712201" y="3606801"/>
              <a:chExt cx="227013" cy="252413"/>
            </a:xfrm>
          </p:grpSpPr>
          <p:sp>
            <p:nvSpPr>
              <p:cNvPr id="123" name="Freeform 122"/>
              <p:cNvSpPr>
                <a:spLocks/>
              </p:cNvSpPr>
              <p:nvPr/>
            </p:nvSpPr>
            <p:spPr bwMode="auto">
              <a:xfrm>
                <a:off x="8724901" y="3657601"/>
                <a:ext cx="201613" cy="63500"/>
              </a:xfrm>
              <a:custGeom>
                <a:avLst/>
                <a:gdLst>
                  <a:gd name="T0" fmla="*/ 0 w 64"/>
                  <a:gd name="T1" fmla="*/ 20 h 20"/>
                  <a:gd name="T2" fmla="*/ 64 w 64"/>
                  <a:gd name="T3" fmla="*/ 20 h 20"/>
                  <a:gd name="T4" fmla="*/ 52 w 64"/>
                  <a:gd name="T5" fmla="*/ 8 h 20"/>
                  <a:gd name="T6" fmla="*/ 48 w 64"/>
                  <a:gd name="T7" fmla="*/ 9 h 20"/>
                  <a:gd name="T8" fmla="*/ 32 w 64"/>
                  <a:gd name="T9" fmla="*/ 0 h 20"/>
                  <a:gd name="T10" fmla="*/ 16 w 64"/>
                  <a:gd name="T11" fmla="*/ 9 h 20"/>
                  <a:gd name="T12" fmla="*/ 12 w 64"/>
                  <a:gd name="T13" fmla="*/ 8 h 20"/>
                  <a:gd name="T14" fmla="*/ 0 w 64"/>
                  <a:gd name="T1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4" h="20">
                    <a:moveTo>
                      <a:pt x="0" y="20"/>
                    </a:moveTo>
                    <a:cubicBezTo>
                      <a:pt x="64" y="20"/>
                      <a:pt x="64" y="20"/>
                      <a:pt x="64" y="20"/>
                    </a:cubicBezTo>
                    <a:cubicBezTo>
                      <a:pt x="64" y="13"/>
                      <a:pt x="59" y="8"/>
                      <a:pt x="52" y="8"/>
                    </a:cubicBezTo>
                    <a:cubicBezTo>
                      <a:pt x="51" y="8"/>
                      <a:pt x="50" y="8"/>
                      <a:pt x="48" y="9"/>
                    </a:cubicBezTo>
                    <a:cubicBezTo>
                      <a:pt x="45" y="3"/>
                      <a:pt x="39" y="0"/>
                      <a:pt x="32" y="0"/>
                    </a:cubicBezTo>
                    <a:cubicBezTo>
                      <a:pt x="25" y="0"/>
                      <a:pt x="19" y="3"/>
                      <a:pt x="16" y="9"/>
                    </a:cubicBezTo>
                    <a:cubicBezTo>
                      <a:pt x="14" y="8"/>
                      <a:pt x="13" y="8"/>
                      <a:pt x="12" y="8"/>
                    </a:cubicBezTo>
                    <a:cubicBezTo>
                      <a:pt x="5" y="8"/>
                      <a:pt x="0" y="13"/>
                      <a:pt x="0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Rectangle 123"/>
              <p:cNvSpPr>
                <a:spLocks noChangeArrowheads="1"/>
              </p:cNvSpPr>
              <p:nvPr/>
            </p:nvSpPr>
            <p:spPr bwMode="auto">
              <a:xfrm>
                <a:off x="8813801" y="3606801"/>
                <a:ext cx="23813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Freeform 124"/>
              <p:cNvSpPr>
                <a:spLocks/>
              </p:cNvSpPr>
              <p:nvPr/>
            </p:nvSpPr>
            <p:spPr bwMode="auto">
              <a:xfrm>
                <a:off x="8715376" y="3622676"/>
                <a:ext cx="44450" cy="44450"/>
              </a:xfrm>
              <a:custGeom>
                <a:avLst/>
                <a:gdLst>
                  <a:gd name="T0" fmla="*/ 28 w 28"/>
                  <a:gd name="T1" fmla="*/ 16 h 28"/>
                  <a:gd name="T2" fmla="*/ 12 w 28"/>
                  <a:gd name="T3" fmla="*/ 0 h 28"/>
                  <a:gd name="T4" fmla="*/ 0 w 28"/>
                  <a:gd name="T5" fmla="*/ 12 h 28"/>
                  <a:gd name="T6" fmla="*/ 16 w 28"/>
                  <a:gd name="T7" fmla="*/ 28 h 28"/>
                  <a:gd name="T8" fmla="*/ 28 w 28"/>
                  <a:gd name="T9" fmla="*/ 1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28" y="16"/>
                    </a:moveTo>
                    <a:lnTo>
                      <a:pt x="12" y="0"/>
                    </a:lnTo>
                    <a:lnTo>
                      <a:pt x="0" y="12"/>
                    </a:lnTo>
                    <a:lnTo>
                      <a:pt x="16" y="28"/>
                    </a:lnTo>
                    <a:lnTo>
                      <a:pt x="28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Freeform 125"/>
              <p:cNvSpPr>
                <a:spLocks/>
              </p:cNvSpPr>
              <p:nvPr/>
            </p:nvSpPr>
            <p:spPr bwMode="auto">
              <a:xfrm>
                <a:off x="8891588" y="3622676"/>
                <a:ext cx="44450" cy="44450"/>
              </a:xfrm>
              <a:custGeom>
                <a:avLst/>
                <a:gdLst>
                  <a:gd name="T0" fmla="*/ 28 w 28"/>
                  <a:gd name="T1" fmla="*/ 12 h 28"/>
                  <a:gd name="T2" fmla="*/ 16 w 28"/>
                  <a:gd name="T3" fmla="*/ 0 h 28"/>
                  <a:gd name="T4" fmla="*/ 0 w 28"/>
                  <a:gd name="T5" fmla="*/ 16 h 28"/>
                  <a:gd name="T6" fmla="*/ 12 w 28"/>
                  <a:gd name="T7" fmla="*/ 28 h 28"/>
                  <a:gd name="T8" fmla="*/ 28 w 28"/>
                  <a:gd name="T9" fmla="*/ 12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28">
                    <a:moveTo>
                      <a:pt x="28" y="12"/>
                    </a:moveTo>
                    <a:lnTo>
                      <a:pt x="16" y="0"/>
                    </a:lnTo>
                    <a:lnTo>
                      <a:pt x="0" y="16"/>
                    </a:lnTo>
                    <a:lnTo>
                      <a:pt x="12" y="28"/>
                    </a:lnTo>
                    <a:lnTo>
                      <a:pt x="28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Freeform 126"/>
              <p:cNvSpPr>
                <a:spLocks noEditPoints="1"/>
              </p:cNvSpPr>
              <p:nvPr/>
            </p:nvSpPr>
            <p:spPr bwMode="auto">
              <a:xfrm>
                <a:off x="8712201" y="3733801"/>
                <a:ext cx="227013" cy="125413"/>
              </a:xfrm>
              <a:custGeom>
                <a:avLst/>
                <a:gdLst>
                  <a:gd name="T0" fmla="*/ 68 w 72"/>
                  <a:gd name="T1" fmla="*/ 0 h 40"/>
                  <a:gd name="T2" fmla="*/ 4 w 72"/>
                  <a:gd name="T3" fmla="*/ 0 h 40"/>
                  <a:gd name="T4" fmla="*/ 0 w 72"/>
                  <a:gd name="T5" fmla="*/ 4 h 40"/>
                  <a:gd name="T6" fmla="*/ 0 w 72"/>
                  <a:gd name="T7" fmla="*/ 36 h 40"/>
                  <a:gd name="T8" fmla="*/ 4 w 72"/>
                  <a:gd name="T9" fmla="*/ 40 h 40"/>
                  <a:gd name="T10" fmla="*/ 68 w 72"/>
                  <a:gd name="T11" fmla="*/ 40 h 40"/>
                  <a:gd name="T12" fmla="*/ 72 w 72"/>
                  <a:gd name="T13" fmla="*/ 36 h 40"/>
                  <a:gd name="T14" fmla="*/ 72 w 72"/>
                  <a:gd name="T15" fmla="*/ 4 h 40"/>
                  <a:gd name="T16" fmla="*/ 68 w 72"/>
                  <a:gd name="T17" fmla="*/ 0 h 40"/>
                  <a:gd name="T18" fmla="*/ 36 w 72"/>
                  <a:gd name="T19" fmla="*/ 6 h 40"/>
                  <a:gd name="T20" fmla="*/ 40 w 72"/>
                  <a:gd name="T21" fmla="*/ 10 h 40"/>
                  <a:gd name="T22" fmla="*/ 36 w 72"/>
                  <a:gd name="T23" fmla="*/ 14 h 40"/>
                  <a:gd name="T24" fmla="*/ 32 w 72"/>
                  <a:gd name="T25" fmla="*/ 10 h 40"/>
                  <a:gd name="T26" fmla="*/ 36 w 72"/>
                  <a:gd name="T27" fmla="*/ 6 h 40"/>
                  <a:gd name="T28" fmla="*/ 60 w 72"/>
                  <a:gd name="T29" fmla="*/ 28 h 40"/>
                  <a:gd name="T30" fmla="*/ 12 w 72"/>
                  <a:gd name="T31" fmla="*/ 28 h 40"/>
                  <a:gd name="T32" fmla="*/ 12 w 72"/>
                  <a:gd name="T33" fmla="*/ 12 h 40"/>
                  <a:gd name="T34" fmla="*/ 24 w 72"/>
                  <a:gd name="T35" fmla="*/ 12 h 40"/>
                  <a:gd name="T36" fmla="*/ 24 w 72"/>
                  <a:gd name="T37" fmla="*/ 20 h 40"/>
                  <a:gd name="T38" fmla="*/ 48 w 72"/>
                  <a:gd name="T39" fmla="*/ 20 h 40"/>
                  <a:gd name="T40" fmla="*/ 48 w 72"/>
                  <a:gd name="T41" fmla="*/ 12 h 40"/>
                  <a:gd name="T42" fmla="*/ 60 w 72"/>
                  <a:gd name="T43" fmla="*/ 12 h 40"/>
                  <a:gd name="T44" fmla="*/ 60 w 72"/>
                  <a:gd name="T45" fmla="*/ 2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2" h="40">
                    <a:moveTo>
                      <a:pt x="68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ubicBezTo>
                      <a:pt x="68" y="40"/>
                      <a:pt x="68" y="40"/>
                      <a:pt x="68" y="40"/>
                    </a:cubicBezTo>
                    <a:cubicBezTo>
                      <a:pt x="70" y="40"/>
                      <a:pt x="72" y="38"/>
                      <a:pt x="72" y="36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72" y="2"/>
                      <a:pt x="70" y="0"/>
                      <a:pt x="68" y="0"/>
                    </a:cubicBezTo>
                    <a:close/>
                    <a:moveTo>
                      <a:pt x="36" y="6"/>
                    </a:moveTo>
                    <a:cubicBezTo>
                      <a:pt x="38" y="6"/>
                      <a:pt x="40" y="8"/>
                      <a:pt x="40" y="10"/>
                    </a:cubicBezTo>
                    <a:cubicBezTo>
                      <a:pt x="40" y="12"/>
                      <a:pt x="38" y="14"/>
                      <a:pt x="36" y="14"/>
                    </a:cubicBezTo>
                    <a:cubicBezTo>
                      <a:pt x="34" y="14"/>
                      <a:pt x="32" y="12"/>
                      <a:pt x="32" y="10"/>
                    </a:cubicBezTo>
                    <a:cubicBezTo>
                      <a:pt x="32" y="8"/>
                      <a:pt x="34" y="6"/>
                      <a:pt x="36" y="6"/>
                    </a:cubicBezTo>
                    <a:close/>
                    <a:moveTo>
                      <a:pt x="60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48" y="20"/>
                      <a:pt x="48" y="20"/>
                      <a:pt x="48" y="20"/>
                    </a:cubicBezTo>
                    <a:cubicBezTo>
                      <a:pt x="48" y="12"/>
                      <a:pt x="48" y="12"/>
                      <a:pt x="48" y="12"/>
                    </a:cubicBezTo>
                    <a:cubicBezTo>
                      <a:pt x="60" y="12"/>
                      <a:pt x="60" y="12"/>
                      <a:pt x="60" y="12"/>
                    </a:cubicBezTo>
                    <a:lnTo>
                      <a:pt x="60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6" name="组合 225"/>
            <p:cNvGrpSpPr>
              <a:grpSpLocks noChangeAspect="1"/>
            </p:cNvGrpSpPr>
            <p:nvPr/>
          </p:nvGrpSpPr>
          <p:grpSpPr>
            <a:xfrm>
              <a:off x="6892926" y="3594101"/>
              <a:ext cx="227012" cy="265113"/>
              <a:chOff x="6892926" y="3594101"/>
              <a:chExt cx="227012" cy="265113"/>
            </a:xfrm>
          </p:grpSpPr>
          <p:sp>
            <p:nvSpPr>
              <p:cNvPr id="128" name="Oval 127"/>
              <p:cNvSpPr>
                <a:spLocks noChangeArrowheads="1"/>
              </p:cNvSpPr>
              <p:nvPr/>
            </p:nvSpPr>
            <p:spPr bwMode="auto">
              <a:xfrm>
                <a:off x="7031038" y="36449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Oval 128"/>
              <p:cNvSpPr>
                <a:spLocks noChangeArrowheads="1"/>
              </p:cNvSpPr>
              <p:nvPr/>
            </p:nvSpPr>
            <p:spPr bwMode="auto">
              <a:xfrm>
                <a:off x="7056438" y="36195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Oval 129"/>
              <p:cNvSpPr>
                <a:spLocks noChangeArrowheads="1"/>
              </p:cNvSpPr>
              <p:nvPr/>
            </p:nvSpPr>
            <p:spPr bwMode="auto">
              <a:xfrm>
                <a:off x="7094538" y="35941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Oval 130"/>
              <p:cNvSpPr>
                <a:spLocks noChangeArrowheads="1"/>
              </p:cNvSpPr>
              <p:nvPr/>
            </p:nvSpPr>
            <p:spPr bwMode="auto">
              <a:xfrm>
                <a:off x="7094538" y="36449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Oval 131"/>
              <p:cNvSpPr>
                <a:spLocks noChangeArrowheads="1"/>
              </p:cNvSpPr>
              <p:nvPr/>
            </p:nvSpPr>
            <p:spPr bwMode="auto">
              <a:xfrm>
                <a:off x="7094538" y="36957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Oval 132"/>
              <p:cNvSpPr>
                <a:spLocks noChangeArrowheads="1"/>
              </p:cNvSpPr>
              <p:nvPr/>
            </p:nvSpPr>
            <p:spPr bwMode="auto">
              <a:xfrm>
                <a:off x="7056438" y="3670301"/>
                <a:ext cx="25400" cy="254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Freeform 133"/>
              <p:cNvSpPr>
                <a:spLocks/>
              </p:cNvSpPr>
              <p:nvPr/>
            </p:nvSpPr>
            <p:spPr bwMode="auto">
              <a:xfrm>
                <a:off x="6905626" y="3632201"/>
                <a:ext cx="147638" cy="122238"/>
              </a:xfrm>
              <a:custGeom>
                <a:avLst/>
                <a:gdLst>
                  <a:gd name="T0" fmla="*/ 36 w 47"/>
                  <a:gd name="T1" fmla="*/ 4 h 39"/>
                  <a:gd name="T2" fmla="*/ 32 w 47"/>
                  <a:gd name="T3" fmla="*/ 0 h 39"/>
                  <a:gd name="T4" fmla="*/ 12 w 47"/>
                  <a:gd name="T5" fmla="*/ 0 h 39"/>
                  <a:gd name="T6" fmla="*/ 9 w 47"/>
                  <a:gd name="T7" fmla="*/ 2 h 39"/>
                  <a:gd name="T8" fmla="*/ 1 w 47"/>
                  <a:gd name="T9" fmla="*/ 14 h 39"/>
                  <a:gd name="T10" fmla="*/ 0 w 47"/>
                  <a:gd name="T11" fmla="*/ 18 h 39"/>
                  <a:gd name="T12" fmla="*/ 4 w 47"/>
                  <a:gd name="T13" fmla="*/ 20 h 39"/>
                  <a:gd name="T14" fmla="*/ 4 w 47"/>
                  <a:gd name="T15" fmla="*/ 20 h 39"/>
                  <a:gd name="T16" fmla="*/ 28 w 47"/>
                  <a:gd name="T17" fmla="*/ 20 h 39"/>
                  <a:gd name="T18" fmla="*/ 28 w 47"/>
                  <a:gd name="T19" fmla="*/ 20 h 39"/>
                  <a:gd name="T20" fmla="*/ 28 w 47"/>
                  <a:gd name="T21" fmla="*/ 24 h 39"/>
                  <a:gd name="T22" fmla="*/ 28 w 47"/>
                  <a:gd name="T23" fmla="*/ 24 h 39"/>
                  <a:gd name="T24" fmla="*/ 29 w 47"/>
                  <a:gd name="T25" fmla="*/ 27 h 39"/>
                  <a:gd name="T26" fmla="*/ 41 w 47"/>
                  <a:gd name="T27" fmla="*/ 39 h 39"/>
                  <a:gd name="T28" fmla="*/ 47 w 47"/>
                  <a:gd name="T29" fmla="*/ 33 h 39"/>
                  <a:gd name="T30" fmla="*/ 36 w 47"/>
                  <a:gd name="T31" fmla="*/ 22 h 39"/>
                  <a:gd name="T32" fmla="*/ 36 w 47"/>
                  <a:gd name="T33" fmla="*/ 4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7" h="39">
                    <a:moveTo>
                      <a:pt x="36" y="4"/>
                    </a:moveTo>
                    <a:cubicBezTo>
                      <a:pt x="36" y="2"/>
                      <a:pt x="34" y="0"/>
                      <a:pt x="3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1" y="0"/>
                      <a:pt x="9" y="1"/>
                      <a:pt x="9" y="2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5"/>
                      <a:pt x="0" y="17"/>
                      <a:pt x="0" y="18"/>
                    </a:cubicBezTo>
                    <a:cubicBezTo>
                      <a:pt x="1" y="19"/>
                      <a:pt x="3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8" y="26"/>
                      <a:pt x="29" y="27"/>
                    </a:cubicBezTo>
                    <a:cubicBezTo>
                      <a:pt x="41" y="39"/>
                      <a:pt x="41" y="39"/>
                      <a:pt x="41" y="39"/>
                    </a:cubicBezTo>
                    <a:cubicBezTo>
                      <a:pt x="47" y="33"/>
                      <a:pt x="47" y="33"/>
                      <a:pt x="47" y="33"/>
                    </a:cubicBezTo>
                    <a:cubicBezTo>
                      <a:pt x="36" y="22"/>
                      <a:pt x="36" y="22"/>
                      <a:pt x="36" y="22"/>
                    </a:cubicBezTo>
                    <a:lnTo>
                      <a:pt x="36" y="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Freeform 134"/>
              <p:cNvSpPr>
                <a:spLocks/>
              </p:cNvSpPr>
              <p:nvPr/>
            </p:nvSpPr>
            <p:spPr bwMode="auto">
              <a:xfrm>
                <a:off x="6892926" y="3708401"/>
                <a:ext cx="125413" cy="150813"/>
              </a:xfrm>
              <a:custGeom>
                <a:avLst/>
                <a:gdLst>
                  <a:gd name="T0" fmla="*/ 28 w 40"/>
                  <a:gd name="T1" fmla="*/ 2 h 48"/>
                  <a:gd name="T2" fmla="*/ 28 w 40"/>
                  <a:gd name="T3" fmla="*/ 0 h 48"/>
                  <a:gd name="T4" fmla="*/ 12 w 40"/>
                  <a:gd name="T5" fmla="*/ 0 h 48"/>
                  <a:gd name="T6" fmla="*/ 12 w 40"/>
                  <a:gd name="T7" fmla="*/ 2 h 48"/>
                  <a:gd name="T8" fmla="*/ 1 w 40"/>
                  <a:gd name="T9" fmla="*/ 13 h 48"/>
                  <a:gd name="T10" fmla="*/ 0 w 40"/>
                  <a:gd name="T11" fmla="*/ 16 h 48"/>
                  <a:gd name="T12" fmla="*/ 0 w 40"/>
                  <a:gd name="T13" fmla="*/ 44 h 48"/>
                  <a:gd name="T14" fmla="*/ 4 w 40"/>
                  <a:gd name="T15" fmla="*/ 48 h 48"/>
                  <a:gd name="T16" fmla="*/ 36 w 40"/>
                  <a:gd name="T17" fmla="*/ 48 h 48"/>
                  <a:gd name="T18" fmla="*/ 40 w 40"/>
                  <a:gd name="T19" fmla="*/ 44 h 48"/>
                  <a:gd name="T20" fmla="*/ 40 w 40"/>
                  <a:gd name="T21" fmla="*/ 16 h 48"/>
                  <a:gd name="T22" fmla="*/ 39 w 40"/>
                  <a:gd name="T23" fmla="*/ 13 h 48"/>
                  <a:gd name="T24" fmla="*/ 28 w 40"/>
                  <a:gd name="T25" fmla="*/ 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48">
                    <a:moveTo>
                      <a:pt x="28" y="2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4"/>
                      <a:pt x="0" y="15"/>
                      <a:pt x="0" y="16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2" y="48"/>
                      <a:pt x="4" y="48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38" y="48"/>
                      <a:pt x="40" y="46"/>
                      <a:pt x="40" y="44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0" y="15"/>
                      <a:pt x="40" y="14"/>
                      <a:pt x="39" y="13"/>
                    </a:cubicBezTo>
                    <a:lnTo>
                      <a:pt x="28" y="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0" name="组合 229"/>
            <p:cNvGrpSpPr>
              <a:grpSpLocks noChangeAspect="1"/>
            </p:cNvGrpSpPr>
            <p:nvPr/>
          </p:nvGrpSpPr>
          <p:grpSpPr>
            <a:xfrm>
              <a:off x="3252788" y="4214813"/>
              <a:ext cx="227013" cy="252413"/>
              <a:chOff x="3252788" y="4214813"/>
              <a:chExt cx="227013" cy="252413"/>
            </a:xfrm>
          </p:grpSpPr>
          <p:sp>
            <p:nvSpPr>
              <p:cNvPr id="136" name="Rectangle 135"/>
              <p:cNvSpPr>
                <a:spLocks noChangeArrowheads="1"/>
              </p:cNvSpPr>
              <p:nvPr/>
            </p:nvSpPr>
            <p:spPr bwMode="auto">
              <a:xfrm>
                <a:off x="3403601" y="4378326"/>
                <a:ext cx="25400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Freeform 136"/>
              <p:cNvSpPr>
                <a:spLocks/>
              </p:cNvSpPr>
              <p:nvPr/>
            </p:nvSpPr>
            <p:spPr bwMode="auto">
              <a:xfrm>
                <a:off x="3252788" y="4214813"/>
                <a:ext cx="227013" cy="150813"/>
              </a:xfrm>
              <a:custGeom>
                <a:avLst/>
                <a:gdLst>
                  <a:gd name="T0" fmla="*/ 44 w 72"/>
                  <a:gd name="T1" fmla="*/ 4 h 48"/>
                  <a:gd name="T2" fmla="*/ 40 w 72"/>
                  <a:gd name="T3" fmla="*/ 4 h 48"/>
                  <a:gd name="T4" fmla="*/ 40 w 72"/>
                  <a:gd name="T5" fmla="*/ 0 h 48"/>
                  <a:gd name="T6" fmla="*/ 32 w 72"/>
                  <a:gd name="T7" fmla="*/ 0 h 48"/>
                  <a:gd name="T8" fmla="*/ 32 w 72"/>
                  <a:gd name="T9" fmla="*/ 4 h 48"/>
                  <a:gd name="T10" fmla="*/ 28 w 72"/>
                  <a:gd name="T11" fmla="*/ 4 h 48"/>
                  <a:gd name="T12" fmla="*/ 0 w 72"/>
                  <a:gd name="T13" fmla="*/ 32 h 48"/>
                  <a:gd name="T14" fmla="*/ 0 w 72"/>
                  <a:gd name="T15" fmla="*/ 44 h 48"/>
                  <a:gd name="T16" fmla="*/ 2 w 72"/>
                  <a:gd name="T17" fmla="*/ 48 h 48"/>
                  <a:gd name="T18" fmla="*/ 7 w 72"/>
                  <a:gd name="T19" fmla="*/ 47 h 48"/>
                  <a:gd name="T20" fmla="*/ 12 w 72"/>
                  <a:gd name="T21" fmla="*/ 42 h 48"/>
                  <a:gd name="T22" fmla="*/ 17 w 72"/>
                  <a:gd name="T23" fmla="*/ 47 h 48"/>
                  <a:gd name="T24" fmla="*/ 23 w 72"/>
                  <a:gd name="T25" fmla="*/ 47 h 48"/>
                  <a:gd name="T26" fmla="*/ 28 w 72"/>
                  <a:gd name="T27" fmla="*/ 42 h 48"/>
                  <a:gd name="T28" fmla="*/ 33 w 72"/>
                  <a:gd name="T29" fmla="*/ 47 h 48"/>
                  <a:gd name="T30" fmla="*/ 39 w 72"/>
                  <a:gd name="T31" fmla="*/ 47 h 48"/>
                  <a:gd name="T32" fmla="*/ 44 w 72"/>
                  <a:gd name="T33" fmla="*/ 42 h 48"/>
                  <a:gd name="T34" fmla="*/ 49 w 72"/>
                  <a:gd name="T35" fmla="*/ 47 h 48"/>
                  <a:gd name="T36" fmla="*/ 55 w 72"/>
                  <a:gd name="T37" fmla="*/ 47 h 48"/>
                  <a:gd name="T38" fmla="*/ 60 w 72"/>
                  <a:gd name="T39" fmla="*/ 42 h 48"/>
                  <a:gd name="T40" fmla="*/ 65 w 72"/>
                  <a:gd name="T41" fmla="*/ 47 h 48"/>
                  <a:gd name="T42" fmla="*/ 68 w 72"/>
                  <a:gd name="T43" fmla="*/ 48 h 48"/>
                  <a:gd name="T44" fmla="*/ 70 w 72"/>
                  <a:gd name="T45" fmla="*/ 48 h 48"/>
                  <a:gd name="T46" fmla="*/ 72 w 72"/>
                  <a:gd name="T47" fmla="*/ 44 h 48"/>
                  <a:gd name="T48" fmla="*/ 72 w 72"/>
                  <a:gd name="T49" fmla="*/ 32 h 48"/>
                  <a:gd name="T50" fmla="*/ 44 w 72"/>
                  <a:gd name="T51" fmla="*/ 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2" h="48">
                    <a:moveTo>
                      <a:pt x="44" y="4"/>
                    </a:moveTo>
                    <a:cubicBezTo>
                      <a:pt x="40" y="4"/>
                      <a:pt x="40" y="4"/>
                      <a:pt x="40" y="4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13" y="4"/>
                      <a:pt x="0" y="17"/>
                      <a:pt x="0" y="3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6"/>
                      <a:pt x="1" y="47"/>
                      <a:pt x="2" y="48"/>
                    </a:cubicBezTo>
                    <a:cubicBezTo>
                      <a:pt x="4" y="48"/>
                      <a:pt x="6" y="48"/>
                      <a:pt x="7" y="47"/>
                    </a:cubicBezTo>
                    <a:cubicBezTo>
                      <a:pt x="12" y="42"/>
                      <a:pt x="12" y="42"/>
                      <a:pt x="12" y="42"/>
                    </a:cubicBezTo>
                    <a:cubicBezTo>
                      <a:pt x="17" y="47"/>
                      <a:pt x="17" y="47"/>
                      <a:pt x="17" y="47"/>
                    </a:cubicBezTo>
                    <a:cubicBezTo>
                      <a:pt x="19" y="48"/>
                      <a:pt x="21" y="48"/>
                      <a:pt x="23" y="47"/>
                    </a:cubicBezTo>
                    <a:cubicBezTo>
                      <a:pt x="28" y="42"/>
                      <a:pt x="28" y="42"/>
                      <a:pt x="28" y="42"/>
                    </a:cubicBezTo>
                    <a:cubicBezTo>
                      <a:pt x="33" y="47"/>
                      <a:pt x="33" y="47"/>
                      <a:pt x="33" y="47"/>
                    </a:cubicBezTo>
                    <a:cubicBezTo>
                      <a:pt x="35" y="48"/>
                      <a:pt x="37" y="48"/>
                      <a:pt x="39" y="47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9" y="47"/>
                      <a:pt x="49" y="47"/>
                      <a:pt x="49" y="47"/>
                    </a:cubicBezTo>
                    <a:cubicBezTo>
                      <a:pt x="51" y="48"/>
                      <a:pt x="53" y="48"/>
                      <a:pt x="55" y="47"/>
                    </a:cubicBezTo>
                    <a:cubicBezTo>
                      <a:pt x="60" y="42"/>
                      <a:pt x="60" y="42"/>
                      <a:pt x="60" y="42"/>
                    </a:cubicBezTo>
                    <a:cubicBezTo>
                      <a:pt x="65" y="47"/>
                      <a:pt x="65" y="47"/>
                      <a:pt x="65" y="47"/>
                    </a:cubicBezTo>
                    <a:cubicBezTo>
                      <a:pt x="66" y="48"/>
                      <a:pt x="67" y="48"/>
                      <a:pt x="68" y="48"/>
                    </a:cubicBezTo>
                    <a:cubicBezTo>
                      <a:pt x="69" y="48"/>
                      <a:pt x="69" y="48"/>
                      <a:pt x="70" y="48"/>
                    </a:cubicBezTo>
                    <a:cubicBezTo>
                      <a:pt x="71" y="47"/>
                      <a:pt x="72" y="46"/>
                      <a:pt x="72" y="44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72" y="17"/>
                      <a:pt x="59" y="4"/>
                      <a:pt x="44" y="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Freeform 137"/>
              <p:cNvSpPr>
                <a:spLocks/>
              </p:cNvSpPr>
              <p:nvPr/>
            </p:nvSpPr>
            <p:spPr bwMode="auto">
              <a:xfrm>
                <a:off x="3328988" y="4378326"/>
                <a:ext cx="74613" cy="88900"/>
              </a:xfrm>
              <a:custGeom>
                <a:avLst/>
                <a:gdLst>
                  <a:gd name="T0" fmla="*/ 32 w 47"/>
                  <a:gd name="T1" fmla="*/ 0 h 56"/>
                  <a:gd name="T2" fmla="*/ 16 w 47"/>
                  <a:gd name="T3" fmla="*/ 0 h 56"/>
                  <a:gd name="T4" fmla="*/ 16 w 47"/>
                  <a:gd name="T5" fmla="*/ 40 h 56"/>
                  <a:gd name="T6" fmla="*/ 0 w 47"/>
                  <a:gd name="T7" fmla="*/ 40 h 56"/>
                  <a:gd name="T8" fmla="*/ 0 w 47"/>
                  <a:gd name="T9" fmla="*/ 56 h 56"/>
                  <a:gd name="T10" fmla="*/ 47 w 47"/>
                  <a:gd name="T11" fmla="*/ 56 h 56"/>
                  <a:gd name="T12" fmla="*/ 47 w 47"/>
                  <a:gd name="T13" fmla="*/ 40 h 56"/>
                  <a:gd name="T14" fmla="*/ 32 w 47"/>
                  <a:gd name="T15" fmla="*/ 40 h 56"/>
                  <a:gd name="T16" fmla="*/ 32 w 47"/>
                  <a:gd name="T1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" h="56">
                    <a:moveTo>
                      <a:pt x="32" y="0"/>
                    </a:moveTo>
                    <a:lnTo>
                      <a:pt x="16" y="0"/>
                    </a:lnTo>
                    <a:lnTo>
                      <a:pt x="16" y="40"/>
                    </a:lnTo>
                    <a:lnTo>
                      <a:pt x="0" y="40"/>
                    </a:lnTo>
                    <a:lnTo>
                      <a:pt x="0" y="56"/>
                    </a:lnTo>
                    <a:lnTo>
                      <a:pt x="47" y="56"/>
                    </a:lnTo>
                    <a:lnTo>
                      <a:pt x="47" y="40"/>
                    </a:lnTo>
                    <a:lnTo>
                      <a:pt x="32" y="4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1" name="组合 230"/>
            <p:cNvGrpSpPr>
              <a:grpSpLocks noChangeAspect="1"/>
            </p:cNvGrpSpPr>
            <p:nvPr/>
          </p:nvGrpSpPr>
          <p:grpSpPr>
            <a:xfrm>
              <a:off x="3852863" y="4233863"/>
              <a:ext cx="246063" cy="233363"/>
              <a:chOff x="3852863" y="4233863"/>
              <a:chExt cx="246063" cy="233363"/>
            </a:xfrm>
          </p:grpSpPr>
          <p:sp>
            <p:nvSpPr>
              <p:cNvPr id="139" name="Freeform 138"/>
              <p:cNvSpPr>
                <a:spLocks/>
              </p:cNvSpPr>
              <p:nvPr/>
            </p:nvSpPr>
            <p:spPr bwMode="auto">
              <a:xfrm>
                <a:off x="3998913" y="4278313"/>
                <a:ext cx="100013" cy="188913"/>
              </a:xfrm>
              <a:custGeom>
                <a:avLst/>
                <a:gdLst>
                  <a:gd name="T0" fmla="*/ 24 w 32"/>
                  <a:gd name="T1" fmla="*/ 52 h 60"/>
                  <a:gd name="T2" fmla="*/ 24 w 32"/>
                  <a:gd name="T3" fmla="*/ 24 h 60"/>
                  <a:gd name="T4" fmla="*/ 11 w 32"/>
                  <a:gd name="T5" fmla="*/ 0 h 60"/>
                  <a:gd name="T6" fmla="*/ 9 w 32"/>
                  <a:gd name="T7" fmla="*/ 8 h 60"/>
                  <a:gd name="T8" fmla="*/ 16 w 32"/>
                  <a:gd name="T9" fmla="*/ 24 h 60"/>
                  <a:gd name="T10" fmla="*/ 16 w 32"/>
                  <a:gd name="T11" fmla="*/ 52 h 60"/>
                  <a:gd name="T12" fmla="*/ 0 w 32"/>
                  <a:gd name="T13" fmla="*/ 52 h 60"/>
                  <a:gd name="T14" fmla="*/ 0 w 32"/>
                  <a:gd name="T15" fmla="*/ 60 h 60"/>
                  <a:gd name="T16" fmla="*/ 32 w 32"/>
                  <a:gd name="T17" fmla="*/ 60 h 60"/>
                  <a:gd name="T18" fmla="*/ 32 w 32"/>
                  <a:gd name="T19" fmla="*/ 52 h 60"/>
                  <a:gd name="T20" fmla="*/ 24 w 32"/>
                  <a:gd name="T21" fmla="*/ 52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2" h="60">
                    <a:moveTo>
                      <a:pt x="24" y="52"/>
                    </a:move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14"/>
                      <a:pt x="19" y="5"/>
                      <a:pt x="11" y="0"/>
                    </a:cubicBezTo>
                    <a:cubicBezTo>
                      <a:pt x="11" y="3"/>
                      <a:pt x="10" y="6"/>
                      <a:pt x="9" y="8"/>
                    </a:cubicBezTo>
                    <a:cubicBezTo>
                      <a:pt x="13" y="12"/>
                      <a:pt x="16" y="18"/>
                      <a:pt x="16" y="24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32" y="60"/>
                      <a:pt x="32" y="60"/>
                      <a:pt x="32" y="60"/>
                    </a:cubicBezTo>
                    <a:cubicBezTo>
                      <a:pt x="32" y="52"/>
                      <a:pt x="32" y="52"/>
                      <a:pt x="32" y="52"/>
                    </a:cubicBez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Freeform 139"/>
              <p:cNvSpPr>
                <a:spLocks/>
              </p:cNvSpPr>
              <p:nvPr/>
            </p:nvSpPr>
            <p:spPr bwMode="auto">
              <a:xfrm>
                <a:off x="3852863" y="4233863"/>
                <a:ext cx="168275" cy="166688"/>
              </a:xfrm>
              <a:custGeom>
                <a:avLst/>
                <a:gdLst>
                  <a:gd name="T0" fmla="*/ 47 w 53"/>
                  <a:gd name="T1" fmla="*/ 25 h 53"/>
                  <a:gd name="T2" fmla="*/ 49 w 53"/>
                  <a:gd name="T3" fmla="*/ 24 h 53"/>
                  <a:gd name="T4" fmla="*/ 53 w 53"/>
                  <a:gd name="T5" fmla="*/ 14 h 53"/>
                  <a:gd name="T6" fmla="*/ 49 w 53"/>
                  <a:gd name="T7" fmla="*/ 4 h 53"/>
                  <a:gd name="T8" fmla="*/ 39 w 53"/>
                  <a:gd name="T9" fmla="*/ 0 h 53"/>
                  <a:gd name="T10" fmla="*/ 29 w 53"/>
                  <a:gd name="T11" fmla="*/ 4 h 53"/>
                  <a:gd name="T12" fmla="*/ 27 w 53"/>
                  <a:gd name="T13" fmla="*/ 5 h 53"/>
                  <a:gd name="T14" fmla="*/ 3 w 53"/>
                  <a:gd name="T15" fmla="*/ 12 h 53"/>
                  <a:gd name="T16" fmla="*/ 1 w 53"/>
                  <a:gd name="T17" fmla="*/ 15 h 53"/>
                  <a:gd name="T18" fmla="*/ 1 w 53"/>
                  <a:gd name="T19" fmla="*/ 18 h 53"/>
                  <a:gd name="T20" fmla="*/ 35 w 53"/>
                  <a:gd name="T21" fmla="*/ 52 h 53"/>
                  <a:gd name="T22" fmla="*/ 37 w 53"/>
                  <a:gd name="T23" fmla="*/ 52 h 53"/>
                  <a:gd name="T24" fmla="*/ 40 w 53"/>
                  <a:gd name="T25" fmla="*/ 49 h 53"/>
                  <a:gd name="T26" fmla="*/ 47 w 53"/>
                  <a:gd name="T27" fmla="*/ 25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53">
                    <a:moveTo>
                      <a:pt x="47" y="25"/>
                    </a:moveTo>
                    <a:cubicBezTo>
                      <a:pt x="49" y="24"/>
                      <a:pt x="49" y="24"/>
                      <a:pt x="49" y="24"/>
                    </a:cubicBezTo>
                    <a:cubicBezTo>
                      <a:pt x="51" y="21"/>
                      <a:pt x="53" y="18"/>
                      <a:pt x="53" y="14"/>
                    </a:cubicBezTo>
                    <a:cubicBezTo>
                      <a:pt x="53" y="10"/>
                      <a:pt x="51" y="7"/>
                      <a:pt x="49" y="4"/>
                    </a:cubicBezTo>
                    <a:cubicBezTo>
                      <a:pt x="46" y="1"/>
                      <a:pt x="43" y="0"/>
                      <a:pt x="39" y="0"/>
                    </a:cubicBezTo>
                    <a:cubicBezTo>
                      <a:pt x="35" y="0"/>
                      <a:pt x="31" y="1"/>
                      <a:pt x="29" y="4"/>
                    </a:cubicBezTo>
                    <a:cubicBezTo>
                      <a:pt x="27" y="5"/>
                      <a:pt x="27" y="5"/>
                      <a:pt x="27" y="5"/>
                    </a:cubicBezTo>
                    <a:cubicBezTo>
                      <a:pt x="18" y="4"/>
                      <a:pt x="9" y="7"/>
                      <a:pt x="3" y="12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6"/>
                      <a:pt x="0" y="17"/>
                      <a:pt x="1" y="18"/>
                    </a:cubicBezTo>
                    <a:cubicBezTo>
                      <a:pt x="35" y="52"/>
                      <a:pt x="35" y="52"/>
                      <a:pt x="35" y="52"/>
                    </a:cubicBezTo>
                    <a:cubicBezTo>
                      <a:pt x="35" y="53"/>
                      <a:pt x="37" y="53"/>
                      <a:pt x="37" y="52"/>
                    </a:cubicBezTo>
                    <a:cubicBezTo>
                      <a:pt x="40" y="49"/>
                      <a:pt x="40" y="49"/>
                      <a:pt x="40" y="49"/>
                    </a:cubicBezTo>
                    <a:cubicBezTo>
                      <a:pt x="46" y="43"/>
                      <a:pt x="49" y="35"/>
                      <a:pt x="47" y="25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2" name="组合 231"/>
            <p:cNvGrpSpPr>
              <a:grpSpLocks noChangeAspect="1"/>
            </p:cNvGrpSpPr>
            <p:nvPr/>
          </p:nvGrpSpPr>
          <p:grpSpPr>
            <a:xfrm>
              <a:off x="4478338" y="4189413"/>
              <a:ext cx="211138" cy="300038"/>
              <a:chOff x="4478338" y="4189413"/>
              <a:chExt cx="211138" cy="300038"/>
            </a:xfrm>
          </p:grpSpPr>
          <p:sp>
            <p:nvSpPr>
              <p:cNvPr id="141" name="Freeform 140"/>
              <p:cNvSpPr>
                <a:spLocks/>
              </p:cNvSpPr>
              <p:nvPr/>
            </p:nvSpPr>
            <p:spPr bwMode="auto">
              <a:xfrm>
                <a:off x="4595813" y="4394201"/>
                <a:ext cx="93663" cy="95250"/>
              </a:xfrm>
              <a:custGeom>
                <a:avLst/>
                <a:gdLst>
                  <a:gd name="T0" fmla="*/ 12 w 59"/>
                  <a:gd name="T1" fmla="*/ 0 h 60"/>
                  <a:gd name="T2" fmla="*/ 0 w 59"/>
                  <a:gd name="T3" fmla="*/ 12 h 60"/>
                  <a:gd name="T4" fmla="*/ 48 w 59"/>
                  <a:gd name="T5" fmla="*/ 60 h 60"/>
                  <a:gd name="T6" fmla="*/ 59 w 59"/>
                  <a:gd name="T7" fmla="*/ 48 h 60"/>
                  <a:gd name="T8" fmla="*/ 12 w 59"/>
                  <a:gd name="T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0">
                    <a:moveTo>
                      <a:pt x="12" y="0"/>
                    </a:moveTo>
                    <a:lnTo>
                      <a:pt x="0" y="12"/>
                    </a:lnTo>
                    <a:lnTo>
                      <a:pt x="48" y="60"/>
                    </a:lnTo>
                    <a:lnTo>
                      <a:pt x="59" y="48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Freeform 141"/>
              <p:cNvSpPr>
                <a:spLocks noEditPoints="1"/>
              </p:cNvSpPr>
              <p:nvPr/>
            </p:nvSpPr>
            <p:spPr bwMode="auto">
              <a:xfrm>
                <a:off x="4478338" y="4189413"/>
                <a:ext cx="152400" cy="214313"/>
              </a:xfrm>
              <a:custGeom>
                <a:avLst/>
                <a:gdLst>
                  <a:gd name="T0" fmla="*/ 48 w 48"/>
                  <a:gd name="T1" fmla="*/ 44 h 68"/>
                  <a:gd name="T2" fmla="*/ 39 w 48"/>
                  <a:gd name="T3" fmla="*/ 22 h 68"/>
                  <a:gd name="T4" fmla="*/ 36 w 48"/>
                  <a:gd name="T5" fmla="*/ 20 h 68"/>
                  <a:gd name="T6" fmla="*/ 33 w 48"/>
                  <a:gd name="T7" fmla="*/ 21 h 68"/>
                  <a:gd name="T8" fmla="*/ 28 w 48"/>
                  <a:gd name="T9" fmla="*/ 26 h 68"/>
                  <a:gd name="T10" fmla="*/ 28 w 48"/>
                  <a:gd name="T11" fmla="*/ 4 h 68"/>
                  <a:gd name="T12" fmla="*/ 25 w 48"/>
                  <a:gd name="T13" fmla="*/ 0 h 68"/>
                  <a:gd name="T14" fmla="*/ 21 w 48"/>
                  <a:gd name="T15" fmla="*/ 1 h 68"/>
                  <a:gd name="T16" fmla="*/ 0 w 48"/>
                  <a:gd name="T17" fmla="*/ 44 h 68"/>
                  <a:gd name="T18" fmla="*/ 6 w 48"/>
                  <a:gd name="T19" fmla="*/ 60 h 68"/>
                  <a:gd name="T20" fmla="*/ 6 w 48"/>
                  <a:gd name="T21" fmla="*/ 60 h 68"/>
                  <a:gd name="T22" fmla="*/ 24 w 48"/>
                  <a:gd name="T23" fmla="*/ 68 h 68"/>
                  <a:gd name="T24" fmla="*/ 38 w 48"/>
                  <a:gd name="T25" fmla="*/ 63 h 68"/>
                  <a:gd name="T26" fmla="*/ 48 w 48"/>
                  <a:gd name="T27" fmla="*/ 44 h 68"/>
                  <a:gd name="T28" fmla="*/ 31 w 48"/>
                  <a:gd name="T29" fmla="*/ 54 h 68"/>
                  <a:gd name="T30" fmla="*/ 24 w 48"/>
                  <a:gd name="T31" fmla="*/ 52 h 68"/>
                  <a:gd name="T32" fmla="*/ 18 w 48"/>
                  <a:gd name="T33" fmla="*/ 54 h 68"/>
                  <a:gd name="T34" fmla="*/ 15 w 48"/>
                  <a:gd name="T35" fmla="*/ 52 h 68"/>
                  <a:gd name="T36" fmla="*/ 13 w 48"/>
                  <a:gd name="T37" fmla="*/ 48 h 68"/>
                  <a:gd name="T38" fmla="*/ 24 w 48"/>
                  <a:gd name="T39" fmla="*/ 44 h 68"/>
                  <a:gd name="T40" fmla="*/ 35 w 48"/>
                  <a:gd name="T41" fmla="*/ 48 h 68"/>
                  <a:gd name="T42" fmla="*/ 31 w 48"/>
                  <a:gd name="T43" fmla="*/ 54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48" h="68">
                    <a:moveTo>
                      <a:pt x="48" y="44"/>
                    </a:moveTo>
                    <a:cubicBezTo>
                      <a:pt x="48" y="35"/>
                      <a:pt x="40" y="23"/>
                      <a:pt x="39" y="22"/>
                    </a:cubicBezTo>
                    <a:cubicBezTo>
                      <a:pt x="39" y="21"/>
                      <a:pt x="38" y="20"/>
                      <a:pt x="36" y="20"/>
                    </a:cubicBezTo>
                    <a:cubicBezTo>
                      <a:pt x="35" y="20"/>
                      <a:pt x="34" y="20"/>
                      <a:pt x="33" y="21"/>
                    </a:cubicBezTo>
                    <a:cubicBezTo>
                      <a:pt x="28" y="26"/>
                      <a:pt x="28" y="26"/>
                      <a:pt x="28" y="26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2"/>
                      <a:pt x="27" y="1"/>
                      <a:pt x="25" y="0"/>
                    </a:cubicBezTo>
                    <a:cubicBezTo>
                      <a:pt x="24" y="0"/>
                      <a:pt x="22" y="0"/>
                      <a:pt x="21" y="1"/>
                    </a:cubicBezTo>
                    <a:cubicBezTo>
                      <a:pt x="20" y="2"/>
                      <a:pt x="0" y="27"/>
                      <a:pt x="0" y="44"/>
                    </a:cubicBezTo>
                    <a:cubicBezTo>
                      <a:pt x="0" y="50"/>
                      <a:pt x="2" y="55"/>
                      <a:pt x="6" y="60"/>
                    </a:cubicBezTo>
                    <a:cubicBezTo>
                      <a:pt x="6" y="60"/>
                      <a:pt x="6" y="60"/>
                      <a:pt x="6" y="60"/>
                    </a:cubicBezTo>
                    <a:cubicBezTo>
                      <a:pt x="11" y="65"/>
                      <a:pt x="17" y="68"/>
                      <a:pt x="24" y="68"/>
                    </a:cubicBezTo>
                    <a:cubicBezTo>
                      <a:pt x="29" y="68"/>
                      <a:pt x="34" y="66"/>
                      <a:pt x="38" y="63"/>
                    </a:cubicBezTo>
                    <a:cubicBezTo>
                      <a:pt x="44" y="59"/>
                      <a:pt x="48" y="52"/>
                      <a:pt x="48" y="44"/>
                    </a:cubicBezTo>
                    <a:close/>
                    <a:moveTo>
                      <a:pt x="31" y="54"/>
                    </a:moveTo>
                    <a:cubicBezTo>
                      <a:pt x="29" y="53"/>
                      <a:pt x="26" y="52"/>
                      <a:pt x="24" y="52"/>
                    </a:cubicBezTo>
                    <a:cubicBezTo>
                      <a:pt x="22" y="52"/>
                      <a:pt x="19" y="53"/>
                      <a:pt x="18" y="54"/>
                    </a:cubicBezTo>
                    <a:cubicBezTo>
                      <a:pt x="17" y="53"/>
                      <a:pt x="16" y="53"/>
                      <a:pt x="15" y="52"/>
                    </a:cubicBezTo>
                    <a:cubicBezTo>
                      <a:pt x="14" y="51"/>
                      <a:pt x="13" y="49"/>
                      <a:pt x="13" y="48"/>
                    </a:cubicBezTo>
                    <a:cubicBezTo>
                      <a:pt x="16" y="45"/>
                      <a:pt x="20" y="44"/>
                      <a:pt x="24" y="44"/>
                    </a:cubicBezTo>
                    <a:cubicBezTo>
                      <a:pt x="28" y="44"/>
                      <a:pt x="32" y="45"/>
                      <a:pt x="35" y="48"/>
                    </a:cubicBezTo>
                    <a:cubicBezTo>
                      <a:pt x="34" y="51"/>
                      <a:pt x="33" y="52"/>
                      <a:pt x="31" y="5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3" name="组合 232"/>
            <p:cNvGrpSpPr>
              <a:grpSpLocks noChangeAspect="1"/>
            </p:cNvGrpSpPr>
            <p:nvPr/>
          </p:nvGrpSpPr>
          <p:grpSpPr>
            <a:xfrm>
              <a:off x="5084763" y="4214813"/>
              <a:ext cx="203200" cy="252413"/>
              <a:chOff x="5084763" y="4214813"/>
              <a:chExt cx="203200" cy="252413"/>
            </a:xfrm>
          </p:grpSpPr>
          <p:sp>
            <p:nvSpPr>
              <p:cNvPr id="143" name="Freeform 142"/>
              <p:cNvSpPr>
                <a:spLocks noEditPoints="1"/>
              </p:cNvSpPr>
              <p:nvPr/>
            </p:nvSpPr>
            <p:spPr bwMode="auto">
              <a:xfrm>
                <a:off x="5211763" y="4214813"/>
                <a:ext cx="76200" cy="100013"/>
              </a:xfrm>
              <a:custGeom>
                <a:avLst/>
                <a:gdLst>
                  <a:gd name="T0" fmla="*/ 12 w 24"/>
                  <a:gd name="T1" fmla="*/ 32 h 32"/>
                  <a:gd name="T2" fmla="*/ 24 w 24"/>
                  <a:gd name="T3" fmla="*/ 20 h 32"/>
                  <a:gd name="T4" fmla="*/ 15 w 24"/>
                  <a:gd name="T5" fmla="*/ 2 h 32"/>
                  <a:gd name="T6" fmla="*/ 9 w 24"/>
                  <a:gd name="T7" fmla="*/ 2 h 32"/>
                  <a:gd name="T8" fmla="*/ 0 w 24"/>
                  <a:gd name="T9" fmla="*/ 20 h 32"/>
                  <a:gd name="T10" fmla="*/ 12 w 24"/>
                  <a:gd name="T11" fmla="*/ 32 h 32"/>
                  <a:gd name="T12" fmla="*/ 12 w 24"/>
                  <a:gd name="T13" fmla="*/ 11 h 32"/>
                  <a:gd name="T14" fmla="*/ 16 w 24"/>
                  <a:gd name="T15" fmla="*/ 20 h 32"/>
                  <a:gd name="T16" fmla="*/ 12 w 24"/>
                  <a:gd name="T17" fmla="*/ 24 h 32"/>
                  <a:gd name="T18" fmla="*/ 8 w 24"/>
                  <a:gd name="T19" fmla="*/ 20 h 32"/>
                  <a:gd name="T20" fmla="*/ 12 w 24"/>
                  <a:gd name="T21" fmla="*/ 11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" h="32">
                    <a:moveTo>
                      <a:pt x="12" y="32"/>
                    </a:moveTo>
                    <a:cubicBezTo>
                      <a:pt x="19" y="32"/>
                      <a:pt x="24" y="27"/>
                      <a:pt x="24" y="20"/>
                    </a:cubicBezTo>
                    <a:cubicBezTo>
                      <a:pt x="24" y="15"/>
                      <a:pt x="18" y="6"/>
                      <a:pt x="15" y="2"/>
                    </a:cubicBezTo>
                    <a:cubicBezTo>
                      <a:pt x="14" y="0"/>
                      <a:pt x="10" y="0"/>
                      <a:pt x="9" y="2"/>
                    </a:cubicBezTo>
                    <a:cubicBezTo>
                      <a:pt x="6" y="6"/>
                      <a:pt x="0" y="15"/>
                      <a:pt x="0" y="20"/>
                    </a:cubicBezTo>
                    <a:cubicBezTo>
                      <a:pt x="0" y="27"/>
                      <a:pt x="5" y="32"/>
                      <a:pt x="12" y="32"/>
                    </a:cubicBezTo>
                    <a:close/>
                    <a:moveTo>
                      <a:pt x="12" y="11"/>
                    </a:moveTo>
                    <a:cubicBezTo>
                      <a:pt x="14" y="15"/>
                      <a:pt x="16" y="19"/>
                      <a:pt x="16" y="20"/>
                    </a:cubicBezTo>
                    <a:cubicBezTo>
                      <a:pt x="16" y="22"/>
                      <a:pt x="14" y="24"/>
                      <a:pt x="12" y="24"/>
                    </a:cubicBezTo>
                    <a:cubicBezTo>
                      <a:pt x="10" y="24"/>
                      <a:pt x="8" y="22"/>
                      <a:pt x="8" y="20"/>
                    </a:cubicBezTo>
                    <a:cubicBezTo>
                      <a:pt x="8" y="19"/>
                      <a:pt x="10" y="15"/>
                      <a:pt x="12" y="1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Freeform 143"/>
              <p:cNvSpPr>
                <a:spLocks/>
              </p:cNvSpPr>
              <p:nvPr/>
            </p:nvSpPr>
            <p:spPr bwMode="auto">
              <a:xfrm>
                <a:off x="5084763" y="4214813"/>
                <a:ext cx="203200" cy="138113"/>
              </a:xfrm>
              <a:custGeom>
                <a:avLst/>
                <a:gdLst>
                  <a:gd name="T0" fmla="*/ 24 w 64"/>
                  <a:gd name="T1" fmla="*/ 44 h 44"/>
                  <a:gd name="T2" fmla="*/ 64 w 64"/>
                  <a:gd name="T3" fmla="*/ 44 h 44"/>
                  <a:gd name="T4" fmla="*/ 64 w 64"/>
                  <a:gd name="T5" fmla="*/ 36 h 44"/>
                  <a:gd name="T6" fmla="*/ 28 w 64"/>
                  <a:gd name="T7" fmla="*/ 36 h 44"/>
                  <a:gd name="T8" fmla="*/ 28 w 64"/>
                  <a:gd name="T9" fmla="*/ 0 h 44"/>
                  <a:gd name="T10" fmla="*/ 8 w 64"/>
                  <a:gd name="T11" fmla="*/ 0 h 44"/>
                  <a:gd name="T12" fmla="*/ 0 w 64"/>
                  <a:gd name="T13" fmla="*/ 8 h 44"/>
                  <a:gd name="T14" fmla="*/ 0 w 64"/>
                  <a:gd name="T15" fmla="*/ 28 h 44"/>
                  <a:gd name="T16" fmla="*/ 8 w 64"/>
                  <a:gd name="T17" fmla="*/ 36 h 44"/>
                  <a:gd name="T18" fmla="*/ 24 w 64"/>
                  <a:gd name="T19" fmla="*/ 36 h 44"/>
                  <a:gd name="T20" fmla="*/ 24 w 64"/>
                  <a:gd name="T21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4" h="44">
                    <a:moveTo>
                      <a:pt x="24" y="44"/>
                    </a:moveTo>
                    <a:cubicBezTo>
                      <a:pt x="64" y="44"/>
                      <a:pt x="64" y="44"/>
                      <a:pt x="64" y="44"/>
                    </a:cubicBezTo>
                    <a:cubicBezTo>
                      <a:pt x="64" y="36"/>
                      <a:pt x="64" y="36"/>
                      <a:pt x="64" y="36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2"/>
                      <a:pt x="4" y="36"/>
                      <a:pt x="8" y="36"/>
                    </a:cubicBezTo>
                    <a:cubicBezTo>
                      <a:pt x="24" y="36"/>
                      <a:pt x="24" y="36"/>
                      <a:pt x="24" y="36"/>
                    </a:cubicBezTo>
                    <a:lnTo>
                      <a:pt x="24" y="4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Freeform 144"/>
              <p:cNvSpPr>
                <a:spLocks/>
              </p:cNvSpPr>
              <p:nvPr/>
            </p:nvSpPr>
            <p:spPr bwMode="auto">
              <a:xfrm>
                <a:off x="5160963" y="4365626"/>
                <a:ext cx="127000" cy="101600"/>
              </a:xfrm>
              <a:custGeom>
                <a:avLst/>
                <a:gdLst>
                  <a:gd name="T0" fmla="*/ 0 w 40"/>
                  <a:gd name="T1" fmla="*/ 0 h 32"/>
                  <a:gd name="T2" fmla="*/ 0 w 40"/>
                  <a:gd name="T3" fmla="*/ 24 h 32"/>
                  <a:gd name="T4" fmla="*/ 8 w 40"/>
                  <a:gd name="T5" fmla="*/ 32 h 32"/>
                  <a:gd name="T6" fmla="*/ 32 w 40"/>
                  <a:gd name="T7" fmla="*/ 32 h 32"/>
                  <a:gd name="T8" fmla="*/ 40 w 40"/>
                  <a:gd name="T9" fmla="*/ 24 h 32"/>
                  <a:gd name="T10" fmla="*/ 40 w 40"/>
                  <a:gd name="T11" fmla="*/ 0 h 32"/>
                  <a:gd name="T12" fmla="*/ 0 w 40"/>
                  <a:gd name="T13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32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28"/>
                      <a:pt x="4" y="32"/>
                      <a:pt x="8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6" y="32"/>
                      <a:pt x="40" y="28"/>
                      <a:pt x="40" y="24"/>
                    </a:cubicBezTo>
                    <a:cubicBezTo>
                      <a:pt x="40" y="0"/>
                      <a:pt x="40" y="0"/>
                      <a:pt x="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4" name="组合 233"/>
            <p:cNvGrpSpPr>
              <a:grpSpLocks noChangeAspect="1"/>
            </p:cNvGrpSpPr>
            <p:nvPr/>
          </p:nvGrpSpPr>
          <p:grpSpPr>
            <a:xfrm>
              <a:off x="5665788" y="4240213"/>
              <a:ext cx="254000" cy="201613"/>
              <a:chOff x="5665788" y="4240213"/>
              <a:chExt cx="254000" cy="201613"/>
            </a:xfrm>
          </p:grpSpPr>
          <p:sp>
            <p:nvSpPr>
              <p:cNvPr id="146" name="Freeform 145"/>
              <p:cNvSpPr>
                <a:spLocks/>
              </p:cNvSpPr>
              <p:nvPr/>
            </p:nvSpPr>
            <p:spPr bwMode="auto">
              <a:xfrm>
                <a:off x="5665788" y="4327526"/>
                <a:ext cx="241300" cy="114300"/>
              </a:xfrm>
              <a:custGeom>
                <a:avLst/>
                <a:gdLst>
                  <a:gd name="T0" fmla="*/ 0 w 76"/>
                  <a:gd name="T1" fmla="*/ 0 h 36"/>
                  <a:gd name="T2" fmla="*/ 0 w 76"/>
                  <a:gd name="T3" fmla="*/ 4 h 36"/>
                  <a:gd name="T4" fmla="*/ 2 w 76"/>
                  <a:gd name="T5" fmla="*/ 8 h 36"/>
                  <a:gd name="T6" fmla="*/ 8 w 76"/>
                  <a:gd name="T7" fmla="*/ 10 h 36"/>
                  <a:gd name="T8" fmla="*/ 4 w 76"/>
                  <a:gd name="T9" fmla="*/ 31 h 36"/>
                  <a:gd name="T10" fmla="*/ 5 w 76"/>
                  <a:gd name="T11" fmla="*/ 35 h 36"/>
                  <a:gd name="T12" fmla="*/ 8 w 76"/>
                  <a:gd name="T13" fmla="*/ 36 h 36"/>
                  <a:gd name="T14" fmla="*/ 32 w 76"/>
                  <a:gd name="T15" fmla="*/ 36 h 36"/>
                  <a:gd name="T16" fmla="*/ 32 w 76"/>
                  <a:gd name="T17" fmla="*/ 28 h 36"/>
                  <a:gd name="T18" fmla="*/ 29 w 76"/>
                  <a:gd name="T19" fmla="*/ 28 h 36"/>
                  <a:gd name="T20" fmla="*/ 31 w 76"/>
                  <a:gd name="T21" fmla="*/ 12 h 36"/>
                  <a:gd name="T22" fmla="*/ 36 w 76"/>
                  <a:gd name="T23" fmla="*/ 12 h 36"/>
                  <a:gd name="T24" fmla="*/ 36 w 76"/>
                  <a:gd name="T25" fmla="*/ 20 h 36"/>
                  <a:gd name="T26" fmla="*/ 44 w 76"/>
                  <a:gd name="T27" fmla="*/ 20 h 36"/>
                  <a:gd name="T28" fmla="*/ 44 w 76"/>
                  <a:gd name="T29" fmla="*/ 12 h 36"/>
                  <a:gd name="T30" fmla="*/ 72 w 76"/>
                  <a:gd name="T31" fmla="*/ 12 h 36"/>
                  <a:gd name="T32" fmla="*/ 76 w 76"/>
                  <a:gd name="T33" fmla="*/ 8 h 36"/>
                  <a:gd name="T34" fmla="*/ 76 w 76"/>
                  <a:gd name="T35" fmla="*/ 0 h 36"/>
                  <a:gd name="T36" fmla="*/ 0 w 76"/>
                  <a:gd name="T3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36">
                    <a:moveTo>
                      <a:pt x="0" y="0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6"/>
                      <a:pt x="1" y="7"/>
                      <a:pt x="2" y="8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4" y="33"/>
                      <a:pt x="4" y="34"/>
                      <a:pt x="5" y="35"/>
                    </a:cubicBezTo>
                    <a:cubicBezTo>
                      <a:pt x="6" y="35"/>
                      <a:pt x="7" y="36"/>
                      <a:pt x="8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28"/>
                      <a:pt x="32" y="28"/>
                      <a:pt x="32" y="28"/>
                    </a:cubicBezTo>
                    <a:cubicBezTo>
                      <a:pt x="29" y="28"/>
                      <a:pt x="29" y="28"/>
                      <a:pt x="29" y="28"/>
                    </a:cubicBezTo>
                    <a:cubicBezTo>
                      <a:pt x="31" y="12"/>
                      <a:pt x="31" y="12"/>
                      <a:pt x="31" y="12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6" y="20"/>
                      <a:pt x="36" y="20"/>
                      <a:pt x="36" y="20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12"/>
                      <a:pt x="44" y="12"/>
                      <a:pt x="44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4" y="12"/>
                      <a:pt x="76" y="10"/>
                      <a:pt x="76" y="8"/>
                    </a:cubicBezTo>
                    <a:cubicBezTo>
                      <a:pt x="76" y="0"/>
                      <a:pt x="76" y="0"/>
                      <a:pt x="7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Freeform 146"/>
              <p:cNvSpPr>
                <a:spLocks noEditPoints="1"/>
              </p:cNvSpPr>
              <p:nvPr/>
            </p:nvSpPr>
            <p:spPr bwMode="auto">
              <a:xfrm>
                <a:off x="5665788" y="4240213"/>
                <a:ext cx="254000" cy="74613"/>
              </a:xfrm>
              <a:custGeom>
                <a:avLst/>
                <a:gdLst>
                  <a:gd name="T0" fmla="*/ 76 w 80"/>
                  <a:gd name="T1" fmla="*/ 12 h 24"/>
                  <a:gd name="T2" fmla="*/ 76 w 80"/>
                  <a:gd name="T3" fmla="*/ 0 h 24"/>
                  <a:gd name="T4" fmla="*/ 68 w 80"/>
                  <a:gd name="T5" fmla="*/ 0 h 24"/>
                  <a:gd name="T6" fmla="*/ 68 w 80"/>
                  <a:gd name="T7" fmla="*/ 4 h 24"/>
                  <a:gd name="T8" fmla="*/ 20 w 80"/>
                  <a:gd name="T9" fmla="*/ 4 h 24"/>
                  <a:gd name="T10" fmla="*/ 20 w 80"/>
                  <a:gd name="T11" fmla="*/ 0 h 24"/>
                  <a:gd name="T12" fmla="*/ 12 w 80"/>
                  <a:gd name="T13" fmla="*/ 0 h 24"/>
                  <a:gd name="T14" fmla="*/ 12 w 80"/>
                  <a:gd name="T15" fmla="*/ 4 h 24"/>
                  <a:gd name="T16" fmla="*/ 0 w 80"/>
                  <a:gd name="T17" fmla="*/ 16 h 24"/>
                  <a:gd name="T18" fmla="*/ 0 w 80"/>
                  <a:gd name="T19" fmla="*/ 24 h 24"/>
                  <a:gd name="T20" fmla="*/ 76 w 80"/>
                  <a:gd name="T21" fmla="*/ 24 h 24"/>
                  <a:gd name="T22" fmla="*/ 76 w 80"/>
                  <a:gd name="T23" fmla="*/ 20 h 24"/>
                  <a:gd name="T24" fmla="*/ 80 w 80"/>
                  <a:gd name="T25" fmla="*/ 20 h 24"/>
                  <a:gd name="T26" fmla="*/ 80 w 80"/>
                  <a:gd name="T27" fmla="*/ 12 h 24"/>
                  <a:gd name="T28" fmla="*/ 76 w 80"/>
                  <a:gd name="T29" fmla="*/ 12 h 24"/>
                  <a:gd name="T30" fmla="*/ 44 w 80"/>
                  <a:gd name="T31" fmla="*/ 16 h 24"/>
                  <a:gd name="T32" fmla="*/ 20 w 80"/>
                  <a:gd name="T33" fmla="*/ 16 h 24"/>
                  <a:gd name="T34" fmla="*/ 20 w 80"/>
                  <a:gd name="T35" fmla="*/ 8 h 24"/>
                  <a:gd name="T36" fmla="*/ 44 w 80"/>
                  <a:gd name="T37" fmla="*/ 8 h 24"/>
                  <a:gd name="T38" fmla="*/ 44 w 80"/>
                  <a:gd name="T39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0" h="24">
                    <a:moveTo>
                      <a:pt x="76" y="12"/>
                    </a:moveTo>
                    <a:cubicBezTo>
                      <a:pt x="76" y="0"/>
                      <a:pt x="76" y="0"/>
                      <a:pt x="76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5" y="4"/>
                      <a:pt x="0" y="9"/>
                      <a:pt x="0" y="16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0"/>
                      <a:pt x="76" y="20"/>
                      <a:pt x="76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2"/>
                      <a:pt x="80" y="12"/>
                      <a:pt x="80" y="12"/>
                    </a:cubicBezTo>
                    <a:lnTo>
                      <a:pt x="76" y="12"/>
                    </a:lnTo>
                    <a:close/>
                    <a:moveTo>
                      <a:pt x="44" y="16"/>
                    </a:move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44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6" name="组合 235"/>
            <p:cNvGrpSpPr>
              <a:grpSpLocks noChangeAspect="1"/>
            </p:cNvGrpSpPr>
            <p:nvPr/>
          </p:nvGrpSpPr>
          <p:grpSpPr>
            <a:xfrm>
              <a:off x="6880226" y="4303713"/>
              <a:ext cx="252413" cy="188913"/>
              <a:chOff x="6880226" y="4303713"/>
              <a:chExt cx="252413" cy="188913"/>
            </a:xfrm>
          </p:grpSpPr>
          <p:sp>
            <p:nvSpPr>
              <p:cNvPr id="148" name="Freeform 147"/>
              <p:cNvSpPr>
                <a:spLocks/>
              </p:cNvSpPr>
              <p:nvPr/>
            </p:nvSpPr>
            <p:spPr bwMode="auto">
              <a:xfrm>
                <a:off x="6911976" y="4365626"/>
                <a:ext cx="182563" cy="38100"/>
              </a:xfrm>
              <a:custGeom>
                <a:avLst/>
                <a:gdLst>
                  <a:gd name="T0" fmla="*/ 54 w 58"/>
                  <a:gd name="T1" fmla="*/ 2 h 12"/>
                  <a:gd name="T2" fmla="*/ 50 w 58"/>
                  <a:gd name="T3" fmla="*/ 0 h 12"/>
                  <a:gd name="T4" fmla="*/ 6 w 58"/>
                  <a:gd name="T5" fmla="*/ 0 h 12"/>
                  <a:gd name="T6" fmla="*/ 2 w 58"/>
                  <a:gd name="T7" fmla="*/ 3 h 12"/>
                  <a:gd name="T8" fmla="*/ 0 w 58"/>
                  <a:gd name="T9" fmla="*/ 12 h 12"/>
                  <a:gd name="T10" fmla="*/ 58 w 58"/>
                  <a:gd name="T11" fmla="*/ 12 h 12"/>
                  <a:gd name="T12" fmla="*/ 54 w 58"/>
                  <a:gd name="T13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12">
                    <a:moveTo>
                      <a:pt x="54" y="2"/>
                    </a:moveTo>
                    <a:cubicBezTo>
                      <a:pt x="53" y="1"/>
                      <a:pt x="52" y="0"/>
                      <a:pt x="5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0"/>
                      <a:pt x="3" y="1"/>
                      <a:pt x="2" y="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58" y="12"/>
                      <a:pt x="58" y="12"/>
                      <a:pt x="58" y="12"/>
                    </a:cubicBezTo>
                    <a:lnTo>
                      <a:pt x="54" y="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Freeform 148"/>
              <p:cNvSpPr>
                <a:spLocks noEditPoints="1"/>
              </p:cNvSpPr>
              <p:nvPr/>
            </p:nvSpPr>
            <p:spPr bwMode="auto">
              <a:xfrm>
                <a:off x="6880226" y="4416426"/>
                <a:ext cx="252413" cy="76200"/>
              </a:xfrm>
              <a:custGeom>
                <a:avLst/>
                <a:gdLst>
                  <a:gd name="T0" fmla="*/ 68 w 80"/>
                  <a:gd name="T1" fmla="*/ 0 h 24"/>
                  <a:gd name="T2" fmla="*/ 12 w 80"/>
                  <a:gd name="T3" fmla="*/ 0 h 24"/>
                  <a:gd name="T4" fmla="*/ 0 w 80"/>
                  <a:gd name="T5" fmla="*/ 12 h 24"/>
                  <a:gd name="T6" fmla="*/ 12 w 80"/>
                  <a:gd name="T7" fmla="*/ 24 h 24"/>
                  <a:gd name="T8" fmla="*/ 68 w 80"/>
                  <a:gd name="T9" fmla="*/ 24 h 24"/>
                  <a:gd name="T10" fmla="*/ 80 w 80"/>
                  <a:gd name="T11" fmla="*/ 12 h 24"/>
                  <a:gd name="T12" fmla="*/ 68 w 80"/>
                  <a:gd name="T13" fmla="*/ 0 h 24"/>
                  <a:gd name="T14" fmla="*/ 20 w 80"/>
                  <a:gd name="T15" fmla="*/ 17 h 24"/>
                  <a:gd name="T16" fmla="*/ 15 w 80"/>
                  <a:gd name="T17" fmla="*/ 12 h 24"/>
                  <a:gd name="T18" fmla="*/ 20 w 80"/>
                  <a:gd name="T19" fmla="*/ 7 h 24"/>
                  <a:gd name="T20" fmla="*/ 25 w 80"/>
                  <a:gd name="T21" fmla="*/ 12 h 24"/>
                  <a:gd name="T22" fmla="*/ 20 w 80"/>
                  <a:gd name="T23" fmla="*/ 17 h 24"/>
                  <a:gd name="T24" fmla="*/ 40 w 80"/>
                  <a:gd name="T25" fmla="*/ 17 h 24"/>
                  <a:gd name="T26" fmla="*/ 35 w 80"/>
                  <a:gd name="T27" fmla="*/ 12 h 24"/>
                  <a:gd name="T28" fmla="*/ 40 w 80"/>
                  <a:gd name="T29" fmla="*/ 7 h 24"/>
                  <a:gd name="T30" fmla="*/ 45 w 80"/>
                  <a:gd name="T31" fmla="*/ 12 h 24"/>
                  <a:gd name="T32" fmla="*/ 40 w 80"/>
                  <a:gd name="T33" fmla="*/ 17 h 24"/>
                  <a:gd name="T34" fmla="*/ 60 w 80"/>
                  <a:gd name="T35" fmla="*/ 17 h 24"/>
                  <a:gd name="T36" fmla="*/ 55 w 80"/>
                  <a:gd name="T37" fmla="*/ 12 h 24"/>
                  <a:gd name="T38" fmla="*/ 60 w 80"/>
                  <a:gd name="T39" fmla="*/ 7 h 24"/>
                  <a:gd name="T40" fmla="*/ 65 w 80"/>
                  <a:gd name="T41" fmla="*/ 12 h 24"/>
                  <a:gd name="T42" fmla="*/ 60 w 80"/>
                  <a:gd name="T43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0" h="24">
                    <a:moveTo>
                      <a:pt x="68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9"/>
                      <a:pt x="5" y="24"/>
                      <a:pt x="12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75" y="24"/>
                      <a:pt x="80" y="19"/>
                      <a:pt x="80" y="12"/>
                    </a:cubicBezTo>
                    <a:cubicBezTo>
                      <a:pt x="80" y="5"/>
                      <a:pt x="75" y="0"/>
                      <a:pt x="68" y="0"/>
                    </a:cubicBezTo>
                    <a:close/>
                    <a:moveTo>
                      <a:pt x="20" y="17"/>
                    </a:moveTo>
                    <a:cubicBezTo>
                      <a:pt x="17" y="17"/>
                      <a:pt x="15" y="15"/>
                      <a:pt x="15" y="12"/>
                    </a:cubicBezTo>
                    <a:cubicBezTo>
                      <a:pt x="15" y="9"/>
                      <a:pt x="17" y="7"/>
                      <a:pt x="20" y="7"/>
                    </a:cubicBezTo>
                    <a:cubicBezTo>
                      <a:pt x="23" y="7"/>
                      <a:pt x="25" y="9"/>
                      <a:pt x="25" y="12"/>
                    </a:cubicBezTo>
                    <a:cubicBezTo>
                      <a:pt x="25" y="15"/>
                      <a:pt x="23" y="17"/>
                      <a:pt x="20" y="17"/>
                    </a:cubicBezTo>
                    <a:close/>
                    <a:moveTo>
                      <a:pt x="40" y="17"/>
                    </a:moveTo>
                    <a:cubicBezTo>
                      <a:pt x="37" y="17"/>
                      <a:pt x="35" y="15"/>
                      <a:pt x="35" y="12"/>
                    </a:cubicBezTo>
                    <a:cubicBezTo>
                      <a:pt x="35" y="9"/>
                      <a:pt x="37" y="7"/>
                      <a:pt x="40" y="7"/>
                    </a:cubicBezTo>
                    <a:cubicBezTo>
                      <a:pt x="43" y="7"/>
                      <a:pt x="45" y="9"/>
                      <a:pt x="45" y="12"/>
                    </a:cubicBezTo>
                    <a:cubicBezTo>
                      <a:pt x="45" y="15"/>
                      <a:pt x="43" y="17"/>
                      <a:pt x="40" y="17"/>
                    </a:cubicBezTo>
                    <a:close/>
                    <a:moveTo>
                      <a:pt x="60" y="17"/>
                    </a:moveTo>
                    <a:cubicBezTo>
                      <a:pt x="57" y="17"/>
                      <a:pt x="55" y="15"/>
                      <a:pt x="55" y="12"/>
                    </a:cubicBezTo>
                    <a:cubicBezTo>
                      <a:pt x="55" y="9"/>
                      <a:pt x="57" y="7"/>
                      <a:pt x="60" y="7"/>
                    </a:cubicBezTo>
                    <a:cubicBezTo>
                      <a:pt x="63" y="7"/>
                      <a:pt x="65" y="9"/>
                      <a:pt x="65" y="12"/>
                    </a:cubicBezTo>
                    <a:cubicBezTo>
                      <a:pt x="65" y="15"/>
                      <a:pt x="63" y="17"/>
                      <a:pt x="60" y="1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Freeform 149"/>
              <p:cNvSpPr>
                <a:spLocks/>
              </p:cNvSpPr>
              <p:nvPr/>
            </p:nvSpPr>
            <p:spPr bwMode="auto">
              <a:xfrm>
                <a:off x="6938963" y="4303713"/>
                <a:ext cx="193675" cy="49213"/>
              </a:xfrm>
              <a:custGeom>
                <a:avLst/>
                <a:gdLst>
                  <a:gd name="T0" fmla="*/ 53 w 61"/>
                  <a:gd name="T1" fmla="*/ 0 h 16"/>
                  <a:gd name="T2" fmla="*/ 53 w 61"/>
                  <a:gd name="T3" fmla="*/ 4 h 16"/>
                  <a:gd name="T4" fmla="*/ 33 w 61"/>
                  <a:gd name="T5" fmla="*/ 4 h 16"/>
                  <a:gd name="T6" fmla="*/ 33 w 61"/>
                  <a:gd name="T7" fmla="*/ 3 h 16"/>
                  <a:gd name="T8" fmla="*/ 29 w 61"/>
                  <a:gd name="T9" fmla="*/ 0 h 16"/>
                  <a:gd name="T10" fmla="*/ 9 w 61"/>
                  <a:gd name="T11" fmla="*/ 0 h 16"/>
                  <a:gd name="T12" fmla="*/ 5 w 61"/>
                  <a:gd name="T13" fmla="*/ 3 h 16"/>
                  <a:gd name="T14" fmla="*/ 0 w 61"/>
                  <a:gd name="T15" fmla="*/ 16 h 16"/>
                  <a:gd name="T16" fmla="*/ 38 w 61"/>
                  <a:gd name="T17" fmla="*/ 16 h 16"/>
                  <a:gd name="T18" fmla="*/ 37 w 61"/>
                  <a:gd name="T19" fmla="*/ 12 h 16"/>
                  <a:gd name="T20" fmla="*/ 53 w 61"/>
                  <a:gd name="T21" fmla="*/ 12 h 16"/>
                  <a:gd name="T22" fmla="*/ 53 w 61"/>
                  <a:gd name="T23" fmla="*/ 16 h 16"/>
                  <a:gd name="T24" fmla="*/ 61 w 61"/>
                  <a:gd name="T25" fmla="*/ 16 h 16"/>
                  <a:gd name="T26" fmla="*/ 61 w 61"/>
                  <a:gd name="T27" fmla="*/ 0 h 16"/>
                  <a:gd name="T28" fmla="*/ 53 w 61"/>
                  <a:gd name="T29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1" h="16">
                    <a:moveTo>
                      <a:pt x="53" y="0"/>
                    </a:moveTo>
                    <a:cubicBezTo>
                      <a:pt x="53" y="4"/>
                      <a:pt x="53" y="4"/>
                      <a:pt x="53" y="4"/>
                    </a:cubicBezTo>
                    <a:cubicBezTo>
                      <a:pt x="33" y="4"/>
                      <a:pt x="33" y="4"/>
                      <a:pt x="33" y="4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2" y="1"/>
                      <a:pt x="31" y="0"/>
                      <a:pt x="2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0"/>
                      <a:pt x="6" y="1"/>
                      <a:pt x="5" y="3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7" y="12"/>
                      <a:pt x="37" y="12"/>
                      <a:pt x="37" y="12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53" y="16"/>
                      <a:pt x="53" y="16"/>
                      <a:pt x="53" y="16"/>
                    </a:cubicBezTo>
                    <a:cubicBezTo>
                      <a:pt x="61" y="16"/>
                      <a:pt x="61" y="16"/>
                      <a:pt x="61" y="16"/>
                    </a:cubicBezTo>
                    <a:cubicBezTo>
                      <a:pt x="61" y="0"/>
                      <a:pt x="61" y="0"/>
                      <a:pt x="61" y="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5" name="组合 234"/>
            <p:cNvGrpSpPr>
              <a:grpSpLocks noChangeAspect="1"/>
            </p:cNvGrpSpPr>
            <p:nvPr/>
          </p:nvGrpSpPr>
          <p:grpSpPr>
            <a:xfrm>
              <a:off x="6335713" y="4214813"/>
              <a:ext cx="127000" cy="252413"/>
              <a:chOff x="6335713" y="4214813"/>
              <a:chExt cx="127000" cy="252413"/>
            </a:xfrm>
          </p:grpSpPr>
          <p:sp>
            <p:nvSpPr>
              <p:cNvPr id="151" name="Freeform 150"/>
              <p:cNvSpPr>
                <a:spLocks noEditPoints="1"/>
              </p:cNvSpPr>
              <p:nvPr/>
            </p:nvSpPr>
            <p:spPr bwMode="auto">
              <a:xfrm>
                <a:off x="6335713" y="4294188"/>
                <a:ext cx="127000" cy="173038"/>
              </a:xfrm>
              <a:custGeom>
                <a:avLst/>
                <a:gdLst>
                  <a:gd name="T0" fmla="*/ 26 w 40"/>
                  <a:gd name="T1" fmla="*/ 15 h 55"/>
                  <a:gd name="T2" fmla="*/ 35 w 40"/>
                  <a:gd name="T3" fmla="*/ 6 h 55"/>
                  <a:gd name="T4" fmla="*/ 29 w 40"/>
                  <a:gd name="T5" fmla="*/ 0 h 55"/>
                  <a:gd name="T6" fmla="*/ 0 w 40"/>
                  <a:gd name="T7" fmla="*/ 39 h 55"/>
                  <a:gd name="T8" fmla="*/ 20 w 40"/>
                  <a:gd name="T9" fmla="*/ 55 h 55"/>
                  <a:gd name="T10" fmla="*/ 40 w 40"/>
                  <a:gd name="T11" fmla="*/ 39 h 55"/>
                  <a:gd name="T12" fmla="*/ 26 w 40"/>
                  <a:gd name="T13" fmla="*/ 15 h 55"/>
                  <a:gd name="T14" fmla="*/ 20 w 40"/>
                  <a:gd name="T15" fmla="*/ 47 h 55"/>
                  <a:gd name="T16" fmla="*/ 8 w 40"/>
                  <a:gd name="T17" fmla="*/ 39 h 55"/>
                  <a:gd name="T18" fmla="*/ 20 w 40"/>
                  <a:gd name="T19" fmla="*/ 20 h 55"/>
                  <a:gd name="T20" fmla="*/ 32 w 40"/>
                  <a:gd name="T21" fmla="*/ 39 h 55"/>
                  <a:gd name="T22" fmla="*/ 20 w 40"/>
                  <a:gd name="T23" fmla="*/ 47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0" h="55">
                    <a:moveTo>
                      <a:pt x="26" y="15"/>
                    </a:moveTo>
                    <a:cubicBezTo>
                      <a:pt x="35" y="6"/>
                      <a:pt x="35" y="6"/>
                      <a:pt x="35" y="6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13" y="16"/>
                      <a:pt x="0" y="26"/>
                      <a:pt x="0" y="39"/>
                    </a:cubicBezTo>
                    <a:cubicBezTo>
                      <a:pt x="0" y="55"/>
                      <a:pt x="14" y="55"/>
                      <a:pt x="20" y="55"/>
                    </a:cubicBezTo>
                    <a:cubicBezTo>
                      <a:pt x="26" y="55"/>
                      <a:pt x="40" y="55"/>
                      <a:pt x="40" y="39"/>
                    </a:cubicBezTo>
                    <a:cubicBezTo>
                      <a:pt x="40" y="29"/>
                      <a:pt x="31" y="20"/>
                      <a:pt x="26" y="15"/>
                    </a:cubicBezTo>
                    <a:close/>
                    <a:moveTo>
                      <a:pt x="20" y="47"/>
                    </a:moveTo>
                    <a:cubicBezTo>
                      <a:pt x="11" y="47"/>
                      <a:pt x="8" y="45"/>
                      <a:pt x="8" y="39"/>
                    </a:cubicBezTo>
                    <a:cubicBezTo>
                      <a:pt x="8" y="33"/>
                      <a:pt x="15" y="25"/>
                      <a:pt x="20" y="20"/>
                    </a:cubicBezTo>
                    <a:cubicBezTo>
                      <a:pt x="25" y="25"/>
                      <a:pt x="32" y="33"/>
                      <a:pt x="32" y="39"/>
                    </a:cubicBezTo>
                    <a:cubicBezTo>
                      <a:pt x="32" y="45"/>
                      <a:pt x="29" y="47"/>
                      <a:pt x="20" y="47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Freeform 151"/>
              <p:cNvSpPr>
                <a:spLocks/>
              </p:cNvSpPr>
              <p:nvPr/>
            </p:nvSpPr>
            <p:spPr bwMode="auto">
              <a:xfrm>
                <a:off x="6351588" y="4214813"/>
                <a:ext cx="95250" cy="122238"/>
              </a:xfrm>
              <a:custGeom>
                <a:avLst/>
                <a:gdLst>
                  <a:gd name="T0" fmla="*/ 12 w 60"/>
                  <a:gd name="T1" fmla="*/ 77 h 77"/>
                  <a:gd name="T2" fmla="*/ 60 w 60"/>
                  <a:gd name="T3" fmla="*/ 30 h 77"/>
                  <a:gd name="T4" fmla="*/ 48 w 60"/>
                  <a:gd name="T5" fmla="*/ 18 h 77"/>
                  <a:gd name="T6" fmla="*/ 38 w 60"/>
                  <a:gd name="T7" fmla="*/ 28 h 77"/>
                  <a:gd name="T8" fmla="*/ 38 w 60"/>
                  <a:gd name="T9" fmla="*/ 0 h 77"/>
                  <a:gd name="T10" fmla="*/ 22 w 60"/>
                  <a:gd name="T11" fmla="*/ 0 h 77"/>
                  <a:gd name="T12" fmla="*/ 22 w 60"/>
                  <a:gd name="T13" fmla="*/ 44 h 77"/>
                  <a:gd name="T14" fmla="*/ 0 w 60"/>
                  <a:gd name="T15" fmla="*/ 65 h 77"/>
                  <a:gd name="T16" fmla="*/ 12 w 60"/>
                  <a:gd name="T17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77">
                    <a:moveTo>
                      <a:pt x="12" y="77"/>
                    </a:moveTo>
                    <a:lnTo>
                      <a:pt x="60" y="30"/>
                    </a:lnTo>
                    <a:lnTo>
                      <a:pt x="48" y="18"/>
                    </a:lnTo>
                    <a:lnTo>
                      <a:pt x="38" y="28"/>
                    </a:lnTo>
                    <a:lnTo>
                      <a:pt x="38" y="0"/>
                    </a:lnTo>
                    <a:lnTo>
                      <a:pt x="22" y="0"/>
                    </a:lnTo>
                    <a:lnTo>
                      <a:pt x="22" y="44"/>
                    </a:lnTo>
                    <a:lnTo>
                      <a:pt x="0" y="65"/>
                    </a:lnTo>
                    <a:lnTo>
                      <a:pt x="12" y="7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0" name="组合 239"/>
            <p:cNvGrpSpPr>
              <a:grpSpLocks noChangeAspect="1"/>
            </p:cNvGrpSpPr>
            <p:nvPr/>
          </p:nvGrpSpPr>
          <p:grpSpPr>
            <a:xfrm>
              <a:off x="3240088" y="4835526"/>
              <a:ext cx="252413" cy="239712"/>
              <a:chOff x="3240088" y="4835526"/>
              <a:chExt cx="252413" cy="239712"/>
            </a:xfrm>
          </p:grpSpPr>
          <p:sp>
            <p:nvSpPr>
              <p:cNvPr id="153" name="Freeform 152"/>
              <p:cNvSpPr>
                <a:spLocks/>
              </p:cNvSpPr>
              <p:nvPr/>
            </p:nvSpPr>
            <p:spPr bwMode="auto">
              <a:xfrm>
                <a:off x="3367088" y="4835526"/>
                <a:ext cx="49213" cy="25400"/>
              </a:xfrm>
              <a:custGeom>
                <a:avLst/>
                <a:gdLst>
                  <a:gd name="T0" fmla="*/ 8 w 16"/>
                  <a:gd name="T1" fmla="*/ 0 h 8"/>
                  <a:gd name="T2" fmla="*/ 0 w 16"/>
                  <a:gd name="T3" fmla="*/ 8 h 8"/>
                  <a:gd name="T4" fmla="*/ 16 w 16"/>
                  <a:gd name="T5" fmla="*/ 8 h 8"/>
                  <a:gd name="T6" fmla="*/ 8 w 16"/>
                  <a:gd name="T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8">
                    <a:moveTo>
                      <a:pt x="8" y="0"/>
                    </a:moveTo>
                    <a:cubicBezTo>
                      <a:pt x="4" y="0"/>
                      <a:pt x="0" y="4"/>
                      <a:pt x="0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Freeform 153"/>
              <p:cNvSpPr>
                <a:spLocks noEditPoints="1"/>
              </p:cNvSpPr>
              <p:nvPr/>
            </p:nvSpPr>
            <p:spPr bwMode="auto">
              <a:xfrm>
                <a:off x="3240088" y="4910138"/>
                <a:ext cx="88900" cy="139700"/>
              </a:xfrm>
              <a:custGeom>
                <a:avLst/>
                <a:gdLst>
                  <a:gd name="T0" fmla="*/ 28 w 28"/>
                  <a:gd name="T1" fmla="*/ 33 h 44"/>
                  <a:gd name="T2" fmla="*/ 28 w 28"/>
                  <a:gd name="T3" fmla="*/ 4 h 44"/>
                  <a:gd name="T4" fmla="*/ 24 w 28"/>
                  <a:gd name="T5" fmla="*/ 0 h 44"/>
                  <a:gd name="T6" fmla="*/ 16 w 28"/>
                  <a:gd name="T7" fmla="*/ 0 h 44"/>
                  <a:gd name="T8" fmla="*/ 13 w 28"/>
                  <a:gd name="T9" fmla="*/ 1 h 44"/>
                  <a:gd name="T10" fmla="*/ 1 w 28"/>
                  <a:gd name="T11" fmla="*/ 13 h 44"/>
                  <a:gd name="T12" fmla="*/ 0 w 28"/>
                  <a:gd name="T13" fmla="*/ 16 h 44"/>
                  <a:gd name="T14" fmla="*/ 0 w 28"/>
                  <a:gd name="T15" fmla="*/ 40 h 44"/>
                  <a:gd name="T16" fmla="*/ 4 w 28"/>
                  <a:gd name="T17" fmla="*/ 44 h 44"/>
                  <a:gd name="T18" fmla="*/ 12 w 28"/>
                  <a:gd name="T19" fmla="*/ 44 h 44"/>
                  <a:gd name="T20" fmla="*/ 24 w 28"/>
                  <a:gd name="T21" fmla="*/ 32 h 44"/>
                  <a:gd name="T22" fmla="*/ 28 w 28"/>
                  <a:gd name="T23" fmla="*/ 33 h 44"/>
                  <a:gd name="T24" fmla="*/ 20 w 28"/>
                  <a:gd name="T25" fmla="*/ 20 h 44"/>
                  <a:gd name="T26" fmla="*/ 12 w 28"/>
                  <a:gd name="T27" fmla="*/ 20 h 44"/>
                  <a:gd name="T28" fmla="*/ 12 w 28"/>
                  <a:gd name="T29" fmla="*/ 12 h 44"/>
                  <a:gd name="T30" fmla="*/ 20 w 28"/>
                  <a:gd name="T31" fmla="*/ 12 h 44"/>
                  <a:gd name="T32" fmla="*/ 20 w 28"/>
                  <a:gd name="T33" fmla="*/ 2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8" h="44">
                    <a:moveTo>
                      <a:pt x="28" y="33"/>
                    </a:moveTo>
                    <a:cubicBezTo>
                      <a:pt x="28" y="4"/>
                      <a:pt x="28" y="4"/>
                      <a:pt x="28" y="4"/>
                    </a:cubicBezTo>
                    <a:cubicBezTo>
                      <a:pt x="28" y="2"/>
                      <a:pt x="26" y="0"/>
                      <a:pt x="24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5" y="0"/>
                      <a:pt x="14" y="0"/>
                      <a:pt x="13" y="1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4"/>
                      <a:pt x="0" y="15"/>
                      <a:pt x="0" y="16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2"/>
                      <a:pt x="2" y="44"/>
                      <a:pt x="4" y="44"/>
                    </a:cubicBezTo>
                    <a:cubicBezTo>
                      <a:pt x="12" y="44"/>
                      <a:pt x="12" y="44"/>
                      <a:pt x="12" y="44"/>
                    </a:cubicBezTo>
                    <a:cubicBezTo>
                      <a:pt x="12" y="37"/>
                      <a:pt x="17" y="32"/>
                      <a:pt x="24" y="32"/>
                    </a:cubicBezTo>
                    <a:cubicBezTo>
                      <a:pt x="25" y="32"/>
                      <a:pt x="27" y="32"/>
                      <a:pt x="28" y="33"/>
                    </a:cubicBezTo>
                    <a:close/>
                    <a:moveTo>
                      <a:pt x="20" y="20"/>
                    </a:moveTo>
                    <a:cubicBezTo>
                      <a:pt x="12" y="20"/>
                      <a:pt x="12" y="20"/>
                      <a:pt x="12" y="20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20" y="12"/>
                      <a:pt x="20" y="12"/>
                      <a:pt x="20" y="12"/>
                    </a:cubicBezTo>
                    <a:lnTo>
                      <a:pt x="20" y="2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Oval 154"/>
              <p:cNvSpPr>
                <a:spLocks noChangeArrowheads="1"/>
              </p:cNvSpPr>
              <p:nvPr/>
            </p:nvSpPr>
            <p:spPr bwMode="auto">
              <a:xfrm>
                <a:off x="3290888" y="5024438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Freeform 155"/>
              <p:cNvSpPr>
                <a:spLocks noEditPoints="1"/>
              </p:cNvSpPr>
              <p:nvPr/>
            </p:nvSpPr>
            <p:spPr bwMode="auto">
              <a:xfrm>
                <a:off x="3341688" y="4872038"/>
                <a:ext cx="150813" cy="177800"/>
              </a:xfrm>
              <a:custGeom>
                <a:avLst/>
                <a:gdLst>
                  <a:gd name="T0" fmla="*/ 40 w 48"/>
                  <a:gd name="T1" fmla="*/ 0 h 56"/>
                  <a:gd name="T2" fmla="*/ 8 w 48"/>
                  <a:gd name="T3" fmla="*/ 0 h 56"/>
                  <a:gd name="T4" fmla="*/ 0 w 48"/>
                  <a:gd name="T5" fmla="*/ 8 h 56"/>
                  <a:gd name="T6" fmla="*/ 0 w 48"/>
                  <a:gd name="T7" fmla="*/ 47 h 56"/>
                  <a:gd name="T8" fmla="*/ 4 w 48"/>
                  <a:gd name="T9" fmla="*/ 56 h 56"/>
                  <a:gd name="T10" fmla="*/ 16 w 48"/>
                  <a:gd name="T11" fmla="*/ 56 h 56"/>
                  <a:gd name="T12" fmla="*/ 28 w 48"/>
                  <a:gd name="T13" fmla="*/ 44 h 56"/>
                  <a:gd name="T14" fmla="*/ 40 w 48"/>
                  <a:gd name="T15" fmla="*/ 56 h 56"/>
                  <a:gd name="T16" fmla="*/ 44 w 48"/>
                  <a:gd name="T17" fmla="*/ 56 h 56"/>
                  <a:gd name="T18" fmla="*/ 48 w 48"/>
                  <a:gd name="T19" fmla="*/ 52 h 56"/>
                  <a:gd name="T20" fmla="*/ 48 w 48"/>
                  <a:gd name="T21" fmla="*/ 8 h 56"/>
                  <a:gd name="T22" fmla="*/ 40 w 48"/>
                  <a:gd name="T23" fmla="*/ 0 h 56"/>
                  <a:gd name="T24" fmla="*/ 36 w 48"/>
                  <a:gd name="T25" fmla="*/ 28 h 56"/>
                  <a:gd name="T26" fmla="*/ 28 w 48"/>
                  <a:gd name="T27" fmla="*/ 28 h 56"/>
                  <a:gd name="T28" fmla="*/ 28 w 48"/>
                  <a:gd name="T29" fmla="*/ 36 h 56"/>
                  <a:gd name="T30" fmla="*/ 20 w 48"/>
                  <a:gd name="T31" fmla="*/ 36 h 56"/>
                  <a:gd name="T32" fmla="*/ 20 w 48"/>
                  <a:gd name="T33" fmla="*/ 28 h 56"/>
                  <a:gd name="T34" fmla="*/ 12 w 48"/>
                  <a:gd name="T35" fmla="*/ 28 h 56"/>
                  <a:gd name="T36" fmla="*/ 12 w 48"/>
                  <a:gd name="T37" fmla="*/ 20 h 56"/>
                  <a:gd name="T38" fmla="*/ 20 w 48"/>
                  <a:gd name="T39" fmla="*/ 20 h 56"/>
                  <a:gd name="T40" fmla="*/ 20 w 48"/>
                  <a:gd name="T41" fmla="*/ 12 h 56"/>
                  <a:gd name="T42" fmla="*/ 28 w 48"/>
                  <a:gd name="T43" fmla="*/ 12 h 56"/>
                  <a:gd name="T44" fmla="*/ 28 w 48"/>
                  <a:gd name="T45" fmla="*/ 20 h 56"/>
                  <a:gd name="T46" fmla="*/ 36 w 48"/>
                  <a:gd name="T47" fmla="*/ 20 h 56"/>
                  <a:gd name="T48" fmla="*/ 36 w 48"/>
                  <a:gd name="T49" fmla="*/ 28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8" h="56">
                    <a:moveTo>
                      <a:pt x="40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2" y="49"/>
                      <a:pt x="4" y="52"/>
                      <a:pt x="4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6" y="49"/>
                      <a:pt x="21" y="44"/>
                      <a:pt x="28" y="44"/>
                    </a:cubicBezTo>
                    <a:cubicBezTo>
                      <a:pt x="35" y="44"/>
                      <a:pt x="40" y="49"/>
                      <a:pt x="40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46" y="56"/>
                      <a:pt x="48" y="54"/>
                      <a:pt x="48" y="52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4"/>
                      <a:pt x="44" y="0"/>
                      <a:pt x="40" y="0"/>
                    </a:cubicBezTo>
                    <a:close/>
                    <a:moveTo>
                      <a:pt x="36" y="28"/>
                    </a:moveTo>
                    <a:cubicBezTo>
                      <a:pt x="28" y="28"/>
                      <a:pt x="28" y="28"/>
                      <a:pt x="28" y="28"/>
                    </a:cubicBezTo>
                    <a:cubicBezTo>
                      <a:pt x="28" y="36"/>
                      <a:pt x="28" y="36"/>
                      <a:pt x="28" y="36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8" y="20"/>
                      <a:pt x="28" y="20"/>
                      <a:pt x="28" y="20"/>
                    </a:cubicBezTo>
                    <a:cubicBezTo>
                      <a:pt x="36" y="20"/>
                      <a:pt x="36" y="20"/>
                      <a:pt x="36" y="20"/>
                    </a:cubicBezTo>
                    <a:lnTo>
                      <a:pt x="36" y="2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Oval 156"/>
              <p:cNvSpPr>
                <a:spLocks noChangeArrowheads="1"/>
              </p:cNvSpPr>
              <p:nvPr/>
            </p:nvSpPr>
            <p:spPr bwMode="auto">
              <a:xfrm>
                <a:off x="3403601" y="5024438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4" name="组合 243"/>
            <p:cNvGrpSpPr>
              <a:grpSpLocks noChangeAspect="1"/>
            </p:cNvGrpSpPr>
            <p:nvPr/>
          </p:nvGrpSpPr>
          <p:grpSpPr>
            <a:xfrm>
              <a:off x="5665788" y="4822826"/>
              <a:ext cx="254000" cy="252412"/>
              <a:chOff x="5665788" y="4822826"/>
              <a:chExt cx="254000" cy="252412"/>
            </a:xfrm>
          </p:grpSpPr>
          <p:sp>
            <p:nvSpPr>
              <p:cNvPr id="158" name="Freeform 157"/>
              <p:cNvSpPr>
                <a:spLocks noEditPoints="1"/>
              </p:cNvSpPr>
              <p:nvPr/>
            </p:nvSpPr>
            <p:spPr bwMode="auto">
              <a:xfrm>
                <a:off x="5665788" y="4891088"/>
                <a:ext cx="254000" cy="184150"/>
              </a:xfrm>
              <a:custGeom>
                <a:avLst/>
                <a:gdLst>
                  <a:gd name="T0" fmla="*/ 64 w 80"/>
                  <a:gd name="T1" fmla="*/ 16 h 58"/>
                  <a:gd name="T2" fmla="*/ 48 w 80"/>
                  <a:gd name="T3" fmla="*/ 0 h 58"/>
                  <a:gd name="T4" fmla="*/ 32 w 80"/>
                  <a:gd name="T5" fmla="*/ 20 h 58"/>
                  <a:gd name="T6" fmla="*/ 20 w 80"/>
                  <a:gd name="T7" fmla="*/ 8 h 58"/>
                  <a:gd name="T8" fmla="*/ 14 w 80"/>
                  <a:gd name="T9" fmla="*/ 14 h 58"/>
                  <a:gd name="T10" fmla="*/ 0 w 80"/>
                  <a:gd name="T11" fmla="*/ 14 h 58"/>
                  <a:gd name="T12" fmla="*/ 0 w 80"/>
                  <a:gd name="T13" fmla="*/ 50 h 58"/>
                  <a:gd name="T14" fmla="*/ 8 w 80"/>
                  <a:gd name="T15" fmla="*/ 58 h 58"/>
                  <a:gd name="T16" fmla="*/ 72 w 80"/>
                  <a:gd name="T17" fmla="*/ 58 h 58"/>
                  <a:gd name="T18" fmla="*/ 80 w 80"/>
                  <a:gd name="T19" fmla="*/ 50 h 58"/>
                  <a:gd name="T20" fmla="*/ 80 w 80"/>
                  <a:gd name="T21" fmla="*/ 6 h 58"/>
                  <a:gd name="T22" fmla="*/ 74 w 80"/>
                  <a:gd name="T23" fmla="*/ 6 h 58"/>
                  <a:gd name="T24" fmla="*/ 64 w 80"/>
                  <a:gd name="T25" fmla="*/ 16 h 58"/>
                  <a:gd name="T26" fmla="*/ 20 w 80"/>
                  <a:gd name="T27" fmla="*/ 50 h 58"/>
                  <a:gd name="T28" fmla="*/ 12 w 80"/>
                  <a:gd name="T29" fmla="*/ 50 h 58"/>
                  <a:gd name="T30" fmla="*/ 12 w 80"/>
                  <a:gd name="T31" fmla="*/ 38 h 58"/>
                  <a:gd name="T32" fmla="*/ 20 w 80"/>
                  <a:gd name="T33" fmla="*/ 38 h 58"/>
                  <a:gd name="T34" fmla="*/ 20 w 80"/>
                  <a:gd name="T35" fmla="*/ 50 h 58"/>
                  <a:gd name="T36" fmla="*/ 36 w 80"/>
                  <a:gd name="T37" fmla="*/ 50 h 58"/>
                  <a:gd name="T38" fmla="*/ 28 w 80"/>
                  <a:gd name="T39" fmla="*/ 50 h 58"/>
                  <a:gd name="T40" fmla="*/ 28 w 80"/>
                  <a:gd name="T41" fmla="*/ 30 h 58"/>
                  <a:gd name="T42" fmla="*/ 36 w 80"/>
                  <a:gd name="T43" fmla="*/ 30 h 58"/>
                  <a:gd name="T44" fmla="*/ 36 w 80"/>
                  <a:gd name="T45" fmla="*/ 50 h 58"/>
                  <a:gd name="T46" fmla="*/ 52 w 80"/>
                  <a:gd name="T47" fmla="*/ 50 h 58"/>
                  <a:gd name="T48" fmla="*/ 44 w 80"/>
                  <a:gd name="T49" fmla="*/ 50 h 58"/>
                  <a:gd name="T50" fmla="*/ 44 w 80"/>
                  <a:gd name="T51" fmla="*/ 38 h 58"/>
                  <a:gd name="T52" fmla="*/ 52 w 80"/>
                  <a:gd name="T53" fmla="*/ 38 h 58"/>
                  <a:gd name="T54" fmla="*/ 52 w 80"/>
                  <a:gd name="T55" fmla="*/ 50 h 58"/>
                  <a:gd name="T56" fmla="*/ 68 w 80"/>
                  <a:gd name="T57" fmla="*/ 50 h 58"/>
                  <a:gd name="T58" fmla="*/ 60 w 80"/>
                  <a:gd name="T59" fmla="*/ 50 h 58"/>
                  <a:gd name="T60" fmla="*/ 60 w 80"/>
                  <a:gd name="T61" fmla="*/ 30 h 58"/>
                  <a:gd name="T62" fmla="*/ 68 w 80"/>
                  <a:gd name="T63" fmla="*/ 30 h 58"/>
                  <a:gd name="T64" fmla="*/ 68 w 80"/>
                  <a:gd name="T65" fmla="*/ 5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" h="58">
                    <a:moveTo>
                      <a:pt x="64" y="16"/>
                    </a:moveTo>
                    <a:cubicBezTo>
                      <a:pt x="48" y="0"/>
                      <a:pt x="48" y="0"/>
                      <a:pt x="48" y="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54"/>
                      <a:pt x="4" y="58"/>
                      <a:pt x="8" y="58"/>
                    </a:cubicBezTo>
                    <a:cubicBezTo>
                      <a:pt x="72" y="58"/>
                      <a:pt x="72" y="58"/>
                      <a:pt x="72" y="58"/>
                    </a:cubicBezTo>
                    <a:cubicBezTo>
                      <a:pt x="76" y="58"/>
                      <a:pt x="80" y="54"/>
                      <a:pt x="80" y="50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4" y="6"/>
                      <a:pt x="74" y="6"/>
                      <a:pt x="74" y="6"/>
                    </a:cubicBezTo>
                    <a:lnTo>
                      <a:pt x="64" y="16"/>
                    </a:lnTo>
                    <a:close/>
                    <a:moveTo>
                      <a:pt x="20" y="50"/>
                    </a:moveTo>
                    <a:cubicBezTo>
                      <a:pt x="12" y="50"/>
                      <a:pt x="12" y="50"/>
                      <a:pt x="12" y="50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20" y="38"/>
                      <a:pt x="20" y="38"/>
                      <a:pt x="20" y="38"/>
                    </a:cubicBezTo>
                    <a:lnTo>
                      <a:pt x="20" y="50"/>
                    </a:lnTo>
                    <a:close/>
                    <a:moveTo>
                      <a:pt x="36" y="50"/>
                    </a:moveTo>
                    <a:cubicBezTo>
                      <a:pt x="28" y="50"/>
                      <a:pt x="28" y="50"/>
                      <a:pt x="28" y="50"/>
                    </a:cubicBezTo>
                    <a:cubicBezTo>
                      <a:pt x="28" y="30"/>
                      <a:pt x="28" y="30"/>
                      <a:pt x="28" y="30"/>
                    </a:cubicBezTo>
                    <a:cubicBezTo>
                      <a:pt x="36" y="30"/>
                      <a:pt x="36" y="30"/>
                      <a:pt x="36" y="30"/>
                    </a:cubicBezTo>
                    <a:lnTo>
                      <a:pt x="36" y="50"/>
                    </a:lnTo>
                    <a:close/>
                    <a:moveTo>
                      <a:pt x="52" y="50"/>
                    </a:moveTo>
                    <a:cubicBezTo>
                      <a:pt x="44" y="50"/>
                      <a:pt x="44" y="50"/>
                      <a:pt x="44" y="50"/>
                    </a:cubicBezTo>
                    <a:cubicBezTo>
                      <a:pt x="44" y="38"/>
                      <a:pt x="44" y="38"/>
                      <a:pt x="44" y="38"/>
                    </a:cubicBezTo>
                    <a:cubicBezTo>
                      <a:pt x="52" y="38"/>
                      <a:pt x="52" y="38"/>
                      <a:pt x="52" y="38"/>
                    </a:cubicBezTo>
                    <a:lnTo>
                      <a:pt x="52" y="50"/>
                    </a:lnTo>
                    <a:close/>
                    <a:moveTo>
                      <a:pt x="68" y="50"/>
                    </a:moveTo>
                    <a:cubicBezTo>
                      <a:pt x="60" y="50"/>
                      <a:pt x="60" y="50"/>
                      <a:pt x="60" y="50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8" y="30"/>
                      <a:pt x="68" y="30"/>
                      <a:pt x="68" y="30"/>
                    </a:cubicBezTo>
                    <a:lnTo>
                      <a:pt x="68" y="5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Freeform 158"/>
              <p:cNvSpPr>
                <a:spLocks/>
              </p:cNvSpPr>
              <p:nvPr/>
            </p:nvSpPr>
            <p:spPr bwMode="auto">
              <a:xfrm>
                <a:off x="5665788" y="4822826"/>
                <a:ext cx="254000" cy="93663"/>
              </a:xfrm>
              <a:custGeom>
                <a:avLst/>
                <a:gdLst>
                  <a:gd name="T0" fmla="*/ 72 w 80"/>
                  <a:gd name="T1" fmla="*/ 0 h 30"/>
                  <a:gd name="T2" fmla="*/ 8 w 80"/>
                  <a:gd name="T3" fmla="*/ 0 h 30"/>
                  <a:gd name="T4" fmla="*/ 0 w 80"/>
                  <a:gd name="T5" fmla="*/ 8 h 30"/>
                  <a:gd name="T6" fmla="*/ 0 w 80"/>
                  <a:gd name="T7" fmla="*/ 28 h 30"/>
                  <a:gd name="T8" fmla="*/ 10 w 80"/>
                  <a:gd name="T9" fmla="*/ 28 h 30"/>
                  <a:gd name="T10" fmla="*/ 20 w 80"/>
                  <a:gd name="T11" fmla="*/ 18 h 30"/>
                  <a:gd name="T12" fmla="*/ 32 w 80"/>
                  <a:gd name="T13" fmla="*/ 30 h 30"/>
                  <a:gd name="T14" fmla="*/ 48 w 80"/>
                  <a:gd name="T15" fmla="*/ 10 h 30"/>
                  <a:gd name="T16" fmla="*/ 64 w 80"/>
                  <a:gd name="T17" fmla="*/ 26 h 30"/>
                  <a:gd name="T18" fmla="*/ 70 w 80"/>
                  <a:gd name="T19" fmla="*/ 20 h 30"/>
                  <a:gd name="T20" fmla="*/ 80 w 80"/>
                  <a:gd name="T21" fmla="*/ 20 h 30"/>
                  <a:gd name="T22" fmla="*/ 80 w 80"/>
                  <a:gd name="T23" fmla="*/ 8 h 30"/>
                  <a:gd name="T24" fmla="*/ 72 w 80"/>
                  <a:gd name="T2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" h="30">
                    <a:moveTo>
                      <a:pt x="7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32" y="30"/>
                      <a:pt x="32" y="30"/>
                      <a:pt x="32" y="30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70" y="20"/>
                      <a:pt x="70" y="20"/>
                      <a:pt x="7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3" name="组合 242"/>
            <p:cNvGrpSpPr>
              <a:grpSpLocks noChangeAspect="1"/>
            </p:cNvGrpSpPr>
            <p:nvPr/>
          </p:nvGrpSpPr>
          <p:grpSpPr>
            <a:xfrm>
              <a:off x="5084763" y="4822826"/>
              <a:ext cx="203200" cy="252412"/>
              <a:chOff x="5084763" y="4822826"/>
              <a:chExt cx="203200" cy="252412"/>
            </a:xfrm>
          </p:grpSpPr>
          <p:sp>
            <p:nvSpPr>
              <p:cNvPr id="160" name="Freeform 159"/>
              <p:cNvSpPr>
                <a:spLocks noEditPoints="1"/>
              </p:cNvSpPr>
              <p:nvPr/>
            </p:nvSpPr>
            <p:spPr bwMode="auto">
              <a:xfrm>
                <a:off x="5097463" y="4897438"/>
                <a:ext cx="177800" cy="177800"/>
              </a:xfrm>
              <a:custGeom>
                <a:avLst/>
                <a:gdLst>
                  <a:gd name="T0" fmla="*/ 0 w 56"/>
                  <a:gd name="T1" fmla="*/ 0 h 56"/>
                  <a:gd name="T2" fmla="*/ 0 w 56"/>
                  <a:gd name="T3" fmla="*/ 48 h 56"/>
                  <a:gd name="T4" fmla="*/ 8 w 56"/>
                  <a:gd name="T5" fmla="*/ 56 h 56"/>
                  <a:gd name="T6" fmla="*/ 48 w 56"/>
                  <a:gd name="T7" fmla="*/ 56 h 56"/>
                  <a:gd name="T8" fmla="*/ 56 w 56"/>
                  <a:gd name="T9" fmla="*/ 48 h 56"/>
                  <a:gd name="T10" fmla="*/ 56 w 56"/>
                  <a:gd name="T11" fmla="*/ 0 h 56"/>
                  <a:gd name="T12" fmla="*/ 0 w 56"/>
                  <a:gd name="T13" fmla="*/ 0 h 56"/>
                  <a:gd name="T14" fmla="*/ 44 w 56"/>
                  <a:gd name="T15" fmla="*/ 32 h 56"/>
                  <a:gd name="T16" fmla="*/ 32 w 56"/>
                  <a:gd name="T17" fmla="*/ 32 h 56"/>
                  <a:gd name="T18" fmla="*/ 32 w 56"/>
                  <a:gd name="T19" fmla="*/ 44 h 56"/>
                  <a:gd name="T20" fmla="*/ 24 w 56"/>
                  <a:gd name="T21" fmla="*/ 44 h 56"/>
                  <a:gd name="T22" fmla="*/ 24 w 56"/>
                  <a:gd name="T23" fmla="*/ 32 h 56"/>
                  <a:gd name="T24" fmla="*/ 12 w 56"/>
                  <a:gd name="T25" fmla="*/ 32 h 56"/>
                  <a:gd name="T26" fmla="*/ 12 w 56"/>
                  <a:gd name="T27" fmla="*/ 24 h 56"/>
                  <a:gd name="T28" fmla="*/ 24 w 56"/>
                  <a:gd name="T29" fmla="*/ 24 h 56"/>
                  <a:gd name="T30" fmla="*/ 24 w 56"/>
                  <a:gd name="T31" fmla="*/ 12 h 56"/>
                  <a:gd name="T32" fmla="*/ 32 w 56"/>
                  <a:gd name="T33" fmla="*/ 12 h 56"/>
                  <a:gd name="T34" fmla="*/ 32 w 56"/>
                  <a:gd name="T35" fmla="*/ 24 h 56"/>
                  <a:gd name="T36" fmla="*/ 44 w 56"/>
                  <a:gd name="T37" fmla="*/ 24 h 56"/>
                  <a:gd name="T38" fmla="*/ 44 w 56"/>
                  <a:gd name="T39" fmla="*/ 3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6" h="56">
                    <a:moveTo>
                      <a:pt x="0" y="0"/>
                    </a:moveTo>
                    <a:cubicBezTo>
                      <a:pt x="0" y="48"/>
                      <a:pt x="0" y="48"/>
                      <a:pt x="0" y="48"/>
                    </a:cubicBezTo>
                    <a:cubicBezTo>
                      <a:pt x="0" y="52"/>
                      <a:pt x="4" y="56"/>
                      <a:pt x="8" y="56"/>
                    </a:cubicBezTo>
                    <a:cubicBezTo>
                      <a:pt x="48" y="56"/>
                      <a:pt x="48" y="56"/>
                      <a:pt x="48" y="56"/>
                    </a:cubicBezTo>
                    <a:cubicBezTo>
                      <a:pt x="52" y="56"/>
                      <a:pt x="56" y="52"/>
                      <a:pt x="56" y="48"/>
                    </a:cubicBezTo>
                    <a:cubicBezTo>
                      <a:pt x="56" y="0"/>
                      <a:pt x="56" y="0"/>
                      <a:pt x="56" y="0"/>
                    </a:cubicBezTo>
                    <a:lnTo>
                      <a:pt x="0" y="0"/>
                    </a:lnTo>
                    <a:close/>
                    <a:moveTo>
                      <a:pt x="44" y="32"/>
                    </a:move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24" y="44"/>
                      <a:pt x="24" y="44"/>
                      <a:pt x="24" y="44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12" y="32"/>
                      <a:pt x="12" y="32"/>
                      <a:pt x="12" y="32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12"/>
                      <a:pt x="24" y="12"/>
                      <a:pt x="24" y="12"/>
                    </a:cubicBezTo>
                    <a:cubicBezTo>
                      <a:pt x="32" y="12"/>
                      <a:pt x="32" y="12"/>
                      <a:pt x="32" y="12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44" y="24"/>
                      <a:pt x="44" y="24"/>
                      <a:pt x="44" y="24"/>
                    </a:cubicBezTo>
                    <a:lnTo>
                      <a:pt x="44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Freeform 160"/>
              <p:cNvSpPr>
                <a:spLocks noEditPoints="1"/>
              </p:cNvSpPr>
              <p:nvPr/>
            </p:nvSpPr>
            <p:spPr bwMode="auto">
              <a:xfrm>
                <a:off x="5084763" y="4822826"/>
                <a:ext cx="203200" cy="61913"/>
              </a:xfrm>
              <a:custGeom>
                <a:avLst/>
                <a:gdLst>
                  <a:gd name="T0" fmla="*/ 56 w 64"/>
                  <a:gd name="T1" fmla="*/ 0 h 20"/>
                  <a:gd name="T2" fmla="*/ 8 w 64"/>
                  <a:gd name="T3" fmla="*/ 0 h 20"/>
                  <a:gd name="T4" fmla="*/ 0 w 64"/>
                  <a:gd name="T5" fmla="*/ 8 h 20"/>
                  <a:gd name="T6" fmla="*/ 0 w 64"/>
                  <a:gd name="T7" fmla="*/ 20 h 20"/>
                  <a:gd name="T8" fmla="*/ 64 w 64"/>
                  <a:gd name="T9" fmla="*/ 20 h 20"/>
                  <a:gd name="T10" fmla="*/ 64 w 64"/>
                  <a:gd name="T11" fmla="*/ 8 h 20"/>
                  <a:gd name="T12" fmla="*/ 56 w 64"/>
                  <a:gd name="T13" fmla="*/ 0 h 20"/>
                  <a:gd name="T14" fmla="*/ 16 w 64"/>
                  <a:gd name="T15" fmla="*/ 16 h 20"/>
                  <a:gd name="T16" fmla="*/ 8 w 64"/>
                  <a:gd name="T17" fmla="*/ 16 h 20"/>
                  <a:gd name="T18" fmla="*/ 8 w 64"/>
                  <a:gd name="T19" fmla="*/ 4 h 20"/>
                  <a:gd name="T20" fmla="*/ 16 w 64"/>
                  <a:gd name="T21" fmla="*/ 4 h 20"/>
                  <a:gd name="T22" fmla="*/ 16 w 64"/>
                  <a:gd name="T23" fmla="*/ 16 h 20"/>
                  <a:gd name="T24" fmla="*/ 36 w 64"/>
                  <a:gd name="T25" fmla="*/ 16 h 20"/>
                  <a:gd name="T26" fmla="*/ 28 w 64"/>
                  <a:gd name="T27" fmla="*/ 16 h 20"/>
                  <a:gd name="T28" fmla="*/ 28 w 64"/>
                  <a:gd name="T29" fmla="*/ 4 h 20"/>
                  <a:gd name="T30" fmla="*/ 36 w 64"/>
                  <a:gd name="T31" fmla="*/ 4 h 20"/>
                  <a:gd name="T32" fmla="*/ 36 w 64"/>
                  <a:gd name="T33" fmla="*/ 16 h 20"/>
                  <a:gd name="T34" fmla="*/ 56 w 64"/>
                  <a:gd name="T35" fmla="*/ 16 h 20"/>
                  <a:gd name="T36" fmla="*/ 48 w 64"/>
                  <a:gd name="T37" fmla="*/ 16 h 20"/>
                  <a:gd name="T38" fmla="*/ 48 w 64"/>
                  <a:gd name="T39" fmla="*/ 4 h 20"/>
                  <a:gd name="T40" fmla="*/ 56 w 64"/>
                  <a:gd name="T41" fmla="*/ 4 h 20"/>
                  <a:gd name="T42" fmla="*/ 56 w 64"/>
                  <a:gd name="T43" fmla="*/ 1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64" h="20">
                    <a:moveTo>
                      <a:pt x="5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64" y="8"/>
                      <a:pt x="64" y="8"/>
                      <a:pt x="64" y="8"/>
                    </a:cubicBezTo>
                    <a:cubicBezTo>
                      <a:pt x="64" y="4"/>
                      <a:pt x="60" y="0"/>
                      <a:pt x="56" y="0"/>
                    </a:cubicBezTo>
                    <a:close/>
                    <a:moveTo>
                      <a:pt x="16" y="16"/>
                    </a:moveTo>
                    <a:cubicBezTo>
                      <a:pt x="8" y="16"/>
                      <a:pt x="8" y="16"/>
                      <a:pt x="8" y="16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16" y="4"/>
                      <a:pt x="16" y="4"/>
                      <a:pt x="16" y="4"/>
                    </a:cubicBezTo>
                    <a:lnTo>
                      <a:pt x="16" y="16"/>
                    </a:lnTo>
                    <a:close/>
                    <a:moveTo>
                      <a:pt x="36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36" y="4"/>
                      <a:pt x="36" y="4"/>
                      <a:pt x="36" y="4"/>
                    </a:cubicBezTo>
                    <a:lnTo>
                      <a:pt x="36" y="16"/>
                    </a:lnTo>
                    <a:close/>
                    <a:moveTo>
                      <a:pt x="56" y="16"/>
                    </a:moveTo>
                    <a:cubicBezTo>
                      <a:pt x="48" y="16"/>
                      <a:pt x="48" y="16"/>
                      <a:pt x="48" y="16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56" y="4"/>
                      <a:pt x="56" y="4"/>
                      <a:pt x="56" y="4"/>
                    </a:cubicBezTo>
                    <a:lnTo>
                      <a:pt x="56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2" name="组合 241"/>
            <p:cNvGrpSpPr>
              <a:grpSpLocks noChangeAspect="1"/>
            </p:cNvGrpSpPr>
            <p:nvPr/>
          </p:nvGrpSpPr>
          <p:grpSpPr>
            <a:xfrm>
              <a:off x="4452938" y="4797426"/>
              <a:ext cx="252413" cy="303213"/>
              <a:chOff x="4452938" y="4797426"/>
              <a:chExt cx="252413" cy="303213"/>
            </a:xfrm>
          </p:grpSpPr>
          <p:sp>
            <p:nvSpPr>
              <p:cNvPr id="162" name="Freeform 161"/>
              <p:cNvSpPr>
                <a:spLocks/>
              </p:cNvSpPr>
              <p:nvPr/>
            </p:nvSpPr>
            <p:spPr bwMode="auto">
              <a:xfrm>
                <a:off x="4529138" y="4922838"/>
                <a:ext cx="101600" cy="101600"/>
              </a:xfrm>
              <a:custGeom>
                <a:avLst/>
                <a:gdLst>
                  <a:gd name="T0" fmla="*/ 40 w 64"/>
                  <a:gd name="T1" fmla="*/ 64 h 64"/>
                  <a:gd name="T2" fmla="*/ 40 w 64"/>
                  <a:gd name="T3" fmla="*/ 40 h 64"/>
                  <a:gd name="T4" fmla="*/ 64 w 64"/>
                  <a:gd name="T5" fmla="*/ 40 h 64"/>
                  <a:gd name="T6" fmla="*/ 64 w 64"/>
                  <a:gd name="T7" fmla="*/ 24 h 64"/>
                  <a:gd name="T8" fmla="*/ 40 w 64"/>
                  <a:gd name="T9" fmla="*/ 24 h 64"/>
                  <a:gd name="T10" fmla="*/ 40 w 64"/>
                  <a:gd name="T11" fmla="*/ 0 h 64"/>
                  <a:gd name="T12" fmla="*/ 24 w 64"/>
                  <a:gd name="T13" fmla="*/ 0 h 64"/>
                  <a:gd name="T14" fmla="*/ 24 w 64"/>
                  <a:gd name="T15" fmla="*/ 24 h 64"/>
                  <a:gd name="T16" fmla="*/ 0 w 64"/>
                  <a:gd name="T17" fmla="*/ 24 h 64"/>
                  <a:gd name="T18" fmla="*/ 0 w 64"/>
                  <a:gd name="T19" fmla="*/ 40 h 64"/>
                  <a:gd name="T20" fmla="*/ 24 w 64"/>
                  <a:gd name="T21" fmla="*/ 40 h 64"/>
                  <a:gd name="T22" fmla="*/ 24 w 64"/>
                  <a:gd name="T23" fmla="*/ 64 h 64"/>
                  <a:gd name="T24" fmla="*/ 40 w 64"/>
                  <a:gd name="T25" fmla="*/ 6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4">
                    <a:moveTo>
                      <a:pt x="40" y="64"/>
                    </a:moveTo>
                    <a:lnTo>
                      <a:pt x="40" y="40"/>
                    </a:lnTo>
                    <a:lnTo>
                      <a:pt x="64" y="40"/>
                    </a:lnTo>
                    <a:lnTo>
                      <a:pt x="64" y="24"/>
                    </a:lnTo>
                    <a:lnTo>
                      <a:pt x="40" y="24"/>
                    </a:lnTo>
                    <a:lnTo>
                      <a:pt x="40" y="0"/>
                    </a:lnTo>
                    <a:lnTo>
                      <a:pt x="24" y="0"/>
                    </a:lnTo>
                    <a:lnTo>
                      <a:pt x="24" y="24"/>
                    </a:lnTo>
                    <a:lnTo>
                      <a:pt x="0" y="24"/>
                    </a:lnTo>
                    <a:lnTo>
                      <a:pt x="0" y="40"/>
                    </a:lnTo>
                    <a:lnTo>
                      <a:pt x="24" y="40"/>
                    </a:lnTo>
                    <a:lnTo>
                      <a:pt x="24" y="64"/>
                    </a:lnTo>
                    <a:lnTo>
                      <a:pt x="40" y="6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Freeform 162"/>
              <p:cNvSpPr>
                <a:spLocks/>
              </p:cNvSpPr>
              <p:nvPr/>
            </p:nvSpPr>
            <p:spPr bwMode="auto">
              <a:xfrm>
                <a:off x="4452938" y="4835526"/>
                <a:ext cx="252413" cy="265113"/>
              </a:xfrm>
              <a:custGeom>
                <a:avLst/>
                <a:gdLst>
                  <a:gd name="T0" fmla="*/ 72 w 80"/>
                  <a:gd name="T1" fmla="*/ 0 h 84"/>
                  <a:gd name="T2" fmla="*/ 64 w 80"/>
                  <a:gd name="T3" fmla="*/ 0 h 84"/>
                  <a:gd name="T4" fmla="*/ 64 w 80"/>
                  <a:gd name="T5" fmla="*/ 12 h 84"/>
                  <a:gd name="T6" fmla="*/ 68 w 80"/>
                  <a:gd name="T7" fmla="*/ 12 h 84"/>
                  <a:gd name="T8" fmla="*/ 68 w 80"/>
                  <a:gd name="T9" fmla="*/ 72 h 84"/>
                  <a:gd name="T10" fmla="*/ 12 w 80"/>
                  <a:gd name="T11" fmla="*/ 72 h 84"/>
                  <a:gd name="T12" fmla="*/ 12 w 80"/>
                  <a:gd name="T13" fmla="*/ 12 h 84"/>
                  <a:gd name="T14" fmla="*/ 16 w 80"/>
                  <a:gd name="T15" fmla="*/ 12 h 84"/>
                  <a:gd name="T16" fmla="*/ 16 w 80"/>
                  <a:gd name="T17" fmla="*/ 0 h 84"/>
                  <a:gd name="T18" fmla="*/ 8 w 80"/>
                  <a:gd name="T19" fmla="*/ 0 h 84"/>
                  <a:gd name="T20" fmla="*/ 0 w 80"/>
                  <a:gd name="T21" fmla="*/ 8 h 84"/>
                  <a:gd name="T22" fmla="*/ 0 w 80"/>
                  <a:gd name="T23" fmla="*/ 76 h 84"/>
                  <a:gd name="T24" fmla="*/ 8 w 80"/>
                  <a:gd name="T25" fmla="*/ 84 h 84"/>
                  <a:gd name="T26" fmla="*/ 72 w 80"/>
                  <a:gd name="T27" fmla="*/ 84 h 84"/>
                  <a:gd name="T28" fmla="*/ 80 w 80"/>
                  <a:gd name="T29" fmla="*/ 76 h 84"/>
                  <a:gd name="T30" fmla="*/ 80 w 80"/>
                  <a:gd name="T31" fmla="*/ 8 h 84"/>
                  <a:gd name="T32" fmla="*/ 72 w 80"/>
                  <a:gd name="T3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" h="84">
                    <a:moveTo>
                      <a:pt x="72" y="0"/>
                    </a:moveTo>
                    <a:cubicBezTo>
                      <a:pt x="64" y="0"/>
                      <a:pt x="64" y="0"/>
                      <a:pt x="64" y="0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8" y="12"/>
                      <a:pt x="68" y="12"/>
                      <a:pt x="68" y="12"/>
                    </a:cubicBezTo>
                    <a:cubicBezTo>
                      <a:pt x="68" y="72"/>
                      <a:pt x="68" y="72"/>
                      <a:pt x="68" y="72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0" y="80"/>
                      <a:pt x="4" y="84"/>
                      <a:pt x="8" y="84"/>
                    </a:cubicBezTo>
                    <a:cubicBezTo>
                      <a:pt x="72" y="84"/>
                      <a:pt x="72" y="84"/>
                      <a:pt x="72" y="84"/>
                    </a:cubicBezTo>
                    <a:cubicBezTo>
                      <a:pt x="76" y="84"/>
                      <a:pt x="80" y="80"/>
                      <a:pt x="80" y="76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80" y="4"/>
                      <a:pt x="76" y="0"/>
                      <a:pt x="7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Freeform 163"/>
              <p:cNvSpPr>
                <a:spLocks/>
              </p:cNvSpPr>
              <p:nvPr/>
            </p:nvSpPr>
            <p:spPr bwMode="auto">
              <a:xfrm>
                <a:off x="4516438" y="4797426"/>
                <a:ext cx="127000" cy="87313"/>
              </a:xfrm>
              <a:custGeom>
                <a:avLst/>
                <a:gdLst>
                  <a:gd name="T0" fmla="*/ 4 w 40"/>
                  <a:gd name="T1" fmla="*/ 28 h 28"/>
                  <a:gd name="T2" fmla="*/ 36 w 40"/>
                  <a:gd name="T3" fmla="*/ 28 h 28"/>
                  <a:gd name="T4" fmla="*/ 40 w 40"/>
                  <a:gd name="T5" fmla="*/ 24 h 28"/>
                  <a:gd name="T6" fmla="*/ 40 w 40"/>
                  <a:gd name="T7" fmla="*/ 12 h 28"/>
                  <a:gd name="T8" fmla="*/ 36 w 40"/>
                  <a:gd name="T9" fmla="*/ 8 h 28"/>
                  <a:gd name="T10" fmla="*/ 31 w 40"/>
                  <a:gd name="T11" fmla="*/ 8 h 28"/>
                  <a:gd name="T12" fmla="*/ 20 w 40"/>
                  <a:gd name="T13" fmla="*/ 0 h 28"/>
                  <a:gd name="T14" fmla="*/ 9 w 40"/>
                  <a:gd name="T15" fmla="*/ 8 h 28"/>
                  <a:gd name="T16" fmla="*/ 4 w 40"/>
                  <a:gd name="T17" fmla="*/ 8 h 28"/>
                  <a:gd name="T18" fmla="*/ 0 w 40"/>
                  <a:gd name="T19" fmla="*/ 12 h 28"/>
                  <a:gd name="T20" fmla="*/ 0 w 40"/>
                  <a:gd name="T21" fmla="*/ 24 h 28"/>
                  <a:gd name="T22" fmla="*/ 4 w 40"/>
                  <a:gd name="T23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0" h="28">
                    <a:moveTo>
                      <a:pt x="4" y="28"/>
                    </a:moveTo>
                    <a:cubicBezTo>
                      <a:pt x="36" y="28"/>
                      <a:pt x="36" y="28"/>
                      <a:pt x="36" y="28"/>
                    </a:cubicBezTo>
                    <a:cubicBezTo>
                      <a:pt x="38" y="28"/>
                      <a:pt x="40" y="26"/>
                      <a:pt x="40" y="24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0" y="10"/>
                      <a:pt x="38" y="8"/>
                      <a:pt x="36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0" y="3"/>
                      <a:pt x="25" y="0"/>
                      <a:pt x="20" y="0"/>
                    </a:cubicBezTo>
                    <a:cubicBezTo>
                      <a:pt x="15" y="0"/>
                      <a:pt x="10" y="3"/>
                      <a:pt x="9" y="8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10"/>
                      <a:pt x="0" y="1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6"/>
                      <a:pt x="2" y="28"/>
                      <a:pt x="4" y="2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9" name="组合 238"/>
            <p:cNvGrpSpPr>
              <a:grpSpLocks noChangeAspect="1"/>
            </p:cNvGrpSpPr>
            <p:nvPr/>
          </p:nvGrpSpPr>
          <p:grpSpPr>
            <a:xfrm>
              <a:off x="8686801" y="4214813"/>
              <a:ext cx="277813" cy="252413"/>
              <a:chOff x="8686801" y="4214813"/>
              <a:chExt cx="277813" cy="252413"/>
            </a:xfrm>
          </p:grpSpPr>
          <p:sp>
            <p:nvSpPr>
              <p:cNvPr id="165" name="Freeform 164"/>
              <p:cNvSpPr>
                <a:spLocks/>
              </p:cNvSpPr>
              <p:nvPr/>
            </p:nvSpPr>
            <p:spPr bwMode="auto">
              <a:xfrm>
                <a:off x="8699501" y="4214813"/>
                <a:ext cx="252413" cy="109538"/>
              </a:xfrm>
              <a:custGeom>
                <a:avLst/>
                <a:gdLst>
                  <a:gd name="T0" fmla="*/ 3 w 80"/>
                  <a:gd name="T1" fmla="*/ 32 h 35"/>
                  <a:gd name="T2" fmla="*/ 16 w 80"/>
                  <a:gd name="T3" fmla="*/ 19 h 35"/>
                  <a:gd name="T4" fmla="*/ 27 w 80"/>
                  <a:gd name="T5" fmla="*/ 30 h 35"/>
                  <a:gd name="T6" fmla="*/ 45 w 80"/>
                  <a:gd name="T7" fmla="*/ 8 h 35"/>
                  <a:gd name="T8" fmla="*/ 63 w 80"/>
                  <a:gd name="T9" fmla="*/ 35 h 35"/>
                  <a:gd name="T10" fmla="*/ 68 w 80"/>
                  <a:gd name="T11" fmla="*/ 32 h 35"/>
                  <a:gd name="T12" fmla="*/ 79 w 80"/>
                  <a:gd name="T13" fmla="*/ 32 h 35"/>
                  <a:gd name="T14" fmla="*/ 80 w 80"/>
                  <a:gd name="T15" fmla="*/ 24 h 35"/>
                  <a:gd name="T16" fmla="*/ 56 w 80"/>
                  <a:gd name="T17" fmla="*/ 0 h 35"/>
                  <a:gd name="T18" fmla="*/ 40 w 80"/>
                  <a:gd name="T19" fmla="*/ 8 h 35"/>
                  <a:gd name="T20" fmla="*/ 24 w 80"/>
                  <a:gd name="T21" fmla="*/ 0 h 35"/>
                  <a:gd name="T22" fmla="*/ 0 w 80"/>
                  <a:gd name="T23" fmla="*/ 24 h 35"/>
                  <a:gd name="T24" fmla="*/ 1 w 80"/>
                  <a:gd name="T25" fmla="*/ 32 h 35"/>
                  <a:gd name="T26" fmla="*/ 3 w 80"/>
                  <a:gd name="T27" fmla="*/ 3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0" h="35">
                    <a:moveTo>
                      <a:pt x="3" y="32"/>
                    </a:moveTo>
                    <a:cubicBezTo>
                      <a:pt x="16" y="19"/>
                      <a:pt x="16" y="19"/>
                      <a:pt x="16" y="19"/>
                    </a:cubicBezTo>
                    <a:cubicBezTo>
                      <a:pt x="27" y="30"/>
                      <a:pt x="27" y="30"/>
                      <a:pt x="27" y="30"/>
                    </a:cubicBezTo>
                    <a:cubicBezTo>
                      <a:pt x="45" y="8"/>
                      <a:pt x="45" y="8"/>
                      <a:pt x="45" y="8"/>
                    </a:cubicBezTo>
                    <a:cubicBezTo>
                      <a:pt x="63" y="35"/>
                      <a:pt x="63" y="35"/>
                      <a:pt x="63" y="35"/>
                    </a:cubicBezTo>
                    <a:cubicBezTo>
                      <a:pt x="68" y="32"/>
                      <a:pt x="68" y="32"/>
                      <a:pt x="68" y="32"/>
                    </a:cubicBezTo>
                    <a:cubicBezTo>
                      <a:pt x="79" y="32"/>
                      <a:pt x="79" y="32"/>
                      <a:pt x="79" y="32"/>
                    </a:cubicBezTo>
                    <a:cubicBezTo>
                      <a:pt x="80" y="29"/>
                      <a:pt x="80" y="27"/>
                      <a:pt x="80" y="24"/>
                    </a:cubicBezTo>
                    <a:cubicBezTo>
                      <a:pt x="80" y="10"/>
                      <a:pt x="70" y="0"/>
                      <a:pt x="56" y="0"/>
                    </a:cubicBezTo>
                    <a:cubicBezTo>
                      <a:pt x="50" y="0"/>
                      <a:pt x="44" y="3"/>
                      <a:pt x="40" y="8"/>
                    </a:cubicBezTo>
                    <a:cubicBezTo>
                      <a:pt x="36" y="3"/>
                      <a:pt x="30" y="0"/>
                      <a:pt x="24" y="0"/>
                    </a:cubicBezTo>
                    <a:cubicBezTo>
                      <a:pt x="10" y="0"/>
                      <a:pt x="0" y="10"/>
                      <a:pt x="0" y="24"/>
                    </a:cubicBezTo>
                    <a:cubicBezTo>
                      <a:pt x="0" y="27"/>
                      <a:pt x="0" y="29"/>
                      <a:pt x="1" y="32"/>
                    </a:cubicBezTo>
                    <a:lnTo>
                      <a:pt x="3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Freeform 165"/>
              <p:cNvSpPr>
                <a:spLocks/>
              </p:cNvSpPr>
              <p:nvPr/>
            </p:nvSpPr>
            <p:spPr bwMode="auto">
              <a:xfrm>
                <a:off x="8743951" y="4365626"/>
                <a:ext cx="131763" cy="101600"/>
              </a:xfrm>
              <a:custGeom>
                <a:avLst/>
                <a:gdLst>
                  <a:gd name="T0" fmla="*/ 15 w 42"/>
                  <a:gd name="T1" fmla="*/ 18 h 32"/>
                  <a:gd name="T2" fmla="*/ 2 w 42"/>
                  <a:gd name="T3" fmla="*/ 5 h 32"/>
                  <a:gd name="T4" fmla="*/ 0 w 42"/>
                  <a:gd name="T5" fmla="*/ 7 h 32"/>
                  <a:gd name="T6" fmla="*/ 24 w 42"/>
                  <a:gd name="T7" fmla="*/ 31 h 32"/>
                  <a:gd name="T8" fmla="*/ 26 w 42"/>
                  <a:gd name="T9" fmla="*/ 32 h 32"/>
                  <a:gd name="T10" fmla="*/ 28 w 42"/>
                  <a:gd name="T11" fmla="*/ 31 h 32"/>
                  <a:gd name="T12" fmla="*/ 42 w 42"/>
                  <a:gd name="T13" fmla="*/ 19 h 32"/>
                  <a:gd name="T14" fmla="*/ 29 w 42"/>
                  <a:gd name="T15" fmla="*/ 0 h 32"/>
                  <a:gd name="T16" fmla="*/ 15 w 42"/>
                  <a:gd name="T17" fmla="*/ 1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" h="32">
                    <a:moveTo>
                      <a:pt x="15" y="18"/>
                    </a:moveTo>
                    <a:cubicBezTo>
                      <a:pt x="2" y="5"/>
                      <a:pt x="2" y="5"/>
                      <a:pt x="2" y="5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0" y="21"/>
                      <a:pt x="23" y="30"/>
                      <a:pt x="24" y="31"/>
                    </a:cubicBezTo>
                    <a:cubicBezTo>
                      <a:pt x="24" y="32"/>
                      <a:pt x="25" y="32"/>
                      <a:pt x="26" y="32"/>
                    </a:cubicBezTo>
                    <a:cubicBezTo>
                      <a:pt x="27" y="32"/>
                      <a:pt x="28" y="32"/>
                      <a:pt x="28" y="31"/>
                    </a:cubicBezTo>
                    <a:cubicBezTo>
                      <a:pt x="29" y="31"/>
                      <a:pt x="35" y="26"/>
                      <a:pt x="42" y="19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15" y="1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Freeform 166"/>
              <p:cNvSpPr>
                <a:spLocks/>
              </p:cNvSpPr>
              <p:nvPr/>
            </p:nvSpPr>
            <p:spPr bwMode="auto">
              <a:xfrm>
                <a:off x="8686801" y="4281488"/>
                <a:ext cx="277813" cy="115888"/>
              </a:xfrm>
              <a:custGeom>
                <a:avLst/>
                <a:gdLst>
                  <a:gd name="T0" fmla="*/ 149 w 175"/>
                  <a:gd name="T1" fmla="*/ 37 h 73"/>
                  <a:gd name="T2" fmla="*/ 129 w 175"/>
                  <a:gd name="T3" fmla="*/ 49 h 73"/>
                  <a:gd name="T4" fmla="*/ 95 w 175"/>
                  <a:gd name="T5" fmla="*/ 0 h 73"/>
                  <a:gd name="T6" fmla="*/ 64 w 175"/>
                  <a:gd name="T7" fmla="*/ 41 h 73"/>
                  <a:gd name="T8" fmla="*/ 40 w 175"/>
                  <a:gd name="T9" fmla="*/ 18 h 73"/>
                  <a:gd name="T10" fmla="*/ 20 w 175"/>
                  <a:gd name="T11" fmla="*/ 37 h 73"/>
                  <a:gd name="T12" fmla="*/ 0 w 175"/>
                  <a:gd name="T13" fmla="*/ 37 h 73"/>
                  <a:gd name="T14" fmla="*/ 0 w 175"/>
                  <a:gd name="T15" fmla="*/ 53 h 73"/>
                  <a:gd name="T16" fmla="*/ 28 w 175"/>
                  <a:gd name="T17" fmla="*/ 53 h 73"/>
                  <a:gd name="T18" fmla="*/ 40 w 175"/>
                  <a:gd name="T19" fmla="*/ 41 h 73"/>
                  <a:gd name="T20" fmla="*/ 64 w 175"/>
                  <a:gd name="T21" fmla="*/ 65 h 73"/>
                  <a:gd name="T22" fmla="*/ 95 w 175"/>
                  <a:gd name="T23" fmla="*/ 27 h 73"/>
                  <a:gd name="T24" fmla="*/ 125 w 175"/>
                  <a:gd name="T25" fmla="*/ 73 h 73"/>
                  <a:gd name="T26" fmla="*/ 153 w 175"/>
                  <a:gd name="T27" fmla="*/ 53 h 73"/>
                  <a:gd name="T28" fmla="*/ 175 w 175"/>
                  <a:gd name="T29" fmla="*/ 53 h 73"/>
                  <a:gd name="T30" fmla="*/ 175 w 175"/>
                  <a:gd name="T31" fmla="*/ 37 h 73"/>
                  <a:gd name="T32" fmla="*/ 149 w 175"/>
                  <a:gd name="T33" fmla="*/ 37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5" h="73">
                    <a:moveTo>
                      <a:pt x="149" y="37"/>
                    </a:moveTo>
                    <a:lnTo>
                      <a:pt x="129" y="49"/>
                    </a:lnTo>
                    <a:lnTo>
                      <a:pt x="95" y="0"/>
                    </a:lnTo>
                    <a:lnTo>
                      <a:pt x="64" y="41"/>
                    </a:lnTo>
                    <a:lnTo>
                      <a:pt x="40" y="18"/>
                    </a:lnTo>
                    <a:lnTo>
                      <a:pt x="20" y="37"/>
                    </a:lnTo>
                    <a:lnTo>
                      <a:pt x="0" y="37"/>
                    </a:lnTo>
                    <a:lnTo>
                      <a:pt x="0" y="53"/>
                    </a:lnTo>
                    <a:lnTo>
                      <a:pt x="28" y="53"/>
                    </a:lnTo>
                    <a:lnTo>
                      <a:pt x="40" y="41"/>
                    </a:lnTo>
                    <a:lnTo>
                      <a:pt x="64" y="65"/>
                    </a:lnTo>
                    <a:lnTo>
                      <a:pt x="95" y="27"/>
                    </a:lnTo>
                    <a:lnTo>
                      <a:pt x="125" y="73"/>
                    </a:lnTo>
                    <a:lnTo>
                      <a:pt x="153" y="53"/>
                    </a:lnTo>
                    <a:lnTo>
                      <a:pt x="175" y="53"/>
                    </a:lnTo>
                    <a:lnTo>
                      <a:pt x="175" y="37"/>
                    </a:lnTo>
                    <a:lnTo>
                      <a:pt x="149" y="3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1" name="组合 240"/>
            <p:cNvGrpSpPr>
              <a:grpSpLocks noChangeAspect="1"/>
            </p:cNvGrpSpPr>
            <p:nvPr/>
          </p:nvGrpSpPr>
          <p:grpSpPr>
            <a:xfrm>
              <a:off x="3833813" y="4822826"/>
              <a:ext cx="277813" cy="265113"/>
              <a:chOff x="3833813" y="4822826"/>
              <a:chExt cx="277813" cy="265113"/>
            </a:xfrm>
          </p:grpSpPr>
          <p:sp>
            <p:nvSpPr>
              <p:cNvPr id="168" name="Freeform 167"/>
              <p:cNvSpPr>
                <a:spLocks noEditPoints="1"/>
              </p:cNvSpPr>
              <p:nvPr/>
            </p:nvSpPr>
            <p:spPr bwMode="auto">
              <a:xfrm>
                <a:off x="3884613" y="4822826"/>
                <a:ext cx="227013" cy="227013"/>
              </a:xfrm>
              <a:custGeom>
                <a:avLst/>
                <a:gdLst>
                  <a:gd name="T0" fmla="*/ 64 w 72"/>
                  <a:gd name="T1" fmla="*/ 0 h 72"/>
                  <a:gd name="T2" fmla="*/ 8 w 72"/>
                  <a:gd name="T3" fmla="*/ 0 h 72"/>
                  <a:gd name="T4" fmla="*/ 0 w 72"/>
                  <a:gd name="T5" fmla="*/ 8 h 72"/>
                  <a:gd name="T6" fmla="*/ 0 w 72"/>
                  <a:gd name="T7" fmla="*/ 64 h 72"/>
                  <a:gd name="T8" fmla="*/ 8 w 72"/>
                  <a:gd name="T9" fmla="*/ 72 h 72"/>
                  <a:gd name="T10" fmla="*/ 64 w 72"/>
                  <a:gd name="T11" fmla="*/ 72 h 72"/>
                  <a:gd name="T12" fmla="*/ 72 w 72"/>
                  <a:gd name="T13" fmla="*/ 64 h 72"/>
                  <a:gd name="T14" fmla="*/ 72 w 72"/>
                  <a:gd name="T15" fmla="*/ 8 h 72"/>
                  <a:gd name="T16" fmla="*/ 64 w 72"/>
                  <a:gd name="T17" fmla="*/ 0 h 72"/>
                  <a:gd name="T18" fmla="*/ 56 w 72"/>
                  <a:gd name="T19" fmla="*/ 44 h 72"/>
                  <a:gd name="T20" fmla="*/ 44 w 72"/>
                  <a:gd name="T21" fmla="*/ 44 h 72"/>
                  <a:gd name="T22" fmla="*/ 44 w 72"/>
                  <a:gd name="T23" fmla="*/ 56 h 72"/>
                  <a:gd name="T24" fmla="*/ 28 w 72"/>
                  <a:gd name="T25" fmla="*/ 56 h 72"/>
                  <a:gd name="T26" fmla="*/ 28 w 72"/>
                  <a:gd name="T27" fmla="*/ 44 h 72"/>
                  <a:gd name="T28" fmla="*/ 16 w 72"/>
                  <a:gd name="T29" fmla="*/ 44 h 72"/>
                  <a:gd name="T30" fmla="*/ 16 w 72"/>
                  <a:gd name="T31" fmla="*/ 28 h 72"/>
                  <a:gd name="T32" fmla="*/ 28 w 72"/>
                  <a:gd name="T33" fmla="*/ 28 h 72"/>
                  <a:gd name="T34" fmla="*/ 28 w 72"/>
                  <a:gd name="T35" fmla="*/ 16 h 72"/>
                  <a:gd name="T36" fmla="*/ 44 w 72"/>
                  <a:gd name="T37" fmla="*/ 16 h 72"/>
                  <a:gd name="T38" fmla="*/ 44 w 72"/>
                  <a:gd name="T39" fmla="*/ 28 h 72"/>
                  <a:gd name="T40" fmla="*/ 56 w 72"/>
                  <a:gd name="T41" fmla="*/ 28 h 72"/>
                  <a:gd name="T42" fmla="*/ 56 w 72"/>
                  <a:gd name="T43" fmla="*/ 4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2" h="72">
                    <a:moveTo>
                      <a:pt x="64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68" y="72"/>
                      <a:pt x="72" y="68"/>
                      <a:pt x="72" y="6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56" y="44"/>
                    </a:moveTo>
                    <a:cubicBezTo>
                      <a:pt x="44" y="44"/>
                      <a:pt x="44" y="44"/>
                      <a:pt x="44" y="44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44"/>
                      <a:pt x="28" y="44"/>
                      <a:pt x="28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56" y="28"/>
                      <a:pt x="56" y="28"/>
                      <a:pt x="56" y="28"/>
                    </a:cubicBezTo>
                    <a:lnTo>
                      <a:pt x="56" y="4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Rectangle 168"/>
              <p:cNvSpPr>
                <a:spLocks noChangeArrowheads="1"/>
              </p:cNvSpPr>
              <p:nvPr/>
            </p:nvSpPr>
            <p:spPr bwMode="auto">
              <a:xfrm>
                <a:off x="3833813" y="4835526"/>
                <a:ext cx="25400" cy="252413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0" name="Freeform 169"/>
            <p:cNvSpPr>
              <a:spLocks noChangeAspect="1" noEditPoints="1"/>
            </p:cNvSpPr>
            <p:nvPr/>
          </p:nvSpPr>
          <p:spPr bwMode="auto">
            <a:xfrm>
              <a:off x="6877051" y="4826001"/>
              <a:ext cx="255588" cy="236538"/>
            </a:xfrm>
            <a:custGeom>
              <a:avLst/>
              <a:gdLst>
                <a:gd name="T0" fmla="*/ 81 w 81"/>
                <a:gd name="T1" fmla="*/ 43 h 75"/>
                <a:gd name="T2" fmla="*/ 72 w 81"/>
                <a:gd name="T3" fmla="*/ 16 h 75"/>
                <a:gd name="T4" fmla="*/ 69 w 81"/>
                <a:gd name="T5" fmla="*/ 15 h 75"/>
                <a:gd name="T6" fmla="*/ 59 w 81"/>
                <a:gd name="T7" fmla="*/ 15 h 75"/>
                <a:gd name="T8" fmla="*/ 68 w 81"/>
                <a:gd name="T9" fmla="*/ 6 h 75"/>
                <a:gd name="T10" fmla="*/ 62 w 81"/>
                <a:gd name="T11" fmla="*/ 0 h 75"/>
                <a:gd name="T12" fmla="*/ 47 w 81"/>
                <a:gd name="T13" fmla="*/ 15 h 75"/>
                <a:gd name="T14" fmla="*/ 9 w 81"/>
                <a:gd name="T15" fmla="*/ 15 h 75"/>
                <a:gd name="T16" fmla="*/ 9 w 81"/>
                <a:gd name="T17" fmla="*/ 23 h 75"/>
                <a:gd name="T18" fmla="*/ 67 w 81"/>
                <a:gd name="T19" fmla="*/ 23 h 75"/>
                <a:gd name="T20" fmla="*/ 73 w 81"/>
                <a:gd name="T21" fmla="*/ 43 h 75"/>
                <a:gd name="T22" fmla="*/ 67 w 81"/>
                <a:gd name="T23" fmla="*/ 54 h 75"/>
                <a:gd name="T24" fmla="*/ 60 w 81"/>
                <a:gd name="T25" fmla="*/ 28 h 75"/>
                <a:gd name="T26" fmla="*/ 57 w 81"/>
                <a:gd name="T27" fmla="*/ 27 h 75"/>
                <a:gd name="T28" fmla="*/ 5 w 81"/>
                <a:gd name="T29" fmla="*/ 27 h 75"/>
                <a:gd name="T30" fmla="*/ 1 w 81"/>
                <a:gd name="T31" fmla="*/ 29 h 75"/>
                <a:gd name="T32" fmla="*/ 2 w 81"/>
                <a:gd name="T33" fmla="*/ 34 h 75"/>
                <a:gd name="T34" fmla="*/ 8 w 81"/>
                <a:gd name="T35" fmla="*/ 40 h 75"/>
                <a:gd name="T36" fmla="*/ 10 w 81"/>
                <a:gd name="T37" fmla="*/ 73 h 75"/>
                <a:gd name="T38" fmla="*/ 13 w 81"/>
                <a:gd name="T39" fmla="*/ 75 h 75"/>
                <a:gd name="T40" fmla="*/ 57 w 81"/>
                <a:gd name="T41" fmla="*/ 75 h 75"/>
                <a:gd name="T42" fmla="*/ 60 w 81"/>
                <a:gd name="T43" fmla="*/ 74 h 75"/>
                <a:gd name="T44" fmla="*/ 65 w 81"/>
                <a:gd name="T45" fmla="*/ 66 h 75"/>
                <a:gd name="T46" fmla="*/ 81 w 81"/>
                <a:gd name="T47" fmla="*/ 43 h 75"/>
                <a:gd name="T48" fmla="*/ 55 w 81"/>
                <a:gd name="T49" fmla="*/ 35 h 75"/>
                <a:gd name="T50" fmla="*/ 59 w 81"/>
                <a:gd name="T51" fmla="*/ 47 h 75"/>
                <a:gd name="T52" fmla="*/ 13 w 81"/>
                <a:gd name="T53" fmla="*/ 47 h 75"/>
                <a:gd name="T54" fmla="*/ 16 w 81"/>
                <a:gd name="T55" fmla="*/ 41 h 75"/>
                <a:gd name="T56" fmla="*/ 16 w 81"/>
                <a:gd name="T57" fmla="*/ 36 h 75"/>
                <a:gd name="T58" fmla="*/ 15 w 81"/>
                <a:gd name="T59" fmla="*/ 35 h 75"/>
                <a:gd name="T60" fmla="*/ 55 w 81"/>
                <a:gd name="T61" fmla="*/ 3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1" h="75">
                  <a:moveTo>
                    <a:pt x="81" y="43"/>
                  </a:moveTo>
                  <a:cubicBezTo>
                    <a:pt x="81" y="26"/>
                    <a:pt x="72" y="17"/>
                    <a:pt x="72" y="16"/>
                  </a:cubicBezTo>
                  <a:cubicBezTo>
                    <a:pt x="71" y="15"/>
                    <a:pt x="70" y="15"/>
                    <a:pt x="69" y="15"/>
                  </a:cubicBezTo>
                  <a:cubicBezTo>
                    <a:pt x="59" y="15"/>
                    <a:pt x="59" y="15"/>
                    <a:pt x="59" y="15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67" y="23"/>
                    <a:pt x="67" y="23"/>
                    <a:pt x="67" y="23"/>
                  </a:cubicBezTo>
                  <a:cubicBezTo>
                    <a:pt x="69" y="26"/>
                    <a:pt x="73" y="32"/>
                    <a:pt x="73" y="43"/>
                  </a:cubicBezTo>
                  <a:cubicBezTo>
                    <a:pt x="73" y="47"/>
                    <a:pt x="70" y="51"/>
                    <a:pt x="67" y="54"/>
                  </a:cubicBezTo>
                  <a:cubicBezTo>
                    <a:pt x="68" y="44"/>
                    <a:pt x="65" y="33"/>
                    <a:pt x="60" y="28"/>
                  </a:cubicBezTo>
                  <a:cubicBezTo>
                    <a:pt x="59" y="27"/>
                    <a:pt x="58" y="27"/>
                    <a:pt x="57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3" y="27"/>
                    <a:pt x="2" y="28"/>
                    <a:pt x="1" y="29"/>
                  </a:cubicBezTo>
                  <a:cubicBezTo>
                    <a:pt x="1" y="31"/>
                    <a:pt x="1" y="33"/>
                    <a:pt x="2" y="34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4" y="47"/>
                    <a:pt x="0" y="61"/>
                    <a:pt x="10" y="73"/>
                  </a:cubicBezTo>
                  <a:cubicBezTo>
                    <a:pt x="11" y="74"/>
                    <a:pt x="12" y="75"/>
                    <a:pt x="13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8" y="75"/>
                    <a:pt x="59" y="75"/>
                    <a:pt x="60" y="74"/>
                  </a:cubicBezTo>
                  <a:cubicBezTo>
                    <a:pt x="62" y="72"/>
                    <a:pt x="64" y="69"/>
                    <a:pt x="65" y="66"/>
                  </a:cubicBezTo>
                  <a:cubicBezTo>
                    <a:pt x="69" y="63"/>
                    <a:pt x="81" y="55"/>
                    <a:pt x="81" y="43"/>
                  </a:cubicBezTo>
                  <a:close/>
                  <a:moveTo>
                    <a:pt x="55" y="35"/>
                  </a:moveTo>
                  <a:cubicBezTo>
                    <a:pt x="57" y="38"/>
                    <a:pt x="58" y="42"/>
                    <a:pt x="59" y="4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5" y="44"/>
                    <a:pt x="16" y="42"/>
                    <a:pt x="16" y="41"/>
                  </a:cubicBezTo>
                  <a:cubicBezTo>
                    <a:pt x="17" y="40"/>
                    <a:pt x="17" y="38"/>
                    <a:pt x="16" y="36"/>
                  </a:cubicBezTo>
                  <a:cubicBezTo>
                    <a:pt x="15" y="35"/>
                    <a:pt x="15" y="35"/>
                    <a:pt x="15" y="35"/>
                  </a:cubicBezTo>
                  <a:lnTo>
                    <a:pt x="55" y="35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45" name="组合 244"/>
            <p:cNvGrpSpPr>
              <a:grpSpLocks noChangeAspect="1"/>
            </p:cNvGrpSpPr>
            <p:nvPr/>
          </p:nvGrpSpPr>
          <p:grpSpPr>
            <a:xfrm>
              <a:off x="6273801" y="4835526"/>
              <a:ext cx="252413" cy="227013"/>
              <a:chOff x="6273801" y="4835526"/>
              <a:chExt cx="252413" cy="227013"/>
            </a:xfrm>
          </p:grpSpPr>
          <p:sp>
            <p:nvSpPr>
              <p:cNvPr id="171" name="Freeform 170"/>
              <p:cNvSpPr>
                <a:spLocks/>
              </p:cNvSpPr>
              <p:nvPr/>
            </p:nvSpPr>
            <p:spPr bwMode="auto">
              <a:xfrm>
                <a:off x="6273801" y="4935538"/>
                <a:ext cx="100013" cy="50800"/>
              </a:xfrm>
              <a:custGeom>
                <a:avLst/>
                <a:gdLst>
                  <a:gd name="T0" fmla="*/ 23 w 63"/>
                  <a:gd name="T1" fmla="*/ 24 h 32"/>
                  <a:gd name="T2" fmla="*/ 39 w 63"/>
                  <a:gd name="T3" fmla="*/ 24 h 32"/>
                  <a:gd name="T4" fmla="*/ 39 w 63"/>
                  <a:gd name="T5" fmla="*/ 32 h 32"/>
                  <a:gd name="T6" fmla="*/ 55 w 63"/>
                  <a:gd name="T7" fmla="*/ 32 h 32"/>
                  <a:gd name="T8" fmla="*/ 55 w 63"/>
                  <a:gd name="T9" fmla="*/ 24 h 32"/>
                  <a:gd name="T10" fmla="*/ 63 w 63"/>
                  <a:gd name="T11" fmla="*/ 24 h 32"/>
                  <a:gd name="T12" fmla="*/ 63 w 63"/>
                  <a:gd name="T13" fmla="*/ 0 h 32"/>
                  <a:gd name="T14" fmla="*/ 0 w 63"/>
                  <a:gd name="T15" fmla="*/ 0 h 32"/>
                  <a:gd name="T16" fmla="*/ 0 w 63"/>
                  <a:gd name="T17" fmla="*/ 16 h 32"/>
                  <a:gd name="T18" fmla="*/ 23 w 63"/>
                  <a:gd name="T19" fmla="*/ 16 h 32"/>
                  <a:gd name="T20" fmla="*/ 23 w 63"/>
                  <a:gd name="T21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" h="32">
                    <a:moveTo>
                      <a:pt x="23" y="24"/>
                    </a:moveTo>
                    <a:lnTo>
                      <a:pt x="39" y="24"/>
                    </a:lnTo>
                    <a:lnTo>
                      <a:pt x="39" y="32"/>
                    </a:lnTo>
                    <a:lnTo>
                      <a:pt x="55" y="32"/>
                    </a:lnTo>
                    <a:lnTo>
                      <a:pt x="55" y="24"/>
                    </a:lnTo>
                    <a:lnTo>
                      <a:pt x="63" y="24"/>
                    </a:lnTo>
                    <a:lnTo>
                      <a:pt x="63" y="0"/>
                    </a:lnTo>
                    <a:lnTo>
                      <a:pt x="0" y="0"/>
                    </a:lnTo>
                    <a:lnTo>
                      <a:pt x="0" y="16"/>
                    </a:lnTo>
                    <a:lnTo>
                      <a:pt x="23" y="16"/>
                    </a:lnTo>
                    <a:lnTo>
                      <a:pt x="23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Freeform 171"/>
              <p:cNvSpPr>
                <a:spLocks noEditPoints="1"/>
              </p:cNvSpPr>
              <p:nvPr/>
            </p:nvSpPr>
            <p:spPr bwMode="auto">
              <a:xfrm>
                <a:off x="6273801" y="4835526"/>
                <a:ext cx="252413" cy="227013"/>
              </a:xfrm>
              <a:custGeom>
                <a:avLst/>
                <a:gdLst>
                  <a:gd name="T0" fmla="*/ 76 w 80"/>
                  <a:gd name="T1" fmla="*/ 0 h 72"/>
                  <a:gd name="T2" fmla="*/ 16 w 80"/>
                  <a:gd name="T3" fmla="*/ 0 h 72"/>
                  <a:gd name="T4" fmla="*/ 12 w 80"/>
                  <a:gd name="T5" fmla="*/ 4 h 72"/>
                  <a:gd name="T6" fmla="*/ 12 w 80"/>
                  <a:gd name="T7" fmla="*/ 24 h 72"/>
                  <a:gd name="T8" fmla="*/ 16 w 80"/>
                  <a:gd name="T9" fmla="*/ 28 h 72"/>
                  <a:gd name="T10" fmla="*/ 36 w 80"/>
                  <a:gd name="T11" fmla="*/ 28 h 72"/>
                  <a:gd name="T12" fmla="*/ 36 w 80"/>
                  <a:gd name="T13" fmla="*/ 64 h 72"/>
                  <a:gd name="T14" fmla="*/ 0 w 80"/>
                  <a:gd name="T15" fmla="*/ 64 h 72"/>
                  <a:gd name="T16" fmla="*/ 0 w 80"/>
                  <a:gd name="T17" fmla="*/ 72 h 72"/>
                  <a:gd name="T18" fmla="*/ 80 w 80"/>
                  <a:gd name="T19" fmla="*/ 72 h 72"/>
                  <a:gd name="T20" fmla="*/ 80 w 80"/>
                  <a:gd name="T21" fmla="*/ 4 h 72"/>
                  <a:gd name="T22" fmla="*/ 76 w 80"/>
                  <a:gd name="T23" fmla="*/ 0 h 72"/>
                  <a:gd name="T24" fmla="*/ 26 w 80"/>
                  <a:gd name="T25" fmla="*/ 20 h 72"/>
                  <a:gd name="T26" fmla="*/ 20 w 80"/>
                  <a:gd name="T27" fmla="*/ 14 h 72"/>
                  <a:gd name="T28" fmla="*/ 26 w 80"/>
                  <a:gd name="T29" fmla="*/ 8 h 72"/>
                  <a:gd name="T30" fmla="*/ 32 w 80"/>
                  <a:gd name="T31" fmla="*/ 14 h 72"/>
                  <a:gd name="T32" fmla="*/ 26 w 80"/>
                  <a:gd name="T33" fmla="*/ 20 h 72"/>
                  <a:gd name="T34" fmla="*/ 72 w 80"/>
                  <a:gd name="T35" fmla="*/ 64 h 72"/>
                  <a:gd name="T36" fmla="*/ 60 w 80"/>
                  <a:gd name="T37" fmla="*/ 64 h 72"/>
                  <a:gd name="T38" fmla="*/ 60 w 80"/>
                  <a:gd name="T39" fmla="*/ 44 h 72"/>
                  <a:gd name="T40" fmla="*/ 68 w 80"/>
                  <a:gd name="T41" fmla="*/ 36 h 72"/>
                  <a:gd name="T42" fmla="*/ 72 w 80"/>
                  <a:gd name="T43" fmla="*/ 36 h 72"/>
                  <a:gd name="T44" fmla="*/ 72 w 80"/>
                  <a:gd name="T45" fmla="*/ 64 h 72"/>
                  <a:gd name="T46" fmla="*/ 72 w 80"/>
                  <a:gd name="T47" fmla="*/ 20 h 72"/>
                  <a:gd name="T48" fmla="*/ 56 w 80"/>
                  <a:gd name="T49" fmla="*/ 20 h 72"/>
                  <a:gd name="T50" fmla="*/ 56 w 80"/>
                  <a:gd name="T51" fmla="*/ 16 h 72"/>
                  <a:gd name="T52" fmla="*/ 72 w 80"/>
                  <a:gd name="T53" fmla="*/ 16 h 72"/>
                  <a:gd name="T54" fmla="*/ 72 w 80"/>
                  <a:gd name="T55" fmla="*/ 20 h 72"/>
                  <a:gd name="T56" fmla="*/ 72 w 80"/>
                  <a:gd name="T57" fmla="*/ 12 h 72"/>
                  <a:gd name="T58" fmla="*/ 56 w 80"/>
                  <a:gd name="T59" fmla="*/ 12 h 72"/>
                  <a:gd name="T60" fmla="*/ 56 w 80"/>
                  <a:gd name="T61" fmla="*/ 8 h 72"/>
                  <a:gd name="T62" fmla="*/ 72 w 80"/>
                  <a:gd name="T63" fmla="*/ 8 h 72"/>
                  <a:gd name="T64" fmla="*/ 72 w 80"/>
                  <a:gd name="T65" fmla="*/ 1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" h="72">
                    <a:moveTo>
                      <a:pt x="76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4" y="0"/>
                      <a:pt x="12" y="2"/>
                      <a:pt x="12" y="4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6"/>
                      <a:pt x="14" y="28"/>
                      <a:pt x="16" y="28"/>
                    </a:cubicBezTo>
                    <a:cubicBezTo>
                      <a:pt x="36" y="28"/>
                      <a:pt x="36" y="28"/>
                      <a:pt x="36" y="28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80" y="72"/>
                      <a:pt x="80" y="72"/>
                      <a:pt x="80" y="72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2"/>
                      <a:pt x="78" y="0"/>
                      <a:pt x="76" y="0"/>
                    </a:cubicBezTo>
                    <a:close/>
                    <a:moveTo>
                      <a:pt x="26" y="20"/>
                    </a:moveTo>
                    <a:cubicBezTo>
                      <a:pt x="23" y="20"/>
                      <a:pt x="20" y="17"/>
                      <a:pt x="20" y="14"/>
                    </a:cubicBezTo>
                    <a:cubicBezTo>
                      <a:pt x="20" y="11"/>
                      <a:pt x="23" y="8"/>
                      <a:pt x="26" y="8"/>
                    </a:cubicBezTo>
                    <a:cubicBezTo>
                      <a:pt x="29" y="8"/>
                      <a:pt x="32" y="11"/>
                      <a:pt x="32" y="14"/>
                    </a:cubicBezTo>
                    <a:cubicBezTo>
                      <a:pt x="32" y="17"/>
                      <a:pt x="29" y="20"/>
                      <a:pt x="26" y="20"/>
                    </a:cubicBezTo>
                    <a:close/>
                    <a:moveTo>
                      <a:pt x="72" y="64"/>
                    </a:moveTo>
                    <a:cubicBezTo>
                      <a:pt x="60" y="64"/>
                      <a:pt x="60" y="64"/>
                      <a:pt x="60" y="64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0" y="40"/>
                      <a:pt x="64" y="36"/>
                      <a:pt x="68" y="36"/>
                    </a:cubicBezTo>
                    <a:cubicBezTo>
                      <a:pt x="72" y="36"/>
                      <a:pt x="72" y="36"/>
                      <a:pt x="72" y="36"/>
                    </a:cubicBezTo>
                    <a:lnTo>
                      <a:pt x="72" y="64"/>
                    </a:lnTo>
                    <a:close/>
                    <a:moveTo>
                      <a:pt x="72" y="20"/>
                    </a:move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16"/>
                      <a:pt x="56" y="16"/>
                      <a:pt x="56" y="16"/>
                    </a:cubicBezTo>
                    <a:cubicBezTo>
                      <a:pt x="72" y="16"/>
                      <a:pt x="72" y="16"/>
                      <a:pt x="72" y="16"/>
                    </a:cubicBezTo>
                    <a:lnTo>
                      <a:pt x="72" y="20"/>
                    </a:lnTo>
                    <a:close/>
                    <a:moveTo>
                      <a:pt x="72" y="12"/>
                    </a:move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72" y="8"/>
                      <a:pt x="72" y="8"/>
                      <a:pt x="72" y="8"/>
                    </a:cubicBezTo>
                    <a:lnTo>
                      <a:pt x="72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6" name="组合 245"/>
            <p:cNvGrpSpPr>
              <a:grpSpLocks noChangeAspect="1"/>
            </p:cNvGrpSpPr>
            <p:nvPr/>
          </p:nvGrpSpPr>
          <p:grpSpPr>
            <a:xfrm>
              <a:off x="7486651" y="4822826"/>
              <a:ext cx="252412" cy="252412"/>
              <a:chOff x="7486651" y="4822826"/>
              <a:chExt cx="252412" cy="252412"/>
            </a:xfrm>
          </p:grpSpPr>
          <p:sp>
            <p:nvSpPr>
              <p:cNvPr id="173" name="Freeform 172"/>
              <p:cNvSpPr>
                <a:spLocks/>
              </p:cNvSpPr>
              <p:nvPr/>
            </p:nvSpPr>
            <p:spPr bwMode="auto">
              <a:xfrm>
                <a:off x="7637463" y="4822826"/>
                <a:ext cx="101600" cy="96838"/>
              </a:xfrm>
              <a:custGeom>
                <a:avLst/>
                <a:gdLst>
                  <a:gd name="T0" fmla="*/ 16 w 32"/>
                  <a:gd name="T1" fmla="*/ 0 h 31"/>
                  <a:gd name="T2" fmla="*/ 0 w 32"/>
                  <a:gd name="T3" fmla="*/ 16 h 31"/>
                  <a:gd name="T4" fmla="*/ 20 w 32"/>
                  <a:gd name="T5" fmla="*/ 16 h 31"/>
                  <a:gd name="T6" fmla="*/ 20 w 32"/>
                  <a:gd name="T7" fmla="*/ 31 h 31"/>
                  <a:gd name="T8" fmla="*/ 32 w 32"/>
                  <a:gd name="T9" fmla="*/ 16 h 31"/>
                  <a:gd name="T10" fmla="*/ 16 w 32"/>
                  <a:gd name="T11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2" h="31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7" y="30"/>
                      <a:pt x="32" y="23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Freeform 173"/>
              <p:cNvSpPr>
                <a:spLocks/>
              </p:cNvSpPr>
              <p:nvPr/>
            </p:nvSpPr>
            <p:spPr bwMode="auto">
              <a:xfrm>
                <a:off x="7486651" y="4884738"/>
                <a:ext cx="201613" cy="190500"/>
              </a:xfrm>
              <a:custGeom>
                <a:avLst/>
                <a:gdLst>
                  <a:gd name="T0" fmla="*/ 60 w 64"/>
                  <a:gd name="T1" fmla="*/ 0 h 60"/>
                  <a:gd name="T2" fmla="*/ 4 w 64"/>
                  <a:gd name="T3" fmla="*/ 0 h 60"/>
                  <a:gd name="T4" fmla="*/ 0 w 64"/>
                  <a:gd name="T5" fmla="*/ 2 h 60"/>
                  <a:gd name="T6" fmla="*/ 1 w 64"/>
                  <a:gd name="T7" fmla="*/ 7 h 60"/>
                  <a:gd name="T8" fmla="*/ 28 w 64"/>
                  <a:gd name="T9" fmla="*/ 34 h 60"/>
                  <a:gd name="T10" fmla="*/ 28 w 64"/>
                  <a:gd name="T11" fmla="*/ 52 h 60"/>
                  <a:gd name="T12" fmla="*/ 16 w 64"/>
                  <a:gd name="T13" fmla="*/ 52 h 60"/>
                  <a:gd name="T14" fmla="*/ 16 w 64"/>
                  <a:gd name="T15" fmla="*/ 60 h 60"/>
                  <a:gd name="T16" fmla="*/ 48 w 64"/>
                  <a:gd name="T17" fmla="*/ 60 h 60"/>
                  <a:gd name="T18" fmla="*/ 48 w 64"/>
                  <a:gd name="T19" fmla="*/ 52 h 60"/>
                  <a:gd name="T20" fmla="*/ 36 w 64"/>
                  <a:gd name="T21" fmla="*/ 52 h 60"/>
                  <a:gd name="T22" fmla="*/ 36 w 64"/>
                  <a:gd name="T23" fmla="*/ 34 h 60"/>
                  <a:gd name="T24" fmla="*/ 63 w 64"/>
                  <a:gd name="T25" fmla="*/ 7 h 60"/>
                  <a:gd name="T26" fmla="*/ 64 w 64"/>
                  <a:gd name="T27" fmla="*/ 2 h 60"/>
                  <a:gd name="T28" fmla="*/ 60 w 64"/>
                  <a:gd name="T29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" h="60">
                    <a:moveTo>
                      <a:pt x="6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1" y="1"/>
                      <a:pt x="0" y="2"/>
                    </a:cubicBezTo>
                    <a:cubicBezTo>
                      <a:pt x="0" y="4"/>
                      <a:pt x="0" y="6"/>
                      <a:pt x="1" y="7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16" y="52"/>
                      <a:pt x="16" y="52"/>
                      <a:pt x="16" y="52"/>
                    </a:cubicBezTo>
                    <a:cubicBezTo>
                      <a:pt x="16" y="60"/>
                      <a:pt x="16" y="60"/>
                      <a:pt x="16" y="60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63" y="7"/>
                      <a:pt x="63" y="7"/>
                      <a:pt x="63" y="7"/>
                    </a:cubicBezTo>
                    <a:cubicBezTo>
                      <a:pt x="64" y="6"/>
                      <a:pt x="64" y="4"/>
                      <a:pt x="64" y="2"/>
                    </a:cubicBezTo>
                    <a:cubicBezTo>
                      <a:pt x="63" y="1"/>
                      <a:pt x="62" y="0"/>
                      <a:pt x="60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Freeform 174"/>
              <p:cNvSpPr>
                <a:spLocks/>
              </p:cNvSpPr>
              <p:nvPr/>
            </p:nvSpPr>
            <p:spPr bwMode="auto">
              <a:xfrm>
                <a:off x="7486651" y="4835526"/>
                <a:ext cx="80963" cy="36513"/>
              </a:xfrm>
              <a:custGeom>
                <a:avLst/>
                <a:gdLst>
                  <a:gd name="T0" fmla="*/ 14 w 26"/>
                  <a:gd name="T1" fmla="*/ 12 h 12"/>
                  <a:gd name="T2" fmla="*/ 26 w 26"/>
                  <a:gd name="T3" fmla="*/ 12 h 12"/>
                  <a:gd name="T4" fmla="*/ 15 w 26"/>
                  <a:gd name="T5" fmla="*/ 1 h 12"/>
                  <a:gd name="T6" fmla="*/ 12 w 26"/>
                  <a:gd name="T7" fmla="*/ 0 h 12"/>
                  <a:gd name="T8" fmla="*/ 0 w 26"/>
                  <a:gd name="T9" fmla="*/ 0 h 12"/>
                  <a:gd name="T10" fmla="*/ 0 w 26"/>
                  <a:gd name="T11" fmla="*/ 8 h 12"/>
                  <a:gd name="T12" fmla="*/ 10 w 26"/>
                  <a:gd name="T13" fmla="*/ 8 h 12"/>
                  <a:gd name="T14" fmla="*/ 14 w 26"/>
                  <a:gd name="T15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12">
                    <a:moveTo>
                      <a:pt x="14" y="12"/>
                    </a:moveTo>
                    <a:cubicBezTo>
                      <a:pt x="26" y="12"/>
                      <a:pt x="26" y="12"/>
                      <a:pt x="26" y="12"/>
                    </a:cubicBezTo>
                    <a:cubicBezTo>
                      <a:pt x="15" y="1"/>
                      <a:pt x="15" y="1"/>
                      <a:pt x="15" y="1"/>
                    </a:cubicBezTo>
                    <a:cubicBezTo>
                      <a:pt x="14" y="0"/>
                      <a:pt x="13" y="0"/>
                      <a:pt x="1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0" y="8"/>
                      <a:pt x="10" y="8"/>
                      <a:pt x="10" y="8"/>
                    </a:cubicBezTo>
                    <a:lnTo>
                      <a:pt x="14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7" name="组合 246"/>
            <p:cNvGrpSpPr>
              <a:grpSpLocks noChangeAspect="1"/>
            </p:cNvGrpSpPr>
            <p:nvPr/>
          </p:nvGrpSpPr>
          <p:grpSpPr>
            <a:xfrm>
              <a:off x="8067676" y="4822826"/>
              <a:ext cx="303212" cy="252413"/>
              <a:chOff x="8067676" y="4822826"/>
              <a:chExt cx="303212" cy="252413"/>
            </a:xfrm>
          </p:grpSpPr>
          <p:sp>
            <p:nvSpPr>
              <p:cNvPr id="176" name="Freeform 175"/>
              <p:cNvSpPr>
                <a:spLocks noEditPoints="1"/>
              </p:cNvSpPr>
              <p:nvPr/>
            </p:nvSpPr>
            <p:spPr bwMode="auto">
              <a:xfrm>
                <a:off x="8307388" y="4822826"/>
                <a:ext cx="63500" cy="252413"/>
              </a:xfrm>
              <a:custGeom>
                <a:avLst/>
                <a:gdLst>
                  <a:gd name="T0" fmla="*/ 7 w 20"/>
                  <a:gd name="T1" fmla="*/ 1 h 80"/>
                  <a:gd name="T2" fmla="*/ 2 w 20"/>
                  <a:gd name="T3" fmla="*/ 0 h 80"/>
                  <a:gd name="T4" fmla="*/ 0 w 20"/>
                  <a:gd name="T5" fmla="*/ 4 h 80"/>
                  <a:gd name="T6" fmla="*/ 0 w 20"/>
                  <a:gd name="T7" fmla="*/ 80 h 80"/>
                  <a:gd name="T8" fmla="*/ 8 w 20"/>
                  <a:gd name="T9" fmla="*/ 80 h 80"/>
                  <a:gd name="T10" fmla="*/ 8 w 20"/>
                  <a:gd name="T11" fmla="*/ 56 h 80"/>
                  <a:gd name="T12" fmla="*/ 16 w 20"/>
                  <a:gd name="T13" fmla="*/ 56 h 80"/>
                  <a:gd name="T14" fmla="*/ 20 w 20"/>
                  <a:gd name="T15" fmla="*/ 52 h 80"/>
                  <a:gd name="T16" fmla="*/ 7 w 20"/>
                  <a:gd name="T17" fmla="*/ 1 h 80"/>
                  <a:gd name="T18" fmla="*/ 8 w 20"/>
                  <a:gd name="T19" fmla="*/ 48 h 80"/>
                  <a:gd name="T20" fmla="*/ 8 w 20"/>
                  <a:gd name="T21" fmla="*/ 21 h 80"/>
                  <a:gd name="T22" fmla="*/ 12 w 20"/>
                  <a:gd name="T23" fmla="*/ 48 h 80"/>
                  <a:gd name="T24" fmla="*/ 8 w 20"/>
                  <a:gd name="T25" fmla="*/ 4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80">
                    <a:moveTo>
                      <a:pt x="7" y="1"/>
                    </a:moveTo>
                    <a:cubicBezTo>
                      <a:pt x="6" y="0"/>
                      <a:pt x="4" y="0"/>
                      <a:pt x="2" y="0"/>
                    </a:cubicBezTo>
                    <a:cubicBezTo>
                      <a:pt x="1" y="1"/>
                      <a:pt x="0" y="2"/>
                      <a:pt x="0" y="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8" y="80"/>
                      <a:pt x="8" y="80"/>
                      <a:pt x="8" y="80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16" y="56"/>
                      <a:pt x="16" y="56"/>
                      <a:pt x="16" y="56"/>
                    </a:cubicBezTo>
                    <a:cubicBezTo>
                      <a:pt x="18" y="56"/>
                      <a:pt x="20" y="54"/>
                      <a:pt x="20" y="52"/>
                    </a:cubicBezTo>
                    <a:cubicBezTo>
                      <a:pt x="20" y="15"/>
                      <a:pt x="7" y="2"/>
                      <a:pt x="7" y="1"/>
                    </a:cubicBezTo>
                    <a:close/>
                    <a:moveTo>
                      <a:pt x="8" y="48"/>
                    </a:moveTo>
                    <a:cubicBezTo>
                      <a:pt x="8" y="21"/>
                      <a:pt x="8" y="21"/>
                      <a:pt x="8" y="21"/>
                    </a:cubicBezTo>
                    <a:cubicBezTo>
                      <a:pt x="10" y="27"/>
                      <a:pt x="12" y="36"/>
                      <a:pt x="12" y="48"/>
                    </a:cubicBezTo>
                    <a:lnTo>
                      <a:pt x="8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Freeform 176"/>
              <p:cNvSpPr>
                <a:spLocks/>
              </p:cNvSpPr>
              <p:nvPr/>
            </p:nvSpPr>
            <p:spPr bwMode="auto">
              <a:xfrm>
                <a:off x="8067676" y="4822826"/>
                <a:ext cx="101600" cy="252413"/>
              </a:xfrm>
              <a:custGeom>
                <a:avLst/>
                <a:gdLst>
                  <a:gd name="T0" fmla="*/ 32 w 32"/>
                  <a:gd name="T1" fmla="*/ 16 h 80"/>
                  <a:gd name="T2" fmla="*/ 32 w 32"/>
                  <a:gd name="T3" fmla="*/ 0 h 80"/>
                  <a:gd name="T4" fmla="*/ 24 w 32"/>
                  <a:gd name="T5" fmla="*/ 0 h 80"/>
                  <a:gd name="T6" fmla="*/ 24 w 32"/>
                  <a:gd name="T7" fmla="*/ 16 h 80"/>
                  <a:gd name="T8" fmla="*/ 20 w 32"/>
                  <a:gd name="T9" fmla="*/ 23 h 80"/>
                  <a:gd name="T10" fmla="*/ 20 w 32"/>
                  <a:gd name="T11" fmla="*/ 0 h 80"/>
                  <a:gd name="T12" fmla="*/ 12 w 32"/>
                  <a:gd name="T13" fmla="*/ 0 h 80"/>
                  <a:gd name="T14" fmla="*/ 12 w 32"/>
                  <a:gd name="T15" fmla="*/ 23 h 80"/>
                  <a:gd name="T16" fmla="*/ 8 w 32"/>
                  <a:gd name="T17" fmla="*/ 16 h 80"/>
                  <a:gd name="T18" fmla="*/ 8 w 32"/>
                  <a:gd name="T19" fmla="*/ 0 h 80"/>
                  <a:gd name="T20" fmla="*/ 0 w 32"/>
                  <a:gd name="T21" fmla="*/ 0 h 80"/>
                  <a:gd name="T22" fmla="*/ 0 w 32"/>
                  <a:gd name="T23" fmla="*/ 16 h 80"/>
                  <a:gd name="T24" fmla="*/ 12 w 32"/>
                  <a:gd name="T25" fmla="*/ 31 h 80"/>
                  <a:gd name="T26" fmla="*/ 12 w 32"/>
                  <a:gd name="T27" fmla="*/ 80 h 80"/>
                  <a:gd name="T28" fmla="*/ 20 w 32"/>
                  <a:gd name="T29" fmla="*/ 80 h 80"/>
                  <a:gd name="T30" fmla="*/ 20 w 32"/>
                  <a:gd name="T31" fmla="*/ 31 h 80"/>
                  <a:gd name="T32" fmla="*/ 32 w 32"/>
                  <a:gd name="T33" fmla="*/ 16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2" h="80">
                    <a:moveTo>
                      <a:pt x="32" y="16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19"/>
                      <a:pt x="22" y="21"/>
                      <a:pt x="20" y="23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0" y="21"/>
                      <a:pt x="8" y="19"/>
                      <a:pt x="8" y="16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3"/>
                      <a:pt x="5" y="30"/>
                      <a:pt x="12" y="31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20" y="80"/>
                      <a:pt x="20" y="80"/>
                      <a:pt x="20" y="80"/>
                    </a:cubicBezTo>
                    <a:cubicBezTo>
                      <a:pt x="20" y="31"/>
                      <a:pt x="20" y="31"/>
                      <a:pt x="20" y="31"/>
                    </a:cubicBezTo>
                    <a:cubicBezTo>
                      <a:pt x="27" y="30"/>
                      <a:pt x="32" y="23"/>
                      <a:pt x="3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Freeform 177"/>
              <p:cNvSpPr>
                <a:spLocks noEditPoints="1"/>
              </p:cNvSpPr>
              <p:nvPr/>
            </p:nvSpPr>
            <p:spPr bwMode="auto">
              <a:xfrm>
                <a:off x="8143876" y="4910138"/>
                <a:ext cx="150813" cy="152400"/>
              </a:xfrm>
              <a:custGeom>
                <a:avLst/>
                <a:gdLst>
                  <a:gd name="T0" fmla="*/ 24 w 48"/>
                  <a:gd name="T1" fmla="*/ 0 h 48"/>
                  <a:gd name="T2" fmla="*/ 0 w 48"/>
                  <a:gd name="T3" fmla="*/ 24 h 48"/>
                  <a:gd name="T4" fmla="*/ 24 w 48"/>
                  <a:gd name="T5" fmla="*/ 48 h 48"/>
                  <a:gd name="T6" fmla="*/ 48 w 48"/>
                  <a:gd name="T7" fmla="*/ 24 h 48"/>
                  <a:gd name="T8" fmla="*/ 24 w 48"/>
                  <a:gd name="T9" fmla="*/ 0 h 48"/>
                  <a:gd name="T10" fmla="*/ 24 w 48"/>
                  <a:gd name="T11" fmla="*/ 36 h 48"/>
                  <a:gd name="T12" fmla="*/ 12 w 48"/>
                  <a:gd name="T13" fmla="*/ 22 h 48"/>
                  <a:gd name="T14" fmla="*/ 18 w 48"/>
                  <a:gd name="T15" fmla="*/ 16 h 48"/>
                  <a:gd name="T16" fmla="*/ 24 w 48"/>
                  <a:gd name="T17" fmla="*/ 22 h 48"/>
                  <a:gd name="T18" fmla="*/ 30 w 48"/>
                  <a:gd name="T19" fmla="*/ 16 h 48"/>
                  <a:gd name="T20" fmla="*/ 36 w 48"/>
                  <a:gd name="T21" fmla="*/ 22 h 48"/>
                  <a:gd name="T22" fmla="*/ 24 w 48"/>
                  <a:gd name="T23" fmla="*/ 36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8" h="48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37"/>
                      <a:pt x="11" y="48"/>
                      <a:pt x="24" y="48"/>
                    </a:cubicBezTo>
                    <a:cubicBezTo>
                      <a:pt x="37" y="48"/>
                      <a:pt x="48" y="37"/>
                      <a:pt x="48" y="24"/>
                    </a:cubicBezTo>
                    <a:cubicBezTo>
                      <a:pt x="48" y="11"/>
                      <a:pt x="37" y="0"/>
                      <a:pt x="24" y="0"/>
                    </a:cubicBezTo>
                    <a:close/>
                    <a:moveTo>
                      <a:pt x="24" y="36"/>
                    </a:moveTo>
                    <a:cubicBezTo>
                      <a:pt x="24" y="36"/>
                      <a:pt x="12" y="28"/>
                      <a:pt x="12" y="22"/>
                    </a:cubicBezTo>
                    <a:cubicBezTo>
                      <a:pt x="12" y="19"/>
                      <a:pt x="15" y="16"/>
                      <a:pt x="18" y="16"/>
                    </a:cubicBezTo>
                    <a:cubicBezTo>
                      <a:pt x="21" y="16"/>
                      <a:pt x="24" y="19"/>
                      <a:pt x="24" y="22"/>
                    </a:cubicBezTo>
                    <a:cubicBezTo>
                      <a:pt x="24" y="19"/>
                      <a:pt x="27" y="16"/>
                      <a:pt x="30" y="16"/>
                    </a:cubicBezTo>
                    <a:cubicBezTo>
                      <a:pt x="33" y="16"/>
                      <a:pt x="36" y="19"/>
                      <a:pt x="36" y="22"/>
                    </a:cubicBezTo>
                    <a:cubicBezTo>
                      <a:pt x="36" y="28"/>
                      <a:pt x="24" y="36"/>
                      <a:pt x="24" y="3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8" name="组合 247"/>
            <p:cNvGrpSpPr>
              <a:grpSpLocks noChangeAspect="1"/>
            </p:cNvGrpSpPr>
            <p:nvPr/>
          </p:nvGrpSpPr>
          <p:grpSpPr>
            <a:xfrm>
              <a:off x="8712201" y="4797426"/>
              <a:ext cx="227013" cy="303212"/>
              <a:chOff x="8712201" y="4797426"/>
              <a:chExt cx="227013" cy="303212"/>
            </a:xfrm>
          </p:grpSpPr>
          <p:sp>
            <p:nvSpPr>
              <p:cNvPr id="179" name="Freeform 178"/>
              <p:cNvSpPr>
                <a:spLocks/>
              </p:cNvSpPr>
              <p:nvPr/>
            </p:nvSpPr>
            <p:spPr bwMode="auto">
              <a:xfrm>
                <a:off x="8724901" y="5075238"/>
                <a:ext cx="201613" cy="25400"/>
              </a:xfrm>
              <a:custGeom>
                <a:avLst/>
                <a:gdLst>
                  <a:gd name="T0" fmla="*/ 8 w 64"/>
                  <a:gd name="T1" fmla="*/ 8 h 8"/>
                  <a:gd name="T2" fmla="*/ 56 w 64"/>
                  <a:gd name="T3" fmla="*/ 8 h 8"/>
                  <a:gd name="T4" fmla="*/ 64 w 64"/>
                  <a:gd name="T5" fmla="*/ 0 h 8"/>
                  <a:gd name="T6" fmla="*/ 0 w 64"/>
                  <a:gd name="T7" fmla="*/ 0 h 8"/>
                  <a:gd name="T8" fmla="*/ 8 w 64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8">
                    <a:moveTo>
                      <a:pt x="8" y="8"/>
                    </a:moveTo>
                    <a:cubicBezTo>
                      <a:pt x="56" y="8"/>
                      <a:pt x="56" y="8"/>
                      <a:pt x="56" y="8"/>
                    </a:cubicBezTo>
                    <a:cubicBezTo>
                      <a:pt x="60" y="8"/>
                      <a:pt x="64" y="4"/>
                      <a:pt x="6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4"/>
                      <a:pt x="4" y="8"/>
                      <a:pt x="8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Freeform 179"/>
              <p:cNvSpPr>
                <a:spLocks noEditPoints="1"/>
              </p:cNvSpPr>
              <p:nvPr/>
            </p:nvSpPr>
            <p:spPr bwMode="auto">
              <a:xfrm>
                <a:off x="8724901" y="4797426"/>
                <a:ext cx="201613" cy="90488"/>
              </a:xfrm>
              <a:custGeom>
                <a:avLst/>
                <a:gdLst>
                  <a:gd name="T0" fmla="*/ 56 w 64"/>
                  <a:gd name="T1" fmla="*/ 28 h 29"/>
                  <a:gd name="T2" fmla="*/ 64 w 64"/>
                  <a:gd name="T3" fmla="*/ 29 h 29"/>
                  <a:gd name="T4" fmla="*/ 32 w 64"/>
                  <a:gd name="T5" fmla="*/ 0 h 29"/>
                  <a:gd name="T6" fmla="*/ 0 w 64"/>
                  <a:gd name="T7" fmla="*/ 29 h 29"/>
                  <a:gd name="T8" fmla="*/ 8 w 64"/>
                  <a:gd name="T9" fmla="*/ 28 h 29"/>
                  <a:gd name="T10" fmla="*/ 56 w 64"/>
                  <a:gd name="T11" fmla="*/ 28 h 29"/>
                  <a:gd name="T12" fmla="*/ 43 w 64"/>
                  <a:gd name="T13" fmla="*/ 14 h 29"/>
                  <a:gd name="T14" fmla="*/ 46 w 64"/>
                  <a:gd name="T15" fmla="*/ 17 h 29"/>
                  <a:gd name="T16" fmla="*/ 43 w 64"/>
                  <a:gd name="T17" fmla="*/ 20 h 29"/>
                  <a:gd name="T18" fmla="*/ 40 w 64"/>
                  <a:gd name="T19" fmla="*/ 17 h 29"/>
                  <a:gd name="T20" fmla="*/ 43 w 64"/>
                  <a:gd name="T21" fmla="*/ 14 h 29"/>
                  <a:gd name="T22" fmla="*/ 32 w 64"/>
                  <a:gd name="T23" fmla="*/ 8 h 29"/>
                  <a:gd name="T24" fmla="*/ 35 w 64"/>
                  <a:gd name="T25" fmla="*/ 11 h 29"/>
                  <a:gd name="T26" fmla="*/ 32 w 64"/>
                  <a:gd name="T27" fmla="*/ 14 h 29"/>
                  <a:gd name="T28" fmla="*/ 29 w 64"/>
                  <a:gd name="T29" fmla="*/ 11 h 29"/>
                  <a:gd name="T30" fmla="*/ 32 w 64"/>
                  <a:gd name="T31" fmla="*/ 8 h 29"/>
                  <a:gd name="T32" fmla="*/ 21 w 64"/>
                  <a:gd name="T33" fmla="*/ 14 h 29"/>
                  <a:gd name="T34" fmla="*/ 24 w 64"/>
                  <a:gd name="T35" fmla="*/ 17 h 29"/>
                  <a:gd name="T36" fmla="*/ 21 w 64"/>
                  <a:gd name="T37" fmla="*/ 20 h 29"/>
                  <a:gd name="T38" fmla="*/ 18 w 64"/>
                  <a:gd name="T39" fmla="*/ 17 h 29"/>
                  <a:gd name="T40" fmla="*/ 21 w 64"/>
                  <a:gd name="T41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4" h="29">
                    <a:moveTo>
                      <a:pt x="56" y="28"/>
                    </a:moveTo>
                    <a:cubicBezTo>
                      <a:pt x="59" y="28"/>
                      <a:pt x="62" y="28"/>
                      <a:pt x="64" y="29"/>
                    </a:cubicBezTo>
                    <a:cubicBezTo>
                      <a:pt x="62" y="13"/>
                      <a:pt x="49" y="0"/>
                      <a:pt x="32" y="0"/>
                    </a:cubicBezTo>
                    <a:cubicBezTo>
                      <a:pt x="15" y="0"/>
                      <a:pt x="2" y="13"/>
                      <a:pt x="0" y="29"/>
                    </a:cubicBezTo>
                    <a:cubicBezTo>
                      <a:pt x="2" y="28"/>
                      <a:pt x="5" y="28"/>
                      <a:pt x="8" y="28"/>
                    </a:cubicBezTo>
                    <a:lnTo>
                      <a:pt x="56" y="28"/>
                    </a:lnTo>
                    <a:close/>
                    <a:moveTo>
                      <a:pt x="43" y="14"/>
                    </a:moveTo>
                    <a:cubicBezTo>
                      <a:pt x="45" y="14"/>
                      <a:pt x="46" y="15"/>
                      <a:pt x="46" y="17"/>
                    </a:cubicBezTo>
                    <a:cubicBezTo>
                      <a:pt x="46" y="19"/>
                      <a:pt x="45" y="20"/>
                      <a:pt x="43" y="20"/>
                    </a:cubicBezTo>
                    <a:cubicBezTo>
                      <a:pt x="41" y="20"/>
                      <a:pt x="40" y="19"/>
                      <a:pt x="40" y="17"/>
                    </a:cubicBezTo>
                    <a:cubicBezTo>
                      <a:pt x="40" y="15"/>
                      <a:pt x="41" y="14"/>
                      <a:pt x="43" y="14"/>
                    </a:cubicBezTo>
                    <a:close/>
                    <a:moveTo>
                      <a:pt x="32" y="8"/>
                    </a:moveTo>
                    <a:cubicBezTo>
                      <a:pt x="34" y="8"/>
                      <a:pt x="35" y="9"/>
                      <a:pt x="35" y="11"/>
                    </a:cubicBezTo>
                    <a:cubicBezTo>
                      <a:pt x="35" y="13"/>
                      <a:pt x="34" y="14"/>
                      <a:pt x="32" y="14"/>
                    </a:cubicBezTo>
                    <a:cubicBezTo>
                      <a:pt x="30" y="14"/>
                      <a:pt x="29" y="13"/>
                      <a:pt x="29" y="11"/>
                    </a:cubicBezTo>
                    <a:cubicBezTo>
                      <a:pt x="29" y="9"/>
                      <a:pt x="30" y="8"/>
                      <a:pt x="32" y="8"/>
                    </a:cubicBezTo>
                    <a:close/>
                    <a:moveTo>
                      <a:pt x="21" y="14"/>
                    </a:moveTo>
                    <a:cubicBezTo>
                      <a:pt x="23" y="14"/>
                      <a:pt x="24" y="15"/>
                      <a:pt x="24" y="17"/>
                    </a:cubicBezTo>
                    <a:cubicBezTo>
                      <a:pt x="24" y="19"/>
                      <a:pt x="23" y="20"/>
                      <a:pt x="21" y="20"/>
                    </a:cubicBezTo>
                    <a:cubicBezTo>
                      <a:pt x="19" y="20"/>
                      <a:pt x="18" y="19"/>
                      <a:pt x="18" y="17"/>
                    </a:cubicBezTo>
                    <a:cubicBezTo>
                      <a:pt x="18" y="15"/>
                      <a:pt x="19" y="14"/>
                      <a:pt x="21" y="1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Freeform 180"/>
              <p:cNvSpPr>
                <a:spLocks/>
              </p:cNvSpPr>
              <p:nvPr/>
            </p:nvSpPr>
            <p:spPr bwMode="auto">
              <a:xfrm>
                <a:off x="8712201" y="4951413"/>
                <a:ext cx="227013" cy="47625"/>
              </a:xfrm>
              <a:custGeom>
                <a:avLst/>
                <a:gdLst>
                  <a:gd name="T0" fmla="*/ 69 w 72"/>
                  <a:gd name="T1" fmla="*/ 1 h 15"/>
                  <a:gd name="T2" fmla="*/ 60 w 72"/>
                  <a:gd name="T3" fmla="*/ 3 h 15"/>
                  <a:gd name="T4" fmla="*/ 52 w 72"/>
                  <a:gd name="T5" fmla="*/ 0 h 15"/>
                  <a:gd name="T6" fmla="*/ 42 w 72"/>
                  <a:gd name="T7" fmla="*/ 3 h 15"/>
                  <a:gd name="T8" fmla="*/ 36 w 72"/>
                  <a:gd name="T9" fmla="*/ 2 h 15"/>
                  <a:gd name="T10" fmla="*/ 30 w 72"/>
                  <a:gd name="T11" fmla="*/ 3 h 15"/>
                  <a:gd name="T12" fmla="*/ 20 w 72"/>
                  <a:gd name="T13" fmla="*/ 0 h 15"/>
                  <a:gd name="T14" fmla="*/ 12 w 72"/>
                  <a:gd name="T15" fmla="*/ 3 h 15"/>
                  <a:gd name="T16" fmla="*/ 3 w 72"/>
                  <a:gd name="T17" fmla="*/ 1 h 15"/>
                  <a:gd name="T18" fmla="*/ 0 w 72"/>
                  <a:gd name="T19" fmla="*/ 7 h 15"/>
                  <a:gd name="T20" fmla="*/ 8 w 72"/>
                  <a:gd name="T21" fmla="*/ 15 h 15"/>
                  <a:gd name="T22" fmla="*/ 64 w 72"/>
                  <a:gd name="T23" fmla="*/ 15 h 15"/>
                  <a:gd name="T24" fmla="*/ 72 w 72"/>
                  <a:gd name="T25" fmla="*/ 7 h 15"/>
                  <a:gd name="T26" fmla="*/ 69 w 72"/>
                  <a:gd name="T27" fmla="*/ 1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15">
                    <a:moveTo>
                      <a:pt x="69" y="1"/>
                    </a:moveTo>
                    <a:cubicBezTo>
                      <a:pt x="66" y="2"/>
                      <a:pt x="63" y="3"/>
                      <a:pt x="60" y="3"/>
                    </a:cubicBezTo>
                    <a:cubicBezTo>
                      <a:pt x="57" y="3"/>
                      <a:pt x="54" y="2"/>
                      <a:pt x="52" y="0"/>
                    </a:cubicBezTo>
                    <a:cubicBezTo>
                      <a:pt x="49" y="2"/>
                      <a:pt x="45" y="3"/>
                      <a:pt x="42" y="3"/>
                    </a:cubicBezTo>
                    <a:cubicBezTo>
                      <a:pt x="40" y="3"/>
                      <a:pt x="38" y="3"/>
                      <a:pt x="36" y="2"/>
                    </a:cubicBezTo>
                    <a:cubicBezTo>
                      <a:pt x="34" y="3"/>
                      <a:pt x="32" y="3"/>
                      <a:pt x="30" y="3"/>
                    </a:cubicBezTo>
                    <a:cubicBezTo>
                      <a:pt x="27" y="3"/>
                      <a:pt x="23" y="2"/>
                      <a:pt x="20" y="0"/>
                    </a:cubicBezTo>
                    <a:cubicBezTo>
                      <a:pt x="18" y="2"/>
                      <a:pt x="15" y="3"/>
                      <a:pt x="12" y="3"/>
                    </a:cubicBezTo>
                    <a:cubicBezTo>
                      <a:pt x="9" y="3"/>
                      <a:pt x="6" y="2"/>
                      <a:pt x="3" y="1"/>
                    </a:cubicBezTo>
                    <a:cubicBezTo>
                      <a:pt x="1" y="2"/>
                      <a:pt x="0" y="4"/>
                      <a:pt x="0" y="7"/>
                    </a:cubicBezTo>
                    <a:cubicBezTo>
                      <a:pt x="0" y="11"/>
                      <a:pt x="4" y="15"/>
                      <a:pt x="8" y="15"/>
                    </a:cubicBezTo>
                    <a:cubicBezTo>
                      <a:pt x="64" y="15"/>
                      <a:pt x="64" y="15"/>
                      <a:pt x="64" y="15"/>
                    </a:cubicBezTo>
                    <a:cubicBezTo>
                      <a:pt x="68" y="15"/>
                      <a:pt x="72" y="11"/>
                      <a:pt x="72" y="7"/>
                    </a:cubicBezTo>
                    <a:cubicBezTo>
                      <a:pt x="72" y="4"/>
                      <a:pt x="71" y="2"/>
                      <a:pt x="69" y="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Freeform 181"/>
              <p:cNvSpPr>
                <a:spLocks/>
              </p:cNvSpPr>
              <p:nvPr/>
            </p:nvSpPr>
            <p:spPr bwMode="auto">
              <a:xfrm>
                <a:off x="8712201" y="4897438"/>
                <a:ext cx="227013" cy="50800"/>
              </a:xfrm>
              <a:custGeom>
                <a:avLst/>
                <a:gdLst>
                  <a:gd name="T0" fmla="*/ 12 w 72"/>
                  <a:gd name="T1" fmla="*/ 16 h 16"/>
                  <a:gd name="T2" fmla="*/ 20 w 72"/>
                  <a:gd name="T3" fmla="*/ 12 h 16"/>
                  <a:gd name="T4" fmla="*/ 30 w 72"/>
                  <a:gd name="T5" fmla="*/ 16 h 16"/>
                  <a:gd name="T6" fmla="*/ 36 w 72"/>
                  <a:gd name="T7" fmla="*/ 14 h 16"/>
                  <a:gd name="T8" fmla="*/ 42 w 72"/>
                  <a:gd name="T9" fmla="*/ 16 h 16"/>
                  <a:gd name="T10" fmla="*/ 52 w 72"/>
                  <a:gd name="T11" fmla="*/ 12 h 16"/>
                  <a:gd name="T12" fmla="*/ 60 w 72"/>
                  <a:gd name="T13" fmla="*/ 16 h 16"/>
                  <a:gd name="T14" fmla="*/ 72 w 72"/>
                  <a:gd name="T15" fmla="*/ 6 h 16"/>
                  <a:gd name="T16" fmla="*/ 64 w 72"/>
                  <a:gd name="T17" fmla="*/ 0 h 16"/>
                  <a:gd name="T18" fmla="*/ 8 w 72"/>
                  <a:gd name="T19" fmla="*/ 0 h 16"/>
                  <a:gd name="T20" fmla="*/ 0 w 72"/>
                  <a:gd name="T21" fmla="*/ 6 h 16"/>
                  <a:gd name="T22" fmla="*/ 12 w 72"/>
                  <a:gd name="T23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" h="16">
                    <a:moveTo>
                      <a:pt x="12" y="16"/>
                    </a:moveTo>
                    <a:cubicBezTo>
                      <a:pt x="15" y="16"/>
                      <a:pt x="18" y="14"/>
                      <a:pt x="20" y="12"/>
                    </a:cubicBezTo>
                    <a:cubicBezTo>
                      <a:pt x="22" y="14"/>
                      <a:pt x="27" y="16"/>
                      <a:pt x="30" y="16"/>
                    </a:cubicBezTo>
                    <a:cubicBezTo>
                      <a:pt x="32" y="16"/>
                      <a:pt x="34" y="15"/>
                      <a:pt x="36" y="14"/>
                    </a:cubicBezTo>
                    <a:cubicBezTo>
                      <a:pt x="38" y="15"/>
                      <a:pt x="40" y="16"/>
                      <a:pt x="42" y="16"/>
                    </a:cubicBezTo>
                    <a:cubicBezTo>
                      <a:pt x="45" y="16"/>
                      <a:pt x="50" y="14"/>
                      <a:pt x="52" y="12"/>
                    </a:cubicBezTo>
                    <a:cubicBezTo>
                      <a:pt x="54" y="14"/>
                      <a:pt x="57" y="16"/>
                      <a:pt x="60" y="16"/>
                    </a:cubicBezTo>
                    <a:cubicBezTo>
                      <a:pt x="66" y="16"/>
                      <a:pt x="72" y="12"/>
                      <a:pt x="72" y="6"/>
                    </a:cubicBezTo>
                    <a:cubicBezTo>
                      <a:pt x="72" y="4"/>
                      <a:pt x="68" y="0"/>
                      <a:pt x="64" y="0"/>
                    </a:cubicBezTo>
                    <a:cubicBezTo>
                      <a:pt x="61" y="0"/>
                      <a:pt x="11" y="0"/>
                      <a:pt x="8" y="0"/>
                    </a:cubicBezTo>
                    <a:cubicBezTo>
                      <a:pt x="4" y="0"/>
                      <a:pt x="0" y="4"/>
                      <a:pt x="0" y="6"/>
                    </a:cubicBezTo>
                    <a:cubicBezTo>
                      <a:pt x="0" y="12"/>
                      <a:pt x="6" y="16"/>
                      <a:pt x="1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Freeform 182"/>
              <p:cNvSpPr>
                <a:spLocks/>
              </p:cNvSpPr>
              <p:nvPr/>
            </p:nvSpPr>
            <p:spPr bwMode="auto">
              <a:xfrm>
                <a:off x="8712201" y="5011738"/>
                <a:ext cx="227013" cy="50800"/>
              </a:xfrm>
              <a:custGeom>
                <a:avLst/>
                <a:gdLst>
                  <a:gd name="T0" fmla="*/ 64 w 72"/>
                  <a:gd name="T1" fmla="*/ 0 h 16"/>
                  <a:gd name="T2" fmla="*/ 64 w 72"/>
                  <a:gd name="T3" fmla="*/ 0 h 16"/>
                  <a:gd name="T4" fmla="*/ 63 w 72"/>
                  <a:gd name="T5" fmla="*/ 3 h 16"/>
                  <a:gd name="T6" fmla="*/ 55 w 72"/>
                  <a:gd name="T7" fmla="*/ 11 h 16"/>
                  <a:gd name="T8" fmla="*/ 52 w 72"/>
                  <a:gd name="T9" fmla="*/ 12 h 16"/>
                  <a:gd name="T10" fmla="*/ 49 w 72"/>
                  <a:gd name="T11" fmla="*/ 11 h 16"/>
                  <a:gd name="T12" fmla="*/ 41 w 72"/>
                  <a:gd name="T13" fmla="*/ 3 h 16"/>
                  <a:gd name="T14" fmla="*/ 40 w 72"/>
                  <a:gd name="T15" fmla="*/ 0 h 16"/>
                  <a:gd name="T16" fmla="*/ 8 w 72"/>
                  <a:gd name="T17" fmla="*/ 0 h 16"/>
                  <a:gd name="T18" fmla="*/ 0 w 72"/>
                  <a:gd name="T19" fmla="*/ 8 h 16"/>
                  <a:gd name="T20" fmla="*/ 8 w 72"/>
                  <a:gd name="T21" fmla="*/ 16 h 16"/>
                  <a:gd name="T22" fmla="*/ 64 w 72"/>
                  <a:gd name="T23" fmla="*/ 16 h 16"/>
                  <a:gd name="T24" fmla="*/ 72 w 72"/>
                  <a:gd name="T25" fmla="*/ 8 h 16"/>
                  <a:gd name="T26" fmla="*/ 64 w 72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16">
                    <a:moveTo>
                      <a:pt x="64" y="0"/>
                    </a:moveTo>
                    <a:cubicBezTo>
                      <a:pt x="64" y="0"/>
                      <a:pt x="64" y="0"/>
                      <a:pt x="64" y="0"/>
                    </a:cubicBezTo>
                    <a:cubicBezTo>
                      <a:pt x="64" y="1"/>
                      <a:pt x="64" y="2"/>
                      <a:pt x="63" y="3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4" y="12"/>
                      <a:pt x="53" y="12"/>
                      <a:pt x="52" y="12"/>
                    </a:cubicBezTo>
                    <a:cubicBezTo>
                      <a:pt x="51" y="12"/>
                      <a:pt x="50" y="12"/>
                      <a:pt x="49" y="11"/>
                    </a:cubicBezTo>
                    <a:cubicBezTo>
                      <a:pt x="41" y="3"/>
                      <a:pt x="41" y="3"/>
                      <a:pt x="41" y="3"/>
                    </a:cubicBezTo>
                    <a:cubicBezTo>
                      <a:pt x="40" y="2"/>
                      <a:pt x="40" y="1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2"/>
                      <a:pt x="4" y="16"/>
                      <a:pt x="8" y="16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8" y="16"/>
                      <a:pt x="72" y="12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7" name="组合 236"/>
            <p:cNvGrpSpPr>
              <a:grpSpLocks noChangeAspect="1"/>
            </p:cNvGrpSpPr>
            <p:nvPr/>
          </p:nvGrpSpPr>
          <p:grpSpPr>
            <a:xfrm>
              <a:off x="7499351" y="4227513"/>
              <a:ext cx="239713" cy="227013"/>
              <a:chOff x="7499351" y="4227513"/>
              <a:chExt cx="239713" cy="227013"/>
            </a:xfrm>
          </p:grpSpPr>
          <p:sp>
            <p:nvSpPr>
              <p:cNvPr id="184" name="Freeform 183"/>
              <p:cNvSpPr>
                <a:spLocks/>
              </p:cNvSpPr>
              <p:nvPr/>
            </p:nvSpPr>
            <p:spPr bwMode="auto">
              <a:xfrm>
                <a:off x="7688263" y="4287838"/>
                <a:ext cx="25400" cy="52388"/>
              </a:xfrm>
              <a:custGeom>
                <a:avLst/>
                <a:gdLst>
                  <a:gd name="T0" fmla="*/ 0 w 8"/>
                  <a:gd name="T1" fmla="*/ 8 h 17"/>
                  <a:gd name="T2" fmla="*/ 0 w 8"/>
                  <a:gd name="T3" fmla="*/ 17 h 17"/>
                  <a:gd name="T4" fmla="*/ 4 w 8"/>
                  <a:gd name="T5" fmla="*/ 17 h 17"/>
                  <a:gd name="T6" fmla="*/ 8 w 8"/>
                  <a:gd name="T7" fmla="*/ 13 h 17"/>
                  <a:gd name="T8" fmla="*/ 8 w 8"/>
                  <a:gd name="T9" fmla="*/ 1 h 17"/>
                  <a:gd name="T10" fmla="*/ 8 w 8"/>
                  <a:gd name="T11" fmla="*/ 0 h 17"/>
                  <a:gd name="T12" fmla="*/ 0 w 8"/>
                  <a:gd name="T13" fmla="*/ 8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17">
                    <a:moveTo>
                      <a:pt x="0" y="8"/>
                    </a:moveTo>
                    <a:cubicBezTo>
                      <a:pt x="0" y="17"/>
                      <a:pt x="0" y="17"/>
                      <a:pt x="0" y="17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6" y="17"/>
                      <a:pt x="8" y="15"/>
                      <a:pt x="8" y="13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0"/>
                    </a:cubicBez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Freeform 184"/>
              <p:cNvSpPr>
                <a:spLocks/>
              </p:cNvSpPr>
              <p:nvPr/>
            </p:nvSpPr>
            <p:spPr bwMode="auto">
              <a:xfrm>
                <a:off x="7499351" y="4227513"/>
                <a:ext cx="239713" cy="125413"/>
              </a:xfrm>
              <a:custGeom>
                <a:avLst/>
                <a:gdLst>
                  <a:gd name="T0" fmla="*/ 76 w 76"/>
                  <a:gd name="T1" fmla="*/ 2 h 40"/>
                  <a:gd name="T2" fmla="*/ 72 w 76"/>
                  <a:gd name="T3" fmla="*/ 0 h 40"/>
                  <a:gd name="T4" fmla="*/ 32 w 76"/>
                  <a:gd name="T5" fmla="*/ 0 h 40"/>
                  <a:gd name="T6" fmla="*/ 32 w 76"/>
                  <a:gd name="T7" fmla="*/ 16 h 40"/>
                  <a:gd name="T8" fmla="*/ 28 w 76"/>
                  <a:gd name="T9" fmla="*/ 16 h 40"/>
                  <a:gd name="T10" fmla="*/ 28 w 76"/>
                  <a:gd name="T11" fmla="*/ 0 h 40"/>
                  <a:gd name="T12" fmla="*/ 20 w 76"/>
                  <a:gd name="T13" fmla="*/ 0 h 40"/>
                  <a:gd name="T14" fmla="*/ 20 w 76"/>
                  <a:gd name="T15" fmla="*/ 20 h 40"/>
                  <a:gd name="T16" fmla="*/ 16 w 76"/>
                  <a:gd name="T17" fmla="*/ 20 h 40"/>
                  <a:gd name="T18" fmla="*/ 16 w 76"/>
                  <a:gd name="T19" fmla="*/ 0 h 40"/>
                  <a:gd name="T20" fmla="*/ 0 w 76"/>
                  <a:gd name="T21" fmla="*/ 20 h 40"/>
                  <a:gd name="T22" fmla="*/ 20 w 76"/>
                  <a:gd name="T23" fmla="*/ 40 h 40"/>
                  <a:gd name="T24" fmla="*/ 52 w 76"/>
                  <a:gd name="T25" fmla="*/ 40 h 40"/>
                  <a:gd name="T26" fmla="*/ 56 w 76"/>
                  <a:gd name="T27" fmla="*/ 36 h 40"/>
                  <a:gd name="T28" fmla="*/ 56 w 76"/>
                  <a:gd name="T29" fmla="*/ 26 h 40"/>
                  <a:gd name="T30" fmla="*/ 75 w 76"/>
                  <a:gd name="T31" fmla="*/ 7 h 40"/>
                  <a:gd name="T32" fmla="*/ 76 w 76"/>
                  <a:gd name="T33" fmla="*/ 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6" h="40">
                    <a:moveTo>
                      <a:pt x="76" y="2"/>
                    </a:moveTo>
                    <a:cubicBezTo>
                      <a:pt x="75" y="1"/>
                      <a:pt x="74" y="0"/>
                      <a:pt x="7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2"/>
                      <a:pt x="0" y="10"/>
                      <a:pt x="0" y="20"/>
                    </a:cubicBezTo>
                    <a:cubicBezTo>
                      <a:pt x="0" y="31"/>
                      <a:pt x="9" y="40"/>
                      <a:pt x="20" y="40"/>
                    </a:cubicBezTo>
                    <a:cubicBezTo>
                      <a:pt x="52" y="40"/>
                      <a:pt x="52" y="40"/>
                      <a:pt x="52" y="40"/>
                    </a:cubicBezTo>
                    <a:cubicBezTo>
                      <a:pt x="54" y="40"/>
                      <a:pt x="56" y="38"/>
                      <a:pt x="56" y="36"/>
                    </a:cubicBezTo>
                    <a:cubicBezTo>
                      <a:pt x="56" y="26"/>
                      <a:pt x="56" y="26"/>
                      <a:pt x="56" y="26"/>
                    </a:cubicBezTo>
                    <a:cubicBezTo>
                      <a:pt x="75" y="7"/>
                      <a:pt x="75" y="7"/>
                      <a:pt x="75" y="7"/>
                    </a:cubicBezTo>
                    <a:cubicBezTo>
                      <a:pt x="76" y="6"/>
                      <a:pt x="76" y="4"/>
                      <a:pt x="76" y="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Freeform 185"/>
              <p:cNvSpPr>
                <a:spLocks/>
              </p:cNvSpPr>
              <p:nvPr/>
            </p:nvSpPr>
            <p:spPr bwMode="auto">
              <a:xfrm>
                <a:off x="7499351" y="4365626"/>
                <a:ext cx="112713" cy="88900"/>
              </a:xfrm>
              <a:custGeom>
                <a:avLst/>
                <a:gdLst>
                  <a:gd name="T0" fmla="*/ 28 w 36"/>
                  <a:gd name="T1" fmla="*/ 5 h 28"/>
                  <a:gd name="T2" fmla="*/ 8 w 36"/>
                  <a:gd name="T3" fmla="*/ 11 h 28"/>
                  <a:gd name="T4" fmla="*/ 8 w 36"/>
                  <a:gd name="T5" fmla="*/ 0 h 28"/>
                  <a:gd name="T6" fmla="*/ 0 w 36"/>
                  <a:gd name="T7" fmla="*/ 0 h 28"/>
                  <a:gd name="T8" fmla="*/ 0 w 36"/>
                  <a:gd name="T9" fmla="*/ 28 h 28"/>
                  <a:gd name="T10" fmla="*/ 8 w 36"/>
                  <a:gd name="T11" fmla="*/ 28 h 28"/>
                  <a:gd name="T12" fmla="*/ 8 w 36"/>
                  <a:gd name="T13" fmla="*/ 19 h 28"/>
                  <a:gd name="T14" fmla="*/ 33 w 36"/>
                  <a:gd name="T15" fmla="*/ 12 h 28"/>
                  <a:gd name="T16" fmla="*/ 36 w 36"/>
                  <a:gd name="T17" fmla="*/ 8 h 28"/>
                  <a:gd name="T18" fmla="*/ 36 w 36"/>
                  <a:gd name="T19" fmla="*/ 0 h 28"/>
                  <a:gd name="T20" fmla="*/ 28 w 36"/>
                  <a:gd name="T21" fmla="*/ 0 h 28"/>
                  <a:gd name="T22" fmla="*/ 28 w 36"/>
                  <a:gd name="T23" fmla="*/ 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" h="28">
                    <a:moveTo>
                      <a:pt x="28" y="5"/>
                    </a:moveTo>
                    <a:cubicBezTo>
                      <a:pt x="8" y="11"/>
                      <a:pt x="8" y="11"/>
                      <a:pt x="8" y="1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5" y="11"/>
                      <a:pt x="36" y="10"/>
                      <a:pt x="36" y="8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28" y="0"/>
                      <a:pt x="28" y="0"/>
                      <a:pt x="28" y="0"/>
                    </a:cubicBezTo>
                    <a:lnTo>
                      <a:pt x="28" y="5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8" name="组合 237"/>
            <p:cNvGrpSpPr>
              <a:grpSpLocks noChangeAspect="1"/>
            </p:cNvGrpSpPr>
            <p:nvPr/>
          </p:nvGrpSpPr>
          <p:grpSpPr>
            <a:xfrm>
              <a:off x="8118476" y="4214813"/>
              <a:ext cx="201612" cy="252413"/>
              <a:chOff x="8118476" y="4214813"/>
              <a:chExt cx="201612" cy="252413"/>
            </a:xfrm>
          </p:grpSpPr>
          <p:sp>
            <p:nvSpPr>
              <p:cNvPr id="187" name="Freeform 186"/>
              <p:cNvSpPr>
                <a:spLocks/>
              </p:cNvSpPr>
              <p:nvPr/>
            </p:nvSpPr>
            <p:spPr bwMode="auto">
              <a:xfrm>
                <a:off x="8118476" y="4214813"/>
                <a:ext cx="100013" cy="201613"/>
              </a:xfrm>
              <a:custGeom>
                <a:avLst/>
                <a:gdLst>
                  <a:gd name="T0" fmla="*/ 28 w 32"/>
                  <a:gd name="T1" fmla="*/ 16 h 64"/>
                  <a:gd name="T2" fmla="*/ 32 w 32"/>
                  <a:gd name="T3" fmla="*/ 16 h 64"/>
                  <a:gd name="T4" fmla="*/ 32 w 32"/>
                  <a:gd name="T5" fmla="*/ 8 h 64"/>
                  <a:gd name="T6" fmla="*/ 29 w 32"/>
                  <a:gd name="T7" fmla="*/ 8 h 64"/>
                  <a:gd name="T8" fmla="*/ 5 w 32"/>
                  <a:gd name="T9" fmla="*/ 0 h 64"/>
                  <a:gd name="T10" fmla="*/ 3 w 32"/>
                  <a:gd name="T11" fmla="*/ 8 h 64"/>
                  <a:gd name="T12" fmla="*/ 14 w 32"/>
                  <a:gd name="T13" fmla="*/ 12 h 64"/>
                  <a:gd name="T14" fmla="*/ 0 w 32"/>
                  <a:gd name="T15" fmla="*/ 36 h 64"/>
                  <a:gd name="T16" fmla="*/ 0 w 32"/>
                  <a:gd name="T17" fmla="*/ 64 h 64"/>
                  <a:gd name="T18" fmla="*/ 8 w 32"/>
                  <a:gd name="T19" fmla="*/ 64 h 64"/>
                  <a:gd name="T20" fmla="*/ 8 w 32"/>
                  <a:gd name="T21" fmla="*/ 36 h 64"/>
                  <a:gd name="T22" fmla="*/ 28 w 32"/>
                  <a:gd name="T23" fmla="*/ 16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2" h="64">
                    <a:moveTo>
                      <a:pt x="28" y="16"/>
                    </a:move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6" y="16"/>
                      <a:pt x="0" y="26"/>
                      <a:pt x="0" y="3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8" y="64"/>
                      <a:pt x="8" y="64"/>
                      <a:pt x="8" y="64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8" y="25"/>
                      <a:pt x="17" y="16"/>
                      <a:pt x="28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Freeform 187"/>
              <p:cNvSpPr>
                <a:spLocks/>
              </p:cNvSpPr>
              <p:nvPr/>
            </p:nvSpPr>
            <p:spPr bwMode="auto">
              <a:xfrm>
                <a:off x="8231188" y="4214813"/>
                <a:ext cx="88900" cy="76200"/>
              </a:xfrm>
              <a:custGeom>
                <a:avLst/>
                <a:gdLst>
                  <a:gd name="T0" fmla="*/ 27 w 28"/>
                  <a:gd name="T1" fmla="*/ 1 h 24"/>
                  <a:gd name="T2" fmla="*/ 23 w 28"/>
                  <a:gd name="T3" fmla="*/ 0 h 24"/>
                  <a:gd name="T4" fmla="*/ 3 w 28"/>
                  <a:gd name="T5" fmla="*/ 4 h 24"/>
                  <a:gd name="T6" fmla="*/ 0 w 28"/>
                  <a:gd name="T7" fmla="*/ 8 h 24"/>
                  <a:gd name="T8" fmla="*/ 0 w 28"/>
                  <a:gd name="T9" fmla="*/ 16 h 24"/>
                  <a:gd name="T10" fmla="*/ 3 w 28"/>
                  <a:gd name="T11" fmla="*/ 20 h 24"/>
                  <a:gd name="T12" fmla="*/ 23 w 28"/>
                  <a:gd name="T13" fmla="*/ 24 h 24"/>
                  <a:gd name="T14" fmla="*/ 27 w 28"/>
                  <a:gd name="T15" fmla="*/ 23 h 24"/>
                  <a:gd name="T16" fmla="*/ 28 w 28"/>
                  <a:gd name="T17" fmla="*/ 20 h 24"/>
                  <a:gd name="T18" fmla="*/ 28 w 28"/>
                  <a:gd name="T19" fmla="*/ 4 h 24"/>
                  <a:gd name="T20" fmla="*/ 27 w 28"/>
                  <a:gd name="T21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" h="24">
                    <a:moveTo>
                      <a:pt x="27" y="1"/>
                    </a:moveTo>
                    <a:cubicBezTo>
                      <a:pt x="26" y="0"/>
                      <a:pt x="24" y="0"/>
                      <a:pt x="23" y="0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1" y="4"/>
                      <a:pt x="0" y="6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1" y="20"/>
                      <a:pt x="3" y="20"/>
                    </a:cubicBezTo>
                    <a:cubicBezTo>
                      <a:pt x="23" y="24"/>
                      <a:pt x="23" y="24"/>
                      <a:pt x="23" y="24"/>
                    </a:cubicBezTo>
                    <a:cubicBezTo>
                      <a:pt x="24" y="24"/>
                      <a:pt x="26" y="24"/>
                      <a:pt x="27" y="23"/>
                    </a:cubicBezTo>
                    <a:cubicBezTo>
                      <a:pt x="27" y="22"/>
                      <a:pt x="28" y="21"/>
                      <a:pt x="28" y="20"/>
                    </a:cubicBezTo>
                    <a:cubicBezTo>
                      <a:pt x="28" y="4"/>
                      <a:pt x="28" y="4"/>
                      <a:pt x="28" y="4"/>
                    </a:cubicBezTo>
                    <a:cubicBezTo>
                      <a:pt x="28" y="3"/>
                      <a:pt x="27" y="2"/>
                      <a:pt x="27" y="1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Freeform 188"/>
              <p:cNvSpPr>
                <a:spLocks noEditPoints="1"/>
              </p:cNvSpPr>
              <p:nvPr/>
            </p:nvSpPr>
            <p:spPr bwMode="auto">
              <a:xfrm>
                <a:off x="8156576" y="4278313"/>
                <a:ext cx="100013" cy="188913"/>
              </a:xfrm>
              <a:custGeom>
                <a:avLst/>
                <a:gdLst>
                  <a:gd name="T0" fmla="*/ 16 w 32"/>
                  <a:gd name="T1" fmla="*/ 0 h 60"/>
                  <a:gd name="T2" fmla="*/ 0 w 32"/>
                  <a:gd name="T3" fmla="*/ 16 h 60"/>
                  <a:gd name="T4" fmla="*/ 0 w 32"/>
                  <a:gd name="T5" fmla="*/ 56 h 60"/>
                  <a:gd name="T6" fmla="*/ 4 w 32"/>
                  <a:gd name="T7" fmla="*/ 60 h 60"/>
                  <a:gd name="T8" fmla="*/ 28 w 32"/>
                  <a:gd name="T9" fmla="*/ 60 h 60"/>
                  <a:gd name="T10" fmla="*/ 32 w 32"/>
                  <a:gd name="T11" fmla="*/ 56 h 60"/>
                  <a:gd name="T12" fmla="*/ 32 w 32"/>
                  <a:gd name="T13" fmla="*/ 16 h 60"/>
                  <a:gd name="T14" fmla="*/ 16 w 32"/>
                  <a:gd name="T15" fmla="*/ 0 h 60"/>
                  <a:gd name="T16" fmla="*/ 28 w 32"/>
                  <a:gd name="T17" fmla="*/ 44 h 60"/>
                  <a:gd name="T18" fmla="*/ 16 w 32"/>
                  <a:gd name="T19" fmla="*/ 44 h 60"/>
                  <a:gd name="T20" fmla="*/ 16 w 32"/>
                  <a:gd name="T21" fmla="*/ 20 h 60"/>
                  <a:gd name="T22" fmla="*/ 28 w 32"/>
                  <a:gd name="T23" fmla="*/ 20 h 60"/>
                  <a:gd name="T24" fmla="*/ 28 w 32"/>
                  <a:gd name="T25" fmla="*/ 4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2" h="60">
                    <a:moveTo>
                      <a:pt x="16" y="0"/>
                    </a:moveTo>
                    <a:cubicBezTo>
                      <a:pt x="7" y="0"/>
                      <a:pt x="0" y="7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8"/>
                      <a:pt x="2" y="60"/>
                      <a:pt x="4" y="60"/>
                    </a:cubicBezTo>
                    <a:cubicBezTo>
                      <a:pt x="28" y="60"/>
                      <a:pt x="28" y="60"/>
                      <a:pt x="28" y="60"/>
                    </a:cubicBezTo>
                    <a:cubicBezTo>
                      <a:pt x="30" y="60"/>
                      <a:pt x="32" y="58"/>
                      <a:pt x="32" y="56"/>
                    </a:cubicBezTo>
                    <a:cubicBezTo>
                      <a:pt x="32" y="16"/>
                      <a:pt x="32" y="16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lose/>
                    <a:moveTo>
                      <a:pt x="28" y="44"/>
                    </a:moveTo>
                    <a:cubicBezTo>
                      <a:pt x="16" y="44"/>
                      <a:pt x="16" y="44"/>
                      <a:pt x="16" y="44"/>
                    </a:cubicBezTo>
                    <a:cubicBezTo>
                      <a:pt x="16" y="20"/>
                      <a:pt x="16" y="20"/>
                      <a:pt x="16" y="20"/>
                    </a:cubicBezTo>
                    <a:cubicBezTo>
                      <a:pt x="28" y="20"/>
                      <a:pt x="28" y="20"/>
                      <a:pt x="28" y="20"/>
                    </a:cubicBezTo>
                    <a:lnTo>
                      <a:pt x="28" y="4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7" name="组合 216"/>
            <p:cNvGrpSpPr>
              <a:grpSpLocks noChangeAspect="1"/>
            </p:cNvGrpSpPr>
            <p:nvPr/>
          </p:nvGrpSpPr>
          <p:grpSpPr>
            <a:xfrm>
              <a:off x="5665788" y="2998788"/>
              <a:ext cx="254000" cy="277813"/>
              <a:chOff x="5665788" y="2998788"/>
              <a:chExt cx="254000" cy="277813"/>
            </a:xfrm>
          </p:grpSpPr>
          <p:sp>
            <p:nvSpPr>
              <p:cNvPr id="190" name="Freeform 189"/>
              <p:cNvSpPr>
                <a:spLocks noEditPoints="1"/>
              </p:cNvSpPr>
              <p:nvPr/>
            </p:nvSpPr>
            <p:spPr bwMode="auto">
              <a:xfrm>
                <a:off x="5665788" y="3113088"/>
                <a:ext cx="241300" cy="138113"/>
              </a:xfrm>
              <a:custGeom>
                <a:avLst/>
                <a:gdLst>
                  <a:gd name="T0" fmla="*/ 24 w 76"/>
                  <a:gd name="T1" fmla="*/ 36 h 44"/>
                  <a:gd name="T2" fmla="*/ 23 w 76"/>
                  <a:gd name="T3" fmla="*/ 32 h 44"/>
                  <a:gd name="T4" fmla="*/ 53 w 76"/>
                  <a:gd name="T5" fmla="*/ 32 h 44"/>
                  <a:gd name="T6" fmla="*/ 52 w 76"/>
                  <a:gd name="T7" fmla="*/ 36 h 44"/>
                  <a:gd name="T8" fmla="*/ 60 w 76"/>
                  <a:gd name="T9" fmla="*/ 44 h 44"/>
                  <a:gd name="T10" fmla="*/ 68 w 76"/>
                  <a:gd name="T11" fmla="*/ 36 h 44"/>
                  <a:gd name="T12" fmla="*/ 67 w 76"/>
                  <a:gd name="T13" fmla="*/ 32 h 44"/>
                  <a:gd name="T14" fmla="*/ 72 w 76"/>
                  <a:gd name="T15" fmla="*/ 32 h 44"/>
                  <a:gd name="T16" fmla="*/ 76 w 76"/>
                  <a:gd name="T17" fmla="*/ 28 h 44"/>
                  <a:gd name="T18" fmla="*/ 76 w 76"/>
                  <a:gd name="T19" fmla="*/ 4 h 44"/>
                  <a:gd name="T20" fmla="*/ 72 w 76"/>
                  <a:gd name="T21" fmla="*/ 0 h 44"/>
                  <a:gd name="T22" fmla="*/ 4 w 76"/>
                  <a:gd name="T23" fmla="*/ 0 h 44"/>
                  <a:gd name="T24" fmla="*/ 0 w 76"/>
                  <a:gd name="T25" fmla="*/ 4 h 44"/>
                  <a:gd name="T26" fmla="*/ 0 w 76"/>
                  <a:gd name="T27" fmla="*/ 28 h 44"/>
                  <a:gd name="T28" fmla="*/ 4 w 76"/>
                  <a:gd name="T29" fmla="*/ 32 h 44"/>
                  <a:gd name="T30" fmla="*/ 9 w 76"/>
                  <a:gd name="T31" fmla="*/ 32 h 44"/>
                  <a:gd name="T32" fmla="*/ 8 w 76"/>
                  <a:gd name="T33" fmla="*/ 36 h 44"/>
                  <a:gd name="T34" fmla="*/ 16 w 76"/>
                  <a:gd name="T35" fmla="*/ 44 h 44"/>
                  <a:gd name="T36" fmla="*/ 24 w 76"/>
                  <a:gd name="T37" fmla="*/ 36 h 44"/>
                  <a:gd name="T38" fmla="*/ 56 w 76"/>
                  <a:gd name="T39" fmla="*/ 8 h 44"/>
                  <a:gd name="T40" fmla="*/ 68 w 76"/>
                  <a:gd name="T41" fmla="*/ 8 h 44"/>
                  <a:gd name="T42" fmla="*/ 68 w 76"/>
                  <a:gd name="T43" fmla="*/ 20 h 44"/>
                  <a:gd name="T44" fmla="*/ 56 w 76"/>
                  <a:gd name="T45" fmla="*/ 20 h 44"/>
                  <a:gd name="T46" fmla="*/ 56 w 76"/>
                  <a:gd name="T47" fmla="*/ 8 h 44"/>
                  <a:gd name="T48" fmla="*/ 32 w 76"/>
                  <a:gd name="T49" fmla="*/ 8 h 44"/>
                  <a:gd name="T50" fmla="*/ 44 w 76"/>
                  <a:gd name="T51" fmla="*/ 8 h 44"/>
                  <a:gd name="T52" fmla="*/ 44 w 76"/>
                  <a:gd name="T53" fmla="*/ 20 h 44"/>
                  <a:gd name="T54" fmla="*/ 32 w 76"/>
                  <a:gd name="T55" fmla="*/ 20 h 44"/>
                  <a:gd name="T56" fmla="*/ 32 w 76"/>
                  <a:gd name="T57" fmla="*/ 8 h 44"/>
                  <a:gd name="T58" fmla="*/ 8 w 76"/>
                  <a:gd name="T59" fmla="*/ 8 h 44"/>
                  <a:gd name="T60" fmla="*/ 20 w 76"/>
                  <a:gd name="T61" fmla="*/ 8 h 44"/>
                  <a:gd name="T62" fmla="*/ 20 w 76"/>
                  <a:gd name="T63" fmla="*/ 20 h 44"/>
                  <a:gd name="T64" fmla="*/ 8 w 76"/>
                  <a:gd name="T65" fmla="*/ 20 h 44"/>
                  <a:gd name="T66" fmla="*/ 8 w 76"/>
                  <a:gd name="T67" fmla="*/ 8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6" h="44">
                    <a:moveTo>
                      <a:pt x="24" y="36"/>
                    </a:moveTo>
                    <a:cubicBezTo>
                      <a:pt x="24" y="35"/>
                      <a:pt x="24" y="33"/>
                      <a:pt x="23" y="32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2" y="33"/>
                      <a:pt x="52" y="35"/>
                      <a:pt x="52" y="36"/>
                    </a:cubicBezTo>
                    <a:cubicBezTo>
                      <a:pt x="52" y="40"/>
                      <a:pt x="56" y="44"/>
                      <a:pt x="60" y="44"/>
                    </a:cubicBezTo>
                    <a:cubicBezTo>
                      <a:pt x="64" y="44"/>
                      <a:pt x="68" y="40"/>
                      <a:pt x="68" y="36"/>
                    </a:cubicBezTo>
                    <a:cubicBezTo>
                      <a:pt x="68" y="35"/>
                      <a:pt x="68" y="33"/>
                      <a:pt x="67" y="32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74" y="32"/>
                      <a:pt x="76" y="30"/>
                      <a:pt x="76" y="28"/>
                    </a:cubicBezTo>
                    <a:cubicBezTo>
                      <a:pt x="76" y="4"/>
                      <a:pt x="76" y="4"/>
                      <a:pt x="76" y="4"/>
                    </a:cubicBezTo>
                    <a:cubicBezTo>
                      <a:pt x="76" y="2"/>
                      <a:pt x="74" y="0"/>
                      <a:pt x="7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8" y="33"/>
                      <a:pt x="8" y="35"/>
                      <a:pt x="8" y="36"/>
                    </a:cubicBezTo>
                    <a:cubicBezTo>
                      <a:pt x="8" y="40"/>
                      <a:pt x="12" y="44"/>
                      <a:pt x="16" y="44"/>
                    </a:cubicBezTo>
                    <a:cubicBezTo>
                      <a:pt x="20" y="44"/>
                      <a:pt x="24" y="40"/>
                      <a:pt x="24" y="36"/>
                    </a:cubicBezTo>
                    <a:close/>
                    <a:moveTo>
                      <a:pt x="56" y="8"/>
                    </a:moveTo>
                    <a:cubicBezTo>
                      <a:pt x="68" y="8"/>
                      <a:pt x="68" y="8"/>
                      <a:pt x="68" y="8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56" y="20"/>
                      <a:pt x="56" y="20"/>
                      <a:pt x="56" y="20"/>
                    </a:cubicBezTo>
                    <a:lnTo>
                      <a:pt x="56" y="8"/>
                    </a:lnTo>
                    <a:close/>
                    <a:moveTo>
                      <a:pt x="32" y="8"/>
                    </a:moveTo>
                    <a:cubicBezTo>
                      <a:pt x="44" y="8"/>
                      <a:pt x="44" y="8"/>
                      <a:pt x="44" y="8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32" y="20"/>
                      <a:pt x="32" y="20"/>
                      <a:pt x="32" y="20"/>
                    </a:cubicBezTo>
                    <a:lnTo>
                      <a:pt x="32" y="8"/>
                    </a:lnTo>
                    <a:close/>
                    <a:moveTo>
                      <a:pt x="8" y="8"/>
                    </a:moveTo>
                    <a:cubicBezTo>
                      <a:pt x="20" y="8"/>
                      <a:pt x="20" y="8"/>
                      <a:pt x="20" y="8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Rectangle 190"/>
              <p:cNvSpPr>
                <a:spLocks noChangeArrowheads="1"/>
              </p:cNvSpPr>
              <p:nvPr/>
            </p:nvSpPr>
            <p:spPr bwMode="auto">
              <a:xfrm>
                <a:off x="5665788" y="3251201"/>
                <a:ext cx="2540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Freeform 191"/>
              <p:cNvSpPr>
                <a:spLocks/>
              </p:cNvSpPr>
              <p:nvPr/>
            </p:nvSpPr>
            <p:spPr bwMode="auto">
              <a:xfrm>
                <a:off x="5716588" y="2998788"/>
                <a:ext cx="152400" cy="101600"/>
              </a:xfrm>
              <a:custGeom>
                <a:avLst/>
                <a:gdLst>
                  <a:gd name="T0" fmla="*/ 96 w 96"/>
                  <a:gd name="T1" fmla="*/ 48 h 64"/>
                  <a:gd name="T2" fmla="*/ 58 w 96"/>
                  <a:gd name="T3" fmla="*/ 48 h 64"/>
                  <a:gd name="T4" fmla="*/ 48 w 96"/>
                  <a:gd name="T5" fmla="*/ 32 h 64"/>
                  <a:gd name="T6" fmla="*/ 58 w 96"/>
                  <a:gd name="T7" fmla="*/ 16 h 64"/>
                  <a:gd name="T8" fmla="*/ 72 w 96"/>
                  <a:gd name="T9" fmla="*/ 16 h 64"/>
                  <a:gd name="T10" fmla="*/ 72 w 96"/>
                  <a:gd name="T11" fmla="*/ 0 h 64"/>
                  <a:gd name="T12" fmla="*/ 24 w 96"/>
                  <a:gd name="T13" fmla="*/ 0 h 64"/>
                  <a:gd name="T14" fmla="*/ 24 w 96"/>
                  <a:gd name="T15" fmla="*/ 16 h 64"/>
                  <a:gd name="T16" fmla="*/ 44 w 96"/>
                  <a:gd name="T17" fmla="*/ 16 h 64"/>
                  <a:gd name="T18" fmla="*/ 32 w 96"/>
                  <a:gd name="T19" fmla="*/ 32 h 64"/>
                  <a:gd name="T20" fmla="*/ 44 w 96"/>
                  <a:gd name="T21" fmla="*/ 48 h 64"/>
                  <a:gd name="T22" fmla="*/ 0 w 96"/>
                  <a:gd name="T23" fmla="*/ 48 h 64"/>
                  <a:gd name="T24" fmla="*/ 0 w 96"/>
                  <a:gd name="T25" fmla="*/ 64 h 64"/>
                  <a:gd name="T26" fmla="*/ 96 w 96"/>
                  <a:gd name="T27" fmla="*/ 64 h 64"/>
                  <a:gd name="T28" fmla="*/ 96 w 96"/>
                  <a:gd name="T29" fmla="*/ 4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6" h="64">
                    <a:moveTo>
                      <a:pt x="96" y="48"/>
                    </a:moveTo>
                    <a:lnTo>
                      <a:pt x="58" y="48"/>
                    </a:lnTo>
                    <a:lnTo>
                      <a:pt x="48" y="32"/>
                    </a:lnTo>
                    <a:lnTo>
                      <a:pt x="58" y="16"/>
                    </a:lnTo>
                    <a:lnTo>
                      <a:pt x="72" y="16"/>
                    </a:lnTo>
                    <a:lnTo>
                      <a:pt x="72" y="0"/>
                    </a:lnTo>
                    <a:lnTo>
                      <a:pt x="24" y="0"/>
                    </a:lnTo>
                    <a:lnTo>
                      <a:pt x="24" y="16"/>
                    </a:lnTo>
                    <a:lnTo>
                      <a:pt x="44" y="16"/>
                    </a:lnTo>
                    <a:lnTo>
                      <a:pt x="32" y="32"/>
                    </a:lnTo>
                    <a:lnTo>
                      <a:pt x="44" y="48"/>
                    </a:lnTo>
                    <a:lnTo>
                      <a:pt x="0" y="48"/>
                    </a:lnTo>
                    <a:lnTo>
                      <a:pt x="0" y="64"/>
                    </a:lnTo>
                    <a:lnTo>
                      <a:pt x="96" y="64"/>
                    </a:lnTo>
                    <a:lnTo>
                      <a:pt x="96" y="4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3574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496000" y="1320346"/>
            <a:ext cx="7200000" cy="3447999"/>
            <a:chOff x="3236913" y="2060575"/>
            <a:chExt cx="5715001" cy="2736850"/>
          </a:xfrm>
        </p:grpSpPr>
        <p:sp>
          <p:nvSpPr>
            <p:cNvPr id="5" name="Freeform 5"/>
            <p:cNvSpPr>
              <a:spLocks noEditPoints="1"/>
            </p:cNvSpPr>
            <p:nvPr/>
          </p:nvSpPr>
          <p:spPr bwMode="auto">
            <a:xfrm>
              <a:off x="3240088" y="2085975"/>
              <a:ext cx="252413" cy="254000"/>
            </a:xfrm>
            <a:custGeom>
              <a:avLst/>
              <a:gdLst>
                <a:gd name="T0" fmla="*/ 71 w 80"/>
                <a:gd name="T1" fmla="*/ 9 h 80"/>
                <a:gd name="T2" fmla="*/ 37 w 80"/>
                <a:gd name="T3" fmla="*/ 9 h 80"/>
                <a:gd name="T4" fmla="*/ 24 w 80"/>
                <a:gd name="T5" fmla="*/ 42 h 80"/>
                <a:gd name="T6" fmla="*/ 18 w 80"/>
                <a:gd name="T7" fmla="*/ 48 h 80"/>
                <a:gd name="T8" fmla="*/ 12 w 80"/>
                <a:gd name="T9" fmla="*/ 48 h 80"/>
                <a:gd name="T10" fmla="*/ 0 w 80"/>
                <a:gd name="T11" fmla="*/ 60 h 80"/>
                <a:gd name="T12" fmla="*/ 9 w 80"/>
                <a:gd name="T13" fmla="*/ 71 h 80"/>
                <a:gd name="T14" fmla="*/ 20 w 80"/>
                <a:gd name="T15" fmla="*/ 80 h 80"/>
                <a:gd name="T16" fmla="*/ 32 w 80"/>
                <a:gd name="T17" fmla="*/ 68 h 80"/>
                <a:gd name="T18" fmla="*/ 32 w 80"/>
                <a:gd name="T19" fmla="*/ 62 h 80"/>
                <a:gd name="T20" fmla="*/ 38 w 80"/>
                <a:gd name="T21" fmla="*/ 56 h 80"/>
                <a:gd name="T22" fmla="*/ 71 w 80"/>
                <a:gd name="T23" fmla="*/ 43 h 80"/>
                <a:gd name="T24" fmla="*/ 71 w 80"/>
                <a:gd name="T25" fmla="*/ 9 h 80"/>
                <a:gd name="T26" fmla="*/ 30 w 80"/>
                <a:gd name="T27" fmla="*/ 52 h 80"/>
                <a:gd name="T28" fmla="*/ 25 w 80"/>
                <a:gd name="T29" fmla="*/ 57 h 80"/>
                <a:gd name="T30" fmla="*/ 24 w 80"/>
                <a:gd name="T31" fmla="*/ 60 h 80"/>
                <a:gd name="T32" fmla="*/ 24 w 80"/>
                <a:gd name="T33" fmla="*/ 68 h 80"/>
                <a:gd name="T34" fmla="*/ 20 w 80"/>
                <a:gd name="T35" fmla="*/ 72 h 80"/>
                <a:gd name="T36" fmla="*/ 16 w 80"/>
                <a:gd name="T37" fmla="*/ 69 h 80"/>
                <a:gd name="T38" fmla="*/ 19 w 80"/>
                <a:gd name="T39" fmla="*/ 67 h 80"/>
                <a:gd name="T40" fmla="*/ 13 w 80"/>
                <a:gd name="T41" fmla="*/ 61 h 80"/>
                <a:gd name="T42" fmla="*/ 11 w 80"/>
                <a:gd name="T43" fmla="*/ 64 h 80"/>
                <a:gd name="T44" fmla="*/ 8 w 80"/>
                <a:gd name="T45" fmla="*/ 60 h 80"/>
                <a:gd name="T46" fmla="*/ 12 w 80"/>
                <a:gd name="T47" fmla="*/ 56 h 80"/>
                <a:gd name="T48" fmla="*/ 20 w 80"/>
                <a:gd name="T49" fmla="*/ 56 h 80"/>
                <a:gd name="T50" fmla="*/ 23 w 80"/>
                <a:gd name="T51" fmla="*/ 55 h 80"/>
                <a:gd name="T52" fmla="*/ 28 w 80"/>
                <a:gd name="T53" fmla="*/ 50 h 80"/>
                <a:gd name="T54" fmla="*/ 30 w 80"/>
                <a:gd name="T55" fmla="*/ 52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0" h="80">
                  <a:moveTo>
                    <a:pt x="71" y="9"/>
                  </a:moveTo>
                  <a:cubicBezTo>
                    <a:pt x="61" y="0"/>
                    <a:pt x="47" y="0"/>
                    <a:pt x="37" y="9"/>
                  </a:cubicBezTo>
                  <a:cubicBezTo>
                    <a:pt x="27" y="19"/>
                    <a:pt x="22" y="32"/>
                    <a:pt x="24" y="42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2" y="48"/>
                    <a:pt x="12" y="48"/>
                    <a:pt x="12" y="48"/>
                  </a:cubicBezTo>
                  <a:cubicBezTo>
                    <a:pt x="5" y="48"/>
                    <a:pt x="0" y="53"/>
                    <a:pt x="0" y="60"/>
                  </a:cubicBezTo>
                  <a:cubicBezTo>
                    <a:pt x="0" y="65"/>
                    <a:pt x="4" y="70"/>
                    <a:pt x="9" y="71"/>
                  </a:cubicBezTo>
                  <a:cubicBezTo>
                    <a:pt x="10" y="76"/>
                    <a:pt x="15" y="80"/>
                    <a:pt x="20" y="80"/>
                  </a:cubicBezTo>
                  <a:cubicBezTo>
                    <a:pt x="27" y="80"/>
                    <a:pt x="32" y="75"/>
                    <a:pt x="32" y="68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8" y="56"/>
                    <a:pt x="38" y="56"/>
                    <a:pt x="38" y="56"/>
                  </a:cubicBezTo>
                  <a:cubicBezTo>
                    <a:pt x="50" y="58"/>
                    <a:pt x="62" y="51"/>
                    <a:pt x="71" y="43"/>
                  </a:cubicBezTo>
                  <a:cubicBezTo>
                    <a:pt x="80" y="33"/>
                    <a:pt x="80" y="19"/>
                    <a:pt x="71" y="9"/>
                  </a:cubicBezTo>
                  <a:close/>
                  <a:moveTo>
                    <a:pt x="30" y="52"/>
                  </a:moveTo>
                  <a:cubicBezTo>
                    <a:pt x="25" y="57"/>
                    <a:pt x="25" y="57"/>
                    <a:pt x="25" y="57"/>
                  </a:cubicBezTo>
                  <a:cubicBezTo>
                    <a:pt x="24" y="58"/>
                    <a:pt x="24" y="59"/>
                    <a:pt x="24" y="60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4" y="70"/>
                    <a:pt x="22" y="72"/>
                    <a:pt x="20" y="72"/>
                  </a:cubicBezTo>
                  <a:cubicBezTo>
                    <a:pt x="18" y="72"/>
                    <a:pt x="17" y="71"/>
                    <a:pt x="16" y="69"/>
                  </a:cubicBezTo>
                  <a:cubicBezTo>
                    <a:pt x="19" y="67"/>
                    <a:pt x="19" y="67"/>
                    <a:pt x="19" y="67"/>
                  </a:cubicBezTo>
                  <a:cubicBezTo>
                    <a:pt x="13" y="61"/>
                    <a:pt x="13" y="61"/>
                    <a:pt x="13" y="61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9" y="63"/>
                    <a:pt x="8" y="62"/>
                    <a:pt x="8" y="60"/>
                  </a:cubicBezTo>
                  <a:cubicBezTo>
                    <a:pt x="8" y="58"/>
                    <a:pt x="10" y="56"/>
                    <a:pt x="12" y="56"/>
                  </a:cubicBezTo>
                  <a:cubicBezTo>
                    <a:pt x="20" y="56"/>
                    <a:pt x="20" y="56"/>
                    <a:pt x="20" y="56"/>
                  </a:cubicBezTo>
                  <a:cubicBezTo>
                    <a:pt x="21" y="56"/>
                    <a:pt x="22" y="56"/>
                    <a:pt x="23" y="55"/>
                  </a:cubicBezTo>
                  <a:cubicBezTo>
                    <a:pt x="28" y="50"/>
                    <a:pt x="28" y="50"/>
                    <a:pt x="28" y="50"/>
                  </a:cubicBezTo>
                  <a:lnTo>
                    <a:pt x="30" y="5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26" name="组合 125"/>
            <p:cNvGrpSpPr/>
            <p:nvPr/>
          </p:nvGrpSpPr>
          <p:grpSpPr>
            <a:xfrm>
              <a:off x="3846513" y="2085975"/>
              <a:ext cx="252413" cy="254000"/>
              <a:chOff x="3846513" y="2085975"/>
              <a:chExt cx="252413" cy="254000"/>
            </a:xfrm>
          </p:grpSpPr>
          <p:sp>
            <p:nvSpPr>
              <p:cNvPr id="6" name="Freeform 6"/>
              <p:cNvSpPr>
                <a:spLocks noEditPoints="1"/>
              </p:cNvSpPr>
              <p:nvPr/>
            </p:nvSpPr>
            <p:spPr bwMode="auto">
              <a:xfrm>
                <a:off x="3846513" y="2085975"/>
                <a:ext cx="252413" cy="254000"/>
              </a:xfrm>
              <a:custGeom>
                <a:avLst/>
                <a:gdLst>
                  <a:gd name="T0" fmla="*/ 56 w 80"/>
                  <a:gd name="T1" fmla="*/ 0 h 80"/>
                  <a:gd name="T2" fmla="*/ 32 w 80"/>
                  <a:gd name="T3" fmla="*/ 0 h 80"/>
                  <a:gd name="T4" fmla="*/ 0 w 80"/>
                  <a:gd name="T5" fmla="*/ 32 h 80"/>
                  <a:gd name="T6" fmla="*/ 0 w 80"/>
                  <a:gd name="T7" fmla="*/ 56 h 80"/>
                  <a:gd name="T8" fmla="*/ 20 w 80"/>
                  <a:gd name="T9" fmla="*/ 80 h 80"/>
                  <a:gd name="T10" fmla="*/ 43 w 80"/>
                  <a:gd name="T11" fmla="*/ 56 h 80"/>
                  <a:gd name="T12" fmla="*/ 56 w 80"/>
                  <a:gd name="T13" fmla="*/ 56 h 80"/>
                  <a:gd name="T14" fmla="*/ 80 w 80"/>
                  <a:gd name="T15" fmla="*/ 24 h 80"/>
                  <a:gd name="T16" fmla="*/ 56 w 80"/>
                  <a:gd name="T17" fmla="*/ 0 h 80"/>
                  <a:gd name="T18" fmla="*/ 56 w 80"/>
                  <a:gd name="T19" fmla="*/ 48 h 80"/>
                  <a:gd name="T20" fmla="*/ 40 w 80"/>
                  <a:gd name="T21" fmla="*/ 48 h 80"/>
                  <a:gd name="T22" fmla="*/ 36 w 80"/>
                  <a:gd name="T23" fmla="*/ 51 h 80"/>
                  <a:gd name="T24" fmla="*/ 20 w 80"/>
                  <a:gd name="T25" fmla="*/ 72 h 80"/>
                  <a:gd name="T26" fmla="*/ 8 w 80"/>
                  <a:gd name="T27" fmla="*/ 56 h 80"/>
                  <a:gd name="T28" fmla="*/ 8 w 80"/>
                  <a:gd name="T29" fmla="*/ 32 h 80"/>
                  <a:gd name="T30" fmla="*/ 32 w 80"/>
                  <a:gd name="T31" fmla="*/ 8 h 80"/>
                  <a:gd name="T32" fmla="*/ 56 w 80"/>
                  <a:gd name="T33" fmla="*/ 8 h 80"/>
                  <a:gd name="T34" fmla="*/ 72 w 80"/>
                  <a:gd name="T35" fmla="*/ 24 h 80"/>
                  <a:gd name="T36" fmla="*/ 56 w 80"/>
                  <a:gd name="T37" fmla="*/ 4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0" h="80">
                    <a:moveTo>
                      <a:pt x="56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12" y="0"/>
                      <a:pt x="0" y="12"/>
                      <a:pt x="0" y="32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77"/>
                      <a:pt x="13" y="80"/>
                      <a:pt x="20" y="80"/>
                    </a:cubicBezTo>
                    <a:cubicBezTo>
                      <a:pt x="35" y="80"/>
                      <a:pt x="41" y="63"/>
                      <a:pt x="43" y="56"/>
                    </a:cubicBezTo>
                    <a:cubicBezTo>
                      <a:pt x="56" y="56"/>
                      <a:pt x="56" y="56"/>
                      <a:pt x="56" y="56"/>
                    </a:cubicBezTo>
                    <a:cubicBezTo>
                      <a:pt x="80" y="56"/>
                      <a:pt x="80" y="32"/>
                      <a:pt x="80" y="24"/>
                    </a:cubicBezTo>
                    <a:cubicBezTo>
                      <a:pt x="80" y="11"/>
                      <a:pt x="69" y="0"/>
                      <a:pt x="56" y="0"/>
                    </a:cubicBezTo>
                    <a:close/>
                    <a:moveTo>
                      <a:pt x="56" y="48"/>
                    </a:moveTo>
                    <a:cubicBezTo>
                      <a:pt x="40" y="48"/>
                      <a:pt x="40" y="48"/>
                      <a:pt x="40" y="48"/>
                    </a:cubicBezTo>
                    <a:cubicBezTo>
                      <a:pt x="38" y="48"/>
                      <a:pt x="36" y="49"/>
                      <a:pt x="36" y="51"/>
                    </a:cubicBezTo>
                    <a:cubicBezTo>
                      <a:pt x="36" y="52"/>
                      <a:pt x="32" y="72"/>
                      <a:pt x="20" y="72"/>
                    </a:cubicBezTo>
                    <a:cubicBezTo>
                      <a:pt x="15" y="72"/>
                      <a:pt x="8" y="70"/>
                      <a:pt x="8" y="56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16"/>
                      <a:pt x="16" y="8"/>
                      <a:pt x="32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65" y="8"/>
                      <a:pt x="72" y="15"/>
                      <a:pt x="72" y="24"/>
                    </a:cubicBezTo>
                    <a:cubicBezTo>
                      <a:pt x="72" y="45"/>
                      <a:pt x="64" y="48"/>
                      <a:pt x="56" y="4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" name="Oval 7"/>
              <p:cNvSpPr>
                <a:spLocks noChangeArrowheads="1"/>
              </p:cNvSpPr>
              <p:nvPr/>
            </p:nvSpPr>
            <p:spPr bwMode="auto">
              <a:xfrm>
                <a:off x="3884613" y="2251075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" name="Freeform 8"/>
              <p:cNvSpPr>
                <a:spLocks/>
              </p:cNvSpPr>
              <p:nvPr/>
            </p:nvSpPr>
            <p:spPr bwMode="auto">
              <a:xfrm>
                <a:off x="3884613" y="2124075"/>
                <a:ext cx="176213" cy="114300"/>
              </a:xfrm>
              <a:custGeom>
                <a:avLst/>
                <a:gdLst>
                  <a:gd name="T0" fmla="*/ 44 w 56"/>
                  <a:gd name="T1" fmla="*/ 0 h 36"/>
                  <a:gd name="T2" fmla="*/ 20 w 56"/>
                  <a:gd name="T3" fmla="*/ 0 h 36"/>
                  <a:gd name="T4" fmla="*/ 0 w 56"/>
                  <a:gd name="T5" fmla="*/ 16 h 36"/>
                  <a:gd name="T6" fmla="*/ 12 w 56"/>
                  <a:gd name="T7" fmla="*/ 36 h 36"/>
                  <a:gd name="T8" fmla="*/ 30 w 56"/>
                  <a:gd name="T9" fmla="*/ 28 h 36"/>
                  <a:gd name="T10" fmla="*/ 44 w 56"/>
                  <a:gd name="T11" fmla="*/ 28 h 36"/>
                  <a:gd name="T12" fmla="*/ 56 w 56"/>
                  <a:gd name="T13" fmla="*/ 12 h 36"/>
                  <a:gd name="T14" fmla="*/ 44 w 56"/>
                  <a:gd name="T1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36">
                    <a:moveTo>
                      <a:pt x="44" y="0"/>
                    </a:moveTo>
                    <a:cubicBezTo>
                      <a:pt x="20" y="0"/>
                      <a:pt x="20" y="0"/>
                      <a:pt x="20" y="0"/>
                    </a:cubicBezTo>
                    <a:cubicBezTo>
                      <a:pt x="10" y="0"/>
                      <a:pt x="0" y="5"/>
                      <a:pt x="0" y="16"/>
                    </a:cubicBezTo>
                    <a:cubicBezTo>
                      <a:pt x="0" y="29"/>
                      <a:pt x="4" y="36"/>
                      <a:pt x="12" y="36"/>
                    </a:cubicBezTo>
                    <a:cubicBezTo>
                      <a:pt x="20" y="36"/>
                      <a:pt x="27" y="31"/>
                      <a:pt x="30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56" y="28"/>
                      <a:pt x="56" y="16"/>
                      <a:pt x="56" y="12"/>
                    </a:cubicBezTo>
                    <a:cubicBezTo>
                      <a:pt x="56" y="5"/>
                      <a:pt x="51" y="0"/>
                      <a:pt x="4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7" name="组合 126"/>
            <p:cNvGrpSpPr/>
            <p:nvPr/>
          </p:nvGrpSpPr>
          <p:grpSpPr>
            <a:xfrm>
              <a:off x="4430713" y="2060575"/>
              <a:ext cx="300038" cy="304800"/>
              <a:chOff x="4430713" y="2060575"/>
              <a:chExt cx="300038" cy="304800"/>
            </a:xfrm>
          </p:grpSpPr>
          <p:sp>
            <p:nvSpPr>
              <p:cNvPr id="9" name="Freeform 9"/>
              <p:cNvSpPr>
                <a:spLocks/>
              </p:cNvSpPr>
              <p:nvPr/>
            </p:nvSpPr>
            <p:spPr bwMode="auto">
              <a:xfrm>
                <a:off x="4605338" y="2060575"/>
                <a:ext cx="125413" cy="38100"/>
              </a:xfrm>
              <a:custGeom>
                <a:avLst/>
                <a:gdLst>
                  <a:gd name="T0" fmla="*/ 79 w 79"/>
                  <a:gd name="T1" fmla="*/ 0 h 24"/>
                  <a:gd name="T2" fmla="*/ 0 w 79"/>
                  <a:gd name="T3" fmla="*/ 8 h 24"/>
                  <a:gd name="T4" fmla="*/ 0 w 79"/>
                  <a:gd name="T5" fmla="*/ 24 h 24"/>
                  <a:gd name="T6" fmla="*/ 79 w 79"/>
                  <a:gd name="T7" fmla="*/ 16 h 24"/>
                  <a:gd name="T8" fmla="*/ 79 w 79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24">
                    <a:moveTo>
                      <a:pt x="79" y="0"/>
                    </a:moveTo>
                    <a:lnTo>
                      <a:pt x="0" y="8"/>
                    </a:lnTo>
                    <a:lnTo>
                      <a:pt x="0" y="24"/>
                    </a:lnTo>
                    <a:lnTo>
                      <a:pt x="79" y="16"/>
                    </a:ln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Freeform 10"/>
              <p:cNvSpPr>
                <a:spLocks/>
              </p:cNvSpPr>
              <p:nvPr/>
            </p:nvSpPr>
            <p:spPr bwMode="auto">
              <a:xfrm>
                <a:off x="4491038" y="2082800"/>
                <a:ext cx="25400" cy="28575"/>
              </a:xfrm>
              <a:custGeom>
                <a:avLst/>
                <a:gdLst>
                  <a:gd name="T0" fmla="*/ 16 w 16"/>
                  <a:gd name="T1" fmla="*/ 16 h 18"/>
                  <a:gd name="T2" fmla="*/ 16 w 16"/>
                  <a:gd name="T3" fmla="*/ 0 h 18"/>
                  <a:gd name="T4" fmla="*/ 0 w 16"/>
                  <a:gd name="T5" fmla="*/ 2 h 18"/>
                  <a:gd name="T6" fmla="*/ 0 w 16"/>
                  <a:gd name="T7" fmla="*/ 18 h 18"/>
                  <a:gd name="T8" fmla="*/ 16 w 16"/>
                  <a:gd name="T9" fmla="*/ 16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18">
                    <a:moveTo>
                      <a:pt x="16" y="16"/>
                    </a:moveTo>
                    <a:lnTo>
                      <a:pt x="16" y="0"/>
                    </a:lnTo>
                    <a:lnTo>
                      <a:pt x="0" y="2"/>
                    </a:lnTo>
                    <a:lnTo>
                      <a:pt x="0" y="18"/>
                    </a:lnTo>
                    <a:lnTo>
                      <a:pt x="16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4491038" y="2124075"/>
                <a:ext cx="25400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4605338" y="2124075"/>
                <a:ext cx="125413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4529138" y="2073275"/>
                <a:ext cx="25400" cy="1143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4567238" y="2060575"/>
                <a:ext cx="25400" cy="1016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>
                <a:spLocks/>
              </p:cNvSpPr>
              <p:nvPr/>
            </p:nvSpPr>
            <p:spPr bwMode="auto">
              <a:xfrm>
                <a:off x="4430713" y="2200275"/>
                <a:ext cx="234950" cy="165100"/>
              </a:xfrm>
              <a:custGeom>
                <a:avLst/>
                <a:gdLst>
                  <a:gd name="T0" fmla="*/ 62 w 74"/>
                  <a:gd name="T1" fmla="*/ 2 h 52"/>
                  <a:gd name="T2" fmla="*/ 62 w 74"/>
                  <a:gd name="T3" fmla="*/ 1 h 52"/>
                  <a:gd name="T4" fmla="*/ 59 w 74"/>
                  <a:gd name="T5" fmla="*/ 0 h 52"/>
                  <a:gd name="T6" fmla="*/ 15 w 74"/>
                  <a:gd name="T7" fmla="*/ 0 h 52"/>
                  <a:gd name="T8" fmla="*/ 12 w 74"/>
                  <a:gd name="T9" fmla="*/ 1 h 52"/>
                  <a:gd name="T10" fmla="*/ 12 w 74"/>
                  <a:gd name="T11" fmla="*/ 2 h 52"/>
                  <a:gd name="T12" fmla="*/ 12 w 74"/>
                  <a:gd name="T13" fmla="*/ 2 h 52"/>
                  <a:gd name="T14" fmla="*/ 0 w 74"/>
                  <a:gd name="T15" fmla="*/ 18 h 52"/>
                  <a:gd name="T16" fmla="*/ 6 w 74"/>
                  <a:gd name="T17" fmla="*/ 22 h 52"/>
                  <a:gd name="T18" fmla="*/ 13 w 74"/>
                  <a:gd name="T19" fmla="*/ 14 h 52"/>
                  <a:gd name="T20" fmla="*/ 19 w 74"/>
                  <a:gd name="T21" fmla="*/ 49 h 52"/>
                  <a:gd name="T22" fmla="*/ 23 w 74"/>
                  <a:gd name="T23" fmla="*/ 52 h 52"/>
                  <a:gd name="T24" fmla="*/ 51 w 74"/>
                  <a:gd name="T25" fmla="*/ 52 h 52"/>
                  <a:gd name="T26" fmla="*/ 55 w 74"/>
                  <a:gd name="T27" fmla="*/ 49 h 52"/>
                  <a:gd name="T28" fmla="*/ 61 w 74"/>
                  <a:gd name="T29" fmla="*/ 14 h 52"/>
                  <a:gd name="T30" fmla="*/ 68 w 74"/>
                  <a:gd name="T31" fmla="*/ 22 h 52"/>
                  <a:gd name="T32" fmla="*/ 74 w 74"/>
                  <a:gd name="T33" fmla="*/ 18 h 52"/>
                  <a:gd name="T34" fmla="*/ 62 w 74"/>
                  <a:gd name="T35" fmla="*/ 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4" h="52">
                    <a:moveTo>
                      <a:pt x="62" y="2"/>
                    </a:moveTo>
                    <a:cubicBezTo>
                      <a:pt x="62" y="2"/>
                      <a:pt x="62" y="1"/>
                      <a:pt x="62" y="1"/>
                    </a:cubicBezTo>
                    <a:cubicBezTo>
                      <a:pt x="61" y="1"/>
                      <a:pt x="60" y="0"/>
                      <a:pt x="5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4" y="0"/>
                      <a:pt x="13" y="1"/>
                      <a:pt x="12" y="1"/>
                    </a:cubicBezTo>
                    <a:cubicBezTo>
                      <a:pt x="12" y="1"/>
                      <a:pt x="12" y="2"/>
                      <a:pt x="12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9" y="51"/>
                      <a:pt x="21" y="52"/>
                      <a:pt x="23" y="52"/>
                    </a:cubicBezTo>
                    <a:cubicBezTo>
                      <a:pt x="51" y="52"/>
                      <a:pt x="51" y="52"/>
                      <a:pt x="51" y="52"/>
                    </a:cubicBezTo>
                    <a:cubicBezTo>
                      <a:pt x="53" y="52"/>
                      <a:pt x="55" y="51"/>
                      <a:pt x="55" y="49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8" y="22"/>
                      <a:pt x="68" y="22"/>
                      <a:pt x="68" y="22"/>
                    </a:cubicBezTo>
                    <a:cubicBezTo>
                      <a:pt x="74" y="18"/>
                      <a:pt x="74" y="18"/>
                      <a:pt x="74" y="18"/>
                    </a:cubicBezTo>
                    <a:cubicBezTo>
                      <a:pt x="62" y="2"/>
                      <a:pt x="62" y="2"/>
                      <a:pt x="62" y="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8" name="组合 127"/>
            <p:cNvGrpSpPr/>
            <p:nvPr/>
          </p:nvGrpSpPr>
          <p:grpSpPr>
            <a:xfrm>
              <a:off x="5110163" y="2085975"/>
              <a:ext cx="152400" cy="254000"/>
              <a:chOff x="5110163" y="2085975"/>
              <a:chExt cx="152400" cy="254000"/>
            </a:xfrm>
          </p:grpSpPr>
          <p:sp>
            <p:nvSpPr>
              <p:cNvPr id="16" name="Freeform 16"/>
              <p:cNvSpPr>
                <a:spLocks/>
              </p:cNvSpPr>
              <p:nvPr/>
            </p:nvSpPr>
            <p:spPr bwMode="auto">
              <a:xfrm>
                <a:off x="5126038" y="2212975"/>
                <a:ext cx="120650" cy="127000"/>
              </a:xfrm>
              <a:custGeom>
                <a:avLst/>
                <a:gdLst>
                  <a:gd name="T0" fmla="*/ 15 w 38"/>
                  <a:gd name="T1" fmla="*/ 37 h 40"/>
                  <a:gd name="T2" fmla="*/ 19 w 38"/>
                  <a:gd name="T3" fmla="*/ 40 h 40"/>
                  <a:gd name="T4" fmla="*/ 23 w 38"/>
                  <a:gd name="T5" fmla="*/ 37 h 40"/>
                  <a:gd name="T6" fmla="*/ 38 w 38"/>
                  <a:gd name="T7" fmla="*/ 0 h 40"/>
                  <a:gd name="T8" fmla="*/ 0 w 38"/>
                  <a:gd name="T9" fmla="*/ 0 h 40"/>
                  <a:gd name="T10" fmla="*/ 15 w 38"/>
                  <a:gd name="T11" fmla="*/ 37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8" h="40">
                    <a:moveTo>
                      <a:pt x="15" y="37"/>
                    </a:moveTo>
                    <a:cubicBezTo>
                      <a:pt x="16" y="39"/>
                      <a:pt x="17" y="40"/>
                      <a:pt x="19" y="40"/>
                    </a:cubicBezTo>
                    <a:cubicBezTo>
                      <a:pt x="21" y="40"/>
                      <a:pt x="22" y="39"/>
                      <a:pt x="23" y="37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5" y="37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>
                <a:spLocks/>
              </p:cNvSpPr>
              <p:nvPr/>
            </p:nvSpPr>
            <p:spPr bwMode="auto">
              <a:xfrm>
                <a:off x="5110163" y="2085975"/>
                <a:ext cx="152400" cy="114300"/>
              </a:xfrm>
              <a:custGeom>
                <a:avLst/>
                <a:gdLst>
                  <a:gd name="T0" fmla="*/ 24 w 48"/>
                  <a:gd name="T1" fmla="*/ 0 h 36"/>
                  <a:gd name="T2" fmla="*/ 0 w 48"/>
                  <a:gd name="T3" fmla="*/ 24 h 36"/>
                  <a:gd name="T4" fmla="*/ 0 w 48"/>
                  <a:gd name="T5" fmla="*/ 28 h 36"/>
                  <a:gd name="T6" fmla="*/ 8 w 48"/>
                  <a:gd name="T7" fmla="*/ 36 h 36"/>
                  <a:gd name="T8" fmla="*/ 16 w 48"/>
                  <a:gd name="T9" fmla="*/ 28 h 36"/>
                  <a:gd name="T10" fmla="*/ 24 w 48"/>
                  <a:gd name="T11" fmla="*/ 36 h 36"/>
                  <a:gd name="T12" fmla="*/ 32 w 48"/>
                  <a:gd name="T13" fmla="*/ 28 h 36"/>
                  <a:gd name="T14" fmla="*/ 40 w 48"/>
                  <a:gd name="T15" fmla="*/ 36 h 36"/>
                  <a:gd name="T16" fmla="*/ 48 w 48"/>
                  <a:gd name="T17" fmla="*/ 28 h 36"/>
                  <a:gd name="T18" fmla="*/ 48 w 48"/>
                  <a:gd name="T19" fmla="*/ 24 h 36"/>
                  <a:gd name="T20" fmla="*/ 24 w 48"/>
                  <a:gd name="T2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" h="36">
                    <a:moveTo>
                      <a:pt x="24" y="0"/>
                    </a:moveTo>
                    <a:cubicBezTo>
                      <a:pt x="11" y="0"/>
                      <a:pt x="0" y="11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2"/>
                      <a:pt x="4" y="36"/>
                      <a:pt x="8" y="36"/>
                    </a:cubicBezTo>
                    <a:cubicBezTo>
                      <a:pt x="12" y="36"/>
                      <a:pt x="16" y="32"/>
                      <a:pt x="16" y="28"/>
                    </a:cubicBezTo>
                    <a:cubicBezTo>
                      <a:pt x="16" y="32"/>
                      <a:pt x="20" y="36"/>
                      <a:pt x="24" y="36"/>
                    </a:cubicBezTo>
                    <a:cubicBezTo>
                      <a:pt x="28" y="36"/>
                      <a:pt x="32" y="32"/>
                      <a:pt x="32" y="28"/>
                    </a:cubicBezTo>
                    <a:cubicBezTo>
                      <a:pt x="32" y="32"/>
                      <a:pt x="36" y="36"/>
                      <a:pt x="40" y="36"/>
                    </a:cubicBezTo>
                    <a:cubicBezTo>
                      <a:pt x="44" y="36"/>
                      <a:pt x="48" y="32"/>
                      <a:pt x="48" y="28"/>
                    </a:cubicBezTo>
                    <a:cubicBezTo>
                      <a:pt x="48" y="24"/>
                      <a:pt x="48" y="24"/>
                      <a:pt x="48" y="24"/>
                    </a:cubicBezTo>
                    <a:cubicBezTo>
                      <a:pt x="48" y="11"/>
                      <a:pt x="37" y="0"/>
                      <a:pt x="2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29" name="组合 128"/>
            <p:cNvGrpSpPr/>
            <p:nvPr/>
          </p:nvGrpSpPr>
          <p:grpSpPr>
            <a:xfrm>
              <a:off x="5678488" y="2085975"/>
              <a:ext cx="215900" cy="254000"/>
              <a:chOff x="5678488" y="2085975"/>
              <a:chExt cx="215900" cy="254000"/>
            </a:xfrm>
          </p:grpSpPr>
          <p:sp>
            <p:nvSpPr>
              <p:cNvPr id="18" name="Freeform 18"/>
              <p:cNvSpPr>
                <a:spLocks/>
              </p:cNvSpPr>
              <p:nvPr/>
            </p:nvSpPr>
            <p:spPr bwMode="auto">
              <a:xfrm>
                <a:off x="5716588" y="2301875"/>
                <a:ext cx="139700" cy="38100"/>
              </a:xfrm>
              <a:custGeom>
                <a:avLst/>
                <a:gdLst>
                  <a:gd name="T0" fmla="*/ 0 w 44"/>
                  <a:gd name="T1" fmla="*/ 0 h 12"/>
                  <a:gd name="T2" fmla="*/ 0 w 44"/>
                  <a:gd name="T3" fmla="*/ 8 h 12"/>
                  <a:gd name="T4" fmla="*/ 4 w 44"/>
                  <a:gd name="T5" fmla="*/ 12 h 12"/>
                  <a:gd name="T6" fmla="*/ 40 w 44"/>
                  <a:gd name="T7" fmla="*/ 12 h 12"/>
                  <a:gd name="T8" fmla="*/ 44 w 44"/>
                  <a:gd name="T9" fmla="*/ 8 h 12"/>
                  <a:gd name="T10" fmla="*/ 44 w 44"/>
                  <a:gd name="T11" fmla="*/ 0 h 12"/>
                  <a:gd name="T12" fmla="*/ 0 w 44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" h="12">
                    <a:moveTo>
                      <a:pt x="0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10"/>
                      <a:pt x="2" y="12"/>
                      <a:pt x="4" y="12"/>
                    </a:cubicBezTo>
                    <a:cubicBezTo>
                      <a:pt x="40" y="12"/>
                      <a:pt x="40" y="12"/>
                      <a:pt x="40" y="12"/>
                    </a:cubicBezTo>
                    <a:cubicBezTo>
                      <a:pt x="42" y="12"/>
                      <a:pt x="44" y="10"/>
                      <a:pt x="44" y="8"/>
                    </a:cubicBezTo>
                    <a:cubicBezTo>
                      <a:pt x="44" y="0"/>
                      <a:pt x="44" y="0"/>
                      <a:pt x="4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>
                <a:spLocks/>
              </p:cNvSpPr>
              <p:nvPr/>
            </p:nvSpPr>
            <p:spPr bwMode="auto">
              <a:xfrm>
                <a:off x="5678488" y="2085975"/>
                <a:ext cx="215900" cy="203200"/>
              </a:xfrm>
              <a:custGeom>
                <a:avLst/>
                <a:gdLst>
                  <a:gd name="T0" fmla="*/ 56 w 68"/>
                  <a:gd name="T1" fmla="*/ 8 h 64"/>
                  <a:gd name="T2" fmla="*/ 50 w 68"/>
                  <a:gd name="T3" fmla="*/ 9 h 64"/>
                  <a:gd name="T4" fmla="*/ 34 w 68"/>
                  <a:gd name="T5" fmla="*/ 0 h 64"/>
                  <a:gd name="T6" fmla="*/ 18 w 68"/>
                  <a:gd name="T7" fmla="*/ 9 h 64"/>
                  <a:gd name="T8" fmla="*/ 12 w 68"/>
                  <a:gd name="T9" fmla="*/ 8 h 64"/>
                  <a:gd name="T10" fmla="*/ 0 w 68"/>
                  <a:gd name="T11" fmla="*/ 20 h 64"/>
                  <a:gd name="T12" fmla="*/ 12 w 68"/>
                  <a:gd name="T13" fmla="*/ 35 h 64"/>
                  <a:gd name="T14" fmla="*/ 12 w 68"/>
                  <a:gd name="T15" fmla="*/ 64 h 64"/>
                  <a:gd name="T16" fmla="*/ 20 w 68"/>
                  <a:gd name="T17" fmla="*/ 64 h 64"/>
                  <a:gd name="T18" fmla="*/ 20 w 68"/>
                  <a:gd name="T19" fmla="*/ 52 h 64"/>
                  <a:gd name="T20" fmla="*/ 24 w 68"/>
                  <a:gd name="T21" fmla="*/ 52 h 64"/>
                  <a:gd name="T22" fmla="*/ 24 w 68"/>
                  <a:gd name="T23" fmla="*/ 64 h 64"/>
                  <a:gd name="T24" fmla="*/ 32 w 68"/>
                  <a:gd name="T25" fmla="*/ 64 h 64"/>
                  <a:gd name="T26" fmla="*/ 32 w 68"/>
                  <a:gd name="T27" fmla="*/ 44 h 64"/>
                  <a:gd name="T28" fmla="*/ 36 w 68"/>
                  <a:gd name="T29" fmla="*/ 44 h 64"/>
                  <a:gd name="T30" fmla="*/ 36 w 68"/>
                  <a:gd name="T31" fmla="*/ 64 h 64"/>
                  <a:gd name="T32" fmla="*/ 44 w 68"/>
                  <a:gd name="T33" fmla="*/ 64 h 64"/>
                  <a:gd name="T34" fmla="*/ 44 w 68"/>
                  <a:gd name="T35" fmla="*/ 52 h 64"/>
                  <a:gd name="T36" fmla="*/ 48 w 68"/>
                  <a:gd name="T37" fmla="*/ 52 h 64"/>
                  <a:gd name="T38" fmla="*/ 48 w 68"/>
                  <a:gd name="T39" fmla="*/ 64 h 64"/>
                  <a:gd name="T40" fmla="*/ 56 w 68"/>
                  <a:gd name="T41" fmla="*/ 64 h 64"/>
                  <a:gd name="T42" fmla="*/ 56 w 68"/>
                  <a:gd name="T43" fmla="*/ 35 h 64"/>
                  <a:gd name="T44" fmla="*/ 68 w 68"/>
                  <a:gd name="T45" fmla="*/ 20 h 64"/>
                  <a:gd name="T46" fmla="*/ 56 w 68"/>
                  <a:gd name="T47" fmla="*/ 8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8" h="64">
                    <a:moveTo>
                      <a:pt x="56" y="8"/>
                    </a:moveTo>
                    <a:cubicBezTo>
                      <a:pt x="54" y="8"/>
                      <a:pt x="52" y="8"/>
                      <a:pt x="50" y="9"/>
                    </a:cubicBezTo>
                    <a:cubicBezTo>
                      <a:pt x="47" y="3"/>
                      <a:pt x="41" y="0"/>
                      <a:pt x="34" y="0"/>
                    </a:cubicBezTo>
                    <a:cubicBezTo>
                      <a:pt x="27" y="0"/>
                      <a:pt x="21" y="3"/>
                      <a:pt x="18" y="9"/>
                    </a:cubicBezTo>
                    <a:cubicBezTo>
                      <a:pt x="17" y="9"/>
                      <a:pt x="14" y="8"/>
                      <a:pt x="12" y="8"/>
                    </a:cubicBezTo>
                    <a:cubicBezTo>
                      <a:pt x="6" y="8"/>
                      <a:pt x="0" y="14"/>
                      <a:pt x="0" y="20"/>
                    </a:cubicBezTo>
                    <a:cubicBezTo>
                      <a:pt x="0" y="27"/>
                      <a:pt x="5" y="34"/>
                      <a:pt x="12" y="35"/>
                    </a:cubicBezTo>
                    <a:cubicBezTo>
                      <a:pt x="12" y="64"/>
                      <a:pt x="12" y="64"/>
                      <a:pt x="12" y="64"/>
                    </a:cubicBezTo>
                    <a:cubicBezTo>
                      <a:pt x="20" y="64"/>
                      <a:pt x="20" y="64"/>
                      <a:pt x="20" y="64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36" y="64"/>
                      <a:pt x="36" y="64"/>
                      <a:pt x="36" y="64"/>
                    </a:cubicBezTo>
                    <a:cubicBezTo>
                      <a:pt x="44" y="64"/>
                      <a:pt x="44" y="64"/>
                      <a:pt x="44" y="64"/>
                    </a:cubicBezTo>
                    <a:cubicBezTo>
                      <a:pt x="44" y="52"/>
                      <a:pt x="44" y="52"/>
                      <a:pt x="44" y="52"/>
                    </a:cubicBezTo>
                    <a:cubicBezTo>
                      <a:pt x="48" y="52"/>
                      <a:pt x="48" y="52"/>
                      <a:pt x="48" y="52"/>
                    </a:cubicBezTo>
                    <a:cubicBezTo>
                      <a:pt x="48" y="64"/>
                      <a:pt x="48" y="64"/>
                      <a:pt x="48" y="64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56" y="35"/>
                      <a:pt x="56" y="35"/>
                      <a:pt x="56" y="35"/>
                    </a:cubicBezTo>
                    <a:cubicBezTo>
                      <a:pt x="63" y="34"/>
                      <a:pt x="68" y="27"/>
                      <a:pt x="68" y="20"/>
                    </a:cubicBezTo>
                    <a:cubicBezTo>
                      <a:pt x="68" y="14"/>
                      <a:pt x="62" y="8"/>
                      <a:pt x="56" y="8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6297613" y="2085975"/>
              <a:ext cx="203200" cy="254000"/>
              <a:chOff x="6297613" y="2085975"/>
              <a:chExt cx="203200" cy="254000"/>
            </a:xfrm>
          </p:grpSpPr>
          <p:sp>
            <p:nvSpPr>
              <p:cNvPr id="20" name="Freeform 20"/>
              <p:cNvSpPr>
                <a:spLocks/>
              </p:cNvSpPr>
              <p:nvPr/>
            </p:nvSpPr>
            <p:spPr bwMode="auto">
              <a:xfrm>
                <a:off x="6297613" y="2085975"/>
                <a:ext cx="203200" cy="165100"/>
              </a:xfrm>
              <a:custGeom>
                <a:avLst/>
                <a:gdLst>
                  <a:gd name="T0" fmla="*/ 52 w 64"/>
                  <a:gd name="T1" fmla="*/ 12 h 52"/>
                  <a:gd name="T2" fmla="*/ 47 w 64"/>
                  <a:gd name="T3" fmla="*/ 12 h 52"/>
                  <a:gd name="T4" fmla="*/ 44 w 64"/>
                  <a:gd name="T5" fmla="*/ 3 h 52"/>
                  <a:gd name="T6" fmla="*/ 40 w 64"/>
                  <a:gd name="T7" fmla="*/ 0 h 52"/>
                  <a:gd name="T8" fmla="*/ 8 w 64"/>
                  <a:gd name="T9" fmla="*/ 0 h 52"/>
                  <a:gd name="T10" fmla="*/ 4 w 64"/>
                  <a:gd name="T11" fmla="*/ 3 h 52"/>
                  <a:gd name="T12" fmla="*/ 0 w 64"/>
                  <a:gd name="T13" fmla="*/ 15 h 52"/>
                  <a:gd name="T14" fmla="*/ 0 w 64"/>
                  <a:gd name="T15" fmla="*/ 17 h 52"/>
                  <a:gd name="T16" fmla="*/ 7 w 64"/>
                  <a:gd name="T17" fmla="*/ 52 h 52"/>
                  <a:gd name="T18" fmla="*/ 15 w 64"/>
                  <a:gd name="T19" fmla="*/ 52 h 52"/>
                  <a:gd name="T20" fmla="*/ 9 w 64"/>
                  <a:gd name="T21" fmla="*/ 20 h 52"/>
                  <a:gd name="T22" fmla="*/ 39 w 64"/>
                  <a:gd name="T23" fmla="*/ 20 h 52"/>
                  <a:gd name="T24" fmla="*/ 33 w 64"/>
                  <a:gd name="T25" fmla="*/ 52 h 52"/>
                  <a:gd name="T26" fmla="*/ 41 w 64"/>
                  <a:gd name="T27" fmla="*/ 52 h 52"/>
                  <a:gd name="T28" fmla="*/ 47 w 64"/>
                  <a:gd name="T29" fmla="*/ 20 h 52"/>
                  <a:gd name="T30" fmla="*/ 52 w 64"/>
                  <a:gd name="T31" fmla="*/ 20 h 52"/>
                  <a:gd name="T32" fmla="*/ 56 w 64"/>
                  <a:gd name="T33" fmla="*/ 24 h 52"/>
                  <a:gd name="T34" fmla="*/ 56 w 64"/>
                  <a:gd name="T35" fmla="*/ 52 h 52"/>
                  <a:gd name="T36" fmla="*/ 64 w 64"/>
                  <a:gd name="T37" fmla="*/ 52 h 52"/>
                  <a:gd name="T38" fmla="*/ 64 w 64"/>
                  <a:gd name="T39" fmla="*/ 24 h 52"/>
                  <a:gd name="T40" fmla="*/ 52 w 64"/>
                  <a:gd name="T41" fmla="*/ 1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4" h="52">
                    <a:moveTo>
                      <a:pt x="52" y="12"/>
                    </a:moveTo>
                    <a:cubicBezTo>
                      <a:pt x="47" y="12"/>
                      <a:pt x="47" y="12"/>
                      <a:pt x="47" y="12"/>
                    </a:cubicBezTo>
                    <a:cubicBezTo>
                      <a:pt x="44" y="3"/>
                      <a:pt x="44" y="3"/>
                      <a:pt x="44" y="3"/>
                    </a:cubicBezTo>
                    <a:cubicBezTo>
                      <a:pt x="43" y="1"/>
                      <a:pt x="42" y="0"/>
                      <a:pt x="4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6" y="0"/>
                      <a:pt x="5" y="1"/>
                      <a:pt x="4" y="3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5"/>
                      <a:pt x="0" y="16"/>
                      <a:pt x="0" y="17"/>
                    </a:cubicBezTo>
                    <a:cubicBezTo>
                      <a:pt x="7" y="52"/>
                      <a:pt x="7" y="52"/>
                      <a:pt x="7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41" y="52"/>
                      <a:pt x="41" y="52"/>
                      <a:pt x="41" y="52"/>
                    </a:cubicBezTo>
                    <a:cubicBezTo>
                      <a:pt x="47" y="20"/>
                      <a:pt x="47" y="20"/>
                      <a:pt x="47" y="20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54" y="20"/>
                      <a:pt x="56" y="22"/>
                      <a:pt x="56" y="24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17"/>
                      <a:pt x="59" y="12"/>
                      <a:pt x="52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21"/>
              <p:cNvSpPr>
                <a:spLocks noEditPoints="1"/>
              </p:cNvSpPr>
              <p:nvPr/>
            </p:nvSpPr>
            <p:spPr bwMode="auto">
              <a:xfrm>
                <a:off x="6297613" y="2263775"/>
                <a:ext cx="152400" cy="76200"/>
              </a:xfrm>
              <a:custGeom>
                <a:avLst/>
                <a:gdLst>
                  <a:gd name="T0" fmla="*/ 42 w 48"/>
                  <a:gd name="T1" fmla="*/ 0 h 24"/>
                  <a:gd name="T2" fmla="*/ 6 w 48"/>
                  <a:gd name="T3" fmla="*/ 0 h 24"/>
                  <a:gd name="T4" fmla="*/ 1 w 48"/>
                  <a:gd name="T5" fmla="*/ 5 h 24"/>
                  <a:gd name="T6" fmla="*/ 0 w 48"/>
                  <a:gd name="T7" fmla="*/ 8 h 24"/>
                  <a:gd name="T8" fmla="*/ 0 w 48"/>
                  <a:gd name="T9" fmla="*/ 20 h 24"/>
                  <a:gd name="T10" fmla="*/ 4 w 48"/>
                  <a:gd name="T11" fmla="*/ 24 h 24"/>
                  <a:gd name="T12" fmla="*/ 44 w 48"/>
                  <a:gd name="T13" fmla="*/ 24 h 24"/>
                  <a:gd name="T14" fmla="*/ 48 w 48"/>
                  <a:gd name="T15" fmla="*/ 20 h 24"/>
                  <a:gd name="T16" fmla="*/ 48 w 48"/>
                  <a:gd name="T17" fmla="*/ 8 h 24"/>
                  <a:gd name="T18" fmla="*/ 47 w 48"/>
                  <a:gd name="T19" fmla="*/ 5 h 24"/>
                  <a:gd name="T20" fmla="*/ 42 w 48"/>
                  <a:gd name="T21" fmla="*/ 0 h 24"/>
                  <a:gd name="T22" fmla="*/ 24 w 48"/>
                  <a:gd name="T23" fmla="*/ 17 h 24"/>
                  <a:gd name="T24" fmla="*/ 19 w 48"/>
                  <a:gd name="T25" fmla="*/ 12 h 24"/>
                  <a:gd name="T26" fmla="*/ 24 w 48"/>
                  <a:gd name="T27" fmla="*/ 7 h 24"/>
                  <a:gd name="T28" fmla="*/ 29 w 48"/>
                  <a:gd name="T29" fmla="*/ 12 h 24"/>
                  <a:gd name="T30" fmla="*/ 24 w 48"/>
                  <a:gd name="T31" fmla="*/ 17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8" h="24">
                    <a:moveTo>
                      <a:pt x="42" y="0"/>
                    </a:moveTo>
                    <a:cubicBezTo>
                      <a:pt x="6" y="0"/>
                      <a:pt x="6" y="0"/>
                      <a:pt x="6" y="0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6"/>
                      <a:pt x="0" y="7"/>
                      <a:pt x="0" y="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2"/>
                      <a:pt x="2" y="24"/>
                      <a:pt x="4" y="24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6" y="24"/>
                      <a:pt x="48" y="22"/>
                      <a:pt x="48" y="20"/>
                    </a:cubicBezTo>
                    <a:cubicBezTo>
                      <a:pt x="48" y="8"/>
                      <a:pt x="48" y="8"/>
                      <a:pt x="48" y="8"/>
                    </a:cubicBezTo>
                    <a:cubicBezTo>
                      <a:pt x="48" y="7"/>
                      <a:pt x="48" y="6"/>
                      <a:pt x="47" y="5"/>
                    </a:cubicBezTo>
                    <a:lnTo>
                      <a:pt x="42" y="0"/>
                    </a:lnTo>
                    <a:close/>
                    <a:moveTo>
                      <a:pt x="24" y="17"/>
                    </a:moveTo>
                    <a:cubicBezTo>
                      <a:pt x="21" y="17"/>
                      <a:pt x="19" y="15"/>
                      <a:pt x="19" y="12"/>
                    </a:cubicBezTo>
                    <a:cubicBezTo>
                      <a:pt x="19" y="9"/>
                      <a:pt x="21" y="7"/>
                      <a:pt x="24" y="7"/>
                    </a:cubicBezTo>
                    <a:cubicBezTo>
                      <a:pt x="27" y="7"/>
                      <a:pt x="29" y="9"/>
                      <a:pt x="29" y="12"/>
                    </a:cubicBezTo>
                    <a:cubicBezTo>
                      <a:pt x="29" y="15"/>
                      <a:pt x="27" y="17"/>
                      <a:pt x="24" y="1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Rectangle 22"/>
              <p:cNvSpPr>
                <a:spLocks noChangeArrowheads="1"/>
              </p:cNvSpPr>
              <p:nvPr/>
            </p:nvSpPr>
            <p:spPr bwMode="auto">
              <a:xfrm>
                <a:off x="6361113" y="2200275"/>
                <a:ext cx="25400" cy="508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2" name="组合 131"/>
            <p:cNvGrpSpPr/>
            <p:nvPr/>
          </p:nvGrpSpPr>
          <p:grpSpPr>
            <a:xfrm>
              <a:off x="6892926" y="2060575"/>
              <a:ext cx="227012" cy="304800"/>
              <a:chOff x="6892926" y="2060575"/>
              <a:chExt cx="227012" cy="304800"/>
            </a:xfrm>
          </p:grpSpPr>
          <p:sp>
            <p:nvSpPr>
              <p:cNvPr id="23" name="Freeform 23"/>
              <p:cNvSpPr>
                <a:spLocks noEditPoints="1"/>
              </p:cNvSpPr>
              <p:nvPr/>
            </p:nvSpPr>
            <p:spPr bwMode="auto">
              <a:xfrm>
                <a:off x="6892926" y="2060575"/>
                <a:ext cx="214313" cy="152400"/>
              </a:xfrm>
              <a:custGeom>
                <a:avLst/>
                <a:gdLst>
                  <a:gd name="T0" fmla="*/ 12 w 68"/>
                  <a:gd name="T1" fmla="*/ 36 h 48"/>
                  <a:gd name="T2" fmla="*/ 24 w 68"/>
                  <a:gd name="T3" fmla="*/ 48 h 48"/>
                  <a:gd name="T4" fmla="*/ 56 w 68"/>
                  <a:gd name="T5" fmla="*/ 48 h 48"/>
                  <a:gd name="T6" fmla="*/ 68 w 68"/>
                  <a:gd name="T7" fmla="*/ 36 h 48"/>
                  <a:gd name="T8" fmla="*/ 68 w 68"/>
                  <a:gd name="T9" fmla="*/ 20 h 48"/>
                  <a:gd name="T10" fmla="*/ 64 w 68"/>
                  <a:gd name="T11" fmla="*/ 16 h 48"/>
                  <a:gd name="T12" fmla="*/ 20 w 68"/>
                  <a:gd name="T13" fmla="*/ 16 h 48"/>
                  <a:gd name="T14" fmla="*/ 20 w 68"/>
                  <a:gd name="T15" fmla="*/ 4 h 48"/>
                  <a:gd name="T16" fmla="*/ 16 w 68"/>
                  <a:gd name="T17" fmla="*/ 0 h 48"/>
                  <a:gd name="T18" fmla="*/ 0 w 68"/>
                  <a:gd name="T19" fmla="*/ 0 h 48"/>
                  <a:gd name="T20" fmla="*/ 0 w 68"/>
                  <a:gd name="T21" fmla="*/ 8 h 48"/>
                  <a:gd name="T22" fmla="*/ 12 w 68"/>
                  <a:gd name="T23" fmla="*/ 8 h 48"/>
                  <a:gd name="T24" fmla="*/ 12 w 68"/>
                  <a:gd name="T25" fmla="*/ 36 h 48"/>
                  <a:gd name="T26" fmla="*/ 36 w 68"/>
                  <a:gd name="T27" fmla="*/ 40 h 48"/>
                  <a:gd name="T28" fmla="*/ 36 w 68"/>
                  <a:gd name="T29" fmla="*/ 24 h 48"/>
                  <a:gd name="T30" fmla="*/ 44 w 68"/>
                  <a:gd name="T31" fmla="*/ 24 h 48"/>
                  <a:gd name="T32" fmla="*/ 44 w 68"/>
                  <a:gd name="T33" fmla="*/ 40 h 48"/>
                  <a:gd name="T34" fmla="*/ 36 w 68"/>
                  <a:gd name="T35" fmla="*/ 40 h 48"/>
                  <a:gd name="T36" fmla="*/ 56 w 68"/>
                  <a:gd name="T37" fmla="*/ 40 h 48"/>
                  <a:gd name="T38" fmla="*/ 52 w 68"/>
                  <a:gd name="T39" fmla="*/ 40 h 48"/>
                  <a:gd name="T40" fmla="*/ 52 w 68"/>
                  <a:gd name="T41" fmla="*/ 24 h 48"/>
                  <a:gd name="T42" fmla="*/ 60 w 68"/>
                  <a:gd name="T43" fmla="*/ 24 h 48"/>
                  <a:gd name="T44" fmla="*/ 60 w 68"/>
                  <a:gd name="T45" fmla="*/ 36 h 48"/>
                  <a:gd name="T46" fmla="*/ 56 w 68"/>
                  <a:gd name="T47" fmla="*/ 40 h 48"/>
                  <a:gd name="T48" fmla="*/ 28 w 68"/>
                  <a:gd name="T49" fmla="*/ 24 h 48"/>
                  <a:gd name="T50" fmla="*/ 28 w 68"/>
                  <a:gd name="T51" fmla="*/ 40 h 48"/>
                  <a:gd name="T52" fmla="*/ 24 w 68"/>
                  <a:gd name="T53" fmla="*/ 40 h 48"/>
                  <a:gd name="T54" fmla="*/ 20 w 68"/>
                  <a:gd name="T55" fmla="*/ 36 h 48"/>
                  <a:gd name="T56" fmla="*/ 20 w 68"/>
                  <a:gd name="T57" fmla="*/ 24 h 48"/>
                  <a:gd name="T58" fmla="*/ 28 w 68"/>
                  <a:gd name="T59" fmla="*/ 24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" h="48">
                    <a:moveTo>
                      <a:pt x="12" y="36"/>
                    </a:moveTo>
                    <a:cubicBezTo>
                      <a:pt x="12" y="43"/>
                      <a:pt x="17" y="48"/>
                      <a:pt x="24" y="48"/>
                    </a:cubicBezTo>
                    <a:cubicBezTo>
                      <a:pt x="56" y="48"/>
                      <a:pt x="56" y="48"/>
                      <a:pt x="56" y="48"/>
                    </a:cubicBezTo>
                    <a:cubicBezTo>
                      <a:pt x="63" y="48"/>
                      <a:pt x="68" y="43"/>
                      <a:pt x="68" y="36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8" y="18"/>
                      <a:pt x="66" y="16"/>
                      <a:pt x="64" y="16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2"/>
                      <a:pt x="18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2" y="8"/>
                      <a:pt x="12" y="8"/>
                      <a:pt x="12" y="8"/>
                    </a:cubicBezTo>
                    <a:lnTo>
                      <a:pt x="12" y="36"/>
                    </a:lnTo>
                    <a:close/>
                    <a:moveTo>
                      <a:pt x="36" y="40"/>
                    </a:moveTo>
                    <a:cubicBezTo>
                      <a:pt x="36" y="24"/>
                      <a:pt x="36" y="24"/>
                      <a:pt x="36" y="24"/>
                    </a:cubicBezTo>
                    <a:cubicBezTo>
                      <a:pt x="44" y="24"/>
                      <a:pt x="44" y="24"/>
                      <a:pt x="44" y="24"/>
                    </a:cubicBezTo>
                    <a:cubicBezTo>
                      <a:pt x="44" y="40"/>
                      <a:pt x="44" y="40"/>
                      <a:pt x="44" y="40"/>
                    </a:cubicBezTo>
                    <a:lnTo>
                      <a:pt x="36" y="40"/>
                    </a:lnTo>
                    <a:close/>
                    <a:moveTo>
                      <a:pt x="56" y="40"/>
                    </a:moveTo>
                    <a:cubicBezTo>
                      <a:pt x="52" y="40"/>
                      <a:pt x="52" y="40"/>
                      <a:pt x="52" y="40"/>
                    </a:cubicBezTo>
                    <a:cubicBezTo>
                      <a:pt x="52" y="24"/>
                      <a:pt x="52" y="24"/>
                      <a:pt x="52" y="24"/>
                    </a:cubicBezTo>
                    <a:cubicBezTo>
                      <a:pt x="60" y="24"/>
                      <a:pt x="60" y="24"/>
                      <a:pt x="60" y="24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0" y="38"/>
                      <a:pt x="58" y="40"/>
                      <a:pt x="56" y="40"/>
                    </a:cubicBezTo>
                    <a:close/>
                    <a:moveTo>
                      <a:pt x="28" y="24"/>
                    </a:moveTo>
                    <a:cubicBezTo>
                      <a:pt x="28" y="40"/>
                      <a:pt x="28" y="40"/>
                      <a:pt x="28" y="40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2" y="40"/>
                      <a:pt x="20" y="38"/>
                      <a:pt x="20" y="36"/>
                    </a:cubicBezTo>
                    <a:cubicBezTo>
                      <a:pt x="20" y="24"/>
                      <a:pt x="20" y="24"/>
                      <a:pt x="20" y="24"/>
                    </a:cubicBezTo>
                    <a:lnTo>
                      <a:pt x="28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24"/>
              <p:cNvSpPr>
                <a:spLocks noEditPoints="1"/>
              </p:cNvSpPr>
              <p:nvPr/>
            </p:nvSpPr>
            <p:spPr bwMode="auto">
              <a:xfrm>
                <a:off x="6916738" y="2225675"/>
                <a:ext cx="203200" cy="139700"/>
              </a:xfrm>
              <a:custGeom>
                <a:avLst/>
                <a:gdLst>
                  <a:gd name="T0" fmla="*/ 60 w 64"/>
                  <a:gd name="T1" fmla="*/ 0 h 44"/>
                  <a:gd name="T2" fmla="*/ 4 w 64"/>
                  <a:gd name="T3" fmla="*/ 0 h 44"/>
                  <a:gd name="T4" fmla="*/ 0 w 64"/>
                  <a:gd name="T5" fmla="*/ 4 h 44"/>
                  <a:gd name="T6" fmla="*/ 0 w 64"/>
                  <a:gd name="T7" fmla="*/ 32 h 44"/>
                  <a:gd name="T8" fmla="*/ 12 w 64"/>
                  <a:gd name="T9" fmla="*/ 44 h 44"/>
                  <a:gd name="T10" fmla="*/ 52 w 64"/>
                  <a:gd name="T11" fmla="*/ 44 h 44"/>
                  <a:gd name="T12" fmla="*/ 64 w 64"/>
                  <a:gd name="T13" fmla="*/ 32 h 44"/>
                  <a:gd name="T14" fmla="*/ 64 w 64"/>
                  <a:gd name="T15" fmla="*/ 4 h 44"/>
                  <a:gd name="T16" fmla="*/ 60 w 64"/>
                  <a:gd name="T17" fmla="*/ 0 h 44"/>
                  <a:gd name="T18" fmla="*/ 44 w 64"/>
                  <a:gd name="T19" fmla="*/ 16 h 44"/>
                  <a:gd name="T20" fmla="*/ 20 w 64"/>
                  <a:gd name="T21" fmla="*/ 16 h 44"/>
                  <a:gd name="T22" fmla="*/ 20 w 64"/>
                  <a:gd name="T23" fmla="*/ 8 h 44"/>
                  <a:gd name="T24" fmla="*/ 44 w 64"/>
                  <a:gd name="T25" fmla="*/ 8 h 44"/>
                  <a:gd name="T26" fmla="*/ 44 w 64"/>
                  <a:gd name="T27" fmla="*/ 16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4" h="44">
                    <a:moveTo>
                      <a:pt x="6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39"/>
                      <a:pt x="5" y="44"/>
                      <a:pt x="12" y="44"/>
                    </a:cubicBezTo>
                    <a:cubicBezTo>
                      <a:pt x="52" y="44"/>
                      <a:pt x="52" y="44"/>
                      <a:pt x="52" y="44"/>
                    </a:cubicBezTo>
                    <a:cubicBezTo>
                      <a:pt x="59" y="44"/>
                      <a:pt x="64" y="39"/>
                      <a:pt x="64" y="32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2"/>
                      <a:pt x="62" y="0"/>
                      <a:pt x="60" y="0"/>
                    </a:cubicBezTo>
                    <a:close/>
                    <a:moveTo>
                      <a:pt x="44" y="16"/>
                    </a:moveTo>
                    <a:cubicBezTo>
                      <a:pt x="20" y="16"/>
                      <a:pt x="20" y="16"/>
                      <a:pt x="20" y="16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44" y="16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3" name="组合 132"/>
            <p:cNvGrpSpPr/>
            <p:nvPr/>
          </p:nvGrpSpPr>
          <p:grpSpPr>
            <a:xfrm>
              <a:off x="7486651" y="2085975"/>
              <a:ext cx="252413" cy="254000"/>
              <a:chOff x="7486651" y="2085975"/>
              <a:chExt cx="252413" cy="254000"/>
            </a:xfrm>
          </p:grpSpPr>
          <p:sp>
            <p:nvSpPr>
              <p:cNvPr id="25" name="Freeform 25"/>
              <p:cNvSpPr>
                <a:spLocks/>
              </p:cNvSpPr>
              <p:nvPr/>
            </p:nvSpPr>
            <p:spPr bwMode="auto">
              <a:xfrm>
                <a:off x="7486651" y="2085975"/>
                <a:ext cx="252413" cy="76200"/>
              </a:xfrm>
              <a:custGeom>
                <a:avLst/>
                <a:gdLst>
                  <a:gd name="T0" fmla="*/ 76 w 80"/>
                  <a:gd name="T1" fmla="*/ 0 h 24"/>
                  <a:gd name="T2" fmla="*/ 0 w 80"/>
                  <a:gd name="T3" fmla="*/ 0 h 24"/>
                  <a:gd name="T4" fmla="*/ 0 w 80"/>
                  <a:gd name="T5" fmla="*/ 8 h 24"/>
                  <a:gd name="T6" fmla="*/ 24 w 80"/>
                  <a:gd name="T7" fmla="*/ 8 h 24"/>
                  <a:gd name="T8" fmla="*/ 24 w 80"/>
                  <a:gd name="T9" fmla="*/ 16 h 24"/>
                  <a:gd name="T10" fmla="*/ 32 w 80"/>
                  <a:gd name="T11" fmla="*/ 24 h 24"/>
                  <a:gd name="T12" fmla="*/ 72 w 80"/>
                  <a:gd name="T13" fmla="*/ 24 h 24"/>
                  <a:gd name="T14" fmla="*/ 80 w 80"/>
                  <a:gd name="T15" fmla="*/ 16 h 24"/>
                  <a:gd name="T16" fmla="*/ 80 w 80"/>
                  <a:gd name="T17" fmla="*/ 4 h 24"/>
                  <a:gd name="T18" fmla="*/ 76 w 80"/>
                  <a:gd name="T1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0" h="24">
                    <a:moveTo>
                      <a:pt x="7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20"/>
                      <a:pt x="28" y="24"/>
                      <a:pt x="32" y="24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76" y="24"/>
                      <a:pt x="80" y="20"/>
                      <a:pt x="80" y="16"/>
                    </a:cubicBezTo>
                    <a:cubicBezTo>
                      <a:pt x="80" y="4"/>
                      <a:pt x="80" y="4"/>
                      <a:pt x="80" y="4"/>
                    </a:cubicBezTo>
                    <a:cubicBezTo>
                      <a:pt x="80" y="2"/>
                      <a:pt x="78" y="0"/>
                      <a:pt x="7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7586663" y="2187575"/>
                <a:ext cx="127000" cy="152400"/>
              </a:xfrm>
              <a:custGeom>
                <a:avLst/>
                <a:gdLst>
                  <a:gd name="T0" fmla="*/ 35 w 40"/>
                  <a:gd name="T1" fmla="*/ 17 h 48"/>
                  <a:gd name="T2" fmla="*/ 30 w 40"/>
                  <a:gd name="T3" fmla="*/ 17 h 48"/>
                  <a:gd name="T4" fmla="*/ 24 w 40"/>
                  <a:gd name="T5" fmla="*/ 21 h 48"/>
                  <a:gd name="T6" fmla="*/ 24 w 40"/>
                  <a:gd name="T7" fmla="*/ 4 h 48"/>
                  <a:gd name="T8" fmla="*/ 22 w 40"/>
                  <a:gd name="T9" fmla="*/ 0 h 48"/>
                  <a:gd name="T10" fmla="*/ 17 w 40"/>
                  <a:gd name="T11" fmla="*/ 1 h 48"/>
                  <a:gd name="T12" fmla="*/ 0 w 40"/>
                  <a:gd name="T13" fmla="*/ 28 h 48"/>
                  <a:gd name="T14" fmla="*/ 20 w 40"/>
                  <a:gd name="T15" fmla="*/ 48 h 48"/>
                  <a:gd name="T16" fmla="*/ 40 w 40"/>
                  <a:gd name="T17" fmla="*/ 28 h 48"/>
                  <a:gd name="T18" fmla="*/ 35 w 40"/>
                  <a:gd name="T19" fmla="*/ 17 h 48"/>
                  <a:gd name="T20" fmla="*/ 20 w 40"/>
                  <a:gd name="T21" fmla="*/ 40 h 48"/>
                  <a:gd name="T22" fmla="*/ 8 w 40"/>
                  <a:gd name="T23" fmla="*/ 28 h 48"/>
                  <a:gd name="T24" fmla="*/ 16 w 40"/>
                  <a:gd name="T25" fmla="*/ 14 h 48"/>
                  <a:gd name="T26" fmla="*/ 16 w 40"/>
                  <a:gd name="T27" fmla="*/ 28 h 48"/>
                  <a:gd name="T28" fmla="*/ 18 w 40"/>
                  <a:gd name="T29" fmla="*/ 32 h 48"/>
                  <a:gd name="T30" fmla="*/ 22 w 40"/>
                  <a:gd name="T31" fmla="*/ 31 h 48"/>
                  <a:gd name="T32" fmla="*/ 31 w 40"/>
                  <a:gd name="T33" fmla="*/ 25 h 48"/>
                  <a:gd name="T34" fmla="*/ 32 w 40"/>
                  <a:gd name="T35" fmla="*/ 28 h 48"/>
                  <a:gd name="T36" fmla="*/ 20 w 40"/>
                  <a:gd name="T37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48">
                    <a:moveTo>
                      <a:pt x="35" y="17"/>
                    </a:moveTo>
                    <a:cubicBezTo>
                      <a:pt x="33" y="16"/>
                      <a:pt x="31" y="16"/>
                      <a:pt x="30" y="17"/>
                    </a:cubicBezTo>
                    <a:cubicBezTo>
                      <a:pt x="24" y="21"/>
                      <a:pt x="24" y="21"/>
                      <a:pt x="24" y="21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3" y="1"/>
                      <a:pt x="22" y="0"/>
                    </a:cubicBezTo>
                    <a:cubicBezTo>
                      <a:pt x="20" y="0"/>
                      <a:pt x="18" y="0"/>
                      <a:pt x="17" y="1"/>
                    </a:cubicBezTo>
                    <a:cubicBezTo>
                      <a:pt x="14" y="4"/>
                      <a:pt x="0" y="18"/>
                      <a:pt x="0" y="28"/>
                    </a:cubicBezTo>
                    <a:cubicBezTo>
                      <a:pt x="0" y="39"/>
                      <a:pt x="9" y="48"/>
                      <a:pt x="20" y="48"/>
                    </a:cubicBezTo>
                    <a:cubicBezTo>
                      <a:pt x="31" y="48"/>
                      <a:pt x="40" y="39"/>
                      <a:pt x="40" y="28"/>
                    </a:cubicBezTo>
                    <a:cubicBezTo>
                      <a:pt x="40" y="22"/>
                      <a:pt x="35" y="17"/>
                      <a:pt x="35" y="17"/>
                    </a:cubicBezTo>
                    <a:close/>
                    <a:moveTo>
                      <a:pt x="20" y="40"/>
                    </a:moveTo>
                    <a:cubicBezTo>
                      <a:pt x="13" y="40"/>
                      <a:pt x="8" y="35"/>
                      <a:pt x="8" y="28"/>
                    </a:cubicBezTo>
                    <a:cubicBezTo>
                      <a:pt x="8" y="25"/>
                      <a:pt x="12" y="19"/>
                      <a:pt x="16" y="14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6" y="29"/>
                      <a:pt x="17" y="31"/>
                      <a:pt x="18" y="32"/>
                    </a:cubicBezTo>
                    <a:cubicBezTo>
                      <a:pt x="19" y="32"/>
                      <a:pt x="21" y="32"/>
                      <a:pt x="22" y="31"/>
                    </a:cubicBezTo>
                    <a:cubicBezTo>
                      <a:pt x="31" y="25"/>
                      <a:pt x="31" y="25"/>
                      <a:pt x="31" y="25"/>
                    </a:cubicBezTo>
                    <a:cubicBezTo>
                      <a:pt x="32" y="26"/>
                      <a:pt x="32" y="27"/>
                      <a:pt x="32" y="28"/>
                    </a:cubicBezTo>
                    <a:cubicBezTo>
                      <a:pt x="32" y="35"/>
                      <a:pt x="27" y="40"/>
                      <a:pt x="20" y="4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4" name="组合 133"/>
            <p:cNvGrpSpPr/>
            <p:nvPr/>
          </p:nvGrpSpPr>
          <p:grpSpPr>
            <a:xfrm>
              <a:off x="8093076" y="2085975"/>
              <a:ext cx="252413" cy="254000"/>
              <a:chOff x="8093076" y="2085975"/>
              <a:chExt cx="252413" cy="254000"/>
            </a:xfrm>
          </p:grpSpPr>
          <p:sp>
            <p:nvSpPr>
              <p:cNvPr id="27" name="Freeform 27"/>
              <p:cNvSpPr>
                <a:spLocks noEditPoints="1"/>
              </p:cNvSpPr>
              <p:nvPr/>
            </p:nvSpPr>
            <p:spPr bwMode="auto">
              <a:xfrm>
                <a:off x="8093076" y="2085975"/>
                <a:ext cx="252413" cy="76200"/>
              </a:xfrm>
              <a:custGeom>
                <a:avLst/>
                <a:gdLst>
                  <a:gd name="T0" fmla="*/ 40 w 80"/>
                  <a:gd name="T1" fmla="*/ 0 h 24"/>
                  <a:gd name="T2" fmla="*/ 0 w 80"/>
                  <a:gd name="T3" fmla="*/ 12 h 24"/>
                  <a:gd name="T4" fmla="*/ 40 w 80"/>
                  <a:gd name="T5" fmla="*/ 24 h 24"/>
                  <a:gd name="T6" fmla="*/ 80 w 80"/>
                  <a:gd name="T7" fmla="*/ 12 h 24"/>
                  <a:gd name="T8" fmla="*/ 40 w 80"/>
                  <a:gd name="T9" fmla="*/ 0 h 24"/>
                  <a:gd name="T10" fmla="*/ 52 w 80"/>
                  <a:gd name="T11" fmla="*/ 16 h 24"/>
                  <a:gd name="T12" fmla="*/ 28 w 80"/>
                  <a:gd name="T13" fmla="*/ 16 h 24"/>
                  <a:gd name="T14" fmla="*/ 24 w 80"/>
                  <a:gd name="T15" fmla="*/ 12 h 24"/>
                  <a:gd name="T16" fmla="*/ 28 w 80"/>
                  <a:gd name="T17" fmla="*/ 8 h 24"/>
                  <a:gd name="T18" fmla="*/ 52 w 80"/>
                  <a:gd name="T19" fmla="*/ 8 h 24"/>
                  <a:gd name="T20" fmla="*/ 56 w 80"/>
                  <a:gd name="T21" fmla="*/ 12 h 24"/>
                  <a:gd name="T22" fmla="*/ 52 w 80"/>
                  <a:gd name="T2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0" h="24">
                    <a:moveTo>
                      <a:pt x="40" y="0"/>
                    </a:moveTo>
                    <a:cubicBezTo>
                      <a:pt x="31" y="0"/>
                      <a:pt x="0" y="1"/>
                      <a:pt x="0" y="12"/>
                    </a:cubicBezTo>
                    <a:cubicBezTo>
                      <a:pt x="0" y="23"/>
                      <a:pt x="31" y="24"/>
                      <a:pt x="40" y="24"/>
                    </a:cubicBezTo>
                    <a:cubicBezTo>
                      <a:pt x="49" y="24"/>
                      <a:pt x="80" y="23"/>
                      <a:pt x="80" y="12"/>
                    </a:cubicBezTo>
                    <a:cubicBezTo>
                      <a:pt x="80" y="1"/>
                      <a:pt x="49" y="0"/>
                      <a:pt x="40" y="0"/>
                    </a:cubicBezTo>
                    <a:close/>
                    <a:moveTo>
                      <a:pt x="52" y="16"/>
                    </a:moveTo>
                    <a:cubicBezTo>
                      <a:pt x="28" y="16"/>
                      <a:pt x="28" y="16"/>
                      <a:pt x="28" y="16"/>
                    </a:cubicBezTo>
                    <a:cubicBezTo>
                      <a:pt x="26" y="16"/>
                      <a:pt x="24" y="14"/>
                      <a:pt x="24" y="12"/>
                    </a:cubicBezTo>
                    <a:cubicBezTo>
                      <a:pt x="24" y="10"/>
                      <a:pt x="26" y="8"/>
                      <a:pt x="28" y="8"/>
                    </a:cubicBezTo>
                    <a:cubicBezTo>
                      <a:pt x="52" y="8"/>
                      <a:pt x="52" y="8"/>
                      <a:pt x="52" y="8"/>
                    </a:cubicBezTo>
                    <a:cubicBezTo>
                      <a:pt x="54" y="8"/>
                      <a:pt x="56" y="10"/>
                      <a:pt x="56" y="12"/>
                    </a:cubicBezTo>
                    <a:cubicBezTo>
                      <a:pt x="56" y="14"/>
                      <a:pt x="54" y="16"/>
                      <a:pt x="52" y="16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28"/>
              <p:cNvSpPr>
                <a:spLocks noEditPoints="1"/>
              </p:cNvSpPr>
              <p:nvPr/>
            </p:nvSpPr>
            <p:spPr bwMode="auto">
              <a:xfrm>
                <a:off x="8131176" y="2174875"/>
                <a:ext cx="176213" cy="165100"/>
              </a:xfrm>
              <a:custGeom>
                <a:avLst/>
                <a:gdLst>
                  <a:gd name="T0" fmla="*/ 0 w 56"/>
                  <a:gd name="T1" fmla="*/ 0 h 52"/>
                  <a:gd name="T2" fmla="*/ 0 w 56"/>
                  <a:gd name="T3" fmla="*/ 40 h 52"/>
                  <a:gd name="T4" fmla="*/ 1 w 56"/>
                  <a:gd name="T5" fmla="*/ 43 h 52"/>
                  <a:gd name="T6" fmla="*/ 28 w 56"/>
                  <a:gd name="T7" fmla="*/ 52 h 52"/>
                  <a:gd name="T8" fmla="*/ 55 w 56"/>
                  <a:gd name="T9" fmla="*/ 43 h 52"/>
                  <a:gd name="T10" fmla="*/ 56 w 56"/>
                  <a:gd name="T11" fmla="*/ 40 h 52"/>
                  <a:gd name="T12" fmla="*/ 56 w 56"/>
                  <a:gd name="T13" fmla="*/ 0 h 52"/>
                  <a:gd name="T14" fmla="*/ 28 w 56"/>
                  <a:gd name="T15" fmla="*/ 4 h 52"/>
                  <a:gd name="T16" fmla="*/ 0 w 56"/>
                  <a:gd name="T17" fmla="*/ 0 h 52"/>
                  <a:gd name="T18" fmla="*/ 48 w 56"/>
                  <a:gd name="T19" fmla="*/ 22 h 52"/>
                  <a:gd name="T20" fmla="*/ 28 w 56"/>
                  <a:gd name="T21" fmla="*/ 26 h 52"/>
                  <a:gd name="T22" fmla="*/ 8 w 56"/>
                  <a:gd name="T23" fmla="*/ 22 h 52"/>
                  <a:gd name="T24" fmla="*/ 8 w 56"/>
                  <a:gd name="T25" fmla="*/ 14 h 52"/>
                  <a:gd name="T26" fmla="*/ 48 w 56"/>
                  <a:gd name="T27" fmla="*/ 14 h 52"/>
                  <a:gd name="T28" fmla="*/ 48 w 56"/>
                  <a:gd name="T29" fmla="*/ 2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6" h="52">
                    <a:moveTo>
                      <a:pt x="0" y="0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41"/>
                      <a:pt x="0" y="42"/>
                      <a:pt x="1" y="43"/>
                    </a:cubicBezTo>
                    <a:cubicBezTo>
                      <a:pt x="7" y="49"/>
                      <a:pt x="18" y="52"/>
                      <a:pt x="28" y="52"/>
                    </a:cubicBezTo>
                    <a:cubicBezTo>
                      <a:pt x="38" y="52"/>
                      <a:pt x="49" y="49"/>
                      <a:pt x="55" y="43"/>
                    </a:cubicBezTo>
                    <a:cubicBezTo>
                      <a:pt x="56" y="42"/>
                      <a:pt x="56" y="41"/>
                      <a:pt x="56" y="4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3"/>
                      <a:pt x="38" y="4"/>
                      <a:pt x="28" y="4"/>
                    </a:cubicBezTo>
                    <a:cubicBezTo>
                      <a:pt x="18" y="4"/>
                      <a:pt x="8" y="3"/>
                      <a:pt x="0" y="0"/>
                    </a:cubicBezTo>
                    <a:close/>
                    <a:moveTo>
                      <a:pt x="48" y="22"/>
                    </a:moveTo>
                    <a:cubicBezTo>
                      <a:pt x="42" y="25"/>
                      <a:pt x="35" y="26"/>
                      <a:pt x="28" y="26"/>
                    </a:cubicBezTo>
                    <a:cubicBezTo>
                      <a:pt x="21" y="26"/>
                      <a:pt x="14" y="25"/>
                      <a:pt x="8" y="22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19" y="19"/>
                      <a:pt x="37" y="19"/>
                      <a:pt x="48" y="14"/>
                    </a:cubicBezTo>
                    <a:lnTo>
                      <a:pt x="48" y="2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9" name="Freeform 29"/>
            <p:cNvSpPr>
              <a:spLocks noEditPoints="1"/>
            </p:cNvSpPr>
            <p:nvPr/>
          </p:nvSpPr>
          <p:spPr bwMode="auto">
            <a:xfrm>
              <a:off x="3236913" y="2706688"/>
              <a:ext cx="246063" cy="228600"/>
            </a:xfrm>
            <a:custGeom>
              <a:avLst/>
              <a:gdLst>
                <a:gd name="T0" fmla="*/ 75 w 78"/>
                <a:gd name="T1" fmla="*/ 21 h 72"/>
                <a:gd name="T2" fmla="*/ 59 w 78"/>
                <a:gd name="T3" fmla="*/ 9 h 72"/>
                <a:gd name="T4" fmla="*/ 57 w 78"/>
                <a:gd name="T5" fmla="*/ 8 h 72"/>
                <a:gd name="T6" fmla="*/ 55 w 78"/>
                <a:gd name="T7" fmla="*/ 8 h 72"/>
                <a:gd name="T8" fmla="*/ 48 w 78"/>
                <a:gd name="T9" fmla="*/ 1 h 72"/>
                <a:gd name="T10" fmla="*/ 45 w 78"/>
                <a:gd name="T11" fmla="*/ 0 h 72"/>
                <a:gd name="T12" fmla="*/ 33 w 78"/>
                <a:gd name="T13" fmla="*/ 0 h 72"/>
                <a:gd name="T14" fmla="*/ 30 w 78"/>
                <a:gd name="T15" fmla="*/ 1 h 72"/>
                <a:gd name="T16" fmla="*/ 23 w 78"/>
                <a:gd name="T17" fmla="*/ 8 h 72"/>
                <a:gd name="T18" fmla="*/ 21 w 78"/>
                <a:gd name="T19" fmla="*/ 8 h 72"/>
                <a:gd name="T20" fmla="*/ 19 w 78"/>
                <a:gd name="T21" fmla="*/ 9 h 72"/>
                <a:gd name="T22" fmla="*/ 3 w 78"/>
                <a:gd name="T23" fmla="*/ 21 h 72"/>
                <a:gd name="T24" fmla="*/ 2 w 78"/>
                <a:gd name="T25" fmla="*/ 26 h 72"/>
                <a:gd name="T26" fmla="*/ 10 w 78"/>
                <a:gd name="T27" fmla="*/ 38 h 72"/>
                <a:gd name="T28" fmla="*/ 15 w 78"/>
                <a:gd name="T29" fmla="*/ 40 h 72"/>
                <a:gd name="T30" fmla="*/ 17 w 78"/>
                <a:gd name="T31" fmla="*/ 38 h 72"/>
                <a:gd name="T32" fmla="*/ 17 w 78"/>
                <a:gd name="T33" fmla="*/ 68 h 72"/>
                <a:gd name="T34" fmla="*/ 21 w 78"/>
                <a:gd name="T35" fmla="*/ 72 h 72"/>
                <a:gd name="T36" fmla="*/ 57 w 78"/>
                <a:gd name="T37" fmla="*/ 72 h 72"/>
                <a:gd name="T38" fmla="*/ 61 w 78"/>
                <a:gd name="T39" fmla="*/ 68 h 72"/>
                <a:gd name="T40" fmla="*/ 61 w 78"/>
                <a:gd name="T41" fmla="*/ 38 h 72"/>
                <a:gd name="T42" fmla="*/ 63 w 78"/>
                <a:gd name="T43" fmla="*/ 40 h 72"/>
                <a:gd name="T44" fmla="*/ 68 w 78"/>
                <a:gd name="T45" fmla="*/ 38 h 72"/>
                <a:gd name="T46" fmla="*/ 76 w 78"/>
                <a:gd name="T47" fmla="*/ 26 h 72"/>
                <a:gd name="T48" fmla="*/ 75 w 78"/>
                <a:gd name="T49" fmla="*/ 21 h 72"/>
                <a:gd name="T50" fmla="*/ 41 w 78"/>
                <a:gd name="T51" fmla="*/ 20 h 72"/>
                <a:gd name="T52" fmla="*/ 41 w 78"/>
                <a:gd name="T53" fmla="*/ 36 h 72"/>
                <a:gd name="T54" fmla="*/ 37 w 78"/>
                <a:gd name="T55" fmla="*/ 36 h 72"/>
                <a:gd name="T56" fmla="*/ 37 w 78"/>
                <a:gd name="T57" fmla="*/ 20 h 72"/>
                <a:gd name="T58" fmla="*/ 30 w 78"/>
                <a:gd name="T59" fmla="*/ 12 h 72"/>
                <a:gd name="T60" fmla="*/ 35 w 78"/>
                <a:gd name="T61" fmla="*/ 8 h 72"/>
                <a:gd name="T62" fmla="*/ 43 w 78"/>
                <a:gd name="T63" fmla="*/ 8 h 72"/>
                <a:gd name="T64" fmla="*/ 48 w 78"/>
                <a:gd name="T65" fmla="*/ 12 h 72"/>
                <a:gd name="T66" fmla="*/ 41 w 78"/>
                <a:gd name="T67" fmla="*/ 2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8" h="72">
                  <a:moveTo>
                    <a:pt x="75" y="21"/>
                  </a:moveTo>
                  <a:cubicBezTo>
                    <a:pt x="59" y="9"/>
                    <a:pt x="59" y="9"/>
                    <a:pt x="59" y="9"/>
                  </a:cubicBezTo>
                  <a:cubicBezTo>
                    <a:pt x="59" y="8"/>
                    <a:pt x="58" y="8"/>
                    <a:pt x="57" y="8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48" y="1"/>
                    <a:pt x="48" y="1"/>
                    <a:pt x="48" y="1"/>
                  </a:cubicBezTo>
                  <a:cubicBezTo>
                    <a:pt x="47" y="0"/>
                    <a:pt x="46" y="0"/>
                    <a:pt x="45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2" y="0"/>
                    <a:pt x="31" y="0"/>
                    <a:pt x="30" y="1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8"/>
                    <a:pt x="19" y="9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1" y="22"/>
                    <a:pt x="0" y="24"/>
                    <a:pt x="2" y="26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1" y="40"/>
                    <a:pt x="13" y="40"/>
                    <a:pt x="15" y="40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7" y="70"/>
                    <a:pt x="19" y="72"/>
                    <a:pt x="21" y="72"/>
                  </a:cubicBezTo>
                  <a:cubicBezTo>
                    <a:pt x="57" y="72"/>
                    <a:pt x="57" y="72"/>
                    <a:pt x="57" y="72"/>
                  </a:cubicBezTo>
                  <a:cubicBezTo>
                    <a:pt x="59" y="72"/>
                    <a:pt x="61" y="70"/>
                    <a:pt x="61" y="6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5" y="40"/>
                    <a:pt x="67" y="40"/>
                    <a:pt x="68" y="38"/>
                  </a:cubicBezTo>
                  <a:cubicBezTo>
                    <a:pt x="76" y="26"/>
                    <a:pt x="76" y="26"/>
                    <a:pt x="76" y="26"/>
                  </a:cubicBezTo>
                  <a:cubicBezTo>
                    <a:pt x="78" y="24"/>
                    <a:pt x="77" y="22"/>
                    <a:pt x="75" y="21"/>
                  </a:cubicBezTo>
                  <a:close/>
                  <a:moveTo>
                    <a:pt x="41" y="20"/>
                  </a:moveTo>
                  <a:cubicBezTo>
                    <a:pt x="41" y="36"/>
                    <a:pt x="41" y="36"/>
                    <a:pt x="41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7" y="20"/>
                    <a:pt x="37" y="20"/>
                    <a:pt x="37" y="20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8" y="12"/>
                    <a:pt x="48" y="12"/>
                    <a:pt x="48" y="12"/>
                  </a:cubicBezTo>
                  <a:lnTo>
                    <a:pt x="41" y="2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6" name="组合 135"/>
            <p:cNvGrpSpPr/>
            <p:nvPr/>
          </p:nvGrpSpPr>
          <p:grpSpPr>
            <a:xfrm>
              <a:off x="3846513" y="2732088"/>
              <a:ext cx="252413" cy="190500"/>
              <a:chOff x="3846513" y="2732088"/>
              <a:chExt cx="252413" cy="190500"/>
            </a:xfrm>
          </p:grpSpPr>
          <p:sp>
            <p:nvSpPr>
              <p:cNvPr id="30" name="Freeform 30"/>
              <p:cNvSpPr>
                <a:spLocks/>
              </p:cNvSpPr>
              <p:nvPr/>
            </p:nvSpPr>
            <p:spPr bwMode="auto">
              <a:xfrm>
                <a:off x="3935413" y="2770188"/>
                <a:ext cx="76200" cy="152400"/>
              </a:xfrm>
              <a:custGeom>
                <a:avLst/>
                <a:gdLst>
                  <a:gd name="T0" fmla="*/ 6 w 24"/>
                  <a:gd name="T1" fmla="*/ 0 h 48"/>
                  <a:gd name="T2" fmla="*/ 0 w 24"/>
                  <a:gd name="T3" fmla="*/ 16 h 48"/>
                  <a:gd name="T4" fmla="*/ 7 w 24"/>
                  <a:gd name="T5" fmla="*/ 48 h 48"/>
                  <a:gd name="T6" fmla="*/ 17 w 24"/>
                  <a:gd name="T7" fmla="*/ 48 h 48"/>
                  <a:gd name="T8" fmla="*/ 24 w 24"/>
                  <a:gd name="T9" fmla="*/ 16 h 48"/>
                  <a:gd name="T10" fmla="*/ 18 w 24"/>
                  <a:gd name="T11" fmla="*/ 0 h 48"/>
                  <a:gd name="T12" fmla="*/ 6 w 24"/>
                  <a:gd name="T13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48">
                    <a:moveTo>
                      <a:pt x="6" y="0"/>
                    </a:moveTo>
                    <a:cubicBezTo>
                      <a:pt x="4" y="2"/>
                      <a:pt x="0" y="8"/>
                      <a:pt x="0" y="16"/>
                    </a:cubicBezTo>
                    <a:cubicBezTo>
                      <a:pt x="0" y="21"/>
                      <a:pt x="5" y="39"/>
                      <a:pt x="7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9" y="39"/>
                      <a:pt x="24" y="21"/>
                      <a:pt x="24" y="16"/>
                    </a:cubicBezTo>
                    <a:cubicBezTo>
                      <a:pt x="24" y="8"/>
                      <a:pt x="20" y="2"/>
                      <a:pt x="18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31"/>
              <p:cNvSpPr>
                <a:spLocks/>
              </p:cNvSpPr>
              <p:nvPr/>
            </p:nvSpPr>
            <p:spPr bwMode="auto">
              <a:xfrm>
                <a:off x="3846513" y="2770188"/>
                <a:ext cx="79375" cy="130175"/>
              </a:xfrm>
              <a:custGeom>
                <a:avLst/>
                <a:gdLst>
                  <a:gd name="T0" fmla="*/ 24 w 25"/>
                  <a:gd name="T1" fmla="*/ 0 h 41"/>
                  <a:gd name="T2" fmla="*/ 4 w 25"/>
                  <a:gd name="T3" fmla="*/ 0 h 41"/>
                  <a:gd name="T4" fmla="*/ 0 w 25"/>
                  <a:gd name="T5" fmla="*/ 4 h 41"/>
                  <a:gd name="T6" fmla="*/ 0 w 25"/>
                  <a:gd name="T7" fmla="*/ 28 h 41"/>
                  <a:gd name="T8" fmla="*/ 4 w 25"/>
                  <a:gd name="T9" fmla="*/ 32 h 41"/>
                  <a:gd name="T10" fmla="*/ 25 w 25"/>
                  <a:gd name="T11" fmla="*/ 41 h 41"/>
                  <a:gd name="T12" fmla="*/ 20 w 25"/>
                  <a:gd name="T13" fmla="*/ 16 h 41"/>
                  <a:gd name="T14" fmla="*/ 24 w 25"/>
                  <a:gd name="T1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41">
                    <a:moveTo>
                      <a:pt x="24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15" y="32"/>
                      <a:pt x="21" y="37"/>
                      <a:pt x="25" y="41"/>
                    </a:cubicBezTo>
                    <a:cubicBezTo>
                      <a:pt x="23" y="32"/>
                      <a:pt x="20" y="21"/>
                      <a:pt x="20" y="16"/>
                    </a:cubicBezTo>
                    <a:cubicBezTo>
                      <a:pt x="20" y="9"/>
                      <a:pt x="22" y="4"/>
                      <a:pt x="24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32"/>
              <p:cNvSpPr>
                <a:spLocks/>
              </p:cNvSpPr>
              <p:nvPr/>
            </p:nvSpPr>
            <p:spPr bwMode="auto">
              <a:xfrm>
                <a:off x="4021138" y="2770188"/>
                <a:ext cx="77788" cy="130175"/>
              </a:xfrm>
              <a:custGeom>
                <a:avLst/>
                <a:gdLst>
                  <a:gd name="T0" fmla="*/ 21 w 25"/>
                  <a:gd name="T1" fmla="*/ 0 h 41"/>
                  <a:gd name="T2" fmla="*/ 1 w 25"/>
                  <a:gd name="T3" fmla="*/ 0 h 41"/>
                  <a:gd name="T4" fmla="*/ 5 w 25"/>
                  <a:gd name="T5" fmla="*/ 16 h 41"/>
                  <a:gd name="T6" fmla="*/ 0 w 25"/>
                  <a:gd name="T7" fmla="*/ 41 h 41"/>
                  <a:gd name="T8" fmla="*/ 21 w 25"/>
                  <a:gd name="T9" fmla="*/ 32 h 41"/>
                  <a:gd name="T10" fmla="*/ 25 w 25"/>
                  <a:gd name="T11" fmla="*/ 28 h 41"/>
                  <a:gd name="T12" fmla="*/ 25 w 25"/>
                  <a:gd name="T13" fmla="*/ 4 h 41"/>
                  <a:gd name="T14" fmla="*/ 21 w 25"/>
                  <a:gd name="T15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" h="41">
                    <a:moveTo>
                      <a:pt x="2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3" y="4"/>
                      <a:pt x="5" y="9"/>
                      <a:pt x="5" y="16"/>
                    </a:cubicBezTo>
                    <a:cubicBezTo>
                      <a:pt x="5" y="21"/>
                      <a:pt x="2" y="32"/>
                      <a:pt x="0" y="41"/>
                    </a:cubicBezTo>
                    <a:cubicBezTo>
                      <a:pt x="4" y="37"/>
                      <a:pt x="10" y="32"/>
                      <a:pt x="21" y="32"/>
                    </a:cubicBezTo>
                    <a:cubicBezTo>
                      <a:pt x="23" y="32"/>
                      <a:pt x="25" y="30"/>
                      <a:pt x="25" y="28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2"/>
                      <a:pt x="23" y="0"/>
                      <a:pt x="21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Rectangle 33"/>
              <p:cNvSpPr>
                <a:spLocks noChangeArrowheads="1"/>
              </p:cNvSpPr>
              <p:nvPr/>
            </p:nvSpPr>
            <p:spPr bwMode="auto">
              <a:xfrm>
                <a:off x="3846513" y="2732088"/>
                <a:ext cx="252413" cy="254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4478338" y="2693988"/>
              <a:ext cx="201613" cy="254000"/>
            </a:xfrm>
            <a:custGeom>
              <a:avLst/>
              <a:gdLst>
                <a:gd name="T0" fmla="*/ 56 w 64"/>
                <a:gd name="T1" fmla="*/ 56 h 80"/>
                <a:gd name="T2" fmla="*/ 59 w 64"/>
                <a:gd name="T3" fmla="*/ 49 h 80"/>
                <a:gd name="T4" fmla="*/ 64 w 64"/>
                <a:gd name="T5" fmla="*/ 36 h 80"/>
                <a:gd name="T6" fmla="*/ 52 w 64"/>
                <a:gd name="T7" fmla="*/ 21 h 80"/>
                <a:gd name="T8" fmla="*/ 52 w 64"/>
                <a:gd name="T9" fmla="*/ 0 h 80"/>
                <a:gd name="T10" fmla="*/ 44 w 64"/>
                <a:gd name="T11" fmla="*/ 0 h 80"/>
                <a:gd name="T12" fmla="*/ 44 w 64"/>
                <a:gd name="T13" fmla="*/ 23 h 80"/>
                <a:gd name="T14" fmla="*/ 32 w 64"/>
                <a:gd name="T15" fmla="*/ 28 h 80"/>
                <a:gd name="T16" fmla="*/ 20 w 64"/>
                <a:gd name="T17" fmla="*/ 23 h 80"/>
                <a:gd name="T18" fmla="*/ 20 w 64"/>
                <a:gd name="T19" fmla="*/ 0 h 80"/>
                <a:gd name="T20" fmla="*/ 12 w 64"/>
                <a:gd name="T21" fmla="*/ 0 h 80"/>
                <a:gd name="T22" fmla="*/ 12 w 64"/>
                <a:gd name="T23" fmla="*/ 21 h 80"/>
                <a:gd name="T24" fmla="*/ 0 w 64"/>
                <a:gd name="T25" fmla="*/ 36 h 80"/>
                <a:gd name="T26" fmla="*/ 5 w 64"/>
                <a:gd name="T27" fmla="*/ 49 h 80"/>
                <a:gd name="T28" fmla="*/ 8 w 64"/>
                <a:gd name="T29" fmla="*/ 56 h 80"/>
                <a:gd name="T30" fmla="*/ 7 w 64"/>
                <a:gd name="T31" fmla="*/ 59 h 80"/>
                <a:gd name="T32" fmla="*/ 4 w 64"/>
                <a:gd name="T33" fmla="*/ 76 h 80"/>
                <a:gd name="T34" fmla="*/ 8 w 64"/>
                <a:gd name="T35" fmla="*/ 80 h 80"/>
                <a:gd name="T36" fmla="*/ 56 w 64"/>
                <a:gd name="T37" fmla="*/ 80 h 80"/>
                <a:gd name="T38" fmla="*/ 60 w 64"/>
                <a:gd name="T39" fmla="*/ 76 h 80"/>
                <a:gd name="T40" fmla="*/ 57 w 64"/>
                <a:gd name="T41" fmla="*/ 59 h 80"/>
                <a:gd name="T42" fmla="*/ 56 w 64"/>
                <a:gd name="T43" fmla="*/ 5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" h="80">
                  <a:moveTo>
                    <a:pt x="56" y="56"/>
                  </a:moveTo>
                  <a:cubicBezTo>
                    <a:pt x="56" y="53"/>
                    <a:pt x="57" y="51"/>
                    <a:pt x="59" y="49"/>
                  </a:cubicBezTo>
                  <a:cubicBezTo>
                    <a:pt x="61" y="46"/>
                    <a:pt x="64" y="42"/>
                    <a:pt x="64" y="36"/>
                  </a:cubicBezTo>
                  <a:cubicBezTo>
                    <a:pt x="64" y="31"/>
                    <a:pt x="60" y="23"/>
                    <a:pt x="52" y="21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3" y="24"/>
                    <a:pt x="39" y="28"/>
                    <a:pt x="32" y="28"/>
                  </a:cubicBezTo>
                  <a:cubicBezTo>
                    <a:pt x="24" y="28"/>
                    <a:pt x="21" y="24"/>
                    <a:pt x="20" y="2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4" y="23"/>
                    <a:pt x="0" y="31"/>
                    <a:pt x="0" y="36"/>
                  </a:cubicBezTo>
                  <a:cubicBezTo>
                    <a:pt x="0" y="42"/>
                    <a:pt x="3" y="46"/>
                    <a:pt x="5" y="49"/>
                  </a:cubicBezTo>
                  <a:cubicBezTo>
                    <a:pt x="7" y="51"/>
                    <a:pt x="8" y="53"/>
                    <a:pt x="8" y="56"/>
                  </a:cubicBezTo>
                  <a:cubicBezTo>
                    <a:pt x="8" y="57"/>
                    <a:pt x="8" y="58"/>
                    <a:pt x="7" y="59"/>
                  </a:cubicBezTo>
                  <a:cubicBezTo>
                    <a:pt x="6" y="63"/>
                    <a:pt x="4" y="68"/>
                    <a:pt x="4" y="76"/>
                  </a:cubicBezTo>
                  <a:cubicBezTo>
                    <a:pt x="4" y="78"/>
                    <a:pt x="6" y="80"/>
                    <a:pt x="8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8" y="80"/>
                    <a:pt x="60" y="78"/>
                    <a:pt x="60" y="76"/>
                  </a:cubicBezTo>
                  <a:cubicBezTo>
                    <a:pt x="60" y="68"/>
                    <a:pt x="58" y="63"/>
                    <a:pt x="57" y="59"/>
                  </a:cubicBezTo>
                  <a:cubicBezTo>
                    <a:pt x="56" y="58"/>
                    <a:pt x="56" y="57"/>
                    <a:pt x="56" y="56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5106988" y="2684463"/>
              <a:ext cx="158750" cy="263525"/>
              <a:chOff x="5106988" y="2684463"/>
              <a:chExt cx="158750" cy="263525"/>
            </a:xfrm>
          </p:grpSpPr>
          <p:sp>
            <p:nvSpPr>
              <p:cNvPr id="35" name="Freeform 35"/>
              <p:cNvSpPr>
                <a:spLocks/>
              </p:cNvSpPr>
              <p:nvPr/>
            </p:nvSpPr>
            <p:spPr bwMode="auto">
              <a:xfrm>
                <a:off x="5189538" y="2684463"/>
                <a:ext cx="76200" cy="111125"/>
              </a:xfrm>
              <a:custGeom>
                <a:avLst/>
                <a:gdLst>
                  <a:gd name="T0" fmla="*/ 15 w 24"/>
                  <a:gd name="T1" fmla="*/ 3 h 35"/>
                  <a:gd name="T2" fmla="*/ 0 w 24"/>
                  <a:gd name="T3" fmla="*/ 35 h 35"/>
                  <a:gd name="T4" fmla="*/ 16 w 24"/>
                  <a:gd name="T5" fmla="*/ 35 h 35"/>
                  <a:gd name="T6" fmla="*/ 15 w 24"/>
                  <a:gd name="T7" fmla="*/ 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35">
                    <a:moveTo>
                      <a:pt x="15" y="3"/>
                    </a:moveTo>
                    <a:cubicBezTo>
                      <a:pt x="5" y="0"/>
                      <a:pt x="1" y="25"/>
                      <a:pt x="0" y="35"/>
                    </a:cubicBezTo>
                    <a:cubicBezTo>
                      <a:pt x="16" y="35"/>
                      <a:pt x="16" y="35"/>
                      <a:pt x="16" y="35"/>
                    </a:cubicBezTo>
                    <a:cubicBezTo>
                      <a:pt x="19" y="26"/>
                      <a:pt x="24" y="6"/>
                      <a:pt x="15" y="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>
                <a:spLocks/>
              </p:cNvSpPr>
              <p:nvPr/>
            </p:nvSpPr>
            <p:spPr bwMode="auto">
              <a:xfrm>
                <a:off x="5106988" y="2684463"/>
                <a:ext cx="76200" cy="111125"/>
              </a:xfrm>
              <a:custGeom>
                <a:avLst/>
                <a:gdLst>
                  <a:gd name="T0" fmla="*/ 24 w 24"/>
                  <a:gd name="T1" fmla="*/ 35 h 35"/>
                  <a:gd name="T2" fmla="*/ 9 w 24"/>
                  <a:gd name="T3" fmla="*/ 3 h 35"/>
                  <a:gd name="T4" fmla="*/ 8 w 24"/>
                  <a:gd name="T5" fmla="*/ 35 h 35"/>
                  <a:gd name="T6" fmla="*/ 24 w 24"/>
                  <a:gd name="T7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35">
                    <a:moveTo>
                      <a:pt x="24" y="35"/>
                    </a:moveTo>
                    <a:cubicBezTo>
                      <a:pt x="23" y="25"/>
                      <a:pt x="19" y="0"/>
                      <a:pt x="9" y="3"/>
                    </a:cubicBezTo>
                    <a:cubicBezTo>
                      <a:pt x="0" y="6"/>
                      <a:pt x="5" y="26"/>
                      <a:pt x="8" y="35"/>
                    </a:cubicBezTo>
                    <a:lnTo>
                      <a:pt x="24" y="35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37"/>
              <p:cNvSpPr>
                <a:spLocks/>
              </p:cNvSpPr>
              <p:nvPr/>
            </p:nvSpPr>
            <p:spPr bwMode="auto">
              <a:xfrm>
                <a:off x="5122863" y="2897188"/>
                <a:ext cx="127000" cy="50800"/>
              </a:xfrm>
              <a:custGeom>
                <a:avLst/>
                <a:gdLst>
                  <a:gd name="T0" fmla="*/ 0 w 40"/>
                  <a:gd name="T1" fmla="*/ 12 h 16"/>
                  <a:gd name="T2" fmla="*/ 4 w 40"/>
                  <a:gd name="T3" fmla="*/ 16 h 16"/>
                  <a:gd name="T4" fmla="*/ 36 w 40"/>
                  <a:gd name="T5" fmla="*/ 16 h 16"/>
                  <a:gd name="T6" fmla="*/ 40 w 40"/>
                  <a:gd name="T7" fmla="*/ 12 h 16"/>
                  <a:gd name="T8" fmla="*/ 40 w 40"/>
                  <a:gd name="T9" fmla="*/ 0 h 16"/>
                  <a:gd name="T10" fmla="*/ 0 w 40"/>
                  <a:gd name="T11" fmla="*/ 0 h 16"/>
                  <a:gd name="T12" fmla="*/ 0 w 40"/>
                  <a:gd name="T13" fmla="*/ 1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6">
                    <a:moveTo>
                      <a:pt x="0" y="12"/>
                    </a:moveTo>
                    <a:cubicBezTo>
                      <a:pt x="0" y="14"/>
                      <a:pt x="2" y="16"/>
                      <a:pt x="4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8" y="16"/>
                      <a:pt x="40" y="14"/>
                      <a:pt x="40" y="12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5084763" y="2808288"/>
              <a:ext cx="203200" cy="76200"/>
            </a:xfrm>
            <a:custGeom>
              <a:avLst/>
              <a:gdLst>
                <a:gd name="T0" fmla="*/ 0 w 128"/>
                <a:gd name="T1" fmla="*/ 0 h 48"/>
                <a:gd name="T2" fmla="*/ 0 w 128"/>
                <a:gd name="T3" fmla="*/ 16 h 48"/>
                <a:gd name="T4" fmla="*/ 24 w 128"/>
                <a:gd name="T5" fmla="*/ 16 h 48"/>
                <a:gd name="T6" fmla="*/ 24 w 128"/>
                <a:gd name="T7" fmla="*/ 48 h 48"/>
                <a:gd name="T8" fmla="*/ 104 w 128"/>
                <a:gd name="T9" fmla="*/ 48 h 48"/>
                <a:gd name="T10" fmla="*/ 104 w 128"/>
                <a:gd name="T11" fmla="*/ 16 h 48"/>
                <a:gd name="T12" fmla="*/ 128 w 128"/>
                <a:gd name="T13" fmla="*/ 16 h 48"/>
                <a:gd name="T14" fmla="*/ 128 w 128"/>
                <a:gd name="T15" fmla="*/ 0 h 48"/>
                <a:gd name="T16" fmla="*/ 0 w 128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8" h="48">
                  <a:moveTo>
                    <a:pt x="0" y="0"/>
                  </a:moveTo>
                  <a:lnTo>
                    <a:pt x="0" y="16"/>
                  </a:lnTo>
                  <a:lnTo>
                    <a:pt x="24" y="16"/>
                  </a:lnTo>
                  <a:lnTo>
                    <a:pt x="24" y="48"/>
                  </a:lnTo>
                  <a:lnTo>
                    <a:pt x="104" y="48"/>
                  </a:lnTo>
                  <a:lnTo>
                    <a:pt x="104" y="16"/>
                  </a:lnTo>
                  <a:lnTo>
                    <a:pt x="128" y="16"/>
                  </a:lnTo>
                  <a:lnTo>
                    <a:pt x="1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8" name="组合 137"/>
            <p:cNvGrpSpPr/>
            <p:nvPr/>
          </p:nvGrpSpPr>
          <p:grpSpPr>
            <a:xfrm>
              <a:off x="5665788" y="2703513"/>
              <a:ext cx="254000" cy="244475"/>
              <a:chOff x="5665788" y="2703513"/>
              <a:chExt cx="254000" cy="244475"/>
            </a:xfrm>
          </p:grpSpPr>
          <p:sp>
            <p:nvSpPr>
              <p:cNvPr id="39" name="Freeform 39"/>
              <p:cNvSpPr>
                <a:spLocks/>
              </p:cNvSpPr>
              <p:nvPr/>
            </p:nvSpPr>
            <p:spPr bwMode="auto">
              <a:xfrm>
                <a:off x="5665788" y="2716213"/>
                <a:ext cx="254000" cy="231775"/>
              </a:xfrm>
              <a:custGeom>
                <a:avLst/>
                <a:gdLst>
                  <a:gd name="T0" fmla="*/ 88 w 160"/>
                  <a:gd name="T1" fmla="*/ 50 h 146"/>
                  <a:gd name="T2" fmla="*/ 114 w 160"/>
                  <a:gd name="T3" fmla="*/ 50 h 146"/>
                  <a:gd name="T4" fmla="*/ 80 w 160"/>
                  <a:gd name="T5" fmla="*/ 0 h 146"/>
                  <a:gd name="T6" fmla="*/ 46 w 160"/>
                  <a:gd name="T7" fmla="*/ 50 h 146"/>
                  <a:gd name="T8" fmla="*/ 72 w 160"/>
                  <a:gd name="T9" fmla="*/ 50 h 146"/>
                  <a:gd name="T10" fmla="*/ 72 w 160"/>
                  <a:gd name="T11" fmla="*/ 130 h 146"/>
                  <a:gd name="T12" fmla="*/ 0 w 160"/>
                  <a:gd name="T13" fmla="*/ 130 h 146"/>
                  <a:gd name="T14" fmla="*/ 0 w 160"/>
                  <a:gd name="T15" fmla="*/ 146 h 146"/>
                  <a:gd name="T16" fmla="*/ 160 w 160"/>
                  <a:gd name="T17" fmla="*/ 146 h 146"/>
                  <a:gd name="T18" fmla="*/ 160 w 160"/>
                  <a:gd name="T19" fmla="*/ 130 h 146"/>
                  <a:gd name="T20" fmla="*/ 88 w 160"/>
                  <a:gd name="T21" fmla="*/ 130 h 146"/>
                  <a:gd name="T22" fmla="*/ 88 w 160"/>
                  <a:gd name="T23" fmla="*/ 5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0" h="146">
                    <a:moveTo>
                      <a:pt x="88" y="50"/>
                    </a:moveTo>
                    <a:lnTo>
                      <a:pt x="114" y="50"/>
                    </a:lnTo>
                    <a:lnTo>
                      <a:pt x="80" y="0"/>
                    </a:lnTo>
                    <a:lnTo>
                      <a:pt x="46" y="50"/>
                    </a:lnTo>
                    <a:lnTo>
                      <a:pt x="72" y="50"/>
                    </a:lnTo>
                    <a:lnTo>
                      <a:pt x="72" y="130"/>
                    </a:lnTo>
                    <a:lnTo>
                      <a:pt x="0" y="130"/>
                    </a:lnTo>
                    <a:lnTo>
                      <a:pt x="0" y="146"/>
                    </a:lnTo>
                    <a:lnTo>
                      <a:pt x="160" y="146"/>
                    </a:lnTo>
                    <a:lnTo>
                      <a:pt x="160" y="130"/>
                    </a:lnTo>
                    <a:lnTo>
                      <a:pt x="88" y="130"/>
                    </a:lnTo>
                    <a:lnTo>
                      <a:pt x="88" y="5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40"/>
              <p:cNvSpPr>
                <a:spLocks/>
              </p:cNvSpPr>
              <p:nvPr/>
            </p:nvSpPr>
            <p:spPr bwMode="auto">
              <a:xfrm>
                <a:off x="5811838" y="2703513"/>
                <a:ext cx="107950" cy="92075"/>
              </a:xfrm>
              <a:custGeom>
                <a:avLst/>
                <a:gdLst>
                  <a:gd name="T0" fmla="*/ 32 w 34"/>
                  <a:gd name="T1" fmla="*/ 13 h 29"/>
                  <a:gd name="T2" fmla="*/ 0 w 34"/>
                  <a:gd name="T3" fmla="*/ 0 h 29"/>
                  <a:gd name="T4" fmla="*/ 20 w 34"/>
                  <a:gd name="T5" fmla="*/ 29 h 29"/>
                  <a:gd name="T6" fmla="*/ 30 w 34"/>
                  <a:gd name="T7" fmla="*/ 29 h 29"/>
                  <a:gd name="T8" fmla="*/ 34 w 34"/>
                  <a:gd name="T9" fmla="*/ 25 h 29"/>
                  <a:gd name="T10" fmla="*/ 34 w 34"/>
                  <a:gd name="T11" fmla="*/ 17 h 29"/>
                  <a:gd name="T12" fmla="*/ 32 w 34"/>
                  <a:gd name="T13" fmla="*/ 1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29">
                    <a:moveTo>
                      <a:pt x="32" y="13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0" y="29"/>
                      <a:pt x="20" y="29"/>
                      <a:pt x="20" y="29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2" y="29"/>
                      <a:pt x="34" y="27"/>
                      <a:pt x="34" y="25"/>
                    </a:cubicBezTo>
                    <a:cubicBezTo>
                      <a:pt x="34" y="17"/>
                      <a:pt x="34" y="17"/>
                      <a:pt x="34" y="17"/>
                    </a:cubicBezTo>
                    <a:cubicBezTo>
                      <a:pt x="34" y="15"/>
                      <a:pt x="33" y="14"/>
                      <a:pt x="32" y="1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41"/>
              <p:cNvSpPr>
                <a:spLocks/>
              </p:cNvSpPr>
              <p:nvPr/>
            </p:nvSpPr>
            <p:spPr bwMode="auto">
              <a:xfrm>
                <a:off x="5665788" y="2703513"/>
                <a:ext cx="107950" cy="92075"/>
              </a:xfrm>
              <a:custGeom>
                <a:avLst/>
                <a:gdLst>
                  <a:gd name="T0" fmla="*/ 4 w 34"/>
                  <a:gd name="T1" fmla="*/ 29 h 29"/>
                  <a:gd name="T2" fmla="*/ 14 w 34"/>
                  <a:gd name="T3" fmla="*/ 29 h 29"/>
                  <a:gd name="T4" fmla="*/ 34 w 34"/>
                  <a:gd name="T5" fmla="*/ 0 h 29"/>
                  <a:gd name="T6" fmla="*/ 2 w 34"/>
                  <a:gd name="T7" fmla="*/ 13 h 29"/>
                  <a:gd name="T8" fmla="*/ 0 w 34"/>
                  <a:gd name="T9" fmla="*/ 17 h 29"/>
                  <a:gd name="T10" fmla="*/ 0 w 34"/>
                  <a:gd name="T11" fmla="*/ 25 h 29"/>
                  <a:gd name="T12" fmla="*/ 4 w 34"/>
                  <a:gd name="T1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" h="29">
                    <a:moveTo>
                      <a:pt x="4" y="29"/>
                    </a:moveTo>
                    <a:cubicBezTo>
                      <a:pt x="14" y="29"/>
                      <a:pt x="14" y="29"/>
                      <a:pt x="14" y="29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" y="13"/>
                      <a:pt x="2" y="13"/>
                      <a:pt x="2" y="13"/>
                    </a:cubicBezTo>
                    <a:cubicBezTo>
                      <a:pt x="1" y="14"/>
                      <a:pt x="0" y="15"/>
                      <a:pt x="0" y="1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7"/>
                      <a:pt x="2" y="29"/>
                      <a:pt x="4" y="29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42"/>
              <p:cNvSpPr>
                <a:spLocks/>
              </p:cNvSpPr>
              <p:nvPr/>
            </p:nvSpPr>
            <p:spPr bwMode="auto">
              <a:xfrm>
                <a:off x="5678488" y="2846388"/>
                <a:ext cx="76200" cy="63500"/>
              </a:xfrm>
              <a:custGeom>
                <a:avLst/>
                <a:gdLst>
                  <a:gd name="T0" fmla="*/ 0 w 24"/>
                  <a:gd name="T1" fmla="*/ 4 h 20"/>
                  <a:gd name="T2" fmla="*/ 0 w 24"/>
                  <a:gd name="T3" fmla="*/ 8 h 20"/>
                  <a:gd name="T4" fmla="*/ 12 w 24"/>
                  <a:gd name="T5" fmla="*/ 20 h 20"/>
                  <a:gd name="T6" fmla="*/ 12 w 24"/>
                  <a:gd name="T7" fmla="*/ 20 h 20"/>
                  <a:gd name="T8" fmla="*/ 24 w 24"/>
                  <a:gd name="T9" fmla="*/ 8 h 20"/>
                  <a:gd name="T10" fmla="*/ 24 w 24"/>
                  <a:gd name="T11" fmla="*/ 4 h 20"/>
                  <a:gd name="T12" fmla="*/ 20 w 24"/>
                  <a:gd name="T13" fmla="*/ 0 h 20"/>
                  <a:gd name="T14" fmla="*/ 4 w 24"/>
                  <a:gd name="T15" fmla="*/ 0 h 20"/>
                  <a:gd name="T16" fmla="*/ 0 w 24"/>
                  <a:gd name="T17" fmla="*/ 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20">
                    <a:moveTo>
                      <a:pt x="0" y="4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5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9" y="20"/>
                      <a:pt x="24" y="15"/>
                      <a:pt x="24" y="8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43"/>
              <p:cNvSpPr>
                <a:spLocks/>
              </p:cNvSpPr>
              <p:nvPr/>
            </p:nvSpPr>
            <p:spPr bwMode="auto">
              <a:xfrm>
                <a:off x="5830888" y="2846388"/>
                <a:ext cx="76200" cy="63500"/>
              </a:xfrm>
              <a:custGeom>
                <a:avLst/>
                <a:gdLst>
                  <a:gd name="T0" fmla="*/ 0 w 24"/>
                  <a:gd name="T1" fmla="*/ 4 h 20"/>
                  <a:gd name="T2" fmla="*/ 0 w 24"/>
                  <a:gd name="T3" fmla="*/ 8 h 20"/>
                  <a:gd name="T4" fmla="*/ 12 w 24"/>
                  <a:gd name="T5" fmla="*/ 20 h 20"/>
                  <a:gd name="T6" fmla="*/ 12 w 24"/>
                  <a:gd name="T7" fmla="*/ 20 h 20"/>
                  <a:gd name="T8" fmla="*/ 24 w 24"/>
                  <a:gd name="T9" fmla="*/ 8 h 20"/>
                  <a:gd name="T10" fmla="*/ 24 w 24"/>
                  <a:gd name="T11" fmla="*/ 4 h 20"/>
                  <a:gd name="T12" fmla="*/ 20 w 24"/>
                  <a:gd name="T13" fmla="*/ 0 h 20"/>
                  <a:gd name="T14" fmla="*/ 4 w 24"/>
                  <a:gd name="T15" fmla="*/ 0 h 20"/>
                  <a:gd name="T16" fmla="*/ 0 w 24"/>
                  <a:gd name="T17" fmla="*/ 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" h="20">
                    <a:moveTo>
                      <a:pt x="0" y="4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0" y="15"/>
                      <a:pt x="5" y="20"/>
                      <a:pt x="12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19" y="20"/>
                      <a:pt x="24" y="15"/>
                      <a:pt x="24" y="8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4" y="2"/>
                      <a:pt x="22" y="0"/>
                      <a:pt x="2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6273801" y="2706688"/>
              <a:ext cx="252412" cy="241300"/>
              <a:chOff x="6273801" y="2706688"/>
              <a:chExt cx="252412" cy="241300"/>
            </a:xfrm>
          </p:grpSpPr>
          <p:sp>
            <p:nvSpPr>
              <p:cNvPr id="44" name="Freeform 44"/>
              <p:cNvSpPr>
                <a:spLocks/>
              </p:cNvSpPr>
              <p:nvPr/>
            </p:nvSpPr>
            <p:spPr bwMode="auto">
              <a:xfrm>
                <a:off x="6361113" y="2719388"/>
                <a:ext cx="76200" cy="88900"/>
              </a:xfrm>
              <a:custGeom>
                <a:avLst/>
                <a:gdLst>
                  <a:gd name="T0" fmla="*/ 48 w 48"/>
                  <a:gd name="T1" fmla="*/ 42 h 56"/>
                  <a:gd name="T2" fmla="*/ 24 w 48"/>
                  <a:gd name="T3" fmla="*/ 0 h 56"/>
                  <a:gd name="T4" fmla="*/ 0 w 48"/>
                  <a:gd name="T5" fmla="*/ 42 h 56"/>
                  <a:gd name="T6" fmla="*/ 0 w 48"/>
                  <a:gd name="T7" fmla="*/ 56 h 56"/>
                  <a:gd name="T8" fmla="*/ 48 w 48"/>
                  <a:gd name="T9" fmla="*/ 56 h 56"/>
                  <a:gd name="T10" fmla="*/ 48 w 48"/>
                  <a:gd name="T11" fmla="*/ 4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8" h="56">
                    <a:moveTo>
                      <a:pt x="48" y="42"/>
                    </a:moveTo>
                    <a:lnTo>
                      <a:pt x="24" y="0"/>
                    </a:lnTo>
                    <a:lnTo>
                      <a:pt x="0" y="42"/>
                    </a:lnTo>
                    <a:lnTo>
                      <a:pt x="0" y="56"/>
                    </a:lnTo>
                    <a:lnTo>
                      <a:pt x="48" y="56"/>
                    </a:lnTo>
                    <a:lnTo>
                      <a:pt x="48" y="4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>
                <a:spLocks/>
              </p:cNvSpPr>
              <p:nvPr/>
            </p:nvSpPr>
            <p:spPr bwMode="auto">
              <a:xfrm>
                <a:off x="6284913" y="2706688"/>
                <a:ext cx="92075" cy="101600"/>
              </a:xfrm>
              <a:custGeom>
                <a:avLst/>
                <a:gdLst>
                  <a:gd name="T0" fmla="*/ 4 w 29"/>
                  <a:gd name="T1" fmla="*/ 32 h 32"/>
                  <a:gd name="T2" fmla="*/ 16 w 29"/>
                  <a:gd name="T3" fmla="*/ 32 h 32"/>
                  <a:gd name="T4" fmla="*/ 16 w 29"/>
                  <a:gd name="T5" fmla="*/ 24 h 32"/>
                  <a:gd name="T6" fmla="*/ 17 w 29"/>
                  <a:gd name="T7" fmla="*/ 22 h 32"/>
                  <a:gd name="T8" fmla="*/ 29 w 29"/>
                  <a:gd name="T9" fmla="*/ 0 h 32"/>
                  <a:gd name="T10" fmla="*/ 2 w 29"/>
                  <a:gd name="T11" fmla="*/ 21 h 32"/>
                  <a:gd name="T12" fmla="*/ 0 w 29"/>
                  <a:gd name="T13" fmla="*/ 24 h 32"/>
                  <a:gd name="T14" fmla="*/ 0 w 29"/>
                  <a:gd name="T15" fmla="*/ 28 h 32"/>
                  <a:gd name="T16" fmla="*/ 4 w 29"/>
                  <a:gd name="T1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32">
                    <a:moveTo>
                      <a:pt x="4" y="32"/>
                    </a:move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24"/>
                      <a:pt x="16" y="24"/>
                      <a:pt x="16" y="24"/>
                    </a:cubicBezTo>
                    <a:cubicBezTo>
                      <a:pt x="16" y="23"/>
                      <a:pt x="16" y="23"/>
                      <a:pt x="17" y="22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" y="21"/>
                      <a:pt x="2" y="21"/>
                      <a:pt x="2" y="21"/>
                    </a:cubicBezTo>
                    <a:cubicBezTo>
                      <a:pt x="1" y="22"/>
                      <a:pt x="0" y="23"/>
                      <a:pt x="0" y="24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46"/>
              <p:cNvSpPr>
                <a:spLocks/>
              </p:cNvSpPr>
              <p:nvPr/>
            </p:nvSpPr>
            <p:spPr bwMode="auto">
              <a:xfrm>
                <a:off x="6421438" y="2706688"/>
                <a:ext cx="92075" cy="101600"/>
              </a:xfrm>
              <a:custGeom>
                <a:avLst/>
                <a:gdLst>
                  <a:gd name="T0" fmla="*/ 13 w 29"/>
                  <a:gd name="T1" fmla="*/ 24 h 32"/>
                  <a:gd name="T2" fmla="*/ 13 w 29"/>
                  <a:gd name="T3" fmla="*/ 32 h 32"/>
                  <a:gd name="T4" fmla="*/ 25 w 29"/>
                  <a:gd name="T5" fmla="*/ 32 h 32"/>
                  <a:gd name="T6" fmla="*/ 29 w 29"/>
                  <a:gd name="T7" fmla="*/ 28 h 32"/>
                  <a:gd name="T8" fmla="*/ 29 w 29"/>
                  <a:gd name="T9" fmla="*/ 24 h 32"/>
                  <a:gd name="T10" fmla="*/ 27 w 29"/>
                  <a:gd name="T11" fmla="*/ 21 h 32"/>
                  <a:gd name="T12" fmla="*/ 0 w 29"/>
                  <a:gd name="T13" fmla="*/ 0 h 32"/>
                  <a:gd name="T14" fmla="*/ 12 w 29"/>
                  <a:gd name="T15" fmla="*/ 22 h 32"/>
                  <a:gd name="T16" fmla="*/ 13 w 29"/>
                  <a:gd name="T17" fmla="*/ 2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32">
                    <a:moveTo>
                      <a:pt x="13" y="24"/>
                    </a:moveTo>
                    <a:cubicBezTo>
                      <a:pt x="13" y="32"/>
                      <a:pt x="13" y="32"/>
                      <a:pt x="13" y="32"/>
                    </a:cubicBezTo>
                    <a:cubicBezTo>
                      <a:pt x="25" y="32"/>
                      <a:pt x="25" y="32"/>
                      <a:pt x="25" y="32"/>
                    </a:cubicBezTo>
                    <a:cubicBezTo>
                      <a:pt x="27" y="32"/>
                      <a:pt x="29" y="30"/>
                      <a:pt x="29" y="28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29" y="23"/>
                      <a:pt x="28" y="22"/>
                      <a:pt x="27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22"/>
                      <a:pt x="12" y="22"/>
                      <a:pt x="12" y="22"/>
                    </a:cubicBezTo>
                    <a:cubicBezTo>
                      <a:pt x="13" y="23"/>
                      <a:pt x="13" y="23"/>
                      <a:pt x="13" y="2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Rectangle 47"/>
              <p:cNvSpPr>
                <a:spLocks noChangeArrowheads="1"/>
              </p:cNvSpPr>
              <p:nvPr/>
            </p:nvSpPr>
            <p:spPr bwMode="auto">
              <a:xfrm>
                <a:off x="6386513" y="2820988"/>
                <a:ext cx="25400" cy="1270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48"/>
              <p:cNvSpPr>
                <a:spLocks/>
              </p:cNvSpPr>
              <p:nvPr/>
            </p:nvSpPr>
            <p:spPr bwMode="auto">
              <a:xfrm>
                <a:off x="6437313" y="2855913"/>
                <a:ext cx="88900" cy="92075"/>
              </a:xfrm>
              <a:custGeom>
                <a:avLst/>
                <a:gdLst>
                  <a:gd name="T0" fmla="*/ 20 w 28"/>
                  <a:gd name="T1" fmla="*/ 0 h 29"/>
                  <a:gd name="T2" fmla="*/ 17 w 28"/>
                  <a:gd name="T3" fmla="*/ 13 h 29"/>
                  <a:gd name="T4" fmla="*/ 4 w 28"/>
                  <a:gd name="T5" fmla="*/ 13 h 29"/>
                  <a:gd name="T6" fmla="*/ 0 w 28"/>
                  <a:gd name="T7" fmla="*/ 17 h 29"/>
                  <a:gd name="T8" fmla="*/ 0 w 28"/>
                  <a:gd name="T9" fmla="*/ 29 h 29"/>
                  <a:gd name="T10" fmla="*/ 8 w 28"/>
                  <a:gd name="T11" fmla="*/ 29 h 29"/>
                  <a:gd name="T12" fmla="*/ 8 w 28"/>
                  <a:gd name="T13" fmla="*/ 21 h 29"/>
                  <a:gd name="T14" fmla="*/ 16 w 28"/>
                  <a:gd name="T15" fmla="*/ 21 h 29"/>
                  <a:gd name="T16" fmla="*/ 16 w 28"/>
                  <a:gd name="T17" fmla="*/ 29 h 29"/>
                  <a:gd name="T18" fmla="*/ 24 w 28"/>
                  <a:gd name="T19" fmla="*/ 29 h 29"/>
                  <a:gd name="T20" fmla="*/ 24 w 28"/>
                  <a:gd name="T21" fmla="*/ 17 h 29"/>
                  <a:gd name="T22" fmla="*/ 28 w 28"/>
                  <a:gd name="T23" fmla="*/ 2 h 29"/>
                  <a:gd name="T24" fmla="*/ 20 w 28"/>
                  <a:gd name="T25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29">
                    <a:moveTo>
                      <a:pt x="20" y="0"/>
                    </a:moveTo>
                    <a:cubicBezTo>
                      <a:pt x="17" y="13"/>
                      <a:pt x="17" y="13"/>
                      <a:pt x="17" y="13"/>
                    </a:cubicBezTo>
                    <a:cubicBezTo>
                      <a:pt x="4" y="13"/>
                      <a:pt x="4" y="13"/>
                      <a:pt x="4" y="13"/>
                    </a:cubicBezTo>
                    <a:cubicBezTo>
                      <a:pt x="2" y="13"/>
                      <a:pt x="0" y="15"/>
                      <a:pt x="0" y="17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16" y="21"/>
                      <a:pt x="16" y="21"/>
                      <a:pt x="16" y="21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17"/>
                      <a:pt x="24" y="17"/>
                      <a:pt x="24" y="17"/>
                    </a:cubicBezTo>
                    <a:cubicBezTo>
                      <a:pt x="28" y="2"/>
                      <a:pt x="28" y="2"/>
                      <a:pt x="28" y="2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49"/>
              <p:cNvSpPr>
                <a:spLocks/>
              </p:cNvSpPr>
              <p:nvPr/>
            </p:nvSpPr>
            <p:spPr bwMode="auto">
              <a:xfrm>
                <a:off x="6273801" y="2855913"/>
                <a:ext cx="87313" cy="92075"/>
              </a:xfrm>
              <a:custGeom>
                <a:avLst/>
                <a:gdLst>
                  <a:gd name="T0" fmla="*/ 24 w 28"/>
                  <a:gd name="T1" fmla="*/ 13 h 29"/>
                  <a:gd name="T2" fmla="*/ 11 w 28"/>
                  <a:gd name="T3" fmla="*/ 13 h 29"/>
                  <a:gd name="T4" fmla="*/ 8 w 28"/>
                  <a:gd name="T5" fmla="*/ 0 h 29"/>
                  <a:gd name="T6" fmla="*/ 0 w 28"/>
                  <a:gd name="T7" fmla="*/ 2 h 29"/>
                  <a:gd name="T8" fmla="*/ 4 w 28"/>
                  <a:gd name="T9" fmla="*/ 17 h 29"/>
                  <a:gd name="T10" fmla="*/ 4 w 28"/>
                  <a:gd name="T11" fmla="*/ 29 h 29"/>
                  <a:gd name="T12" fmla="*/ 12 w 28"/>
                  <a:gd name="T13" fmla="*/ 29 h 29"/>
                  <a:gd name="T14" fmla="*/ 12 w 28"/>
                  <a:gd name="T15" fmla="*/ 21 h 29"/>
                  <a:gd name="T16" fmla="*/ 20 w 28"/>
                  <a:gd name="T17" fmla="*/ 21 h 29"/>
                  <a:gd name="T18" fmla="*/ 20 w 28"/>
                  <a:gd name="T19" fmla="*/ 29 h 29"/>
                  <a:gd name="T20" fmla="*/ 28 w 28"/>
                  <a:gd name="T21" fmla="*/ 29 h 29"/>
                  <a:gd name="T22" fmla="*/ 28 w 28"/>
                  <a:gd name="T23" fmla="*/ 17 h 29"/>
                  <a:gd name="T24" fmla="*/ 24 w 28"/>
                  <a:gd name="T25" fmla="*/ 1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8" h="29">
                    <a:moveTo>
                      <a:pt x="24" y="13"/>
                    </a:moveTo>
                    <a:cubicBezTo>
                      <a:pt x="11" y="13"/>
                      <a:pt x="11" y="13"/>
                      <a:pt x="11" y="13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20" y="21"/>
                      <a:pt x="20" y="21"/>
                      <a:pt x="20" y="21"/>
                    </a:cubicBezTo>
                    <a:cubicBezTo>
                      <a:pt x="20" y="29"/>
                      <a:pt x="20" y="29"/>
                      <a:pt x="20" y="29"/>
                    </a:cubicBezTo>
                    <a:cubicBezTo>
                      <a:pt x="28" y="29"/>
                      <a:pt x="28" y="29"/>
                      <a:pt x="28" y="29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5"/>
                      <a:pt x="26" y="13"/>
                      <a:pt x="24" y="13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0" name="组合 139"/>
            <p:cNvGrpSpPr/>
            <p:nvPr/>
          </p:nvGrpSpPr>
          <p:grpSpPr>
            <a:xfrm>
              <a:off x="6880226" y="2693988"/>
              <a:ext cx="252413" cy="279400"/>
              <a:chOff x="6880226" y="2693988"/>
              <a:chExt cx="252413" cy="279400"/>
            </a:xfrm>
          </p:grpSpPr>
          <p:sp>
            <p:nvSpPr>
              <p:cNvPr id="50" name="Oval 50"/>
              <p:cNvSpPr>
                <a:spLocks noChangeArrowheads="1"/>
              </p:cNvSpPr>
              <p:nvPr/>
            </p:nvSpPr>
            <p:spPr bwMode="auto">
              <a:xfrm>
                <a:off x="6961188" y="2744788"/>
                <a:ext cx="88900" cy="889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51"/>
              <p:cNvSpPr>
                <a:spLocks/>
              </p:cNvSpPr>
              <p:nvPr/>
            </p:nvSpPr>
            <p:spPr bwMode="auto">
              <a:xfrm>
                <a:off x="6880226" y="2693988"/>
                <a:ext cx="252413" cy="139700"/>
              </a:xfrm>
              <a:custGeom>
                <a:avLst/>
                <a:gdLst>
                  <a:gd name="T0" fmla="*/ 12 w 80"/>
                  <a:gd name="T1" fmla="*/ 44 h 44"/>
                  <a:gd name="T2" fmla="*/ 20 w 80"/>
                  <a:gd name="T3" fmla="*/ 44 h 44"/>
                  <a:gd name="T4" fmla="*/ 20 w 80"/>
                  <a:gd name="T5" fmla="*/ 28 h 44"/>
                  <a:gd name="T6" fmla="*/ 40 w 80"/>
                  <a:gd name="T7" fmla="*/ 8 h 44"/>
                  <a:gd name="T8" fmla="*/ 60 w 80"/>
                  <a:gd name="T9" fmla="*/ 28 h 44"/>
                  <a:gd name="T10" fmla="*/ 60 w 80"/>
                  <a:gd name="T11" fmla="*/ 44 h 44"/>
                  <a:gd name="T12" fmla="*/ 68 w 80"/>
                  <a:gd name="T13" fmla="*/ 44 h 44"/>
                  <a:gd name="T14" fmla="*/ 80 w 80"/>
                  <a:gd name="T15" fmla="*/ 32 h 44"/>
                  <a:gd name="T16" fmla="*/ 68 w 80"/>
                  <a:gd name="T17" fmla="*/ 20 h 44"/>
                  <a:gd name="T18" fmla="*/ 67 w 80"/>
                  <a:gd name="T19" fmla="*/ 20 h 44"/>
                  <a:gd name="T20" fmla="*/ 40 w 80"/>
                  <a:gd name="T21" fmla="*/ 0 h 44"/>
                  <a:gd name="T22" fmla="*/ 13 w 80"/>
                  <a:gd name="T23" fmla="*/ 20 h 44"/>
                  <a:gd name="T24" fmla="*/ 12 w 80"/>
                  <a:gd name="T25" fmla="*/ 20 h 44"/>
                  <a:gd name="T26" fmla="*/ 0 w 80"/>
                  <a:gd name="T27" fmla="*/ 32 h 44"/>
                  <a:gd name="T28" fmla="*/ 12 w 80"/>
                  <a:gd name="T29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0" h="44">
                    <a:moveTo>
                      <a:pt x="12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17"/>
                      <a:pt x="29" y="8"/>
                      <a:pt x="40" y="8"/>
                    </a:cubicBezTo>
                    <a:cubicBezTo>
                      <a:pt x="51" y="8"/>
                      <a:pt x="60" y="17"/>
                      <a:pt x="60" y="28"/>
                    </a:cubicBezTo>
                    <a:cubicBezTo>
                      <a:pt x="60" y="44"/>
                      <a:pt x="60" y="44"/>
                      <a:pt x="60" y="44"/>
                    </a:cubicBezTo>
                    <a:cubicBezTo>
                      <a:pt x="68" y="44"/>
                      <a:pt x="68" y="44"/>
                      <a:pt x="68" y="44"/>
                    </a:cubicBezTo>
                    <a:cubicBezTo>
                      <a:pt x="75" y="44"/>
                      <a:pt x="80" y="39"/>
                      <a:pt x="80" y="32"/>
                    </a:cubicBezTo>
                    <a:cubicBezTo>
                      <a:pt x="80" y="25"/>
                      <a:pt x="75" y="20"/>
                      <a:pt x="68" y="20"/>
                    </a:cubicBezTo>
                    <a:cubicBezTo>
                      <a:pt x="67" y="20"/>
                      <a:pt x="67" y="20"/>
                      <a:pt x="67" y="20"/>
                    </a:cubicBezTo>
                    <a:cubicBezTo>
                      <a:pt x="63" y="8"/>
                      <a:pt x="53" y="0"/>
                      <a:pt x="40" y="0"/>
                    </a:cubicBezTo>
                    <a:cubicBezTo>
                      <a:pt x="27" y="0"/>
                      <a:pt x="17" y="8"/>
                      <a:pt x="13" y="20"/>
                    </a:cubicBezTo>
                    <a:cubicBezTo>
                      <a:pt x="12" y="20"/>
                      <a:pt x="12" y="20"/>
                      <a:pt x="12" y="20"/>
                    </a:cubicBezTo>
                    <a:cubicBezTo>
                      <a:pt x="5" y="20"/>
                      <a:pt x="0" y="25"/>
                      <a:pt x="0" y="32"/>
                    </a:cubicBezTo>
                    <a:cubicBezTo>
                      <a:pt x="0" y="39"/>
                      <a:pt x="5" y="44"/>
                      <a:pt x="12" y="44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>
                <a:spLocks/>
              </p:cNvSpPr>
              <p:nvPr/>
            </p:nvSpPr>
            <p:spPr bwMode="auto">
              <a:xfrm>
                <a:off x="6938963" y="2846388"/>
                <a:ext cx="133350" cy="38100"/>
              </a:xfrm>
              <a:custGeom>
                <a:avLst/>
                <a:gdLst>
                  <a:gd name="T0" fmla="*/ 21 w 42"/>
                  <a:gd name="T1" fmla="*/ 0 h 12"/>
                  <a:gd name="T2" fmla="*/ 0 w 42"/>
                  <a:gd name="T3" fmla="*/ 12 h 12"/>
                  <a:gd name="T4" fmla="*/ 42 w 42"/>
                  <a:gd name="T5" fmla="*/ 12 h 12"/>
                  <a:gd name="T6" fmla="*/ 21 w 42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" h="12">
                    <a:moveTo>
                      <a:pt x="21" y="0"/>
                    </a:moveTo>
                    <a:cubicBezTo>
                      <a:pt x="12" y="0"/>
                      <a:pt x="4" y="5"/>
                      <a:pt x="0" y="12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38" y="5"/>
                      <a:pt x="30" y="0"/>
                      <a:pt x="21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Rectangle 53"/>
              <p:cNvSpPr>
                <a:spLocks noChangeArrowheads="1"/>
              </p:cNvSpPr>
              <p:nvPr/>
            </p:nvSpPr>
            <p:spPr bwMode="auto">
              <a:xfrm>
                <a:off x="6880226" y="2935288"/>
                <a:ext cx="252413" cy="38100"/>
              </a:xfrm>
              <a:prstGeom prst="rect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54"/>
              <p:cNvSpPr>
                <a:spLocks/>
              </p:cNvSpPr>
              <p:nvPr/>
            </p:nvSpPr>
            <p:spPr bwMode="auto">
              <a:xfrm>
                <a:off x="6892926" y="2897188"/>
                <a:ext cx="100013" cy="25400"/>
              </a:xfrm>
              <a:custGeom>
                <a:avLst/>
                <a:gdLst>
                  <a:gd name="T0" fmla="*/ 4 w 32"/>
                  <a:gd name="T1" fmla="*/ 0 h 8"/>
                  <a:gd name="T2" fmla="*/ 0 w 32"/>
                  <a:gd name="T3" fmla="*/ 4 h 8"/>
                  <a:gd name="T4" fmla="*/ 0 w 32"/>
                  <a:gd name="T5" fmla="*/ 8 h 8"/>
                  <a:gd name="T6" fmla="*/ 32 w 32"/>
                  <a:gd name="T7" fmla="*/ 8 h 8"/>
                  <a:gd name="T8" fmla="*/ 32 w 32"/>
                  <a:gd name="T9" fmla="*/ 4 h 8"/>
                  <a:gd name="T10" fmla="*/ 28 w 32"/>
                  <a:gd name="T11" fmla="*/ 0 h 8"/>
                  <a:gd name="T12" fmla="*/ 4 w 3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8">
                    <a:moveTo>
                      <a:pt x="4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32" y="8"/>
                      <a:pt x="32" y="8"/>
                      <a:pt x="32" y="8"/>
                    </a:cubicBezTo>
                    <a:cubicBezTo>
                      <a:pt x="32" y="4"/>
                      <a:pt x="32" y="4"/>
                      <a:pt x="32" y="4"/>
                    </a:cubicBezTo>
                    <a:cubicBezTo>
                      <a:pt x="32" y="2"/>
                      <a:pt x="30" y="0"/>
                      <a:pt x="28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55"/>
              <p:cNvSpPr>
                <a:spLocks/>
              </p:cNvSpPr>
              <p:nvPr/>
            </p:nvSpPr>
            <p:spPr bwMode="auto">
              <a:xfrm>
                <a:off x="7018338" y="2897188"/>
                <a:ext cx="101600" cy="25400"/>
              </a:xfrm>
              <a:custGeom>
                <a:avLst/>
                <a:gdLst>
                  <a:gd name="T0" fmla="*/ 32 w 32"/>
                  <a:gd name="T1" fmla="*/ 4 h 8"/>
                  <a:gd name="T2" fmla="*/ 28 w 32"/>
                  <a:gd name="T3" fmla="*/ 0 h 8"/>
                  <a:gd name="T4" fmla="*/ 4 w 32"/>
                  <a:gd name="T5" fmla="*/ 0 h 8"/>
                  <a:gd name="T6" fmla="*/ 0 w 32"/>
                  <a:gd name="T7" fmla="*/ 4 h 8"/>
                  <a:gd name="T8" fmla="*/ 0 w 32"/>
                  <a:gd name="T9" fmla="*/ 8 h 8"/>
                  <a:gd name="T10" fmla="*/ 32 w 32"/>
                  <a:gd name="T11" fmla="*/ 8 h 8"/>
                  <a:gd name="T12" fmla="*/ 32 w 32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" h="8">
                    <a:moveTo>
                      <a:pt x="32" y="4"/>
                    </a:moveTo>
                    <a:cubicBezTo>
                      <a:pt x="32" y="2"/>
                      <a:pt x="30" y="0"/>
                      <a:pt x="28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6" name="Freeform 56"/>
            <p:cNvSpPr>
              <a:spLocks noEditPoints="1"/>
            </p:cNvSpPr>
            <p:nvPr/>
          </p:nvSpPr>
          <p:spPr bwMode="auto">
            <a:xfrm>
              <a:off x="8712201" y="2681288"/>
              <a:ext cx="227013" cy="279400"/>
            </a:xfrm>
            <a:custGeom>
              <a:avLst/>
              <a:gdLst>
                <a:gd name="T0" fmla="*/ 64 w 72"/>
                <a:gd name="T1" fmla="*/ 0 h 88"/>
                <a:gd name="T2" fmla="*/ 8 w 72"/>
                <a:gd name="T3" fmla="*/ 0 h 88"/>
                <a:gd name="T4" fmla="*/ 0 w 72"/>
                <a:gd name="T5" fmla="*/ 8 h 88"/>
                <a:gd name="T6" fmla="*/ 0 w 72"/>
                <a:gd name="T7" fmla="*/ 80 h 88"/>
                <a:gd name="T8" fmla="*/ 8 w 72"/>
                <a:gd name="T9" fmla="*/ 88 h 88"/>
                <a:gd name="T10" fmla="*/ 52 w 72"/>
                <a:gd name="T11" fmla="*/ 88 h 88"/>
                <a:gd name="T12" fmla="*/ 72 w 72"/>
                <a:gd name="T13" fmla="*/ 68 h 88"/>
                <a:gd name="T14" fmla="*/ 72 w 72"/>
                <a:gd name="T15" fmla="*/ 8 h 88"/>
                <a:gd name="T16" fmla="*/ 64 w 72"/>
                <a:gd name="T17" fmla="*/ 0 h 88"/>
                <a:gd name="T18" fmla="*/ 32 w 72"/>
                <a:gd name="T19" fmla="*/ 72 h 88"/>
                <a:gd name="T20" fmla="*/ 24 w 72"/>
                <a:gd name="T21" fmla="*/ 72 h 88"/>
                <a:gd name="T22" fmla="*/ 24 w 72"/>
                <a:gd name="T23" fmla="*/ 80 h 88"/>
                <a:gd name="T24" fmla="*/ 16 w 72"/>
                <a:gd name="T25" fmla="*/ 80 h 88"/>
                <a:gd name="T26" fmla="*/ 16 w 72"/>
                <a:gd name="T27" fmla="*/ 72 h 88"/>
                <a:gd name="T28" fmla="*/ 8 w 72"/>
                <a:gd name="T29" fmla="*/ 72 h 88"/>
                <a:gd name="T30" fmla="*/ 8 w 72"/>
                <a:gd name="T31" fmla="*/ 64 h 88"/>
                <a:gd name="T32" fmla="*/ 16 w 72"/>
                <a:gd name="T33" fmla="*/ 64 h 88"/>
                <a:gd name="T34" fmla="*/ 16 w 72"/>
                <a:gd name="T35" fmla="*/ 56 h 88"/>
                <a:gd name="T36" fmla="*/ 24 w 72"/>
                <a:gd name="T37" fmla="*/ 56 h 88"/>
                <a:gd name="T38" fmla="*/ 24 w 72"/>
                <a:gd name="T39" fmla="*/ 64 h 88"/>
                <a:gd name="T40" fmla="*/ 32 w 72"/>
                <a:gd name="T41" fmla="*/ 64 h 88"/>
                <a:gd name="T42" fmla="*/ 32 w 72"/>
                <a:gd name="T43" fmla="*/ 72 h 88"/>
                <a:gd name="T44" fmla="*/ 48 w 72"/>
                <a:gd name="T45" fmla="*/ 76 h 88"/>
                <a:gd name="T46" fmla="*/ 44 w 72"/>
                <a:gd name="T47" fmla="*/ 72 h 88"/>
                <a:gd name="T48" fmla="*/ 48 w 72"/>
                <a:gd name="T49" fmla="*/ 68 h 88"/>
                <a:gd name="T50" fmla="*/ 52 w 72"/>
                <a:gd name="T51" fmla="*/ 72 h 88"/>
                <a:gd name="T52" fmla="*/ 48 w 72"/>
                <a:gd name="T53" fmla="*/ 76 h 88"/>
                <a:gd name="T54" fmla="*/ 56 w 72"/>
                <a:gd name="T55" fmla="*/ 68 h 88"/>
                <a:gd name="T56" fmla="*/ 52 w 72"/>
                <a:gd name="T57" fmla="*/ 64 h 88"/>
                <a:gd name="T58" fmla="*/ 56 w 72"/>
                <a:gd name="T59" fmla="*/ 60 h 88"/>
                <a:gd name="T60" fmla="*/ 60 w 72"/>
                <a:gd name="T61" fmla="*/ 64 h 88"/>
                <a:gd name="T62" fmla="*/ 56 w 72"/>
                <a:gd name="T63" fmla="*/ 68 h 88"/>
                <a:gd name="T64" fmla="*/ 60 w 72"/>
                <a:gd name="T65" fmla="*/ 44 h 88"/>
                <a:gd name="T66" fmla="*/ 56 w 72"/>
                <a:gd name="T67" fmla="*/ 48 h 88"/>
                <a:gd name="T68" fmla="*/ 16 w 72"/>
                <a:gd name="T69" fmla="*/ 48 h 88"/>
                <a:gd name="T70" fmla="*/ 12 w 72"/>
                <a:gd name="T71" fmla="*/ 44 h 88"/>
                <a:gd name="T72" fmla="*/ 12 w 72"/>
                <a:gd name="T73" fmla="*/ 16 h 88"/>
                <a:gd name="T74" fmla="*/ 16 w 72"/>
                <a:gd name="T75" fmla="*/ 12 h 88"/>
                <a:gd name="T76" fmla="*/ 56 w 72"/>
                <a:gd name="T77" fmla="*/ 12 h 88"/>
                <a:gd name="T78" fmla="*/ 60 w 72"/>
                <a:gd name="T79" fmla="*/ 16 h 88"/>
                <a:gd name="T80" fmla="*/ 60 w 72"/>
                <a:gd name="T81" fmla="*/ 4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2" h="88">
                  <a:moveTo>
                    <a:pt x="6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4"/>
                    <a:pt x="4" y="88"/>
                    <a:pt x="8" y="88"/>
                  </a:cubicBezTo>
                  <a:cubicBezTo>
                    <a:pt x="52" y="88"/>
                    <a:pt x="52" y="88"/>
                    <a:pt x="52" y="88"/>
                  </a:cubicBezTo>
                  <a:cubicBezTo>
                    <a:pt x="63" y="88"/>
                    <a:pt x="72" y="79"/>
                    <a:pt x="72" y="6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4"/>
                    <a:pt x="68" y="0"/>
                    <a:pt x="64" y="0"/>
                  </a:cubicBezTo>
                  <a:close/>
                  <a:moveTo>
                    <a:pt x="32" y="72"/>
                  </a:moveTo>
                  <a:cubicBezTo>
                    <a:pt x="24" y="72"/>
                    <a:pt x="24" y="72"/>
                    <a:pt x="24" y="72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16" y="80"/>
                    <a:pt x="16" y="80"/>
                    <a:pt x="16" y="80"/>
                  </a:cubicBezTo>
                  <a:cubicBezTo>
                    <a:pt x="16" y="72"/>
                    <a:pt x="16" y="72"/>
                    <a:pt x="16" y="7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8" y="64"/>
                    <a:pt x="8" y="64"/>
                    <a:pt x="8" y="64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32" y="64"/>
                    <a:pt x="32" y="64"/>
                    <a:pt x="32" y="64"/>
                  </a:cubicBezTo>
                  <a:lnTo>
                    <a:pt x="32" y="72"/>
                  </a:lnTo>
                  <a:close/>
                  <a:moveTo>
                    <a:pt x="48" y="76"/>
                  </a:moveTo>
                  <a:cubicBezTo>
                    <a:pt x="46" y="76"/>
                    <a:pt x="44" y="74"/>
                    <a:pt x="44" y="72"/>
                  </a:cubicBezTo>
                  <a:cubicBezTo>
                    <a:pt x="44" y="70"/>
                    <a:pt x="46" y="68"/>
                    <a:pt x="48" y="68"/>
                  </a:cubicBezTo>
                  <a:cubicBezTo>
                    <a:pt x="50" y="68"/>
                    <a:pt x="52" y="70"/>
                    <a:pt x="52" y="72"/>
                  </a:cubicBezTo>
                  <a:cubicBezTo>
                    <a:pt x="52" y="74"/>
                    <a:pt x="50" y="76"/>
                    <a:pt x="48" y="76"/>
                  </a:cubicBezTo>
                  <a:close/>
                  <a:moveTo>
                    <a:pt x="56" y="68"/>
                  </a:moveTo>
                  <a:cubicBezTo>
                    <a:pt x="54" y="68"/>
                    <a:pt x="52" y="66"/>
                    <a:pt x="52" y="64"/>
                  </a:cubicBezTo>
                  <a:cubicBezTo>
                    <a:pt x="52" y="62"/>
                    <a:pt x="54" y="60"/>
                    <a:pt x="56" y="60"/>
                  </a:cubicBezTo>
                  <a:cubicBezTo>
                    <a:pt x="58" y="60"/>
                    <a:pt x="60" y="62"/>
                    <a:pt x="60" y="64"/>
                  </a:cubicBezTo>
                  <a:cubicBezTo>
                    <a:pt x="60" y="66"/>
                    <a:pt x="58" y="68"/>
                    <a:pt x="56" y="68"/>
                  </a:cubicBezTo>
                  <a:close/>
                  <a:moveTo>
                    <a:pt x="60" y="44"/>
                  </a:moveTo>
                  <a:cubicBezTo>
                    <a:pt x="60" y="46"/>
                    <a:pt x="58" y="48"/>
                    <a:pt x="56" y="48"/>
                  </a:cubicBezTo>
                  <a:cubicBezTo>
                    <a:pt x="16" y="48"/>
                    <a:pt x="16" y="48"/>
                    <a:pt x="16" y="48"/>
                  </a:cubicBezTo>
                  <a:cubicBezTo>
                    <a:pt x="14" y="48"/>
                    <a:pt x="12" y="46"/>
                    <a:pt x="12" y="44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4"/>
                    <a:pt x="14" y="12"/>
                    <a:pt x="16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8" y="12"/>
                    <a:pt x="60" y="14"/>
                    <a:pt x="60" y="16"/>
                  </a:cubicBezTo>
                  <a:lnTo>
                    <a:pt x="60" y="44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7"/>
            <p:cNvSpPr>
              <a:spLocks noEditPoints="1"/>
            </p:cNvSpPr>
            <p:nvPr/>
          </p:nvSpPr>
          <p:spPr bwMode="auto">
            <a:xfrm>
              <a:off x="8105776" y="2668588"/>
              <a:ext cx="227013" cy="304800"/>
            </a:xfrm>
            <a:custGeom>
              <a:avLst/>
              <a:gdLst>
                <a:gd name="T0" fmla="*/ 36 w 72"/>
                <a:gd name="T1" fmla="*/ 0 h 96"/>
                <a:gd name="T2" fmla="*/ 0 w 72"/>
                <a:gd name="T3" fmla="*/ 36 h 96"/>
                <a:gd name="T4" fmla="*/ 0 w 72"/>
                <a:gd name="T5" fmla="*/ 92 h 96"/>
                <a:gd name="T6" fmla="*/ 2 w 72"/>
                <a:gd name="T7" fmla="*/ 96 h 96"/>
                <a:gd name="T8" fmla="*/ 7 w 72"/>
                <a:gd name="T9" fmla="*/ 95 h 96"/>
                <a:gd name="T10" fmla="*/ 20 w 72"/>
                <a:gd name="T11" fmla="*/ 82 h 96"/>
                <a:gd name="T12" fmla="*/ 33 w 72"/>
                <a:gd name="T13" fmla="*/ 95 h 96"/>
                <a:gd name="T14" fmla="*/ 39 w 72"/>
                <a:gd name="T15" fmla="*/ 95 h 96"/>
                <a:gd name="T16" fmla="*/ 52 w 72"/>
                <a:gd name="T17" fmla="*/ 82 h 96"/>
                <a:gd name="T18" fmla="*/ 65 w 72"/>
                <a:gd name="T19" fmla="*/ 95 h 96"/>
                <a:gd name="T20" fmla="*/ 68 w 72"/>
                <a:gd name="T21" fmla="*/ 96 h 96"/>
                <a:gd name="T22" fmla="*/ 70 w 72"/>
                <a:gd name="T23" fmla="*/ 96 h 96"/>
                <a:gd name="T24" fmla="*/ 72 w 72"/>
                <a:gd name="T25" fmla="*/ 92 h 96"/>
                <a:gd name="T26" fmla="*/ 72 w 72"/>
                <a:gd name="T27" fmla="*/ 36 h 96"/>
                <a:gd name="T28" fmla="*/ 36 w 72"/>
                <a:gd name="T29" fmla="*/ 0 h 96"/>
                <a:gd name="T30" fmla="*/ 28 w 72"/>
                <a:gd name="T31" fmla="*/ 52 h 96"/>
                <a:gd name="T32" fmla="*/ 16 w 72"/>
                <a:gd name="T33" fmla="*/ 52 h 96"/>
                <a:gd name="T34" fmla="*/ 16 w 72"/>
                <a:gd name="T35" fmla="*/ 36 h 96"/>
                <a:gd name="T36" fmla="*/ 24 w 72"/>
                <a:gd name="T37" fmla="*/ 36 h 96"/>
                <a:gd name="T38" fmla="*/ 24 w 72"/>
                <a:gd name="T39" fmla="*/ 44 h 96"/>
                <a:gd name="T40" fmla="*/ 28 w 72"/>
                <a:gd name="T41" fmla="*/ 44 h 96"/>
                <a:gd name="T42" fmla="*/ 28 w 72"/>
                <a:gd name="T43" fmla="*/ 52 h 96"/>
                <a:gd name="T44" fmla="*/ 48 w 72"/>
                <a:gd name="T45" fmla="*/ 52 h 96"/>
                <a:gd name="T46" fmla="*/ 36 w 72"/>
                <a:gd name="T47" fmla="*/ 52 h 96"/>
                <a:gd name="T48" fmla="*/ 36 w 72"/>
                <a:gd name="T49" fmla="*/ 36 h 96"/>
                <a:gd name="T50" fmla="*/ 44 w 72"/>
                <a:gd name="T51" fmla="*/ 36 h 96"/>
                <a:gd name="T52" fmla="*/ 44 w 72"/>
                <a:gd name="T53" fmla="*/ 44 h 96"/>
                <a:gd name="T54" fmla="*/ 48 w 72"/>
                <a:gd name="T55" fmla="*/ 44 h 96"/>
                <a:gd name="T56" fmla="*/ 48 w 72"/>
                <a:gd name="T57" fmla="*/ 5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2" h="96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4"/>
                    <a:pt x="1" y="95"/>
                    <a:pt x="2" y="96"/>
                  </a:cubicBezTo>
                  <a:cubicBezTo>
                    <a:pt x="4" y="96"/>
                    <a:pt x="6" y="96"/>
                    <a:pt x="7" y="95"/>
                  </a:cubicBezTo>
                  <a:cubicBezTo>
                    <a:pt x="20" y="82"/>
                    <a:pt x="20" y="82"/>
                    <a:pt x="20" y="82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5" y="96"/>
                    <a:pt x="37" y="96"/>
                    <a:pt x="39" y="95"/>
                  </a:cubicBezTo>
                  <a:cubicBezTo>
                    <a:pt x="52" y="82"/>
                    <a:pt x="52" y="82"/>
                    <a:pt x="52" y="82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6" y="96"/>
                    <a:pt x="67" y="96"/>
                    <a:pt x="68" y="96"/>
                  </a:cubicBezTo>
                  <a:cubicBezTo>
                    <a:pt x="69" y="96"/>
                    <a:pt x="69" y="96"/>
                    <a:pt x="70" y="96"/>
                  </a:cubicBezTo>
                  <a:cubicBezTo>
                    <a:pt x="71" y="95"/>
                    <a:pt x="72" y="94"/>
                    <a:pt x="72" y="92"/>
                  </a:cubicBezTo>
                  <a:cubicBezTo>
                    <a:pt x="72" y="36"/>
                    <a:pt x="72" y="36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28" y="52"/>
                  </a:moveTo>
                  <a:cubicBezTo>
                    <a:pt x="16" y="52"/>
                    <a:pt x="16" y="52"/>
                    <a:pt x="16" y="52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8" y="44"/>
                    <a:pt x="28" y="44"/>
                    <a:pt x="28" y="44"/>
                  </a:cubicBezTo>
                  <a:lnTo>
                    <a:pt x="28" y="52"/>
                  </a:lnTo>
                  <a:close/>
                  <a:moveTo>
                    <a:pt x="48" y="52"/>
                  </a:moveTo>
                  <a:cubicBezTo>
                    <a:pt x="36" y="52"/>
                    <a:pt x="36" y="52"/>
                    <a:pt x="36" y="52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8" y="44"/>
                    <a:pt x="48" y="44"/>
                    <a:pt x="48" y="44"/>
                  </a:cubicBezTo>
                  <a:lnTo>
                    <a:pt x="48" y="52"/>
                  </a:ln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8"/>
            <p:cNvSpPr>
              <a:spLocks noEditPoints="1"/>
            </p:cNvSpPr>
            <p:nvPr/>
          </p:nvSpPr>
          <p:spPr bwMode="auto">
            <a:xfrm>
              <a:off x="7499351" y="2693988"/>
              <a:ext cx="220663" cy="254000"/>
            </a:xfrm>
            <a:custGeom>
              <a:avLst/>
              <a:gdLst>
                <a:gd name="T0" fmla="*/ 46 w 70"/>
                <a:gd name="T1" fmla="*/ 40 h 80"/>
                <a:gd name="T2" fmla="*/ 68 w 70"/>
                <a:gd name="T3" fmla="*/ 17 h 80"/>
                <a:gd name="T4" fmla="*/ 68 w 70"/>
                <a:gd name="T5" fmla="*/ 12 h 80"/>
                <a:gd name="T6" fmla="*/ 40 w 70"/>
                <a:gd name="T7" fmla="*/ 0 h 80"/>
                <a:gd name="T8" fmla="*/ 0 w 70"/>
                <a:gd name="T9" fmla="*/ 40 h 80"/>
                <a:gd name="T10" fmla="*/ 40 w 70"/>
                <a:gd name="T11" fmla="*/ 80 h 80"/>
                <a:gd name="T12" fmla="*/ 68 w 70"/>
                <a:gd name="T13" fmla="*/ 68 h 80"/>
                <a:gd name="T14" fmla="*/ 68 w 70"/>
                <a:gd name="T15" fmla="*/ 63 h 80"/>
                <a:gd name="T16" fmla="*/ 46 w 70"/>
                <a:gd name="T17" fmla="*/ 40 h 80"/>
                <a:gd name="T18" fmla="*/ 34 w 70"/>
                <a:gd name="T19" fmla="*/ 28 h 80"/>
                <a:gd name="T20" fmla="*/ 28 w 70"/>
                <a:gd name="T21" fmla="*/ 22 h 80"/>
                <a:gd name="T22" fmla="*/ 34 w 70"/>
                <a:gd name="T23" fmla="*/ 16 h 80"/>
                <a:gd name="T24" fmla="*/ 40 w 70"/>
                <a:gd name="T25" fmla="*/ 22 h 80"/>
                <a:gd name="T26" fmla="*/ 34 w 70"/>
                <a:gd name="T27" fmla="*/ 2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80">
                  <a:moveTo>
                    <a:pt x="46" y="40"/>
                  </a:moveTo>
                  <a:cubicBezTo>
                    <a:pt x="68" y="17"/>
                    <a:pt x="68" y="17"/>
                    <a:pt x="68" y="17"/>
                  </a:cubicBezTo>
                  <a:cubicBezTo>
                    <a:pt x="70" y="16"/>
                    <a:pt x="70" y="13"/>
                    <a:pt x="68" y="12"/>
                  </a:cubicBezTo>
                  <a:cubicBezTo>
                    <a:pt x="61" y="4"/>
                    <a:pt x="51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51" y="80"/>
                    <a:pt x="61" y="76"/>
                    <a:pt x="68" y="68"/>
                  </a:cubicBezTo>
                  <a:cubicBezTo>
                    <a:pt x="70" y="67"/>
                    <a:pt x="70" y="64"/>
                    <a:pt x="68" y="63"/>
                  </a:cubicBezTo>
                  <a:lnTo>
                    <a:pt x="46" y="40"/>
                  </a:lnTo>
                  <a:close/>
                  <a:moveTo>
                    <a:pt x="34" y="28"/>
                  </a:moveTo>
                  <a:cubicBezTo>
                    <a:pt x="31" y="28"/>
                    <a:pt x="28" y="25"/>
                    <a:pt x="28" y="22"/>
                  </a:cubicBezTo>
                  <a:cubicBezTo>
                    <a:pt x="28" y="19"/>
                    <a:pt x="31" y="16"/>
                    <a:pt x="34" y="16"/>
                  </a:cubicBezTo>
                  <a:cubicBezTo>
                    <a:pt x="37" y="16"/>
                    <a:pt x="40" y="19"/>
                    <a:pt x="40" y="22"/>
                  </a:cubicBezTo>
                  <a:cubicBezTo>
                    <a:pt x="40" y="25"/>
                    <a:pt x="37" y="28"/>
                    <a:pt x="34" y="28"/>
                  </a:cubicBezTo>
                  <a:close/>
                </a:path>
              </a:pathLst>
            </a:custGeom>
            <a:solidFill>
              <a:srgbClr val="76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9"/>
            <p:cNvSpPr>
              <a:spLocks/>
            </p:cNvSpPr>
            <p:nvPr/>
          </p:nvSpPr>
          <p:spPr bwMode="auto">
            <a:xfrm>
              <a:off x="3240088" y="3302000"/>
              <a:ext cx="252413" cy="254000"/>
            </a:xfrm>
            <a:custGeom>
              <a:avLst/>
              <a:gdLst>
                <a:gd name="T0" fmla="*/ 79 w 80"/>
                <a:gd name="T1" fmla="*/ 37 h 80"/>
                <a:gd name="T2" fmla="*/ 67 w 80"/>
                <a:gd name="T3" fmla="*/ 25 h 80"/>
                <a:gd name="T4" fmla="*/ 61 w 80"/>
                <a:gd name="T5" fmla="*/ 31 h 80"/>
                <a:gd name="T6" fmla="*/ 66 w 80"/>
                <a:gd name="T7" fmla="*/ 36 h 80"/>
                <a:gd name="T8" fmla="*/ 14 w 80"/>
                <a:gd name="T9" fmla="*/ 36 h 80"/>
                <a:gd name="T10" fmla="*/ 34 w 80"/>
                <a:gd name="T11" fmla="*/ 16 h 80"/>
                <a:gd name="T12" fmla="*/ 51 w 80"/>
                <a:gd name="T13" fmla="*/ 32 h 80"/>
                <a:gd name="T14" fmla="*/ 59 w 80"/>
                <a:gd name="T15" fmla="*/ 32 h 80"/>
                <a:gd name="T16" fmla="*/ 32 w 80"/>
                <a:gd name="T17" fmla="*/ 8 h 80"/>
                <a:gd name="T18" fmla="*/ 24 w 80"/>
                <a:gd name="T19" fmla="*/ 0 h 80"/>
                <a:gd name="T20" fmla="*/ 16 w 80"/>
                <a:gd name="T21" fmla="*/ 0 h 80"/>
                <a:gd name="T22" fmla="*/ 24 w 80"/>
                <a:gd name="T23" fmla="*/ 14 h 80"/>
                <a:gd name="T24" fmla="*/ 1 w 80"/>
                <a:gd name="T25" fmla="*/ 37 h 80"/>
                <a:gd name="T26" fmla="*/ 1 w 80"/>
                <a:gd name="T27" fmla="*/ 43 h 80"/>
                <a:gd name="T28" fmla="*/ 24 w 80"/>
                <a:gd name="T29" fmla="*/ 66 h 80"/>
                <a:gd name="T30" fmla="*/ 16 w 80"/>
                <a:gd name="T31" fmla="*/ 80 h 80"/>
                <a:gd name="T32" fmla="*/ 24 w 80"/>
                <a:gd name="T33" fmla="*/ 80 h 80"/>
                <a:gd name="T34" fmla="*/ 32 w 80"/>
                <a:gd name="T35" fmla="*/ 72 h 80"/>
                <a:gd name="T36" fmla="*/ 59 w 80"/>
                <a:gd name="T37" fmla="*/ 48 h 80"/>
                <a:gd name="T38" fmla="*/ 51 w 80"/>
                <a:gd name="T39" fmla="*/ 48 h 80"/>
                <a:gd name="T40" fmla="*/ 34 w 80"/>
                <a:gd name="T41" fmla="*/ 64 h 80"/>
                <a:gd name="T42" fmla="*/ 14 w 80"/>
                <a:gd name="T43" fmla="*/ 44 h 80"/>
                <a:gd name="T44" fmla="*/ 66 w 80"/>
                <a:gd name="T45" fmla="*/ 44 h 80"/>
                <a:gd name="T46" fmla="*/ 61 w 80"/>
                <a:gd name="T47" fmla="*/ 49 h 80"/>
                <a:gd name="T48" fmla="*/ 67 w 80"/>
                <a:gd name="T49" fmla="*/ 55 h 80"/>
                <a:gd name="T50" fmla="*/ 79 w 80"/>
                <a:gd name="T51" fmla="*/ 43 h 80"/>
                <a:gd name="T52" fmla="*/ 79 w 80"/>
                <a:gd name="T53" fmla="*/ 3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0" h="80">
                  <a:moveTo>
                    <a:pt x="79" y="37"/>
                  </a:moveTo>
                  <a:cubicBezTo>
                    <a:pt x="67" y="25"/>
                    <a:pt x="67" y="25"/>
                    <a:pt x="67" y="25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42" y="17"/>
                    <a:pt x="48" y="23"/>
                    <a:pt x="51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6" y="18"/>
                    <a:pt x="45" y="8"/>
                    <a:pt x="32" y="8"/>
                  </a:cubicBezTo>
                  <a:cubicBezTo>
                    <a:pt x="28" y="8"/>
                    <a:pt x="24" y="4"/>
                    <a:pt x="24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9" y="11"/>
                    <a:pt x="24" y="14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39"/>
                    <a:pt x="0" y="41"/>
                    <a:pt x="1" y="43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19" y="69"/>
                    <a:pt x="16" y="74"/>
                    <a:pt x="16" y="80"/>
                  </a:cubicBezTo>
                  <a:cubicBezTo>
                    <a:pt x="24" y="80"/>
                    <a:pt x="24" y="80"/>
                    <a:pt x="24" y="80"/>
                  </a:cubicBezTo>
                  <a:cubicBezTo>
                    <a:pt x="24" y="76"/>
                    <a:pt x="28" y="72"/>
                    <a:pt x="32" y="72"/>
                  </a:cubicBezTo>
                  <a:cubicBezTo>
                    <a:pt x="45" y="72"/>
                    <a:pt x="56" y="62"/>
                    <a:pt x="59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48" y="57"/>
                    <a:pt x="42" y="63"/>
                    <a:pt x="34" y="6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66" y="44"/>
                    <a:pt x="66" y="44"/>
                    <a:pt x="66" y="44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79" y="43"/>
                    <a:pt x="79" y="43"/>
                    <a:pt x="79" y="43"/>
                  </a:cubicBezTo>
                  <a:cubicBezTo>
                    <a:pt x="80" y="41"/>
                    <a:pt x="80" y="39"/>
                    <a:pt x="79" y="37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1" name="组合 140"/>
            <p:cNvGrpSpPr/>
            <p:nvPr/>
          </p:nvGrpSpPr>
          <p:grpSpPr>
            <a:xfrm>
              <a:off x="3821113" y="3276600"/>
              <a:ext cx="303213" cy="304800"/>
              <a:chOff x="3821113" y="3276600"/>
              <a:chExt cx="303213" cy="304800"/>
            </a:xfrm>
          </p:grpSpPr>
          <p:sp>
            <p:nvSpPr>
              <p:cNvPr id="60" name="Freeform 60"/>
              <p:cNvSpPr>
                <a:spLocks/>
              </p:cNvSpPr>
              <p:nvPr/>
            </p:nvSpPr>
            <p:spPr bwMode="auto">
              <a:xfrm>
                <a:off x="3910013" y="3378200"/>
                <a:ext cx="125413" cy="114300"/>
              </a:xfrm>
              <a:custGeom>
                <a:avLst/>
                <a:gdLst>
                  <a:gd name="T0" fmla="*/ 28 w 40"/>
                  <a:gd name="T1" fmla="*/ 0 h 36"/>
                  <a:gd name="T2" fmla="*/ 20 w 40"/>
                  <a:gd name="T3" fmla="*/ 8 h 36"/>
                  <a:gd name="T4" fmla="*/ 12 w 40"/>
                  <a:gd name="T5" fmla="*/ 0 h 36"/>
                  <a:gd name="T6" fmla="*/ 0 w 40"/>
                  <a:gd name="T7" fmla="*/ 12 h 36"/>
                  <a:gd name="T8" fmla="*/ 20 w 40"/>
                  <a:gd name="T9" fmla="*/ 36 h 36"/>
                  <a:gd name="T10" fmla="*/ 40 w 40"/>
                  <a:gd name="T11" fmla="*/ 12 h 36"/>
                  <a:gd name="T12" fmla="*/ 28 w 40"/>
                  <a:gd name="T13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36">
                    <a:moveTo>
                      <a:pt x="28" y="0"/>
                    </a:moveTo>
                    <a:cubicBezTo>
                      <a:pt x="24" y="0"/>
                      <a:pt x="20" y="4"/>
                      <a:pt x="20" y="8"/>
                    </a:cubicBezTo>
                    <a:cubicBezTo>
                      <a:pt x="20" y="4"/>
                      <a:pt x="16" y="0"/>
                      <a:pt x="12" y="0"/>
                    </a:cubicBezTo>
                    <a:cubicBezTo>
                      <a:pt x="4" y="0"/>
                      <a:pt x="0" y="5"/>
                      <a:pt x="0" y="12"/>
                    </a:cubicBezTo>
                    <a:cubicBezTo>
                      <a:pt x="0" y="24"/>
                      <a:pt x="20" y="36"/>
                      <a:pt x="20" y="36"/>
                    </a:cubicBezTo>
                    <a:cubicBezTo>
                      <a:pt x="20" y="36"/>
                      <a:pt x="40" y="24"/>
                      <a:pt x="40" y="12"/>
                    </a:cubicBezTo>
                    <a:cubicBezTo>
                      <a:pt x="40" y="5"/>
                      <a:pt x="36" y="0"/>
                      <a:pt x="2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1"/>
              <p:cNvSpPr>
                <a:spLocks noEditPoints="1"/>
              </p:cNvSpPr>
              <p:nvPr/>
            </p:nvSpPr>
            <p:spPr bwMode="auto">
              <a:xfrm>
                <a:off x="3821113" y="3276600"/>
                <a:ext cx="303213" cy="304800"/>
              </a:xfrm>
              <a:custGeom>
                <a:avLst/>
                <a:gdLst>
                  <a:gd name="T0" fmla="*/ 96 w 96"/>
                  <a:gd name="T1" fmla="*/ 44 h 96"/>
                  <a:gd name="T2" fmla="*/ 88 w 96"/>
                  <a:gd name="T3" fmla="*/ 44 h 96"/>
                  <a:gd name="T4" fmla="*/ 52 w 96"/>
                  <a:gd name="T5" fmla="*/ 8 h 96"/>
                  <a:gd name="T6" fmla="*/ 52 w 96"/>
                  <a:gd name="T7" fmla="*/ 0 h 96"/>
                  <a:gd name="T8" fmla="*/ 44 w 96"/>
                  <a:gd name="T9" fmla="*/ 0 h 96"/>
                  <a:gd name="T10" fmla="*/ 44 w 96"/>
                  <a:gd name="T11" fmla="*/ 8 h 96"/>
                  <a:gd name="T12" fmla="*/ 8 w 96"/>
                  <a:gd name="T13" fmla="*/ 44 h 96"/>
                  <a:gd name="T14" fmla="*/ 0 w 96"/>
                  <a:gd name="T15" fmla="*/ 44 h 96"/>
                  <a:gd name="T16" fmla="*/ 0 w 96"/>
                  <a:gd name="T17" fmla="*/ 52 h 96"/>
                  <a:gd name="T18" fmla="*/ 8 w 96"/>
                  <a:gd name="T19" fmla="*/ 52 h 96"/>
                  <a:gd name="T20" fmla="*/ 44 w 96"/>
                  <a:gd name="T21" fmla="*/ 88 h 96"/>
                  <a:gd name="T22" fmla="*/ 44 w 96"/>
                  <a:gd name="T23" fmla="*/ 96 h 96"/>
                  <a:gd name="T24" fmla="*/ 52 w 96"/>
                  <a:gd name="T25" fmla="*/ 96 h 96"/>
                  <a:gd name="T26" fmla="*/ 52 w 96"/>
                  <a:gd name="T27" fmla="*/ 88 h 96"/>
                  <a:gd name="T28" fmla="*/ 88 w 96"/>
                  <a:gd name="T29" fmla="*/ 52 h 96"/>
                  <a:gd name="T30" fmla="*/ 96 w 96"/>
                  <a:gd name="T31" fmla="*/ 52 h 96"/>
                  <a:gd name="T32" fmla="*/ 96 w 96"/>
                  <a:gd name="T33" fmla="*/ 44 h 96"/>
                  <a:gd name="T34" fmla="*/ 52 w 96"/>
                  <a:gd name="T35" fmla="*/ 80 h 96"/>
                  <a:gd name="T36" fmla="*/ 52 w 96"/>
                  <a:gd name="T37" fmla="*/ 76 h 96"/>
                  <a:gd name="T38" fmla="*/ 44 w 96"/>
                  <a:gd name="T39" fmla="*/ 76 h 96"/>
                  <a:gd name="T40" fmla="*/ 44 w 96"/>
                  <a:gd name="T41" fmla="*/ 80 h 96"/>
                  <a:gd name="T42" fmla="*/ 16 w 96"/>
                  <a:gd name="T43" fmla="*/ 52 h 96"/>
                  <a:gd name="T44" fmla="*/ 20 w 96"/>
                  <a:gd name="T45" fmla="*/ 52 h 96"/>
                  <a:gd name="T46" fmla="*/ 20 w 96"/>
                  <a:gd name="T47" fmla="*/ 44 h 96"/>
                  <a:gd name="T48" fmla="*/ 16 w 96"/>
                  <a:gd name="T49" fmla="*/ 44 h 96"/>
                  <a:gd name="T50" fmla="*/ 44 w 96"/>
                  <a:gd name="T51" fmla="*/ 16 h 96"/>
                  <a:gd name="T52" fmla="*/ 44 w 96"/>
                  <a:gd name="T53" fmla="*/ 20 h 96"/>
                  <a:gd name="T54" fmla="*/ 52 w 96"/>
                  <a:gd name="T55" fmla="*/ 20 h 96"/>
                  <a:gd name="T56" fmla="*/ 52 w 96"/>
                  <a:gd name="T57" fmla="*/ 16 h 96"/>
                  <a:gd name="T58" fmla="*/ 80 w 96"/>
                  <a:gd name="T59" fmla="*/ 44 h 96"/>
                  <a:gd name="T60" fmla="*/ 76 w 96"/>
                  <a:gd name="T61" fmla="*/ 44 h 96"/>
                  <a:gd name="T62" fmla="*/ 76 w 96"/>
                  <a:gd name="T63" fmla="*/ 52 h 96"/>
                  <a:gd name="T64" fmla="*/ 80 w 96"/>
                  <a:gd name="T65" fmla="*/ 52 h 96"/>
                  <a:gd name="T66" fmla="*/ 52 w 96"/>
                  <a:gd name="T67" fmla="*/ 80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96" h="96">
                    <a:moveTo>
                      <a:pt x="96" y="44"/>
                    </a:moveTo>
                    <a:cubicBezTo>
                      <a:pt x="88" y="44"/>
                      <a:pt x="88" y="44"/>
                      <a:pt x="88" y="44"/>
                    </a:cubicBezTo>
                    <a:cubicBezTo>
                      <a:pt x="86" y="25"/>
                      <a:pt x="71" y="10"/>
                      <a:pt x="52" y="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25" y="10"/>
                      <a:pt x="10" y="25"/>
                      <a:pt x="8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10" y="71"/>
                      <a:pt x="25" y="86"/>
                      <a:pt x="44" y="88"/>
                    </a:cubicBezTo>
                    <a:cubicBezTo>
                      <a:pt x="44" y="96"/>
                      <a:pt x="44" y="96"/>
                      <a:pt x="44" y="96"/>
                    </a:cubicBezTo>
                    <a:cubicBezTo>
                      <a:pt x="52" y="96"/>
                      <a:pt x="52" y="96"/>
                      <a:pt x="52" y="96"/>
                    </a:cubicBezTo>
                    <a:cubicBezTo>
                      <a:pt x="52" y="88"/>
                      <a:pt x="52" y="88"/>
                      <a:pt x="52" y="88"/>
                    </a:cubicBezTo>
                    <a:cubicBezTo>
                      <a:pt x="71" y="86"/>
                      <a:pt x="86" y="71"/>
                      <a:pt x="88" y="52"/>
                    </a:cubicBezTo>
                    <a:cubicBezTo>
                      <a:pt x="96" y="52"/>
                      <a:pt x="96" y="52"/>
                      <a:pt x="96" y="52"/>
                    </a:cubicBezTo>
                    <a:lnTo>
                      <a:pt x="96" y="44"/>
                    </a:lnTo>
                    <a:close/>
                    <a:moveTo>
                      <a:pt x="52" y="80"/>
                    </a:moveTo>
                    <a:cubicBezTo>
                      <a:pt x="52" y="76"/>
                      <a:pt x="52" y="76"/>
                      <a:pt x="52" y="76"/>
                    </a:cubicBezTo>
                    <a:cubicBezTo>
                      <a:pt x="44" y="76"/>
                      <a:pt x="44" y="76"/>
                      <a:pt x="44" y="76"/>
                    </a:cubicBezTo>
                    <a:cubicBezTo>
                      <a:pt x="44" y="80"/>
                      <a:pt x="44" y="80"/>
                      <a:pt x="44" y="80"/>
                    </a:cubicBezTo>
                    <a:cubicBezTo>
                      <a:pt x="30" y="78"/>
                      <a:pt x="18" y="66"/>
                      <a:pt x="16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16" y="44"/>
                      <a:pt x="16" y="44"/>
                      <a:pt x="16" y="44"/>
                    </a:cubicBezTo>
                    <a:cubicBezTo>
                      <a:pt x="18" y="30"/>
                      <a:pt x="30" y="18"/>
                      <a:pt x="44" y="16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52" y="16"/>
                      <a:pt x="52" y="16"/>
                      <a:pt x="52" y="16"/>
                    </a:cubicBezTo>
                    <a:cubicBezTo>
                      <a:pt x="66" y="18"/>
                      <a:pt x="78" y="30"/>
                      <a:pt x="80" y="44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6" y="52"/>
                      <a:pt x="76" y="52"/>
                      <a:pt x="76" y="52"/>
                    </a:cubicBezTo>
                    <a:cubicBezTo>
                      <a:pt x="80" y="52"/>
                      <a:pt x="80" y="52"/>
                      <a:pt x="80" y="52"/>
                    </a:cubicBezTo>
                    <a:cubicBezTo>
                      <a:pt x="78" y="66"/>
                      <a:pt x="66" y="78"/>
                      <a:pt x="52" y="8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4440238" y="3289300"/>
              <a:ext cx="277813" cy="292100"/>
              <a:chOff x="4440238" y="3289300"/>
              <a:chExt cx="277813" cy="292100"/>
            </a:xfrm>
          </p:grpSpPr>
          <p:sp>
            <p:nvSpPr>
              <p:cNvPr id="62" name="Freeform 62"/>
              <p:cNvSpPr>
                <a:spLocks/>
              </p:cNvSpPr>
              <p:nvPr/>
            </p:nvSpPr>
            <p:spPr bwMode="auto">
              <a:xfrm>
                <a:off x="4541838" y="3289300"/>
                <a:ext cx="76200" cy="76200"/>
              </a:xfrm>
              <a:custGeom>
                <a:avLst/>
                <a:gdLst>
                  <a:gd name="T0" fmla="*/ 18 w 24"/>
                  <a:gd name="T1" fmla="*/ 0 h 24"/>
                  <a:gd name="T2" fmla="*/ 12 w 24"/>
                  <a:gd name="T3" fmla="*/ 6 h 24"/>
                  <a:gd name="T4" fmla="*/ 6 w 24"/>
                  <a:gd name="T5" fmla="*/ 0 h 24"/>
                  <a:gd name="T6" fmla="*/ 0 w 24"/>
                  <a:gd name="T7" fmla="*/ 6 h 24"/>
                  <a:gd name="T8" fmla="*/ 12 w 24"/>
                  <a:gd name="T9" fmla="*/ 24 h 24"/>
                  <a:gd name="T10" fmla="*/ 24 w 24"/>
                  <a:gd name="T11" fmla="*/ 6 h 24"/>
                  <a:gd name="T12" fmla="*/ 18 w 24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" h="24">
                    <a:moveTo>
                      <a:pt x="18" y="0"/>
                    </a:moveTo>
                    <a:cubicBezTo>
                      <a:pt x="15" y="0"/>
                      <a:pt x="12" y="3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12"/>
                      <a:pt x="12" y="24"/>
                      <a:pt x="12" y="24"/>
                    </a:cubicBezTo>
                    <a:cubicBezTo>
                      <a:pt x="12" y="24"/>
                      <a:pt x="24" y="12"/>
                      <a:pt x="24" y="6"/>
                    </a:cubicBezTo>
                    <a:cubicBezTo>
                      <a:pt x="24" y="3"/>
                      <a:pt x="21" y="0"/>
                      <a:pt x="18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Oval 63"/>
              <p:cNvSpPr>
                <a:spLocks noChangeArrowheads="1"/>
              </p:cNvSpPr>
              <p:nvPr/>
            </p:nvSpPr>
            <p:spPr bwMode="auto">
              <a:xfrm>
                <a:off x="4637088" y="3340100"/>
                <a:ext cx="61913" cy="635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64"/>
              <p:cNvSpPr>
                <a:spLocks/>
              </p:cNvSpPr>
              <p:nvPr/>
            </p:nvSpPr>
            <p:spPr bwMode="auto">
              <a:xfrm>
                <a:off x="4618038" y="3416300"/>
                <a:ext cx="100013" cy="165100"/>
              </a:xfrm>
              <a:custGeom>
                <a:avLst/>
                <a:gdLst>
                  <a:gd name="T0" fmla="*/ 16 w 32"/>
                  <a:gd name="T1" fmla="*/ 0 h 52"/>
                  <a:gd name="T2" fmla="*/ 0 w 32"/>
                  <a:gd name="T3" fmla="*/ 20 h 52"/>
                  <a:gd name="T4" fmla="*/ 0 w 32"/>
                  <a:gd name="T5" fmla="*/ 28 h 52"/>
                  <a:gd name="T6" fmla="*/ 4 w 32"/>
                  <a:gd name="T7" fmla="*/ 32 h 52"/>
                  <a:gd name="T8" fmla="*/ 8 w 32"/>
                  <a:gd name="T9" fmla="*/ 32 h 52"/>
                  <a:gd name="T10" fmla="*/ 8 w 32"/>
                  <a:gd name="T11" fmla="*/ 48 h 52"/>
                  <a:gd name="T12" fmla="*/ 12 w 32"/>
                  <a:gd name="T13" fmla="*/ 52 h 52"/>
                  <a:gd name="T14" fmla="*/ 20 w 32"/>
                  <a:gd name="T15" fmla="*/ 52 h 52"/>
                  <a:gd name="T16" fmla="*/ 24 w 32"/>
                  <a:gd name="T17" fmla="*/ 48 h 52"/>
                  <a:gd name="T18" fmla="*/ 24 w 32"/>
                  <a:gd name="T19" fmla="*/ 32 h 52"/>
                  <a:gd name="T20" fmla="*/ 28 w 32"/>
                  <a:gd name="T21" fmla="*/ 32 h 52"/>
                  <a:gd name="T22" fmla="*/ 32 w 32"/>
                  <a:gd name="T23" fmla="*/ 28 h 52"/>
                  <a:gd name="T24" fmla="*/ 32 w 32"/>
                  <a:gd name="T25" fmla="*/ 20 h 52"/>
                  <a:gd name="T26" fmla="*/ 16 w 32"/>
                  <a:gd name="T2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2" h="52">
                    <a:moveTo>
                      <a:pt x="16" y="0"/>
                    </a:moveTo>
                    <a:cubicBezTo>
                      <a:pt x="6" y="0"/>
                      <a:pt x="0" y="8"/>
                      <a:pt x="0" y="20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0"/>
                      <a:pt x="2" y="32"/>
                      <a:pt x="4" y="32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50"/>
                      <a:pt x="10" y="52"/>
                      <a:pt x="12" y="52"/>
                    </a:cubicBezTo>
                    <a:cubicBezTo>
                      <a:pt x="20" y="52"/>
                      <a:pt x="20" y="52"/>
                      <a:pt x="20" y="52"/>
                    </a:cubicBezTo>
                    <a:cubicBezTo>
                      <a:pt x="22" y="52"/>
                      <a:pt x="24" y="50"/>
                      <a:pt x="24" y="48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8" y="32"/>
                      <a:pt x="28" y="32"/>
                      <a:pt x="28" y="32"/>
                    </a:cubicBezTo>
                    <a:cubicBezTo>
                      <a:pt x="30" y="32"/>
                      <a:pt x="32" y="30"/>
                      <a:pt x="32" y="28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8"/>
                      <a:pt x="26" y="0"/>
                      <a:pt x="16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Oval 65"/>
              <p:cNvSpPr>
                <a:spLocks noChangeArrowheads="1"/>
              </p:cNvSpPr>
              <p:nvPr/>
            </p:nvSpPr>
            <p:spPr bwMode="auto">
              <a:xfrm>
                <a:off x="4459288" y="3340100"/>
                <a:ext cx="63500" cy="635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66"/>
              <p:cNvSpPr>
                <a:spLocks/>
              </p:cNvSpPr>
              <p:nvPr/>
            </p:nvSpPr>
            <p:spPr bwMode="auto">
              <a:xfrm>
                <a:off x="4440238" y="3416300"/>
                <a:ext cx="101600" cy="165100"/>
              </a:xfrm>
              <a:custGeom>
                <a:avLst/>
                <a:gdLst>
                  <a:gd name="T0" fmla="*/ 29 w 32"/>
                  <a:gd name="T1" fmla="*/ 22 h 52"/>
                  <a:gd name="T2" fmla="*/ 16 w 32"/>
                  <a:gd name="T3" fmla="*/ 0 h 52"/>
                  <a:gd name="T4" fmla="*/ 3 w 32"/>
                  <a:gd name="T5" fmla="*/ 22 h 52"/>
                  <a:gd name="T6" fmla="*/ 0 w 32"/>
                  <a:gd name="T7" fmla="*/ 35 h 52"/>
                  <a:gd name="T8" fmla="*/ 1 w 32"/>
                  <a:gd name="T9" fmla="*/ 38 h 52"/>
                  <a:gd name="T10" fmla="*/ 4 w 32"/>
                  <a:gd name="T11" fmla="*/ 40 h 52"/>
                  <a:gd name="T12" fmla="*/ 9 w 32"/>
                  <a:gd name="T13" fmla="*/ 40 h 52"/>
                  <a:gd name="T14" fmla="*/ 12 w 32"/>
                  <a:gd name="T15" fmla="*/ 49 h 52"/>
                  <a:gd name="T16" fmla="*/ 16 w 32"/>
                  <a:gd name="T17" fmla="*/ 52 h 52"/>
                  <a:gd name="T18" fmla="*/ 20 w 32"/>
                  <a:gd name="T19" fmla="*/ 49 h 52"/>
                  <a:gd name="T20" fmla="*/ 23 w 32"/>
                  <a:gd name="T21" fmla="*/ 40 h 52"/>
                  <a:gd name="T22" fmla="*/ 28 w 32"/>
                  <a:gd name="T23" fmla="*/ 40 h 52"/>
                  <a:gd name="T24" fmla="*/ 31 w 32"/>
                  <a:gd name="T25" fmla="*/ 38 h 52"/>
                  <a:gd name="T26" fmla="*/ 32 w 32"/>
                  <a:gd name="T27" fmla="*/ 35 h 52"/>
                  <a:gd name="T28" fmla="*/ 29 w 32"/>
                  <a:gd name="T29" fmla="*/ 2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2" h="52">
                    <a:moveTo>
                      <a:pt x="29" y="22"/>
                    </a:moveTo>
                    <a:cubicBezTo>
                      <a:pt x="24" y="2"/>
                      <a:pt x="23" y="0"/>
                      <a:pt x="16" y="0"/>
                    </a:cubicBezTo>
                    <a:cubicBezTo>
                      <a:pt x="9" y="0"/>
                      <a:pt x="8" y="2"/>
                      <a:pt x="3" y="22"/>
                    </a:cubicBezTo>
                    <a:cubicBezTo>
                      <a:pt x="2" y="26"/>
                      <a:pt x="1" y="30"/>
                      <a:pt x="0" y="35"/>
                    </a:cubicBezTo>
                    <a:cubicBezTo>
                      <a:pt x="0" y="36"/>
                      <a:pt x="0" y="37"/>
                      <a:pt x="1" y="38"/>
                    </a:cubicBezTo>
                    <a:cubicBezTo>
                      <a:pt x="2" y="39"/>
                      <a:pt x="3" y="40"/>
                      <a:pt x="4" y="40"/>
                    </a:cubicBezTo>
                    <a:cubicBezTo>
                      <a:pt x="4" y="40"/>
                      <a:pt x="7" y="40"/>
                      <a:pt x="9" y="40"/>
                    </a:cubicBezTo>
                    <a:cubicBezTo>
                      <a:pt x="10" y="42"/>
                      <a:pt x="11" y="46"/>
                      <a:pt x="12" y="49"/>
                    </a:cubicBezTo>
                    <a:cubicBezTo>
                      <a:pt x="13" y="51"/>
                      <a:pt x="14" y="52"/>
                      <a:pt x="16" y="52"/>
                    </a:cubicBezTo>
                    <a:cubicBezTo>
                      <a:pt x="18" y="52"/>
                      <a:pt x="19" y="51"/>
                      <a:pt x="20" y="49"/>
                    </a:cubicBezTo>
                    <a:cubicBezTo>
                      <a:pt x="21" y="46"/>
                      <a:pt x="22" y="42"/>
                      <a:pt x="23" y="40"/>
                    </a:cubicBezTo>
                    <a:cubicBezTo>
                      <a:pt x="25" y="40"/>
                      <a:pt x="28" y="40"/>
                      <a:pt x="28" y="40"/>
                    </a:cubicBezTo>
                    <a:cubicBezTo>
                      <a:pt x="29" y="40"/>
                      <a:pt x="30" y="39"/>
                      <a:pt x="31" y="38"/>
                    </a:cubicBezTo>
                    <a:cubicBezTo>
                      <a:pt x="32" y="37"/>
                      <a:pt x="32" y="36"/>
                      <a:pt x="32" y="35"/>
                    </a:cubicBezTo>
                    <a:cubicBezTo>
                      <a:pt x="31" y="30"/>
                      <a:pt x="30" y="26"/>
                      <a:pt x="29" y="2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3" name="组合 142"/>
            <p:cNvGrpSpPr/>
            <p:nvPr/>
          </p:nvGrpSpPr>
          <p:grpSpPr>
            <a:xfrm>
              <a:off x="5072063" y="3302000"/>
              <a:ext cx="228600" cy="254000"/>
              <a:chOff x="5072063" y="3302000"/>
              <a:chExt cx="228600" cy="254000"/>
            </a:xfrm>
          </p:grpSpPr>
          <p:sp>
            <p:nvSpPr>
              <p:cNvPr id="67" name="Oval 67"/>
              <p:cNvSpPr>
                <a:spLocks noChangeArrowheads="1"/>
              </p:cNvSpPr>
              <p:nvPr/>
            </p:nvSpPr>
            <p:spPr bwMode="auto">
              <a:xfrm>
                <a:off x="5097463" y="3505200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Oval 68"/>
              <p:cNvSpPr>
                <a:spLocks noChangeArrowheads="1"/>
              </p:cNvSpPr>
              <p:nvPr/>
            </p:nvSpPr>
            <p:spPr bwMode="auto">
              <a:xfrm>
                <a:off x="5173663" y="3505200"/>
                <a:ext cx="50800" cy="508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Freeform 69"/>
              <p:cNvSpPr>
                <a:spLocks/>
              </p:cNvSpPr>
              <p:nvPr/>
            </p:nvSpPr>
            <p:spPr bwMode="auto">
              <a:xfrm>
                <a:off x="5106988" y="3302000"/>
                <a:ext cx="66675" cy="76200"/>
              </a:xfrm>
              <a:custGeom>
                <a:avLst/>
                <a:gdLst>
                  <a:gd name="T0" fmla="*/ 20 w 21"/>
                  <a:gd name="T1" fmla="*/ 24 h 24"/>
                  <a:gd name="T2" fmla="*/ 21 w 21"/>
                  <a:gd name="T3" fmla="*/ 24 h 24"/>
                  <a:gd name="T4" fmla="*/ 21 w 21"/>
                  <a:gd name="T5" fmla="*/ 4 h 24"/>
                  <a:gd name="T6" fmla="*/ 17 w 21"/>
                  <a:gd name="T7" fmla="*/ 0 h 24"/>
                  <a:gd name="T8" fmla="*/ 13 w 21"/>
                  <a:gd name="T9" fmla="*/ 0 h 24"/>
                  <a:gd name="T10" fmla="*/ 0 w 21"/>
                  <a:gd name="T11" fmla="*/ 4 h 24"/>
                  <a:gd name="T12" fmla="*/ 20 w 21"/>
                  <a:gd name="T13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24">
                    <a:moveTo>
                      <a:pt x="20" y="24"/>
                    </a:move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2"/>
                      <a:pt x="19" y="0"/>
                      <a:pt x="1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8" y="0"/>
                      <a:pt x="4" y="1"/>
                      <a:pt x="0" y="4"/>
                    </a:cubicBezTo>
                    <a:lnTo>
                      <a:pt x="20" y="24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70"/>
              <p:cNvSpPr>
                <a:spLocks/>
              </p:cNvSpPr>
              <p:nvPr/>
            </p:nvSpPr>
            <p:spPr bwMode="auto">
              <a:xfrm>
                <a:off x="5072063" y="3321050"/>
                <a:ext cx="79375" cy="57150"/>
              </a:xfrm>
              <a:custGeom>
                <a:avLst/>
                <a:gdLst>
                  <a:gd name="T0" fmla="*/ 8 w 25"/>
                  <a:gd name="T1" fmla="*/ 0 h 18"/>
                  <a:gd name="T2" fmla="*/ 0 w 25"/>
                  <a:gd name="T3" fmla="*/ 18 h 18"/>
                  <a:gd name="T4" fmla="*/ 25 w 25"/>
                  <a:gd name="T5" fmla="*/ 18 h 18"/>
                  <a:gd name="T6" fmla="*/ 8 w 25"/>
                  <a:gd name="T7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18">
                    <a:moveTo>
                      <a:pt x="8" y="0"/>
                    </a:moveTo>
                    <a:cubicBezTo>
                      <a:pt x="3" y="5"/>
                      <a:pt x="0" y="11"/>
                      <a:pt x="0" y="18"/>
                    </a:cubicBezTo>
                    <a:cubicBezTo>
                      <a:pt x="25" y="18"/>
                      <a:pt x="25" y="18"/>
                      <a:pt x="25" y="18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71"/>
              <p:cNvSpPr>
                <a:spLocks/>
              </p:cNvSpPr>
              <p:nvPr/>
            </p:nvSpPr>
            <p:spPr bwMode="auto">
              <a:xfrm>
                <a:off x="5072063" y="3340100"/>
                <a:ext cx="228600" cy="152400"/>
              </a:xfrm>
              <a:custGeom>
                <a:avLst/>
                <a:gdLst>
                  <a:gd name="T0" fmla="*/ 56 w 72"/>
                  <a:gd name="T1" fmla="*/ 0 h 48"/>
                  <a:gd name="T2" fmla="*/ 52 w 72"/>
                  <a:gd name="T3" fmla="*/ 3 h 48"/>
                  <a:gd name="T4" fmla="*/ 48 w 72"/>
                  <a:gd name="T5" fmla="*/ 16 h 48"/>
                  <a:gd name="T6" fmla="*/ 0 w 72"/>
                  <a:gd name="T7" fmla="*/ 16 h 48"/>
                  <a:gd name="T8" fmla="*/ 0 w 72"/>
                  <a:gd name="T9" fmla="*/ 20 h 48"/>
                  <a:gd name="T10" fmla="*/ 0 w 72"/>
                  <a:gd name="T11" fmla="*/ 21 h 48"/>
                  <a:gd name="T12" fmla="*/ 8 w 72"/>
                  <a:gd name="T13" fmla="*/ 45 h 48"/>
                  <a:gd name="T14" fmla="*/ 12 w 72"/>
                  <a:gd name="T15" fmla="*/ 48 h 48"/>
                  <a:gd name="T16" fmla="*/ 44 w 72"/>
                  <a:gd name="T17" fmla="*/ 48 h 48"/>
                  <a:gd name="T18" fmla="*/ 48 w 72"/>
                  <a:gd name="T19" fmla="*/ 45 h 48"/>
                  <a:gd name="T20" fmla="*/ 59 w 72"/>
                  <a:gd name="T21" fmla="*/ 8 h 48"/>
                  <a:gd name="T22" fmla="*/ 72 w 72"/>
                  <a:gd name="T23" fmla="*/ 8 h 48"/>
                  <a:gd name="T24" fmla="*/ 72 w 72"/>
                  <a:gd name="T25" fmla="*/ 0 h 48"/>
                  <a:gd name="T26" fmla="*/ 56 w 72"/>
                  <a:gd name="T27" fmla="*/ 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2" h="48">
                    <a:moveTo>
                      <a:pt x="56" y="0"/>
                    </a:moveTo>
                    <a:cubicBezTo>
                      <a:pt x="54" y="0"/>
                      <a:pt x="53" y="1"/>
                      <a:pt x="52" y="3"/>
                    </a:cubicBezTo>
                    <a:cubicBezTo>
                      <a:pt x="48" y="16"/>
                      <a:pt x="48" y="16"/>
                      <a:pt x="48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7"/>
                      <a:pt x="0" y="19"/>
                      <a:pt x="0" y="20"/>
                    </a:cubicBezTo>
                    <a:cubicBezTo>
                      <a:pt x="0" y="20"/>
                      <a:pt x="0" y="21"/>
                      <a:pt x="0" y="21"/>
                    </a:cubicBezTo>
                    <a:cubicBezTo>
                      <a:pt x="8" y="45"/>
                      <a:pt x="8" y="45"/>
                      <a:pt x="8" y="45"/>
                    </a:cubicBezTo>
                    <a:cubicBezTo>
                      <a:pt x="9" y="47"/>
                      <a:pt x="10" y="48"/>
                      <a:pt x="12" y="48"/>
                    </a:cubicBezTo>
                    <a:cubicBezTo>
                      <a:pt x="44" y="48"/>
                      <a:pt x="44" y="48"/>
                      <a:pt x="44" y="48"/>
                    </a:cubicBezTo>
                    <a:cubicBezTo>
                      <a:pt x="46" y="48"/>
                      <a:pt x="47" y="47"/>
                      <a:pt x="48" y="45"/>
                    </a:cubicBezTo>
                    <a:cubicBezTo>
                      <a:pt x="59" y="8"/>
                      <a:pt x="59" y="8"/>
                      <a:pt x="59" y="8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0"/>
                      <a:pt x="72" y="0"/>
                      <a:pt x="72" y="0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4" name="组合 143"/>
            <p:cNvGrpSpPr/>
            <p:nvPr/>
          </p:nvGrpSpPr>
          <p:grpSpPr>
            <a:xfrm>
              <a:off x="5640388" y="3276600"/>
              <a:ext cx="304800" cy="304800"/>
              <a:chOff x="5640388" y="3276600"/>
              <a:chExt cx="304800" cy="304800"/>
            </a:xfrm>
          </p:grpSpPr>
          <p:sp>
            <p:nvSpPr>
              <p:cNvPr id="72" name="Freeform 72"/>
              <p:cNvSpPr>
                <a:spLocks/>
              </p:cNvSpPr>
              <p:nvPr/>
            </p:nvSpPr>
            <p:spPr bwMode="auto">
              <a:xfrm>
                <a:off x="5640388" y="3276600"/>
                <a:ext cx="304800" cy="165100"/>
              </a:xfrm>
              <a:custGeom>
                <a:avLst/>
                <a:gdLst>
                  <a:gd name="T0" fmla="*/ 104 w 192"/>
                  <a:gd name="T1" fmla="*/ 32 h 104"/>
                  <a:gd name="T2" fmla="*/ 104 w 192"/>
                  <a:gd name="T3" fmla="*/ 0 h 104"/>
                  <a:gd name="T4" fmla="*/ 88 w 192"/>
                  <a:gd name="T5" fmla="*/ 0 h 104"/>
                  <a:gd name="T6" fmla="*/ 88 w 192"/>
                  <a:gd name="T7" fmla="*/ 32 h 104"/>
                  <a:gd name="T8" fmla="*/ 0 w 192"/>
                  <a:gd name="T9" fmla="*/ 32 h 104"/>
                  <a:gd name="T10" fmla="*/ 0 w 192"/>
                  <a:gd name="T11" fmla="*/ 48 h 104"/>
                  <a:gd name="T12" fmla="*/ 24 w 192"/>
                  <a:gd name="T13" fmla="*/ 48 h 104"/>
                  <a:gd name="T14" fmla="*/ 24 w 192"/>
                  <a:gd name="T15" fmla="*/ 80 h 104"/>
                  <a:gd name="T16" fmla="*/ 40 w 192"/>
                  <a:gd name="T17" fmla="*/ 80 h 104"/>
                  <a:gd name="T18" fmla="*/ 40 w 192"/>
                  <a:gd name="T19" fmla="*/ 48 h 104"/>
                  <a:gd name="T20" fmla="*/ 88 w 192"/>
                  <a:gd name="T21" fmla="*/ 48 h 104"/>
                  <a:gd name="T22" fmla="*/ 88 w 192"/>
                  <a:gd name="T23" fmla="*/ 104 h 104"/>
                  <a:gd name="T24" fmla="*/ 104 w 192"/>
                  <a:gd name="T25" fmla="*/ 104 h 104"/>
                  <a:gd name="T26" fmla="*/ 104 w 192"/>
                  <a:gd name="T27" fmla="*/ 48 h 104"/>
                  <a:gd name="T28" fmla="*/ 152 w 192"/>
                  <a:gd name="T29" fmla="*/ 48 h 104"/>
                  <a:gd name="T30" fmla="*/ 152 w 192"/>
                  <a:gd name="T31" fmla="*/ 88 h 104"/>
                  <a:gd name="T32" fmla="*/ 168 w 192"/>
                  <a:gd name="T33" fmla="*/ 88 h 104"/>
                  <a:gd name="T34" fmla="*/ 168 w 192"/>
                  <a:gd name="T35" fmla="*/ 48 h 104"/>
                  <a:gd name="T36" fmla="*/ 192 w 192"/>
                  <a:gd name="T37" fmla="*/ 48 h 104"/>
                  <a:gd name="T38" fmla="*/ 192 w 192"/>
                  <a:gd name="T39" fmla="*/ 32 h 104"/>
                  <a:gd name="T40" fmla="*/ 104 w 192"/>
                  <a:gd name="T41" fmla="*/ 3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2" h="104">
                    <a:moveTo>
                      <a:pt x="104" y="32"/>
                    </a:moveTo>
                    <a:lnTo>
                      <a:pt x="104" y="0"/>
                    </a:lnTo>
                    <a:lnTo>
                      <a:pt x="88" y="0"/>
                    </a:lnTo>
                    <a:lnTo>
                      <a:pt x="88" y="32"/>
                    </a:lnTo>
                    <a:lnTo>
                      <a:pt x="0" y="32"/>
                    </a:lnTo>
                    <a:lnTo>
                      <a:pt x="0" y="48"/>
                    </a:lnTo>
                    <a:lnTo>
                      <a:pt x="24" y="48"/>
                    </a:lnTo>
                    <a:lnTo>
                      <a:pt x="24" y="80"/>
                    </a:lnTo>
                    <a:lnTo>
                      <a:pt x="40" y="80"/>
                    </a:lnTo>
                    <a:lnTo>
                      <a:pt x="40" y="48"/>
                    </a:lnTo>
                    <a:lnTo>
                      <a:pt x="88" y="48"/>
                    </a:lnTo>
                    <a:lnTo>
                      <a:pt x="88" y="104"/>
                    </a:lnTo>
                    <a:lnTo>
                      <a:pt x="104" y="104"/>
                    </a:lnTo>
                    <a:lnTo>
                      <a:pt x="104" y="48"/>
                    </a:lnTo>
                    <a:lnTo>
                      <a:pt x="152" y="48"/>
                    </a:lnTo>
                    <a:lnTo>
                      <a:pt x="152" y="88"/>
                    </a:lnTo>
                    <a:lnTo>
                      <a:pt x="168" y="88"/>
                    </a:lnTo>
                    <a:lnTo>
                      <a:pt x="168" y="48"/>
                    </a:lnTo>
                    <a:lnTo>
                      <a:pt x="192" y="48"/>
                    </a:lnTo>
                    <a:lnTo>
                      <a:pt x="192" y="32"/>
                    </a:lnTo>
                    <a:lnTo>
                      <a:pt x="104" y="32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73"/>
              <p:cNvSpPr>
                <a:spLocks/>
              </p:cNvSpPr>
              <p:nvPr/>
            </p:nvSpPr>
            <p:spPr bwMode="auto">
              <a:xfrm>
                <a:off x="5856288" y="3429000"/>
                <a:ext cx="76200" cy="76200"/>
              </a:xfrm>
              <a:custGeom>
                <a:avLst/>
                <a:gdLst>
                  <a:gd name="T0" fmla="*/ 0 w 48"/>
                  <a:gd name="T1" fmla="*/ 48 h 48"/>
                  <a:gd name="T2" fmla="*/ 48 w 48"/>
                  <a:gd name="T3" fmla="*/ 48 h 48"/>
                  <a:gd name="T4" fmla="*/ 24 w 48"/>
                  <a:gd name="T5" fmla="*/ 0 h 48"/>
                  <a:gd name="T6" fmla="*/ 0 w 48"/>
                  <a:gd name="T7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48">
                    <a:moveTo>
                      <a:pt x="0" y="48"/>
                    </a:moveTo>
                    <a:lnTo>
                      <a:pt x="48" y="48"/>
                    </a:lnTo>
                    <a:lnTo>
                      <a:pt x="24" y="0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Oval 74"/>
              <p:cNvSpPr>
                <a:spLocks noChangeArrowheads="1"/>
              </p:cNvSpPr>
              <p:nvPr/>
            </p:nvSpPr>
            <p:spPr bwMode="auto">
              <a:xfrm>
                <a:off x="5653088" y="3416300"/>
                <a:ext cx="76200" cy="762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75"/>
              <p:cNvSpPr>
                <a:spLocks/>
              </p:cNvSpPr>
              <p:nvPr/>
            </p:nvSpPr>
            <p:spPr bwMode="auto">
              <a:xfrm>
                <a:off x="5754688" y="3454400"/>
                <a:ext cx="76200" cy="127000"/>
              </a:xfrm>
              <a:custGeom>
                <a:avLst/>
                <a:gdLst>
                  <a:gd name="T0" fmla="*/ 0 w 24"/>
                  <a:gd name="T1" fmla="*/ 20 h 40"/>
                  <a:gd name="T2" fmla="*/ 24 w 24"/>
                  <a:gd name="T3" fmla="*/ 40 h 40"/>
                  <a:gd name="T4" fmla="*/ 16 w 24"/>
                  <a:gd name="T5" fmla="*/ 20 h 40"/>
                  <a:gd name="T6" fmla="*/ 24 w 24"/>
                  <a:gd name="T7" fmla="*/ 0 h 40"/>
                  <a:gd name="T8" fmla="*/ 0 w 24"/>
                  <a:gd name="T9" fmla="*/ 2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40">
                    <a:moveTo>
                      <a:pt x="0" y="20"/>
                    </a:moveTo>
                    <a:cubicBezTo>
                      <a:pt x="0" y="36"/>
                      <a:pt x="13" y="40"/>
                      <a:pt x="24" y="40"/>
                    </a:cubicBezTo>
                    <a:cubicBezTo>
                      <a:pt x="24" y="40"/>
                      <a:pt x="16" y="32"/>
                      <a:pt x="16" y="20"/>
                    </a:cubicBezTo>
                    <a:cubicBezTo>
                      <a:pt x="16" y="8"/>
                      <a:pt x="24" y="0"/>
                      <a:pt x="24" y="0"/>
                    </a:cubicBezTo>
                    <a:cubicBezTo>
                      <a:pt x="13" y="0"/>
                      <a:pt x="0" y="4"/>
                      <a:pt x="0" y="2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6297613" y="3276600"/>
              <a:ext cx="203200" cy="304800"/>
              <a:chOff x="6297613" y="3276600"/>
              <a:chExt cx="203200" cy="304800"/>
            </a:xfrm>
          </p:grpSpPr>
          <p:sp>
            <p:nvSpPr>
              <p:cNvPr id="76" name="Freeform 76"/>
              <p:cNvSpPr>
                <a:spLocks/>
              </p:cNvSpPr>
              <p:nvPr/>
            </p:nvSpPr>
            <p:spPr bwMode="auto">
              <a:xfrm>
                <a:off x="6430963" y="3463925"/>
                <a:ext cx="63500" cy="50800"/>
              </a:xfrm>
              <a:custGeom>
                <a:avLst/>
                <a:gdLst>
                  <a:gd name="T0" fmla="*/ 0 w 20"/>
                  <a:gd name="T1" fmla="*/ 9 h 16"/>
                  <a:gd name="T2" fmla="*/ 16 w 20"/>
                  <a:gd name="T3" fmla="*/ 16 h 16"/>
                  <a:gd name="T4" fmla="*/ 20 w 20"/>
                  <a:gd name="T5" fmla="*/ 0 h 16"/>
                  <a:gd name="T6" fmla="*/ 0 w 20"/>
                  <a:gd name="T7" fmla="*/ 9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" h="16">
                    <a:moveTo>
                      <a:pt x="0" y="9"/>
                    </a:moveTo>
                    <a:cubicBezTo>
                      <a:pt x="16" y="16"/>
                      <a:pt x="16" y="16"/>
                      <a:pt x="16" y="16"/>
                    </a:cubicBezTo>
                    <a:cubicBezTo>
                      <a:pt x="18" y="11"/>
                      <a:pt x="19" y="5"/>
                      <a:pt x="20" y="0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Oval 77"/>
              <p:cNvSpPr>
                <a:spLocks noChangeArrowheads="1"/>
              </p:cNvSpPr>
              <p:nvPr/>
            </p:nvSpPr>
            <p:spPr bwMode="auto">
              <a:xfrm>
                <a:off x="6380163" y="3378200"/>
                <a:ext cx="38100" cy="38100"/>
              </a:xfrm>
              <a:prstGeom prst="ellipse">
                <a:avLst/>
              </a:pr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78"/>
              <p:cNvSpPr>
                <a:spLocks/>
              </p:cNvSpPr>
              <p:nvPr/>
            </p:nvSpPr>
            <p:spPr bwMode="auto">
              <a:xfrm>
                <a:off x="6303963" y="3463925"/>
                <a:ext cx="168275" cy="117475"/>
              </a:xfrm>
              <a:custGeom>
                <a:avLst/>
                <a:gdLst>
                  <a:gd name="T0" fmla="*/ 0 w 53"/>
                  <a:gd name="T1" fmla="*/ 0 h 37"/>
                  <a:gd name="T2" fmla="*/ 30 w 53"/>
                  <a:gd name="T3" fmla="*/ 37 h 37"/>
                  <a:gd name="T4" fmla="*/ 53 w 53"/>
                  <a:gd name="T5" fmla="*/ 23 h 37"/>
                  <a:gd name="T6" fmla="*/ 0 w 53"/>
                  <a:gd name="T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3" h="37">
                    <a:moveTo>
                      <a:pt x="0" y="0"/>
                    </a:moveTo>
                    <a:cubicBezTo>
                      <a:pt x="6" y="33"/>
                      <a:pt x="16" y="37"/>
                      <a:pt x="30" y="37"/>
                    </a:cubicBezTo>
                    <a:cubicBezTo>
                      <a:pt x="42" y="37"/>
                      <a:pt x="49" y="33"/>
                      <a:pt x="53" y="2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79"/>
              <p:cNvSpPr>
                <a:spLocks noEditPoints="1"/>
              </p:cNvSpPr>
              <p:nvPr/>
            </p:nvSpPr>
            <p:spPr bwMode="auto">
              <a:xfrm>
                <a:off x="6297613" y="3276600"/>
                <a:ext cx="203200" cy="203200"/>
              </a:xfrm>
              <a:custGeom>
                <a:avLst/>
                <a:gdLst>
                  <a:gd name="T0" fmla="*/ 32 w 64"/>
                  <a:gd name="T1" fmla="*/ 64 h 64"/>
                  <a:gd name="T2" fmla="*/ 63 w 64"/>
                  <a:gd name="T3" fmla="*/ 50 h 64"/>
                  <a:gd name="T4" fmla="*/ 64 w 64"/>
                  <a:gd name="T5" fmla="*/ 32 h 64"/>
                  <a:gd name="T6" fmla="*/ 32 w 64"/>
                  <a:gd name="T7" fmla="*/ 0 h 64"/>
                  <a:gd name="T8" fmla="*/ 0 w 64"/>
                  <a:gd name="T9" fmla="*/ 32 h 64"/>
                  <a:gd name="T10" fmla="*/ 1 w 64"/>
                  <a:gd name="T11" fmla="*/ 50 h 64"/>
                  <a:gd name="T12" fmla="*/ 32 w 64"/>
                  <a:gd name="T13" fmla="*/ 64 h 64"/>
                  <a:gd name="T14" fmla="*/ 32 w 64"/>
                  <a:gd name="T15" fmla="*/ 12 h 64"/>
                  <a:gd name="T16" fmla="*/ 52 w 64"/>
                  <a:gd name="T17" fmla="*/ 32 h 64"/>
                  <a:gd name="T18" fmla="*/ 32 w 64"/>
                  <a:gd name="T19" fmla="*/ 52 h 64"/>
                  <a:gd name="T20" fmla="*/ 12 w 64"/>
                  <a:gd name="T21" fmla="*/ 32 h 64"/>
                  <a:gd name="T22" fmla="*/ 32 w 64"/>
                  <a:gd name="T23" fmla="*/ 12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4" h="64">
                    <a:moveTo>
                      <a:pt x="32" y="64"/>
                    </a:moveTo>
                    <a:cubicBezTo>
                      <a:pt x="63" y="50"/>
                      <a:pt x="63" y="50"/>
                      <a:pt x="63" y="50"/>
                    </a:cubicBezTo>
                    <a:cubicBezTo>
                      <a:pt x="64" y="39"/>
                      <a:pt x="64" y="32"/>
                      <a:pt x="64" y="32"/>
                    </a:cubicBezTo>
                    <a:cubicBezTo>
                      <a:pt x="64" y="13"/>
                      <a:pt x="51" y="0"/>
                      <a:pt x="32" y="0"/>
                    </a:cubicBezTo>
                    <a:cubicBezTo>
                      <a:pt x="14" y="0"/>
                      <a:pt x="0" y="13"/>
                      <a:pt x="0" y="32"/>
                    </a:cubicBezTo>
                    <a:cubicBezTo>
                      <a:pt x="0" y="32"/>
                      <a:pt x="0" y="39"/>
                      <a:pt x="1" y="50"/>
                    </a:cubicBezTo>
                    <a:lnTo>
                      <a:pt x="32" y="64"/>
                    </a:lnTo>
                    <a:close/>
                    <a:moveTo>
                      <a:pt x="32" y="12"/>
                    </a:moveTo>
                    <a:cubicBezTo>
                      <a:pt x="43" y="12"/>
                      <a:pt x="52" y="21"/>
                      <a:pt x="52" y="32"/>
                    </a:cubicBezTo>
                    <a:cubicBezTo>
                      <a:pt x="52" y="43"/>
                      <a:pt x="43" y="52"/>
                      <a:pt x="32" y="52"/>
                    </a:cubicBezTo>
                    <a:cubicBezTo>
                      <a:pt x="21" y="52"/>
                      <a:pt x="12" y="43"/>
                      <a:pt x="12" y="32"/>
                    </a:cubicBezTo>
                    <a:cubicBezTo>
                      <a:pt x="12" y="21"/>
                      <a:pt x="21" y="12"/>
                      <a:pt x="32" y="12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0" name="Freeform 80"/>
            <p:cNvSpPr>
              <a:spLocks noEditPoints="1"/>
            </p:cNvSpPr>
            <p:nvPr/>
          </p:nvSpPr>
          <p:spPr bwMode="auto">
            <a:xfrm>
              <a:off x="4452938" y="3948113"/>
              <a:ext cx="252413" cy="203200"/>
            </a:xfrm>
            <a:custGeom>
              <a:avLst/>
              <a:gdLst>
                <a:gd name="T0" fmla="*/ 62 w 80"/>
                <a:gd name="T1" fmla="*/ 0 h 64"/>
                <a:gd name="T2" fmla="*/ 8 w 80"/>
                <a:gd name="T3" fmla="*/ 0 h 64"/>
                <a:gd name="T4" fmla="*/ 0 w 80"/>
                <a:gd name="T5" fmla="*/ 8 h 64"/>
                <a:gd name="T6" fmla="*/ 0 w 80"/>
                <a:gd name="T7" fmla="*/ 56 h 64"/>
                <a:gd name="T8" fmla="*/ 8 w 80"/>
                <a:gd name="T9" fmla="*/ 64 h 64"/>
                <a:gd name="T10" fmla="*/ 72 w 80"/>
                <a:gd name="T11" fmla="*/ 64 h 64"/>
                <a:gd name="T12" fmla="*/ 80 w 80"/>
                <a:gd name="T13" fmla="*/ 56 h 64"/>
                <a:gd name="T14" fmla="*/ 80 w 80"/>
                <a:gd name="T15" fmla="*/ 18 h 64"/>
                <a:gd name="T16" fmla="*/ 62 w 80"/>
                <a:gd name="T17" fmla="*/ 0 h 64"/>
                <a:gd name="T18" fmla="*/ 56 w 80"/>
                <a:gd name="T19" fmla="*/ 24 h 64"/>
                <a:gd name="T20" fmla="*/ 56 w 80"/>
                <a:gd name="T21" fmla="*/ 4 h 64"/>
                <a:gd name="T22" fmla="*/ 76 w 80"/>
                <a:gd name="T23" fmla="*/ 24 h 64"/>
                <a:gd name="T24" fmla="*/ 56 w 80"/>
                <a:gd name="T25" fmla="*/ 2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0" h="64">
                  <a:moveTo>
                    <a:pt x="62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4" y="64"/>
                    <a:pt x="8" y="64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6" y="64"/>
                    <a:pt x="80" y="60"/>
                    <a:pt x="80" y="56"/>
                  </a:cubicBezTo>
                  <a:cubicBezTo>
                    <a:pt x="80" y="18"/>
                    <a:pt x="80" y="18"/>
                    <a:pt x="80" y="18"/>
                  </a:cubicBezTo>
                  <a:lnTo>
                    <a:pt x="62" y="0"/>
                  </a:lnTo>
                  <a:close/>
                  <a:moveTo>
                    <a:pt x="56" y="24"/>
                  </a:moveTo>
                  <a:cubicBezTo>
                    <a:pt x="56" y="4"/>
                    <a:pt x="56" y="4"/>
                    <a:pt x="56" y="4"/>
                  </a:cubicBezTo>
                  <a:cubicBezTo>
                    <a:pt x="76" y="24"/>
                    <a:pt x="76" y="24"/>
                    <a:pt x="76" y="24"/>
                  </a:cubicBezTo>
                  <a:lnTo>
                    <a:pt x="56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81"/>
            <p:cNvSpPr>
              <a:spLocks noEditPoints="1"/>
            </p:cNvSpPr>
            <p:nvPr/>
          </p:nvSpPr>
          <p:spPr bwMode="auto">
            <a:xfrm>
              <a:off x="7512051" y="3302000"/>
              <a:ext cx="201613" cy="254000"/>
            </a:xfrm>
            <a:custGeom>
              <a:avLst/>
              <a:gdLst>
                <a:gd name="T0" fmla="*/ 46 w 64"/>
                <a:gd name="T1" fmla="*/ 0 h 80"/>
                <a:gd name="T2" fmla="*/ 8 w 64"/>
                <a:gd name="T3" fmla="*/ 0 h 80"/>
                <a:gd name="T4" fmla="*/ 0 w 64"/>
                <a:gd name="T5" fmla="*/ 8 h 80"/>
                <a:gd name="T6" fmla="*/ 0 w 64"/>
                <a:gd name="T7" fmla="*/ 72 h 80"/>
                <a:gd name="T8" fmla="*/ 8 w 64"/>
                <a:gd name="T9" fmla="*/ 80 h 80"/>
                <a:gd name="T10" fmla="*/ 56 w 64"/>
                <a:gd name="T11" fmla="*/ 80 h 80"/>
                <a:gd name="T12" fmla="*/ 64 w 64"/>
                <a:gd name="T13" fmla="*/ 72 h 80"/>
                <a:gd name="T14" fmla="*/ 64 w 64"/>
                <a:gd name="T15" fmla="*/ 18 h 80"/>
                <a:gd name="T16" fmla="*/ 46 w 64"/>
                <a:gd name="T17" fmla="*/ 0 h 80"/>
                <a:gd name="T18" fmla="*/ 12 w 64"/>
                <a:gd name="T19" fmla="*/ 40 h 80"/>
                <a:gd name="T20" fmla="*/ 44 w 64"/>
                <a:gd name="T21" fmla="*/ 40 h 80"/>
                <a:gd name="T22" fmla="*/ 44 w 64"/>
                <a:gd name="T23" fmla="*/ 48 h 80"/>
                <a:gd name="T24" fmla="*/ 12 w 64"/>
                <a:gd name="T25" fmla="*/ 48 h 80"/>
                <a:gd name="T26" fmla="*/ 12 w 64"/>
                <a:gd name="T27" fmla="*/ 40 h 80"/>
                <a:gd name="T28" fmla="*/ 52 w 64"/>
                <a:gd name="T29" fmla="*/ 64 h 80"/>
                <a:gd name="T30" fmla="*/ 12 w 64"/>
                <a:gd name="T31" fmla="*/ 64 h 80"/>
                <a:gd name="T32" fmla="*/ 12 w 64"/>
                <a:gd name="T33" fmla="*/ 56 h 80"/>
                <a:gd name="T34" fmla="*/ 52 w 64"/>
                <a:gd name="T35" fmla="*/ 56 h 80"/>
                <a:gd name="T36" fmla="*/ 52 w 64"/>
                <a:gd name="T37" fmla="*/ 64 h 80"/>
                <a:gd name="T38" fmla="*/ 40 w 64"/>
                <a:gd name="T39" fmla="*/ 24 h 80"/>
                <a:gd name="T40" fmla="*/ 40 w 64"/>
                <a:gd name="T41" fmla="*/ 4 h 80"/>
                <a:gd name="T42" fmla="*/ 60 w 64"/>
                <a:gd name="T43" fmla="*/ 24 h 80"/>
                <a:gd name="T44" fmla="*/ 40 w 64"/>
                <a:gd name="T45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" h="80">
                  <a:moveTo>
                    <a:pt x="4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60" y="80"/>
                    <a:pt x="64" y="76"/>
                    <a:pt x="64" y="72"/>
                  </a:cubicBezTo>
                  <a:cubicBezTo>
                    <a:pt x="64" y="18"/>
                    <a:pt x="64" y="18"/>
                    <a:pt x="64" y="18"/>
                  </a:cubicBezTo>
                  <a:lnTo>
                    <a:pt x="46" y="0"/>
                  </a:lnTo>
                  <a:close/>
                  <a:moveTo>
                    <a:pt x="12" y="40"/>
                  </a:moveTo>
                  <a:cubicBezTo>
                    <a:pt x="44" y="40"/>
                    <a:pt x="44" y="40"/>
                    <a:pt x="44" y="40"/>
                  </a:cubicBezTo>
                  <a:cubicBezTo>
                    <a:pt x="44" y="48"/>
                    <a:pt x="44" y="48"/>
                    <a:pt x="44" y="48"/>
                  </a:cubicBezTo>
                  <a:cubicBezTo>
                    <a:pt x="12" y="48"/>
                    <a:pt x="12" y="48"/>
                    <a:pt x="12" y="48"/>
                  </a:cubicBezTo>
                  <a:lnTo>
                    <a:pt x="12" y="40"/>
                  </a:lnTo>
                  <a:close/>
                  <a:moveTo>
                    <a:pt x="52" y="64"/>
                  </a:moveTo>
                  <a:cubicBezTo>
                    <a:pt x="12" y="64"/>
                    <a:pt x="12" y="64"/>
                    <a:pt x="12" y="64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52" y="56"/>
                    <a:pt x="52" y="56"/>
                    <a:pt x="52" y="56"/>
                  </a:cubicBezTo>
                  <a:lnTo>
                    <a:pt x="52" y="64"/>
                  </a:lnTo>
                  <a:close/>
                  <a:moveTo>
                    <a:pt x="40" y="24"/>
                  </a:moveTo>
                  <a:cubicBezTo>
                    <a:pt x="40" y="4"/>
                    <a:pt x="40" y="4"/>
                    <a:pt x="40" y="4"/>
                  </a:cubicBezTo>
                  <a:cubicBezTo>
                    <a:pt x="60" y="24"/>
                    <a:pt x="60" y="24"/>
                    <a:pt x="60" y="24"/>
                  </a:cubicBezTo>
                  <a:lnTo>
                    <a:pt x="40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" name="Freeform 82"/>
            <p:cNvSpPr>
              <a:spLocks noEditPoints="1"/>
            </p:cNvSpPr>
            <p:nvPr/>
          </p:nvSpPr>
          <p:spPr bwMode="auto">
            <a:xfrm>
              <a:off x="8118476" y="3302000"/>
              <a:ext cx="201613" cy="254000"/>
            </a:xfrm>
            <a:custGeom>
              <a:avLst/>
              <a:gdLst>
                <a:gd name="T0" fmla="*/ 46 w 64"/>
                <a:gd name="T1" fmla="*/ 0 h 80"/>
                <a:gd name="T2" fmla="*/ 8 w 64"/>
                <a:gd name="T3" fmla="*/ 0 h 80"/>
                <a:gd name="T4" fmla="*/ 0 w 64"/>
                <a:gd name="T5" fmla="*/ 8 h 80"/>
                <a:gd name="T6" fmla="*/ 0 w 64"/>
                <a:gd name="T7" fmla="*/ 72 h 80"/>
                <a:gd name="T8" fmla="*/ 8 w 64"/>
                <a:gd name="T9" fmla="*/ 80 h 80"/>
                <a:gd name="T10" fmla="*/ 56 w 64"/>
                <a:gd name="T11" fmla="*/ 80 h 80"/>
                <a:gd name="T12" fmla="*/ 64 w 64"/>
                <a:gd name="T13" fmla="*/ 72 h 80"/>
                <a:gd name="T14" fmla="*/ 64 w 64"/>
                <a:gd name="T15" fmla="*/ 18 h 80"/>
                <a:gd name="T16" fmla="*/ 46 w 64"/>
                <a:gd name="T17" fmla="*/ 0 h 80"/>
                <a:gd name="T18" fmla="*/ 24 w 64"/>
                <a:gd name="T19" fmla="*/ 44 h 80"/>
                <a:gd name="T20" fmla="*/ 16 w 64"/>
                <a:gd name="T21" fmla="*/ 36 h 80"/>
                <a:gd name="T22" fmla="*/ 8 w 64"/>
                <a:gd name="T23" fmla="*/ 44 h 80"/>
                <a:gd name="T24" fmla="*/ 8 w 64"/>
                <a:gd name="T25" fmla="*/ 8 h 80"/>
                <a:gd name="T26" fmla="*/ 24 w 64"/>
                <a:gd name="T27" fmla="*/ 8 h 80"/>
                <a:gd name="T28" fmla="*/ 24 w 64"/>
                <a:gd name="T29" fmla="*/ 44 h 80"/>
                <a:gd name="T30" fmla="*/ 40 w 64"/>
                <a:gd name="T31" fmla="*/ 24 h 80"/>
                <a:gd name="T32" fmla="*/ 40 w 64"/>
                <a:gd name="T33" fmla="*/ 4 h 80"/>
                <a:gd name="T34" fmla="*/ 60 w 64"/>
                <a:gd name="T35" fmla="*/ 24 h 80"/>
                <a:gd name="T36" fmla="*/ 40 w 64"/>
                <a:gd name="T37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4" h="80">
                  <a:moveTo>
                    <a:pt x="4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60" y="80"/>
                    <a:pt x="64" y="76"/>
                    <a:pt x="64" y="72"/>
                  </a:cubicBezTo>
                  <a:cubicBezTo>
                    <a:pt x="64" y="18"/>
                    <a:pt x="64" y="18"/>
                    <a:pt x="64" y="18"/>
                  </a:cubicBezTo>
                  <a:lnTo>
                    <a:pt x="46" y="0"/>
                  </a:lnTo>
                  <a:close/>
                  <a:moveTo>
                    <a:pt x="24" y="44"/>
                  </a:moveTo>
                  <a:cubicBezTo>
                    <a:pt x="16" y="36"/>
                    <a:pt x="16" y="36"/>
                    <a:pt x="16" y="36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24" y="8"/>
                    <a:pt x="24" y="8"/>
                    <a:pt x="24" y="8"/>
                  </a:cubicBezTo>
                  <a:lnTo>
                    <a:pt x="24" y="44"/>
                  </a:lnTo>
                  <a:close/>
                  <a:moveTo>
                    <a:pt x="40" y="24"/>
                  </a:moveTo>
                  <a:cubicBezTo>
                    <a:pt x="40" y="4"/>
                    <a:pt x="40" y="4"/>
                    <a:pt x="40" y="4"/>
                  </a:cubicBezTo>
                  <a:cubicBezTo>
                    <a:pt x="60" y="24"/>
                    <a:pt x="60" y="24"/>
                    <a:pt x="60" y="24"/>
                  </a:cubicBezTo>
                  <a:lnTo>
                    <a:pt x="40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6" name="组合 145"/>
            <p:cNvGrpSpPr/>
            <p:nvPr/>
          </p:nvGrpSpPr>
          <p:grpSpPr>
            <a:xfrm>
              <a:off x="8712201" y="3289300"/>
              <a:ext cx="227013" cy="279400"/>
              <a:chOff x="8712201" y="3289300"/>
              <a:chExt cx="227013" cy="279400"/>
            </a:xfrm>
          </p:grpSpPr>
          <p:sp>
            <p:nvSpPr>
              <p:cNvPr id="83" name="Freeform 83"/>
              <p:cNvSpPr>
                <a:spLocks noEditPoints="1"/>
              </p:cNvSpPr>
              <p:nvPr/>
            </p:nvSpPr>
            <p:spPr bwMode="auto">
              <a:xfrm>
                <a:off x="8763001" y="3289300"/>
                <a:ext cx="176213" cy="228600"/>
              </a:xfrm>
              <a:custGeom>
                <a:avLst/>
                <a:gdLst>
                  <a:gd name="T0" fmla="*/ 38 w 56"/>
                  <a:gd name="T1" fmla="*/ 0 h 72"/>
                  <a:gd name="T2" fmla="*/ 8 w 56"/>
                  <a:gd name="T3" fmla="*/ 0 h 72"/>
                  <a:gd name="T4" fmla="*/ 0 w 56"/>
                  <a:gd name="T5" fmla="*/ 8 h 72"/>
                  <a:gd name="T6" fmla="*/ 0 w 56"/>
                  <a:gd name="T7" fmla="*/ 64 h 72"/>
                  <a:gd name="T8" fmla="*/ 8 w 56"/>
                  <a:gd name="T9" fmla="*/ 72 h 72"/>
                  <a:gd name="T10" fmla="*/ 48 w 56"/>
                  <a:gd name="T11" fmla="*/ 72 h 72"/>
                  <a:gd name="T12" fmla="*/ 56 w 56"/>
                  <a:gd name="T13" fmla="*/ 64 h 72"/>
                  <a:gd name="T14" fmla="*/ 56 w 56"/>
                  <a:gd name="T15" fmla="*/ 18 h 72"/>
                  <a:gd name="T16" fmla="*/ 38 w 56"/>
                  <a:gd name="T17" fmla="*/ 0 h 72"/>
                  <a:gd name="T18" fmla="*/ 32 w 56"/>
                  <a:gd name="T19" fmla="*/ 24 h 72"/>
                  <a:gd name="T20" fmla="*/ 32 w 56"/>
                  <a:gd name="T21" fmla="*/ 4 h 72"/>
                  <a:gd name="T22" fmla="*/ 52 w 56"/>
                  <a:gd name="T23" fmla="*/ 24 h 72"/>
                  <a:gd name="T24" fmla="*/ 32 w 56"/>
                  <a:gd name="T25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72">
                    <a:moveTo>
                      <a:pt x="3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2" y="72"/>
                      <a:pt x="56" y="68"/>
                      <a:pt x="56" y="64"/>
                    </a:cubicBezTo>
                    <a:cubicBezTo>
                      <a:pt x="56" y="18"/>
                      <a:pt x="56" y="18"/>
                      <a:pt x="56" y="18"/>
                    </a:cubicBezTo>
                    <a:lnTo>
                      <a:pt x="38" y="0"/>
                    </a:lnTo>
                    <a:close/>
                    <a:moveTo>
                      <a:pt x="32" y="2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52" y="24"/>
                      <a:pt x="52" y="24"/>
                      <a:pt x="52" y="24"/>
                    </a:cubicBezTo>
                    <a:lnTo>
                      <a:pt x="32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84"/>
              <p:cNvSpPr>
                <a:spLocks/>
              </p:cNvSpPr>
              <p:nvPr/>
            </p:nvSpPr>
            <p:spPr bwMode="auto">
              <a:xfrm>
                <a:off x="8712201" y="3340100"/>
                <a:ext cx="176213" cy="228600"/>
              </a:xfrm>
              <a:custGeom>
                <a:avLst/>
                <a:gdLst>
                  <a:gd name="T0" fmla="*/ 8 w 56"/>
                  <a:gd name="T1" fmla="*/ 0 h 72"/>
                  <a:gd name="T2" fmla="*/ 0 w 56"/>
                  <a:gd name="T3" fmla="*/ 0 h 72"/>
                  <a:gd name="T4" fmla="*/ 0 w 56"/>
                  <a:gd name="T5" fmla="*/ 64 h 72"/>
                  <a:gd name="T6" fmla="*/ 8 w 56"/>
                  <a:gd name="T7" fmla="*/ 72 h 72"/>
                  <a:gd name="T8" fmla="*/ 56 w 56"/>
                  <a:gd name="T9" fmla="*/ 72 h 72"/>
                  <a:gd name="T10" fmla="*/ 56 w 56"/>
                  <a:gd name="T11" fmla="*/ 64 h 72"/>
                  <a:gd name="T12" fmla="*/ 8 w 56"/>
                  <a:gd name="T13" fmla="*/ 64 h 72"/>
                  <a:gd name="T14" fmla="*/ 8 w 56"/>
                  <a:gd name="T1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8" y="64"/>
                      <a:pt x="8" y="64"/>
                      <a:pt x="8" y="6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7" name="组合 146"/>
            <p:cNvGrpSpPr/>
            <p:nvPr/>
          </p:nvGrpSpPr>
          <p:grpSpPr>
            <a:xfrm>
              <a:off x="3240088" y="3884613"/>
              <a:ext cx="252413" cy="304800"/>
              <a:chOff x="3240088" y="3884613"/>
              <a:chExt cx="252413" cy="304800"/>
            </a:xfrm>
          </p:grpSpPr>
          <p:sp>
            <p:nvSpPr>
              <p:cNvPr id="85" name="Freeform 85"/>
              <p:cNvSpPr>
                <a:spLocks noEditPoints="1"/>
              </p:cNvSpPr>
              <p:nvPr/>
            </p:nvSpPr>
            <p:spPr bwMode="auto">
              <a:xfrm>
                <a:off x="3316288" y="3884613"/>
                <a:ext cx="176213" cy="228600"/>
              </a:xfrm>
              <a:custGeom>
                <a:avLst/>
                <a:gdLst>
                  <a:gd name="T0" fmla="*/ 38 w 56"/>
                  <a:gd name="T1" fmla="*/ 0 h 72"/>
                  <a:gd name="T2" fmla="*/ 8 w 56"/>
                  <a:gd name="T3" fmla="*/ 0 h 72"/>
                  <a:gd name="T4" fmla="*/ 0 w 56"/>
                  <a:gd name="T5" fmla="*/ 8 h 72"/>
                  <a:gd name="T6" fmla="*/ 0 w 56"/>
                  <a:gd name="T7" fmla="*/ 64 h 72"/>
                  <a:gd name="T8" fmla="*/ 8 w 56"/>
                  <a:gd name="T9" fmla="*/ 72 h 72"/>
                  <a:gd name="T10" fmla="*/ 48 w 56"/>
                  <a:gd name="T11" fmla="*/ 72 h 72"/>
                  <a:gd name="T12" fmla="*/ 56 w 56"/>
                  <a:gd name="T13" fmla="*/ 64 h 72"/>
                  <a:gd name="T14" fmla="*/ 56 w 56"/>
                  <a:gd name="T15" fmla="*/ 18 h 72"/>
                  <a:gd name="T16" fmla="*/ 38 w 56"/>
                  <a:gd name="T17" fmla="*/ 0 h 72"/>
                  <a:gd name="T18" fmla="*/ 32 w 56"/>
                  <a:gd name="T19" fmla="*/ 24 h 72"/>
                  <a:gd name="T20" fmla="*/ 32 w 56"/>
                  <a:gd name="T21" fmla="*/ 4 h 72"/>
                  <a:gd name="T22" fmla="*/ 52 w 56"/>
                  <a:gd name="T23" fmla="*/ 24 h 72"/>
                  <a:gd name="T24" fmla="*/ 32 w 56"/>
                  <a:gd name="T25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72">
                    <a:moveTo>
                      <a:pt x="3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48" y="72"/>
                      <a:pt x="48" y="72"/>
                      <a:pt x="48" y="72"/>
                    </a:cubicBezTo>
                    <a:cubicBezTo>
                      <a:pt x="52" y="72"/>
                      <a:pt x="56" y="68"/>
                      <a:pt x="56" y="64"/>
                    </a:cubicBezTo>
                    <a:cubicBezTo>
                      <a:pt x="56" y="18"/>
                      <a:pt x="56" y="18"/>
                      <a:pt x="56" y="18"/>
                    </a:cubicBezTo>
                    <a:lnTo>
                      <a:pt x="38" y="0"/>
                    </a:lnTo>
                    <a:close/>
                    <a:moveTo>
                      <a:pt x="32" y="24"/>
                    </a:moveTo>
                    <a:cubicBezTo>
                      <a:pt x="32" y="4"/>
                      <a:pt x="32" y="4"/>
                      <a:pt x="32" y="4"/>
                    </a:cubicBezTo>
                    <a:cubicBezTo>
                      <a:pt x="52" y="24"/>
                      <a:pt x="52" y="24"/>
                      <a:pt x="52" y="24"/>
                    </a:cubicBezTo>
                    <a:lnTo>
                      <a:pt x="32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86"/>
              <p:cNvSpPr>
                <a:spLocks/>
              </p:cNvSpPr>
              <p:nvPr/>
            </p:nvSpPr>
            <p:spPr bwMode="auto">
              <a:xfrm>
                <a:off x="3278188" y="3922713"/>
                <a:ext cx="176213" cy="228600"/>
              </a:xfrm>
              <a:custGeom>
                <a:avLst/>
                <a:gdLst>
                  <a:gd name="T0" fmla="*/ 8 w 56"/>
                  <a:gd name="T1" fmla="*/ 0 h 72"/>
                  <a:gd name="T2" fmla="*/ 0 w 56"/>
                  <a:gd name="T3" fmla="*/ 0 h 72"/>
                  <a:gd name="T4" fmla="*/ 0 w 56"/>
                  <a:gd name="T5" fmla="*/ 64 h 72"/>
                  <a:gd name="T6" fmla="*/ 8 w 56"/>
                  <a:gd name="T7" fmla="*/ 72 h 72"/>
                  <a:gd name="T8" fmla="*/ 56 w 56"/>
                  <a:gd name="T9" fmla="*/ 72 h 72"/>
                  <a:gd name="T10" fmla="*/ 56 w 56"/>
                  <a:gd name="T11" fmla="*/ 64 h 72"/>
                  <a:gd name="T12" fmla="*/ 8 w 56"/>
                  <a:gd name="T13" fmla="*/ 64 h 72"/>
                  <a:gd name="T14" fmla="*/ 8 w 56"/>
                  <a:gd name="T1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8" y="64"/>
                      <a:pt x="8" y="64"/>
                      <a:pt x="8" y="6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87"/>
              <p:cNvSpPr>
                <a:spLocks/>
              </p:cNvSpPr>
              <p:nvPr/>
            </p:nvSpPr>
            <p:spPr bwMode="auto">
              <a:xfrm>
                <a:off x="3240088" y="3960813"/>
                <a:ext cx="176213" cy="228600"/>
              </a:xfrm>
              <a:custGeom>
                <a:avLst/>
                <a:gdLst>
                  <a:gd name="T0" fmla="*/ 8 w 56"/>
                  <a:gd name="T1" fmla="*/ 0 h 72"/>
                  <a:gd name="T2" fmla="*/ 0 w 56"/>
                  <a:gd name="T3" fmla="*/ 0 h 72"/>
                  <a:gd name="T4" fmla="*/ 0 w 56"/>
                  <a:gd name="T5" fmla="*/ 64 h 72"/>
                  <a:gd name="T6" fmla="*/ 8 w 56"/>
                  <a:gd name="T7" fmla="*/ 72 h 72"/>
                  <a:gd name="T8" fmla="*/ 56 w 56"/>
                  <a:gd name="T9" fmla="*/ 72 h 72"/>
                  <a:gd name="T10" fmla="*/ 56 w 56"/>
                  <a:gd name="T11" fmla="*/ 64 h 72"/>
                  <a:gd name="T12" fmla="*/ 8 w 56"/>
                  <a:gd name="T13" fmla="*/ 64 h 72"/>
                  <a:gd name="T14" fmla="*/ 8 w 56"/>
                  <a:gd name="T1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72">
                    <a:moveTo>
                      <a:pt x="8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56" y="72"/>
                      <a:pt x="56" y="72"/>
                      <a:pt x="56" y="72"/>
                    </a:cubicBezTo>
                    <a:cubicBezTo>
                      <a:pt x="56" y="64"/>
                      <a:pt x="56" y="64"/>
                      <a:pt x="56" y="64"/>
                    </a:cubicBezTo>
                    <a:cubicBezTo>
                      <a:pt x="8" y="64"/>
                      <a:pt x="8" y="64"/>
                      <a:pt x="8" y="64"/>
                    </a:cubicBez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8" name="Freeform 88"/>
            <p:cNvSpPr>
              <a:spLocks noEditPoints="1"/>
            </p:cNvSpPr>
            <p:nvPr/>
          </p:nvSpPr>
          <p:spPr bwMode="auto">
            <a:xfrm>
              <a:off x="6880226" y="3935413"/>
              <a:ext cx="252413" cy="215900"/>
            </a:xfrm>
            <a:custGeom>
              <a:avLst/>
              <a:gdLst>
                <a:gd name="T0" fmla="*/ 72 w 80"/>
                <a:gd name="T1" fmla="*/ 12 h 68"/>
                <a:gd name="T2" fmla="*/ 40 w 80"/>
                <a:gd name="T3" fmla="*/ 12 h 68"/>
                <a:gd name="T4" fmla="*/ 34 w 80"/>
                <a:gd name="T5" fmla="*/ 4 h 68"/>
                <a:gd name="T6" fmla="*/ 27 w 80"/>
                <a:gd name="T7" fmla="*/ 0 h 68"/>
                <a:gd name="T8" fmla="*/ 4 w 80"/>
                <a:gd name="T9" fmla="*/ 0 h 68"/>
                <a:gd name="T10" fmla="*/ 0 w 80"/>
                <a:gd name="T11" fmla="*/ 4 h 68"/>
                <a:gd name="T12" fmla="*/ 0 w 80"/>
                <a:gd name="T13" fmla="*/ 60 h 68"/>
                <a:gd name="T14" fmla="*/ 8 w 80"/>
                <a:gd name="T15" fmla="*/ 68 h 68"/>
                <a:gd name="T16" fmla="*/ 72 w 80"/>
                <a:gd name="T17" fmla="*/ 68 h 68"/>
                <a:gd name="T18" fmla="*/ 80 w 80"/>
                <a:gd name="T19" fmla="*/ 60 h 68"/>
                <a:gd name="T20" fmla="*/ 80 w 80"/>
                <a:gd name="T21" fmla="*/ 20 h 68"/>
                <a:gd name="T22" fmla="*/ 72 w 80"/>
                <a:gd name="T23" fmla="*/ 12 h 68"/>
                <a:gd name="T24" fmla="*/ 56 w 80"/>
                <a:gd name="T25" fmla="*/ 44 h 68"/>
                <a:gd name="T26" fmla="*/ 44 w 80"/>
                <a:gd name="T27" fmla="*/ 44 h 68"/>
                <a:gd name="T28" fmla="*/ 44 w 80"/>
                <a:gd name="T29" fmla="*/ 56 h 68"/>
                <a:gd name="T30" fmla="*/ 36 w 80"/>
                <a:gd name="T31" fmla="*/ 56 h 68"/>
                <a:gd name="T32" fmla="*/ 36 w 80"/>
                <a:gd name="T33" fmla="*/ 44 h 68"/>
                <a:gd name="T34" fmla="*/ 24 w 80"/>
                <a:gd name="T35" fmla="*/ 44 h 68"/>
                <a:gd name="T36" fmla="*/ 24 w 80"/>
                <a:gd name="T37" fmla="*/ 36 h 68"/>
                <a:gd name="T38" fmla="*/ 36 w 80"/>
                <a:gd name="T39" fmla="*/ 36 h 68"/>
                <a:gd name="T40" fmla="*/ 36 w 80"/>
                <a:gd name="T41" fmla="*/ 24 h 68"/>
                <a:gd name="T42" fmla="*/ 44 w 80"/>
                <a:gd name="T43" fmla="*/ 24 h 68"/>
                <a:gd name="T44" fmla="*/ 44 w 80"/>
                <a:gd name="T45" fmla="*/ 36 h 68"/>
                <a:gd name="T46" fmla="*/ 56 w 80"/>
                <a:gd name="T47" fmla="*/ 36 h 68"/>
                <a:gd name="T48" fmla="*/ 56 w 80"/>
                <a:gd name="T49" fmla="*/ 4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0" h="68">
                  <a:moveTo>
                    <a:pt x="72" y="12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3" y="2"/>
                    <a:pt x="30" y="0"/>
                    <a:pt x="2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4"/>
                    <a:pt x="4" y="68"/>
                    <a:pt x="8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76" y="68"/>
                    <a:pt x="80" y="64"/>
                    <a:pt x="80" y="6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76" y="12"/>
                    <a:pt x="72" y="12"/>
                  </a:cubicBezTo>
                  <a:close/>
                  <a:moveTo>
                    <a:pt x="56" y="44"/>
                  </a:moveTo>
                  <a:cubicBezTo>
                    <a:pt x="44" y="44"/>
                    <a:pt x="44" y="44"/>
                    <a:pt x="44" y="44"/>
                  </a:cubicBezTo>
                  <a:cubicBezTo>
                    <a:pt x="44" y="56"/>
                    <a:pt x="44" y="56"/>
                    <a:pt x="44" y="56"/>
                  </a:cubicBezTo>
                  <a:cubicBezTo>
                    <a:pt x="36" y="56"/>
                    <a:pt x="36" y="56"/>
                    <a:pt x="36" y="56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56" y="36"/>
                    <a:pt x="56" y="36"/>
                    <a:pt x="56" y="36"/>
                  </a:cubicBezTo>
                  <a:lnTo>
                    <a:pt x="56" y="4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89"/>
            <p:cNvSpPr>
              <a:spLocks noEditPoints="1"/>
            </p:cNvSpPr>
            <p:nvPr/>
          </p:nvSpPr>
          <p:spPr bwMode="auto">
            <a:xfrm>
              <a:off x="8093076" y="3935413"/>
              <a:ext cx="252413" cy="215900"/>
            </a:xfrm>
            <a:custGeom>
              <a:avLst/>
              <a:gdLst>
                <a:gd name="T0" fmla="*/ 72 w 80"/>
                <a:gd name="T1" fmla="*/ 12 h 68"/>
                <a:gd name="T2" fmla="*/ 40 w 80"/>
                <a:gd name="T3" fmla="*/ 12 h 68"/>
                <a:gd name="T4" fmla="*/ 34 w 80"/>
                <a:gd name="T5" fmla="*/ 4 h 68"/>
                <a:gd name="T6" fmla="*/ 27 w 80"/>
                <a:gd name="T7" fmla="*/ 0 h 68"/>
                <a:gd name="T8" fmla="*/ 4 w 80"/>
                <a:gd name="T9" fmla="*/ 0 h 68"/>
                <a:gd name="T10" fmla="*/ 0 w 80"/>
                <a:gd name="T11" fmla="*/ 4 h 68"/>
                <a:gd name="T12" fmla="*/ 0 w 80"/>
                <a:gd name="T13" fmla="*/ 60 h 68"/>
                <a:gd name="T14" fmla="*/ 8 w 80"/>
                <a:gd name="T15" fmla="*/ 68 h 68"/>
                <a:gd name="T16" fmla="*/ 72 w 80"/>
                <a:gd name="T17" fmla="*/ 68 h 68"/>
                <a:gd name="T18" fmla="*/ 80 w 80"/>
                <a:gd name="T19" fmla="*/ 60 h 68"/>
                <a:gd name="T20" fmla="*/ 80 w 80"/>
                <a:gd name="T21" fmla="*/ 20 h 68"/>
                <a:gd name="T22" fmla="*/ 72 w 80"/>
                <a:gd name="T23" fmla="*/ 12 h 68"/>
                <a:gd name="T24" fmla="*/ 54 w 80"/>
                <a:gd name="T25" fmla="*/ 48 h 68"/>
                <a:gd name="T26" fmla="*/ 48 w 80"/>
                <a:gd name="T27" fmla="*/ 54 h 68"/>
                <a:gd name="T28" fmla="*/ 40 w 80"/>
                <a:gd name="T29" fmla="*/ 46 h 68"/>
                <a:gd name="T30" fmla="*/ 32 w 80"/>
                <a:gd name="T31" fmla="*/ 54 h 68"/>
                <a:gd name="T32" fmla="*/ 26 w 80"/>
                <a:gd name="T33" fmla="*/ 48 h 68"/>
                <a:gd name="T34" fmla="*/ 34 w 80"/>
                <a:gd name="T35" fmla="*/ 40 h 68"/>
                <a:gd name="T36" fmla="*/ 26 w 80"/>
                <a:gd name="T37" fmla="*/ 32 h 68"/>
                <a:gd name="T38" fmla="*/ 32 w 80"/>
                <a:gd name="T39" fmla="*/ 26 h 68"/>
                <a:gd name="T40" fmla="*/ 40 w 80"/>
                <a:gd name="T41" fmla="*/ 34 h 68"/>
                <a:gd name="T42" fmla="*/ 48 w 80"/>
                <a:gd name="T43" fmla="*/ 26 h 68"/>
                <a:gd name="T44" fmla="*/ 54 w 80"/>
                <a:gd name="T45" fmla="*/ 32 h 68"/>
                <a:gd name="T46" fmla="*/ 46 w 80"/>
                <a:gd name="T47" fmla="*/ 40 h 68"/>
                <a:gd name="T48" fmla="*/ 54 w 80"/>
                <a:gd name="T49" fmla="*/ 4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0" h="68">
                  <a:moveTo>
                    <a:pt x="72" y="12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3" y="2"/>
                    <a:pt x="30" y="0"/>
                    <a:pt x="2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4"/>
                    <a:pt x="4" y="68"/>
                    <a:pt x="8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76" y="68"/>
                    <a:pt x="80" y="64"/>
                    <a:pt x="80" y="6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76" y="12"/>
                    <a:pt x="72" y="12"/>
                  </a:cubicBezTo>
                  <a:close/>
                  <a:moveTo>
                    <a:pt x="54" y="48"/>
                  </a:moveTo>
                  <a:cubicBezTo>
                    <a:pt x="48" y="54"/>
                    <a:pt x="48" y="54"/>
                    <a:pt x="48" y="54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8" y="26"/>
                    <a:pt x="48" y="26"/>
                    <a:pt x="48" y="26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46" y="40"/>
                    <a:pt x="46" y="40"/>
                    <a:pt x="46" y="40"/>
                  </a:cubicBezTo>
                  <a:lnTo>
                    <a:pt x="54" y="4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Freeform 90"/>
            <p:cNvSpPr>
              <a:spLocks noEditPoints="1"/>
            </p:cNvSpPr>
            <p:nvPr/>
          </p:nvSpPr>
          <p:spPr bwMode="auto">
            <a:xfrm>
              <a:off x="7486651" y="3935413"/>
              <a:ext cx="252413" cy="215900"/>
            </a:xfrm>
            <a:custGeom>
              <a:avLst/>
              <a:gdLst>
                <a:gd name="T0" fmla="*/ 72 w 80"/>
                <a:gd name="T1" fmla="*/ 12 h 68"/>
                <a:gd name="T2" fmla="*/ 40 w 80"/>
                <a:gd name="T3" fmla="*/ 12 h 68"/>
                <a:gd name="T4" fmla="*/ 34 w 80"/>
                <a:gd name="T5" fmla="*/ 4 h 68"/>
                <a:gd name="T6" fmla="*/ 27 w 80"/>
                <a:gd name="T7" fmla="*/ 0 h 68"/>
                <a:gd name="T8" fmla="*/ 4 w 80"/>
                <a:gd name="T9" fmla="*/ 0 h 68"/>
                <a:gd name="T10" fmla="*/ 0 w 80"/>
                <a:gd name="T11" fmla="*/ 4 h 68"/>
                <a:gd name="T12" fmla="*/ 0 w 80"/>
                <a:gd name="T13" fmla="*/ 60 h 68"/>
                <a:gd name="T14" fmla="*/ 8 w 80"/>
                <a:gd name="T15" fmla="*/ 68 h 68"/>
                <a:gd name="T16" fmla="*/ 72 w 80"/>
                <a:gd name="T17" fmla="*/ 68 h 68"/>
                <a:gd name="T18" fmla="*/ 80 w 80"/>
                <a:gd name="T19" fmla="*/ 60 h 68"/>
                <a:gd name="T20" fmla="*/ 80 w 80"/>
                <a:gd name="T21" fmla="*/ 20 h 68"/>
                <a:gd name="T22" fmla="*/ 72 w 80"/>
                <a:gd name="T23" fmla="*/ 12 h 68"/>
                <a:gd name="T24" fmla="*/ 56 w 80"/>
                <a:gd name="T25" fmla="*/ 44 h 68"/>
                <a:gd name="T26" fmla="*/ 24 w 80"/>
                <a:gd name="T27" fmla="*/ 44 h 68"/>
                <a:gd name="T28" fmla="*/ 24 w 80"/>
                <a:gd name="T29" fmla="*/ 36 h 68"/>
                <a:gd name="T30" fmla="*/ 56 w 80"/>
                <a:gd name="T31" fmla="*/ 36 h 68"/>
                <a:gd name="T32" fmla="*/ 56 w 80"/>
                <a:gd name="T33" fmla="*/ 4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0" h="68">
                  <a:moveTo>
                    <a:pt x="72" y="12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3" y="2"/>
                    <a:pt x="30" y="0"/>
                    <a:pt x="2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4"/>
                    <a:pt x="4" y="68"/>
                    <a:pt x="8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76" y="68"/>
                    <a:pt x="80" y="64"/>
                    <a:pt x="80" y="6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76" y="12"/>
                    <a:pt x="72" y="12"/>
                  </a:cubicBezTo>
                  <a:close/>
                  <a:moveTo>
                    <a:pt x="56" y="44"/>
                  </a:moveTo>
                  <a:cubicBezTo>
                    <a:pt x="24" y="44"/>
                    <a:pt x="24" y="44"/>
                    <a:pt x="24" y="44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56" y="36"/>
                    <a:pt x="56" y="36"/>
                    <a:pt x="56" y="36"/>
                  </a:cubicBezTo>
                  <a:lnTo>
                    <a:pt x="56" y="4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Freeform 91"/>
            <p:cNvSpPr>
              <a:spLocks noEditPoints="1"/>
            </p:cNvSpPr>
            <p:nvPr/>
          </p:nvSpPr>
          <p:spPr bwMode="auto">
            <a:xfrm>
              <a:off x="8699501" y="3935413"/>
              <a:ext cx="252413" cy="215900"/>
            </a:xfrm>
            <a:custGeom>
              <a:avLst/>
              <a:gdLst>
                <a:gd name="T0" fmla="*/ 72 w 80"/>
                <a:gd name="T1" fmla="*/ 12 h 68"/>
                <a:gd name="T2" fmla="*/ 40 w 80"/>
                <a:gd name="T3" fmla="*/ 12 h 68"/>
                <a:gd name="T4" fmla="*/ 34 w 80"/>
                <a:gd name="T5" fmla="*/ 4 h 68"/>
                <a:gd name="T6" fmla="*/ 27 w 80"/>
                <a:gd name="T7" fmla="*/ 0 h 68"/>
                <a:gd name="T8" fmla="*/ 4 w 80"/>
                <a:gd name="T9" fmla="*/ 0 h 68"/>
                <a:gd name="T10" fmla="*/ 0 w 80"/>
                <a:gd name="T11" fmla="*/ 4 h 68"/>
                <a:gd name="T12" fmla="*/ 0 w 80"/>
                <a:gd name="T13" fmla="*/ 60 h 68"/>
                <a:gd name="T14" fmla="*/ 8 w 80"/>
                <a:gd name="T15" fmla="*/ 68 h 68"/>
                <a:gd name="T16" fmla="*/ 72 w 80"/>
                <a:gd name="T17" fmla="*/ 68 h 68"/>
                <a:gd name="T18" fmla="*/ 80 w 80"/>
                <a:gd name="T19" fmla="*/ 60 h 68"/>
                <a:gd name="T20" fmla="*/ 80 w 80"/>
                <a:gd name="T21" fmla="*/ 20 h 68"/>
                <a:gd name="T22" fmla="*/ 72 w 80"/>
                <a:gd name="T23" fmla="*/ 12 h 68"/>
                <a:gd name="T24" fmla="*/ 36 w 80"/>
                <a:gd name="T25" fmla="*/ 54 h 68"/>
                <a:gd name="T26" fmla="*/ 21 w 80"/>
                <a:gd name="T27" fmla="*/ 39 h 68"/>
                <a:gd name="T28" fmla="*/ 27 w 80"/>
                <a:gd name="T29" fmla="*/ 33 h 68"/>
                <a:gd name="T30" fmla="*/ 36 w 80"/>
                <a:gd name="T31" fmla="*/ 42 h 68"/>
                <a:gd name="T32" fmla="*/ 53 w 80"/>
                <a:gd name="T33" fmla="*/ 25 h 68"/>
                <a:gd name="T34" fmla="*/ 59 w 80"/>
                <a:gd name="T35" fmla="*/ 31 h 68"/>
                <a:gd name="T36" fmla="*/ 36 w 80"/>
                <a:gd name="T37" fmla="*/ 5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0" h="68">
                  <a:moveTo>
                    <a:pt x="72" y="12"/>
                  </a:moveTo>
                  <a:cubicBezTo>
                    <a:pt x="40" y="12"/>
                    <a:pt x="40" y="12"/>
                    <a:pt x="40" y="1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3" y="2"/>
                    <a:pt x="30" y="0"/>
                    <a:pt x="27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4"/>
                    <a:pt x="4" y="68"/>
                    <a:pt x="8" y="68"/>
                  </a:cubicBezTo>
                  <a:cubicBezTo>
                    <a:pt x="72" y="68"/>
                    <a:pt x="72" y="68"/>
                    <a:pt x="72" y="68"/>
                  </a:cubicBezTo>
                  <a:cubicBezTo>
                    <a:pt x="76" y="68"/>
                    <a:pt x="80" y="64"/>
                    <a:pt x="80" y="6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6"/>
                    <a:pt x="76" y="12"/>
                    <a:pt x="72" y="12"/>
                  </a:cubicBezTo>
                  <a:close/>
                  <a:moveTo>
                    <a:pt x="36" y="54"/>
                  </a:moveTo>
                  <a:cubicBezTo>
                    <a:pt x="21" y="39"/>
                    <a:pt x="21" y="39"/>
                    <a:pt x="21" y="39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9" y="31"/>
                    <a:pt x="59" y="31"/>
                    <a:pt x="59" y="31"/>
                  </a:cubicBezTo>
                  <a:lnTo>
                    <a:pt x="36" y="5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48" name="组合 147"/>
            <p:cNvGrpSpPr/>
            <p:nvPr/>
          </p:nvGrpSpPr>
          <p:grpSpPr>
            <a:xfrm>
              <a:off x="3821113" y="3935413"/>
              <a:ext cx="303213" cy="228600"/>
              <a:chOff x="3821113" y="3935413"/>
              <a:chExt cx="303213" cy="228600"/>
            </a:xfrm>
          </p:grpSpPr>
          <p:sp>
            <p:nvSpPr>
              <p:cNvPr id="92" name="Freeform 92"/>
              <p:cNvSpPr>
                <a:spLocks noEditPoints="1"/>
              </p:cNvSpPr>
              <p:nvPr/>
            </p:nvSpPr>
            <p:spPr bwMode="auto">
              <a:xfrm>
                <a:off x="3986213" y="3935413"/>
                <a:ext cx="138113" cy="228600"/>
              </a:xfrm>
              <a:custGeom>
                <a:avLst/>
                <a:gdLst>
                  <a:gd name="T0" fmla="*/ 30 w 44"/>
                  <a:gd name="T1" fmla="*/ 0 h 72"/>
                  <a:gd name="T2" fmla="*/ 0 w 44"/>
                  <a:gd name="T3" fmla="*/ 0 h 72"/>
                  <a:gd name="T4" fmla="*/ 0 w 44"/>
                  <a:gd name="T5" fmla="*/ 72 h 72"/>
                  <a:gd name="T6" fmla="*/ 36 w 44"/>
                  <a:gd name="T7" fmla="*/ 72 h 72"/>
                  <a:gd name="T8" fmla="*/ 44 w 44"/>
                  <a:gd name="T9" fmla="*/ 64 h 72"/>
                  <a:gd name="T10" fmla="*/ 44 w 44"/>
                  <a:gd name="T11" fmla="*/ 14 h 72"/>
                  <a:gd name="T12" fmla="*/ 30 w 44"/>
                  <a:gd name="T13" fmla="*/ 0 h 72"/>
                  <a:gd name="T14" fmla="*/ 20 w 44"/>
                  <a:gd name="T15" fmla="*/ 24 h 72"/>
                  <a:gd name="T16" fmla="*/ 20 w 44"/>
                  <a:gd name="T17" fmla="*/ 4 h 72"/>
                  <a:gd name="T18" fmla="*/ 40 w 44"/>
                  <a:gd name="T19" fmla="*/ 24 h 72"/>
                  <a:gd name="T20" fmla="*/ 20 w 44"/>
                  <a:gd name="T21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72">
                    <a:moveTo>
                      <a:pt x="3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40" y="72"/>
                      <a:pt x="44" y="68"/>
                      <a:pt x="44" y="64"/>
                    </a:cubicBezTo>
                    <a:cubicBezTo>
                      <a:pt x="44" y="14"/>
                      <a:pt x="44" y="14"/>
                      <a:pt x="44" y="14"/>
                    </a:cubicBezTo>
                    <a:lnTo>
                      <a:pt x="30" y="0"/>
                    </a:lnTo>
                    <a:close/>
                    <a:moveTo>
                      <a:pt x="20" y="24"/>
                    </a:moveTo>
                    <a:cubicBezTo>
                      <a:pt x="20" y="4"/>
                      <a:pt x="20" y="4"/>
                      <a:pt x="20" y="4"/>
                    </a:cubicBezTo>
                    <a:cubicBezTo>
                      <a:pt x="40" y="24"/>
                      <a:pt x="40" y="24"/>
                      <a:pt x="40" y="24"/>
                    </a:cubicBezTo>
                    <a:lnTo>
                      <a:pt x="20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93"/>
              <p:cNvSpPr>
                <a:spLocks noEditPoints="1"/>
              </p:cNvSpPr>
              <p:nvPr/>
            </p:nvSpPr>
            <p:spPr bwMode="auto">
              <a:xfrm>
                <a:off x="3821113" y="3935413"/>
                <a:ext cx="139700" cy="228600"/>
              </a:xfrm>
              <a:custGeom>
                <a:avLst/>
                <a:gdLst>
                  <a:gd name="T0" fmla="*/ 44 w 44"/>
                  <a:gd name="T1" fmla="*/ 0 h 72"/>
                  <a:gd name="T2" fmla="*/ 14 w 44"/>
                  <a:gd name="T3" fmla="*/ 0 h 72"/>
                  <a:gd name="T4" fmla="*/ 0 w 44"/>
                  <a:gd name="T5" fmla="*/ 14 h 72"/>
                  <a:gd name="T6" fmla="*/ 0 w 44"/>
                  <a:gd name="T7" fmla="*/ 64 h 72"/>
                  <a:gd name="T8" fmla="*/ 8 w 44"/>
                  <a:gd name="T9" fmla="*/ 72 h 72"/>
                  <a:gd name="T10" fmla="*/ 44 w 44"/>
                  <a:gd name="T11" fmla="*/ 72 h 72"/>
                  <a:gd name="T12" fmla="*/ 44 w 44"/>
                  <a:gd name="T13" fmla="*/ 0 h 72"/>
                  <a:gd name="T14" fmla="*/ 24 w 44"/>
                  <a:gd name="T15" fmla="*/ 24 h 72"/>
                  <a:gd name="T16" fmla="*/ 4 w 44"/>
                  <a:gd name="T17" fmla="*/ 24 h 72"/>
                  <a:gd name="T18" fmla="*/ 24 w 44"/>
                  <a:gd name="T19" fmla="*/ 4 h 72"/>
                  <a:gd name="T20" fmla="*/ 24 w 44"/>
                  <a:gd name="T21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72">
                    <a:moveTo>
                      <a:pt x="44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44" y="72"/>
                      <a:pt x="44" y="72"/>
                      <a:pt x="44" y="72"/>
                    </a:cubicBezTo>
                    <a:lnTo>
                      <a:pt x="44" y="0"/>
                    </a:lnTo>
                    <a:close/>
                    <a:moveTo>
                      <a:pt x="24" y="24"/>
                    </a:moveTo>
                    <a:cubicBezTo>
                      <a:pt x="4" y="24"/>
                      <a:pt x="4" y="24"/>
                      <a:pt x="4" y="24"/>
                    </a:cubicBezTo>
                    <a:cubicBezTo>
                      <a:pt x="24" y="4"/>
                      <a:pt x="24" y="4"/>
                      <a:pt x="24" y="4"/>
                    </a:cubicBezTo>
                    <a:lnTo>
                      <a:pt x="24" y="2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5" name="Freeform 95"/>
            <p:cNvSpPr>
              <a:spLocks/>
            </p:cNvSpPr>
            <p:nvPr/>
          </p:nvSpPr>
          <p:spPr bwMode="auto">
            <a:xfrm>
              <a:off x="5640388" y="4075113"/>
              <a:ext cx="50800" cy="114300"/>
            </a:xfrm>
            <a:custGeom>
              <a:avLst/>
              <a:gdLst>
                <a:gd name="T0" fmla="*/ 12 w 16"/>
                <a:gd name="T1" fmla="*/ 0 h 36"/>
                <a:gd name="T2" fmla="*/ 4 w 16"/>
                <a:gd name="T3" fmla="*/ 0 h 36"/>
                <a:gd name="T4" fmla="*/ 0 w 16"/>
                <a:gd name="T5" fmla="*/ 4 h 36"/>
                <a:gd name="T6" fmla="*/ 0 w 16"/>
                <a:gd name="T7" fmla="*/ 32 h 36"/>
                <a:gd name="T8" fmla="*/ 4 w 16"/>
                <a:gd name="T9" fmla="*/ 36 h 36"/>
                <a:gd name="T10" fmla="*/ 12 w 16"/>
                <a:gd name="T11" fmla="*/ 36 h 36"/>
                <a:gd name="T12" fmla="*/ 16 w 16"/>
                <a:gd name="T13" fmla="*/ 32 h 36"/>
                <a:gd name="T14" fmla="*/ 16 w 16"/>
                <a:gd name="T15" fmla="*/ 4 h 36"/>
                <a:gd name="T16" fmla="*/ 12 w 16"/>
                <a:gd name="T17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6">
                  <a:moveTo>
                    <a:pt x="12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4" y="36"/>
                    <a:pt x="16" y="34"/>
                    <a:pt x="16" y="3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2"/>
                    <a:pt x="14" y="0"/>
                    <a:pt x="12" y="0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0" name="组合 149"/>
            <p:cNvGrpSpPr/>
            <p:nvPr/>
          </p:nvGrpSpPr>
          <p:grpSpPr>
            <a:xfrm>
              <a:off x="5703888" y="3884613"/>
              <a:ext cx="228600" cy="292100"/>
              <a:chOff x="5703888" y="3884613"/>
              <a:chExt cx="228600" cy="292100"/>
            </a:xfrm>
          </p:grpSpPr>
          <p:sp>
            <p:nvSpPr>
              <p:cNvPr id="94" name="Freeform 94"/>
              <p:cNvSpPr>
                <a:spLocks/>
              </p:cNvSpPr>
              <p:nvPr/>
            </p:nvSpPr>
            <p:spPr bwMode="auto">
              <a:xfrm>
                <a:off x="5703888" y="4075113"/>
                <a:ext cx="190500" cy="101600"/>
              </a:xfrm>
              <a:custGeom>
                <a:avLst/>
                <a:gdLst>
                  <a:gd name="T0" fmla="*/ 56 w 60"/>
                  <a:gd name="T1" fmla="*/ 12 h 32"/>
                  <a:gd name="T2" fmla="*/ 22 w 60"/>
                  <a:gd name="T3" fmla="*/ 12 h 32"/>
                  <a:gd name="T4" fmla="*/ 23 w 60"/>
                  <a:gd name="T5" fmla="*/ 11 h 32"/>
                  <a:gd name="T6" fmla="*/ 23 w 60"/>
                  <a:gd name="T7" fmla="*/ 5 h 32"/>
                  <a:gd name="T8" fmla="*/ 19 w 60"/>
                  <a:gd name="T9" fmla="*/ 1 h 32"/>
                  <a:gd name="T10" fmla="*/ 15 w 60"/>
                  <a:gd name="T11" fmla="*/ 0 h 32"/>
                  <a:gd name="T12" fmla="*/ 0 w 60"/>
                  <a:gd name="T13" fmla="*/ 6 h 32"/>
                  <a:gd name="T14" fmla="*/ 0 w 60"/>
                  <a:gd name="T15" fmla="*/ 32 h 32"/>
                  <a:gd name="T16" fmla="*/ 44 w 60"/>
                  <a:gd name="T17" fmla="*/ 32 h 32"/>
                  <a:gd name="T18" fmla="*/ 47 w 60"/>
                  <a:gd name="T19" fmla="*/ 31 h 32"/>
                  <a:gd name="T20" fmla="*/ 59 w 60"/>
                  <a:gd name="T21" fmla="*/ 19 h 32"/>
                  <a:gd name="T22" fmla="*/ 60 w 60"/>
                  <a:gd name="T23" fmla="*/ 14 h 32"/>
                  <a:gd name="T24" fmla="*/ 56 w 60"/>
                  <a:gd name="T25" fmla="*/ 1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0" h="32">
                    <a:moveTo>
                      <a:pt x="56" y="12"/>
                    </a:moveTo>
                    <a:cubicBezTo>
                      <a:pt x="22" y="12"/>
                      <a:pt x="22" y="12"/>
                      <a:pt x="22" y="12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4" y="9"/>
                      <a:pt x="24" y="7"/>
                      <a:pt x="23" y="5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0"/>
                      <a:pt x="16" y="0"/>
                      <a:pt x="15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5" y="32"/>
                      <a:pt x="46" y="32"/>
                      <a:pt x="47" y="31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0" y="18"/>
                      <a:pt x="60" y="16"/>
                      <a:pt x="60" y="14"/>
                    </a:cubicBezTo>
                    <a:cubicBezTo>
                      <a:pt x="59" y="13"/>
                      <a:pt x="58" y="12"/>
                      <a:pt x="56" y="1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96"/>
              <p:cNvSpPr>
                <a:spLocks noEditPoints="1"/>
              </p:cNvSpPr>
              <p:nvPr/>
            </p:nvSpPr>
            <p:spPr bwMode="auto">
              <a:xfrm>
                <a:off x="5792788" y="3884613"/>
                <a:ext cx="139700" cy="165100"/>
              </a:xfrm>
              <a:custGeom>
                <a:avLst/>
                <a:gdLst>
                  <a:gd name="T0" fmla="*/ 36 w 44"/>
                  <a:gd name="T1" fmla="*/ 0 h 52"/>
                  <a:gd name="T2" fmla="*/ 8 w 44"/>
                  <a:gd name="T3" fmla="*/ 0 h 52"/>
                  <a:gd name="T4" fmla="*/ 0 w 44"/>
                  <a:gd name="T5" fmla="*/ 8 h 52"/>
                  <a:gd name="T6" fmla="*/ 0 w 44"/>
                  <a:gd name="T7" fmla="*/ 44 h 52"/>
                  <a:gd name="T8" fmla="*/ 8 w 44"/>
                  <a:gd name="T9" fmla="*/ 52 h 52"/>
                  <a:gd name="T10" fmla="*/ 36 w 44"/>
                  <a:gd name="T11" fmla="*/ 52 h 52"/>
                  <a:gd name="T12" fmla="*/ 44 w 44"/>
                  <a:gd name="T13" fmla="*/ 44 h 52"/>
                  <a:gd name="T14" fmla="*/ 44 w 44"/>
                  <a:gd name="T15" fmla="*/ 8 h 52"/>
                  <a:gd name="T16" fmla="*/ 36 w 44"/>
                  <a:gd name="T17" fmla="*/ 0 h 52"/>
                  <a:gd name="T18" fmla="*/ 8 w 44"/>
                  <a:gd name="T19" fmla="*/ 12 h 52"/>
                  <a:gd name="T20" fmla="*/ 24 w 44"/>
                  <a:gd name="T21" fmla="*/ 12 h 52"/>
                  <a:gd name="T22" fmla="*/ 24 w 44"/>
                  <a:gd name="T23" fmla="*/ 16 h 52"/>
                  <a:gd name="T24" fmla="*/ 8 w 44"/>
                  <a:gd name="T25" fmla="*/ 16 h 52"/>
                  <a:gd name="T26" fmla="*/ 8 w 44"/>
                  <a:gd name="T27" fmla="*/ 12 h 52"/>
                  <a:gd name="T28" fmla="*/ 32 w 44"/>
                  <a:gd name="T29" fmla="*/ 40 h 52"/>
                  <a:gd name="T30" fmla="*/ 8 w 44"/>
                  <a:gd name="T31" fmla="*/ 40 h 52"/>
                  <a:gd name="T32" fmla="*/ 8 w 44"/>
                  <a:gd name="T33" fmla="*/ 36 h 52"/>
                  <a:gd name="T34" fmla="*/ 32 w 44"/>
                  <a:gd name="T35" fmla="*/ 36 h 52"/>
                  <a:gd name="T36" fmla="*/ 32 w 44"/>
                  <a:gd name="T37" fmla="*/ 40 h 52"/>
                  <a:gd name="T38" fmla="*/ 32 w 44"/>
                  <a:gd name="T39" fmla="*/ 28 h 52"/>
                  <a:gd name="T40" fmla="*/ 8 w 44"/>
                  <a:gd name="T41" fmla="*/ 28 h 52"/>
                  <a:gd name="T42" fmla="*/ 8 w 44"/>
                  <a:gd name="T43" fmla="*/ 24 h 52"/>
                  <a:gd name="T44" fmla="*/ 32 w 44"/>
                  <a:gd name="T45" fmla="*/ 24 h 52"/>
                  <a:gd name="T46" fmla="*/ 32 w 44"/>
                  <a:gd name="T47" fmla="*/ 2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4" h="52">
                    <a:moveTo>
                      <a:pt x="3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52"/>
                      <a:pt x="44" y="48"/>
                      <a:pt x="44" y="4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4"/>
                      <a:pt x="40" y="0"/>
                      <a:pt x="36" y="0"/>
                    </a:cubicBezTo>
                    <a:close/>
                    <a:moveTo>
                      <a:pt x="8" y="12"/>
                    </a:move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12"/>
                    </a:lnTo>
                    <a:close/>
                    <a:moveTo>
                      <a:pt x="32" y="40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32" y="36"/>
                      <a:pt x="32" y="36"/>
                      <a:pt x="32" y="36"/>
                    </a:cubicBezTo>
                    <a:lnTo>
                      <a:pt x="32" y="40"/>
                    </a:lnTo>
                    <a:close/>
                    <a:moveTo>
                      <a:pt x="32" y="28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32" y="24"/>
                      <a:pt x="32" y="24"/>
                      <a:pt x="32" y="24"/>
                    </a:cubicBezTo>
                    <a:lnTo>
                      <a:pt x="32" y="2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6273801" y="3900488"/>
              <a:ext cx="252412" cy="273050"/>
              <a:chOff x="6273801" y="3900488"/>
              <a:chExt cx="252412" cy="273050"/>
            </a:xfrm>
          </p:grpSpPr>
          <p:sp>
            <p:nvSpPr>
              <p:cNvPr id="97" name="Freeform 97"/>
              <p:cNvSpPr>
                <a:spLocks/>
              </p:cNvSpPr>
              <p:nvPr/>
            </p:nvSpPr>
            <p:spPr bwMode="auto">
              <a:xfrm>
                <a:off x="6440488" y="3900488"/>
                <a:ext cx="85725" cy="85725"/>
              </a:xfrm>
              <a:custGeom>
                <a:avLst/>
                <a:gdLst>
                  <a:gd name="T0" fmla="*/ 38 w 54"/>
                  <a:gd name="T1" fmla="*/ 6 h 54"/>
                  <a:gd name="T2" fmla="*/ 38 w 54"/>
                  <a:gd name="T3" fmla="*/ 26 h 54"/>
                  <a:gd name="T4" fmla="*/ 12 w 54"/>
                  <a:gd name="T5" fmla="*/ 0 h 54"/>
                  <a:gd name="T6" fmla="*/ 0 w 54"/>
                  <a:gd name="T7" fmla="*/ 12 h 54"/>
                  <a:gd name="T8" fmla="*/ 26 w 54"/>
                  <a:gd name="T9" fmla="*/ 38 h 54"/>
                  <a:gd name="T10" fmla="*/ 6 w 54"/>
                  <a:gd name="T11" fmla="*/ 38 h 54"/>
                  <a:gd name="T12" fmla="*/ 6 w 54"/>
                  <a:gd name="T13" fmla="*/ 54 h 54"/>
                  <a:gd name="T14" fmla="*/ 54 w 54"/>
                  <a:gd name="T15" fmla="*/ 54 h 54"/>
                  <a:gd name="T16" fmla="*/ 54 w 54"/>
                  <a:gd name="T17" fmla="*/ 6 h 54"/>
                  <a:gd name="T18" fmla="*/ 38 w 54"/>
                  <a:gd name="T19" fmla="*/ 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4">
                    <a:moveTo>
                      <a:pt x="38" y="6"/>
                    </a:moveTo>
                    <a:lnTo>
                      <a:pt x="38" y="26"/>
                    </a:lnTo>
                    <a:lnTo>
                      <a:pt x="12" y="0"/>
                    </a:lnTo>
                    <a:lnTo>
                      <a:pt x="0" y="12"/>
                    </a:lnTo>
                    <a:lnTo>
                      <a:pt x="26" y="38"/>
                    </a:lnTo>
                    <a:lnTo>
                      <a:pt x="6" y="38"/>
                    </a:lnTo>
                    <a:lnTo>
                      <a:pt x="6" y="54"/>
                    </a:lnTo>
                    <a:lnTo>
                      <a:pt x="54" y="54"/>
                    </a:lnTo>
                    <a:lnTo>
                      <a:pt x="54" y="6"/>
                    </a:lnTo>
                    <a:lnTo>
                      <a:pt x="38" y="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98"/>
              <p:cNvSpPr>
                <a:spLocks/>
              </p:cNvSpPr>
              <p:nvPr/>
            </p:nvSpPr>
            <p:spPr bwMode="auto">
              <a:xfrm>
                <a:off x="6273801" y="4087813"/>
                <a:ext cx="84138" cy="85725"/>
              </a:xfrm>
              <a:custGeom>
                <a:avLst/>
                <a:gdLst>
                  <a:gd name="T0" fmla="*/ 47 w 53"/>
                  <a:gd name="T1" fmla="*/ 16 h 54"/>
                  <a:gd name="T2" fmla="*/ 47 w 53"/>
                  <a:gd name="T3" fmla="*/ 0 h 54"/>
                  <a:gd name="T4" fmla="*/ 0 w 53"/>
                  <a:gd name="T5" fmla="*/ 0 h 54"/>
                  <a:gd name="T6" fmla="*/ 0 w 53"/>
                  <a:gd name="T7" fmla="*/ 48 h 54"/>
                  <a:gd name="T8" fmla="*/ 15 w 53"/>
                  <a:gd name="T9" fmla="*/ 48 h 54"/>
                  <a:gd name="T10" fmla="*/ 15 w 53"/>
                  <a:gd name="T11" fmla="*/ 28 h 54"/>
                  <a:gd name="T12" fmla="*/ 41 w 53"/>
                  <a:gd name="T13" fmla="*/ 54 h 54"/>
                  <a:gd name="T14" fmla="*/ 53 w 53"/>
                  <a:gd name="T15" fmla="*/ 42 h 54"/>
                  <a:gd name="T16" fmla="*/ 27 w 53"/>
                  <a:gd name="T17" fmla="*/ 16 h 54"/>
                  <a:gd name="T18" fmla="*/ 47 w 53"/>
                  <a:gd name="T19" fmla="*/ 16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3" h="54">
                    <a:moveTo>
                      <a:pt x="47" y="16"/>
                    </a:moveTo>
                    <a:lnTo>
                      <a:pt x="47" y="0"/>
                    </a:lnTo>
                    <a:lnTo>
                      <a:pt x="0" y="0"/>
                    </a:lnTo>
                    <a:lnTo>
                      <a:pt x="0" y="48"/>
                    </a:lnTo>
                    <a:lnTo>
                      <a:pt x="15" y="48"/>
                    </a:lnTo>
                    <a:lnTo>
                      <a:pt x="15" y="28"/>
                    </a:lnTo>
                    <a:lnTo>
                      <a:pt x="41" y="54"/>
                    </a:lnTo>
                    <a:lnTo>
                      <a:pt x="53" y="42"/>
                    </a:lnTo>
                    <a:lnTo>
                      <a:pt x="27" y="16"/>
                    </a:lnTo>
                    <a:lnTo>
                      <a:pt x="47" y="16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99"/>
              <p:cNvSpPr>
                <a:spLocks/>
              </p:cNvSpPr>
              <p:nvPr/>
            </p:nvSpPr>
            <p:spPr bwMode="auto">
              <a:xfrm>
                <a:off x="6284913" y="3910013"/>
                <a:ext cx="139700" cy="165100"/>
              </a:xfrm>
              <a:custGeom>
                <a:avLst/>
                <a:gdLst>
                  <a:gd name="T0" fmla="*/ 8 w 44"/>
                  <a:gd name="T1" fmla="*/ 52 h 52"/>
                  <a:gd name="T2" fmla="*/ 20 w 44"/>
                  <a:gd name="T3" fmla="*/ 52 h 52"/>
                  <a:gd name="T4" fmla="*/ 20 w 44"/>
                  <a:gd name="T5" fmla="*/ 28 h 52"/>
                  <a:gd name="T6" fmla="*/ 28 w 44"/>
                  <a:gd name="T7" fmla="*/ 20 h 52"/>
                  <a:gd name="T8" fmla="*/ 44 w 44"/>
                  <a:gd name="T9" fmla="*/ 20 h 52"/>
                  <a:gd name="T10" fmla="*/ 44 w 44"/>
                  <a:gd name="T11" fmla="*/ 8 h 52"/>
                  <a:gd name="T12" fmla="*/ 36 w 44"/>
                  <a:gd name="T13" fmla="*/ 0 h 52"/>
                  <a:gd name="T14" fmla="*/ 8 w 44"/>
                  <a:gd name="T15" fmla="*/ 0 h 52"/>
                  <a:gd name="T16" fmla="*/ 0 w 44"/>
                  <a:gd name="T17" fmla="*/ 8 h 52"/>
                  <a:gd name="T18" fmla="*/ 0 w 44"/>
                  <a:gd name="T19" fmla="*/ 44 h 52"/>
                  <a:gd name="T20" fmla="*/ 8 w 44"/>
                  <a:gd name="T2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2">
                    <a:moveTo>
                      <a:pt x="8" y="52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24"/>
                      <a:pt x="24" y="20"/>
                      <a:pt x="28" y="20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4"/>
                      <a:pt x="40" y="0"/>
                      <a:pt x="36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00"/>
              <p:cNvSpPr>
                <a:spLocks noEditPoints="1"/>
              </p:cNvSpPr>
              <p:nvPr/>
            </p:nvSpPr>
            <p:spPr bwMode="auto">
              <a:xfrm>
                <a:off x="6373813" y="3998913"/>
                <a:ext cx="139700" cy="165100"/>
              </a:xfrm>
              <a:custGeom>
                <a:avLst/>
                <a:gdLst>
                  <a:gd name="T0" fmla="*/ 36 w 44"/>
                  <a:gd name="T1" fmla="*/ 0 h 52"/>
                  <a:gd name="T2" fmla="*/ 8 w 44"/>
                  <a:gd name="T3" fmla="*/ 0 h 52"/>
                  <a:gd name="T4" fmla="*/ 0 w 44"/>
                  <a:gd name="T5" fmla="*/ 8 h 52"/>
                  <a:gd name="T6" fmla="*/ 0 w 44"/>
                  <a:gd name="T7" fmla="*/ 44 h 52"/>
                  <a:gd name="T8" fmla="*/ 8 w 44"/>
                  <a:gd name="T9" fmla="*/ 52 h 52"/>
                  <a:gd name="T10" fmla="*/ 36 w 44"/>
                  <a:gd name="T11" fmla="*/ 52 h 52"/>
                  <a:gd name="T12" fmla="*/ 44 w 44"/>
                  <a:gd name="T13" fmla="*/ 44 h 52"/>
                  <a:gd name="T14" fmla="*/ 44 w 44"/>
                  <a:gd name="T15" fmla="*/ 8 h 52"/>
                  <a:gd name="T16" fmla="*/ 36 w 44"/>
                  <a:gd name="T17" fmla="*/ 0 h 52"/>
                  <a:gd name="T18" fmla="*/ 8 w 44"/>
                  <a:gd name="T19" fmla="*/ 12 h 52"/>
                  <a:gd name="T20" fmla="*/ 24 w 44"/>
                  <a:gd name="T21" fmla="*/ 12 h 52"/>
                  <a:gd name="T22" fmla="*/ 24 w 44"/>
                  <a:gd name="T23" fmla="*/ 16 h 52"/>
                  <a:gd name="T24" fmla="*/ 8 w 44"/>
                  <a:gd name="T25" fmla="*/ 16 h 52"/>
                  <a:gd name="T26" fmla="*/ 8 w 44"/>
                  <a:gd name="T27" fmla="*/ 12 h 52"/>
                  <a:gd name="T28" fmla="*/ 36 w 44"/>
                  <a:gd name="T29" fmla="*/ 40 h 52"/>
                  <a:gd name="T30" fmla="*/ 8 w 44"/>
                  <a:gd name="T31" fmla="*/ 40 h 52"/>
                  <a:gd name="T32" fmla="*/ 8 w 44"/>
                  <a:gd name="T33" fmla="*/ 36 h 52"/>
                  <a:gd name="T34" fmla="*/ 36 w 44"/>
                  <a:gd name="T35" fmla="*/ 36 h 52"/>
                  <a:gd name="T36" fmla="*/ 36 w 44"/>
                  <a:gd name="T37" fmla="*/ 40 h 52"/>
                  <a:gd name="T38" fmla="*/ 36 w 44"/>
                  <a:gd name="T39" fmla="*/ 28 h 52"/>
                  <a:gd name="T40" fmla="*/ 8 w 44"/>
                  <a:gd name="T41" fmla="*/ 28 h 52"/>
                  <a:gd name="T42" fmla="*/ 8 w 44"/>
                  <a:gd name="T43" fmla="*/ 24 h 52"/>
                  <a:gd name="T44" fmla="*/ 36 w 44"/>
                  <a:gd name="T45" fmla="*/ 24 h 52"/>
                  <a:gd name="T46" fmla="*/ 36 w 44"/>
                  <a:gd name="T47" fmla="*/ 2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4" h="52">
                    <a:moveTo>
                      <a:pt x="36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8"/>
                      <a:pt x="4" y="52"/>
                      <a:pt x="8" y="52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40" y="52"/>
                      <a:pt x="44" y="48"/>
                      <a:pt x="44" y="44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4" y="4"/>
                      <a:pt x="40" y="0"/>
                      <a:pt x="36" y="0"/>
                    </a:cubicBezTo>
                    <a:close/>
                    <a:moveTo>
                      <a:pt x="8" y="12"/>
                    </a:moveTo>
                    <a:cubicBezTo>
                      <a:pt x="24" y="12"/>
                      <a:pt x="24" y="12"/>
                      <a:pt x="24" y="12"/>
                    </a:cubicBezTo>
                    <a:cubicBezTo>
                      <a:pt x="24" y="16"/>
                      <a:pt x="24" y="16"/>
                      <a:pt x="24" y="16"/>
                    </a:cubicBezTo>
                    <a:cubicBezTo>
                      <a:pt x="8" y="16"/>
                      <a:pt x="8" y="16"/>
                      <a:pt x="8" y="16"/>
                    </a:cubicBezTo>
                    <a:lnTo>
                      <a:pt x="8" y="12"/>
                    </a:lnTo>
                    <a:close/>
                    <a:moveTo>
                      <a:pt x="36" y="40"/>
                    </a:moveTo>
                    <a:cubicBezTo>
                      <a:pt x="8" y="40"/>
                      <a:pt x="8" y="40"/>
                      <a:pt x="8" y="40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36" y="36"/>
                      <a:pt x="36" y="36"/>
                      <a:pt x="36" y="36"/>
                    </a:cubicBezTo>
                    <a:lnTo>
                      <a:pt x="36" y="40"/>
                    </a:lnTo>
                    <a:close/>
                    <a:moveTo>
                      <a:pt x="36" y="28"/>
                    </a:moveTo>
                    <a:cubicBezTo>
                      <a:pt x="8" y="28"/>
                      <a:pt x="8" y="28"/>
                      <a:pt x="8" y="28"/>
                    </a:cubicBezTo>
                    <a:cubicBezTo>
                      <a:pt x="8" y="24"/>
                      <a:pt x="8" y="24"/>
                      <a:pt x="8" y="24"/>
                    </a:cubicBezTo>
                    <a:cubicBezTo>
                      <a:pt x="36" y="24"/>
                      <a:pt x="36" y="24"/>
                      <a:pt x="36" y="24"/>
                    </a:cubicBezTo>
                    <a:lnTo>
                      <a:pt x="36" y="2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9" name="组合 148"/>
            <p:cNvGrpSpPr/>
            <p:nvPr/>
          </p:nvGrpSpPr>
          <p:grpSpPr>
            <a:xfrm>
              <a:off x="5046663" y="3884613"/>
              <a:ext cx="277813" cy="304800"/>
              <a:chOff x="5046663" y="3884613"/>
              <a:chExt cx="277813" cy="304800"/>
            </a:xfrm>
          </p:grpSpPr>
          <p:sp>
            <p:nvSpPr>
              <p:cNvPr id="101" name="Freeform 101"/>
              <p:cNvSpPr>
                <a:spLocks noEditPoints="1"/>
              </p:cNvSpPr>
              <p:nvPr/>
            </p:nvSpPr>
            <p:spPr bwMode="auto">
              <a:xfrm>
                <a:off x="5046663" y="3884613"/>
                <a:ext cx="127000" cy="139700"/>
              </a:xfrm>
              <a:custGeom>
                <a:avLst/>
                <a:gdLst>
                  <a:gd name="T0" fmla="*/ 32 w 40"/>
                  <a:gd name="T1" fmla="*/ 0 h 44"/>
                  <a:gd name="T2" fmla="*/ 8 w 40"/>
                  <a:gd name="T3" fmla="*/ 0 h 44"/>
                  <a:gd name="T4" fmla="*/ 0 w 40"/>
                  <a:gd name="T5" fmla="*/ 8 h 44"/>
                  <a:gd name="T6" fmla="*/ 0 w 40"/>
                  <a:gd name="T7" fmla="*/ 36 h 44"/>
                  <a:gd name="T8" fmla="*/ 8 w 40"/>
                  <a:gd name="T9" fmla="*/ 44 h 44"/>
                  <a:gd name="T10" fmla="*/ 32 w 40"/>
                  <a:gd name="T11" fmla="*/ 44 h 44"/>
                  <a:gd name="T12" fmla="*/ 40 w 40"/>
                  <a:gd name="T13" fmla="*/ 36 h 44"/>
                  <a:gd name="T14" fmla="*/ 40 w 40"/>
                  <a:gd name="T15" fmla="*/ 8 h 44"/>
                  <a:gd name="T16" fmla="*/ 32 w 40"/>
                  <a:gd name="T17" fmla="*/ 0 h 44"/>
                  <a:gd name="T18" fmla="*/ 8 w 40"/>
                  <a:gd name="T19" fmla="*/ 16 h 44"/>
                  <a:gd name="T20" fmla="*/ 24 w 40"/>
                  <a:gd name="T21" fmla="*/ 16 h 44"/>
                  <a:gd name="T22" fmla="*/ 24 w 40"/>
                  <a:gd name="T23" fmla="*/ 20 h 44"/>
                  <a:gd name="T24" fmla="*/ 8 w 40"/>
                  <a:gd name="T25" fmla="*/ 20 h 44"/>
                  <a:gd name="T26" fmla="*/ 8 w 40"/>
                  <a:gd name="T27" fmla="*/ 16 h 44"/>
                  <a:gd name="T28" fmla="*/ 32 w 40"/>
                  <a:gd name="T29" fmla="*/ 32 h 44"/>
                  <a:gd name="T30" fmla="*/ 8 w 40"/>
                  <a:gd name="T31" fmla="*/ 32 h 44"/>
                  <a:gd name="T32" fmla="*/ 8 w 40"/>
                  <a:gd name="T33" fmla="*/ 28 h 44"/>
                  <a:gd name="T34" fmla="*/ 32 w 40"/>
                  <a:gd name="T35" fmla="*/ 28 h 44"/>
                  <a:gd name="T36" fmla="*/ 32 w 40"/>
                  <a:gd name="T37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44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6" y="44"/>
                      <a:pt x="40" y="40"/>
                      <a:pt x="40" y="3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16"/>
                    </a:move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16"/>
                    </a:lnTo>
                    <a:close/>
                    <a:moveTo>
                      <a:pt x="32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32" y="28"/>
                      <a:pt x="32" y="28"/>
                      <a:pt x="32" y="28"/>
                    </a:cubicBezTo>
                    <a:lnTo>
                      <a:pt x="32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102"/>
              <p:cNvSpPr>
                <a:spLocks noEditPoints="1"/>
              </p:cNvSpPr>
              <p:nvPr/>
            </p:nvSpPr>
            <p:spPr bwMode="auto">
              <a:xfrm>
                <a:off x="5199063" y="3884613"/>
                <a:ext cx="125413" cy="139700"/>
              </a:xfrm>
              <a:custGeom>
                <a:avLst/>
                <a:gdLst>
                  <a:gd name="T0" fmla="*/ 32 w 40"/>
                  <a:gd name="T1" fmla="*/ 0 h 44"/>
                  <a:gd name="T2" fmla="*/ 8 w 40"/>
                  <a:gd name="T3" fmla="*/ 0 h 44"/>
                  <a:gd name="T4" fmla="*/ 0 w 40"/>
                  <a:gd name="T5" fmla="*/ 8 h 44"/>
                  <a:gd name="T6" fmla="*/ 0 w 40"/>
                  <a:gd name="T7" fmla="*/ 36 h 44"/>
                  <a:gd name="T8" fmla="*/ 8 w 40"/>
                  <a:gd name="T9" fmla="*/ 44 h 44"/>
                  <a:gd name="T10" fmla="*/ 32 w 40"/>
                  <a:gd name="T11" fmla="*/ 44 h 44"/>
                  <a:gd name="T12" fmla="*/ 40 w 40"/>
                  <a:gd name="T13" fmla="*/ 36 h 44"/>
                  <a:gd name="T14" fmla="*/ 40 w 40"/>
                  <a:gd name="T15" fmla="*/ 8 h 44"/>
                  <a:gd name="T16" fmla="*/ 32 w 40"/>
                  <a:gd name="T17" fmla="*/ 0 h 44"/>
                  <a:gd name="T18" fmla="*/ 8 w 40"/>
                  <a:gd name="T19" fmla="*/ 16 h 44"/>
                  <a:gd name="T20" fmla="*/ 24 w 40"/>
                  <a:gd name="T21" fmla="*/ 16 h 44"/>
                  <a:gd name="T22" fmla="*/ 24 w 40"/>
                  <a:gd name="T23" fmla="*/ 20 h 44"/>
                  <a:gd name="T24" fmla="*/ 8 w 40"/>
                  <a:gd name="T25" fmla="*/ 20 h 44"/>
                  <a:gd name="T26" fmla="*/ 8 w 40"/>
                  <a:gd name="T27" fmla="*/ 16 h 44"/>
                  <a:gd name="T28" fmla="*/ 32 w 40"/>
                  <a:gd name="T29" fmla="*/ 32 h 44"/>
                  <a:gd name="T30" fmla="*/ 8 w 40"/>
                  <a:gd name="T31" fmla="*/ 32 h 44"/>
                  <a:gd name="T32" fmla="*/ 8 w 40"/>
                  <a:gd name="T33" fmla="*/ 28 h 44"/>
                  <a:gd name="T34" fmla="*/ 32 w 40"/>
                  <a:gd name="T35" fmla="*/ 28 h 44"/>
                  <a:gd name="T36" fmla="*/ 32 w 40"/>
                  <a:gd name="T37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44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6" y="44"/>
                      <a:pt x="40" y="40"/>
                      <a:pt x="40" y="3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16"/>
                    </a:move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16"/>
                    </a:lnTo>
                    <a:close/>
                    <a:moveTo>
                      <a:pt x="32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32" y="28"/>
                      <a:pt x="32" y="28"/>
                      <a:pt x="32" y="28"/>
                    </a:cubicBezTo>
                    <a:lnTo>
                      <a:pt x="32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103"/>
              <p:cNvSpPr>
                <a:spLocks noEditPoints="1"/>
              </p:cNvSpPr>
              <p:nvPr/>
            </p:nvSpPr>
            <p:spPr bwMode="auto">
              <a:xfrm>
                <a:off x="5046663" y="4049713"/>
                <a:ext cx="127000" cy="139700"/>
              </a:xfrm>
              <a:custGeom>
                <a:avLst/>
                <a:gdLst>
                  <a:gd name="T0" fmla="*/ 32 w 40"/>
                  <a:gd name="T1" fmla="*/ 0 h 44"/>
                  <a:gd name="T2" fmla="*/ 8 w 40"/>
                  <a:gd name="T3" fmla="*/ 0 h 44"/>
                  <a:gd name="T4" fmla="*/ 0 w 40"/>
                  <a:gd name="T5" fmla="*/ 8 h 44"/>
                  <a:gd name="T6" fmla="*/ 0 w 40"/>
                  <a:gd name="T7" fmla="*/ 36 h 44"/>
                  <a:gd name="T8" fmla="*/ 8 w 40"/>
                  <a:gd name="T9" fmla="*/ 44 h 44"/>
                  <a:gd name="T10" fmla="*/ 32 w 40"/>
                  <a:gd name="T11" fmla="*/ 44 h 44"/>
                  <a:gd name="T12" fmla="*/ 40 w 40"/>
                  <a:gd name="T13" fmla="*/ 36 h 44"/>
                  <a:gd name="T14" fmla="*/ 40 w 40"/>
                  <a:gd name="T15" fmla="*/ 8 h 44"/>
                  <a:gd name="T16" fmla="*/ 32 w 40"/>
                  <a:gd name="T17" fmla="*/ 0 h 44"/>
                  <a:gd name="T18" fmla="*/ 8 w 40"/>
                  <a:gd name="T19" fmla="*/ 16 h 44"/>
                  <a:gd name="T20" fmla="*/ 24 w 40"/>
                  <a:gd name="T21" fmla="*/ 16 h 44"/>
                  <a:gd name="T22" fmla="*/ 24 w 40"/>
                  <a:gd name="T23" fmla="*/ 20 h 44"/>
                  <a:gd name="T24" fmla="*/ 8 w 40"/>
                  <a:gd name="T25" fmla="*/ 20 h 44"/>
                  <a:gd name="T26" fmla="*/ 8 w 40"/>
                  <a:gd name="T27" fmla="*/ 16 h 44"/>
                  <a:gd name="T28" fmla="*/ 32 w 40"/>
                  <a:gd name="T29" fmla="*/ 32 h 44"/>
                  <a:gd name="T30" fmla="*/ 8 w 40"/>
                  <a:gd name="T31" fmla="*/ 32 h 44"/>
                  <a:gd name="T32" fmla="*/ 8 w 40"/>
                  <a:gd name="T33" fmla="*/ 28 h 44"/>
                  <a:gd name="T34" fmla="*/ 32 w 40"/>
                  <a:gd name="T35" fmla="*/ 28 h 44"/>
                  <a:gd name="T36" fmla="*/ 32 w 40"/>
                  <a:gd name="T37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44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6" y="44"/>
                      <a:pt x="40" y="40"/>
                      <a:pt x="40" y="3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16"/>
                    </a:move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16"/>
                    </a:lnTo>
                    <a:close/>
                    <a:moveTo>
                      <a:pt x="32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32" y="28"/>
                      <a:pt x="32" y="28"/>
                      <a:pt x="32" y="28"/>
                    </a:cubicBezTo>
                    <a:lnTo>
                      <a:pt x="32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104"/>
              <p:cNvSpPr>
                <a:spLocks noEditPoints="1"/>
              </p:cNvSpPr>
              <p:nvPr/>
            </p:nvSpPr>
            <p:spPr bwMode="auto">
              <a:xfrm>
                <a:off x="5199063" y="4049713"/>
                <a:ext cx="125413" cy="139700"/>
              </a:xfrm>
              <a:custGeom>
                <a:avLst/>
                <a:gdLst>
                  <a:gd name="T0" fmla="*/ 32 w 40"/>
                  <a:gd name="T1" fmla="*/ 0 h 44"/>
                  <a:gd name="T2" fmla="*/ 8 w 40"/>
                  <a:gd name="T3" fmla="*/ 0 h 44"/>
                  <a:gd name="T4" fmla="*/ 0 w 40"/>
                  <a:gd name="T5" fmla="*/ 8 h 44"/>
                  <a:gd name="T6" fmla="*/ 0 w 40"/>
                  <a:gd name="T7" fmla="*/ 36 h 44"/>
                  <a:gd name="T8" fmla="*/ 8 w 40"/>
                  <a:gd name="T9" fmla="*/ 44 h 44"/>
                  <a:gd name="T10" fmla="*/ 32 w 40"/>
                  <a:gd name="T11" fmla="*/ 44 h 44"/>
                  <a:gd name="T12" fmla="*/ 40 w 40"/>
                  <a:gd name="T13" fmla="*/ 36 h 44"/>
                  <a:gd name="T14" fmla="*/ 40 w 40"/>
                  <a:gd name="T15" fmla="*/ 8 h 44"/>
                  <a:gd name="T16" fmla="*/ 32 w 40"/>
                  <a:gd name="T17" fmla="*/ 0 h 44"/>
                  <a:gd name="T18" fmla="*/ 8 w 40"/>
                  <a:gd name="T19" fmla="*/ 16 h 44"/>
                  <a:gd name="T20" fmla="*/ 24 w 40"/>
                  <a:gd name="T21" fmla="*/ 16 h 44"/>
                  <a:gd name="T22" fmla="*/ 24 w 40"/>
                  <a:gd name="T23" fmla="*/ 20 h 44"/>
                  <a:gd name="T24" fmla="*/ 8 w 40"/>
                  <a:gd name="T25" fmla="*/ 20 h 44"/>
                  <a:gd name="T26" fmla="*/ 8 w 40"/>
                  <a:gd name="T27" fmla="*/ 16 h 44"/>
                  <a:gd name="T28" fmla="*/ 32 w 40"/>
                  <a:gd name="T29" fmla="*/ 32 h 44"/>
                  <a:gd name="T30" fmla="*/ 8 w 40"/>
                  <a:gd name="T31" fmla="*/ 32 h 44"/>
                  <a:gd name="T32" fmla="*/ 8 w 40"/>
                  <a:gd name="T33" fmla="*/ 28 h 44"/>
                  <a:gd name="T34" fmla="*/ 32 w 40"/>
                  <a:gd name="T35" fmla="*/ 28 h 44"/>
                  <a:gd name="T36" fmla="*/ 32 w 40"/>
                  <a:gd name="T37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0" h="44">
                    <a:moveTo>
                      <a:pt x="32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0"/>
                      <a:pt x="4" y="44"/>
                      <a:pt x="8" y="44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36" y="44"/>
                      <a:pt x="40" y="40"/>
                      <a:pt x="40" y="36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0" y="4"/>
                      <a:pt x="36" y="0"/>
                      <a:pt x="32" y="0"/>
                    </a:cubicBezTo>
                    <a:close/>
                    <a:moveTo>
                      <a:pt x="8" y="16"/>
                    </a:moveTo>
                    <a:cubicBezTo>
                      <a:pt x="24" y="16"/>
                      <a:pt x="24" y="16"/>
                      <a:pt x="24" y="16"/>
                    </a:cubicBezTo>
                    <a:cubicBezTo>
                      <a:pt x="24" y="20"/>
                      <a:pt x="24" y="20"/>
                      <a:pt x="24" y="20"/>
                    </a:cubicBezTo>
                    <a:cubicBezTo>
                      <a:pt x="8" y="20"/>
                      <a:pt x="8" y="20"/>
                      <a:pt x="8" y="20"/>
                    </a:cubicBezTo>
                    <a:lnTo>
                      <a:pt x="8" y="16"/>
                    </a:lnTo>
                    <a:close/>
                    <a:moveTo>
                      <a:pt x="32" y="32"/>
                    </a:moveTo>
                    <a:cubicBezTo>
                      <a:pt x="8" y="32"/>
                      <a:pt x="8" y="32"/>
                      <a:pt x="8" y="32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32" y="28"/>
                      <a:pt x="32" y="28"/>
                      <a:pt x="32" y="28"/>
                    </a:cubicBezTo>
                    <a:lnTo>
                      <a:pt x="32" y="32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5" name="Freeform 105"/>
            <p:cNvSpPr>
              <a:spLocks noEditPoints="1"/>
            </p:cNvSpPr>
            <p:nvPr/>
          </p:nvSpPr>
          <p:spPr bwMode="auto">
            <a:xfrm>
              <a:off x="6905626" y="3302000"/>
              <a:ext cx="201613" cy="254000"/>
            </a:xfrm>
            <a:custGeom>
              <a:avLst/>
              <a:gdLst>
                <a:gd name="T0" fmla="*/ 46 w 64"/>
                <a:gd name="T1" fmla="*/ 0 h 80"/>
                <a:gd name="T2" fmla="*/ 8 w 64"/>
                <a:gd name="T3" fmla="*/ 0 h 80"/>
                <a:gd name="T4" fmla="*/ 0 w 64"/>
                <a:gd name="T5" fmla="*/ 8 h 80"/>
                <a:gd name="T6" fmla="*/ 0 w 64"/>
                <a:gd name="T7" fmla="*/ 72 h 80"/>
                <a:gd name="T8" fmla="*/ 8 w 64"/>
                <a:gd name="T9" fmla="*/ 80 h 80"/>
                <a:gd name="T10" fmla="*/ 56 w 64"/>
                <a:gd name="T11" fmla="*/ 80 h 80"/>
                <a:gd name="T12" fmla="*/ 64 w 64"/>
                <a:gd name="T13" fmla="*/ 72 h 80"/>
                <a:gd name="T14" fmla="*/ 64 w 64"/>
                <a:gd name="T15" fmla="*/ 18 h 80"/>
                <a:gd name="T16" fmla="*/ 46 w 64"/>
                <a:gd name="T17" fmla="*/ 0 h 80"/>
                <a:gd name="T18" fmla="*/ 40 w 64"/>
                <a:gd name="T19" fmla="*/ 24 h 80"/>
                <a:gd name="T20" fmla="*/ 40 w 64"/>
                <a:gd name="T21" fmla="*/ 4 h 80"/>
                <a:gd name="T22" fmla="*/ 60 w 64"/>
                <a:gd name="T23" fmla="*/ 24 h 80"/>
                <a:gd name="T24" fmla="*/ 40 w 64"/>
                <a:gd name="T25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80">
                  <a:moveTo>
                    <a:pt x="4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60" y="80"/>
                    <a:pt x="64" y="76"/>
                    <a:pt x="64" y="72"/>
                  </a:cubicBezTo>
                  <a:cubicBezTo>
                    <a:pt x="64" y="18"/>
                    <a:pt x="64" y="18"/>
                    <a:pt x="64" y="18"/>
                  </a:cubicBezTo>
                  <a:lnTo>
                    <a:pt x="46" y="0"/>
                  </a:lnTo>
                  <a:close/>
                  <a:moveTo>
                    <a:pt x="40" y="24"/>
                  </a:moveTo>
                  <a:cubicBezTo>
                    <a:pt x="40" y="4"/>
                    <a:pt x="40" y="4"/>
                    <a:pt x="40" y="4"/>
                  </a:cubicBezTo>
                  <a:cubicBezTo>
                    <a:pt x="60" y="24"/>
                    <a:pt x="60" y="24"/>
                    <a:pt x="60" y="24"/>
                  </a:cubicBezTo>
                  <a:lnTo>
                    <a:pt x="40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" name="Freeform 106"/>
            <p:cNvSpPr>
              <a:spLocks noEditPoints="1"/>
            </p:cNvSpPr>
            <p:nvPr/>
          </p:nvSpPr>
          <p:spPr bwMode="auto">
            <a:xfrm>
              <a:off x="3859213" y="4506913"/>
              <a:ext cx="227013" cy="277813"/>
            </a:xfrm>
            <a:custGeom>
              <a:avLst/>
              <a:gdLst>
                <a:gd name="T0" fmla="*/ 54 w 72"/>
                <a:gd name="T1" fmla="*/ 0 h 88"/>
                <a:gd name="T2" fmla="*/ 8 w 72"/>
                <a:gd name="T3" fmla="*/ 0 h 88"/>
                <a:gd name="T4" fmla="*/ 0 w 72"/>
                <a:gd name="T5" fmla="*/ 8 h 88"/>
                <a:gd name="T6" fmla="*/ 0 w 72"/>
                <a:gd name="T7" fmla="*/ 80 h 88"/>
                <a:gd name="T8" fmla="*/ 8 w 72"/>
                <a:gd name="T9" fmla="*/ 88 h 88"/>
                <a:gd name="T10" fmla="*/ 64 w 72"/>
                <a:gd name="T11" fmla="*/ 88 h 88"/>
                <a:gd name="T12" fmla="*/ 72 w 72"/>
                <a:gd name="T13" fmla="*/ 80 h 88"/>
                <a:gd name="T14" fmla="*/ 72 w 72"/>
                <a:gd name="T15" fmla="*/ 18 h 88"/>
                <a:gd name="T16" fmla="*/ 54 w 72"/>
                <a:gd name="T17" fmla="*/ 0 h 88"/>
                <a:gd name="T18" fmla="*/ 34 w 72"/>
                <a:gd name="T19" fmla="*/ 72 h 88"/>
                <a:gd name="T20" fmla="*/ 16 w 72"/>
                <a:gd name="T21" fmla="*/ 54 h 88"/>
                <a:gd name="T22" fmla="*/ 28 w 72"/>
                <a:gd name="T23" fmla="*/ 37 h 88"/>
                <a:gd name="T24" fmla="*/ 28 w 72"/>
                <a:gd name="T25" fmla="*/ 60 h 88"/>
                <a:gd name="T26" fmla="*/ 51 w 72"/>
                <a:gd name="T27" fmla="*/ 60 h 88"/>
                <a:gd name="T28" fmla="*/ 34 w 72"/>
                <a:gd name="T29" fmla="*/ 72 h 88"/>
                <a:gd name="T30" fmla="*/ 36 w 72"/>
                <a:gd name="T31" fmla="*/ 52 h 88"/>
                <a:gd name="T32" fmla="*/ 36 w 72"/>
                <a:gd name="T33" fmla="*/ 32 h 88"/>
                <a:gd name="T34" fmla="*/ 56 w 72"/>
                <a:gd name="T35" fmla="*/ 52 h 88"/>
                <a:gd name="T36" fmla="*/ 36 w 72"/>
                <a:gd name="T37" fmla="*/ 52 h 88"/>
                <a:gd name="T38" fmla="*/ 48 w 72"/>
                <a:gd name="T39" fmla="*/ 24 h 88"/>
                <a:gd name="T40" fmla="*/ 48 w 72"/>
                <a:gd name="T41" fmla="*/ 4 h 88"/>
                <a:gd name="T42" fmla="*/ 68 w 72"/>
                <a:gd name="T43" fmla="*/ 24 h 88"/>
                <a:gd name="T44" fmla="*/ 48 w 72"/>
                <a:gd name="T45" fmla="*/ 2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2" h="88">
                  <a:moveTo>
                    <a:pt x="5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4"/>
                    <a:pt x="4" y="88"/>
                    <a:pt x="8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8" y="88"/>
                    <a:pt x="72" y="84"/>
                    <a:pt x="72" y="80"/>
                  </a:cubicBezTo>
                  <a:cubicBezTo>
                    <a:pt x="72" y="18"/>
                    <a:pt x="72" y="18"/>
                    <a:pt x="72" y="18"/>
                  </a:cubicBezTo>
                  <a:lnTo>
                    <a:pt x="54" y="0"/>
                  </a:lnTo>
                  <a:close/>
                  <a:moveTo>
                    <a:pt x="34" y="72"/>
                  </a:moveTo>
                  <a:cubicBezTo>
                    <a:pt x="24" y="72"/>
                    <a:pt x="16" y="64"/>
                    <a:pt x="16" y="54"/>
                  </a:cubicBezTo>
                  <a:cubicBezTo>
                    <a:pt x="16" y="46"/>
                    <a:pt x="21" y="40"/>
                    <a:pt x="28" y="37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48" y="67"/>
                    <a:pt x="42" y="72"/>
                    <a:pt x="34" y="72"/>
                  </a:cubicBezTo>
                  <a:close/>
                  <a:moveTo>
                    <a:pt x="36" y="52"/>
                  </a:moveTo>
                  <a:cubicBezTo>
                    <a:pt x="36" y="32"/>
                    <a:pt x="36" y="32"/>
                    <a:pt x="36" y="32"/>
                  </a:cubicBezTo>
                  <a:cubicBezTo>
                    <a:pt x="47" y="32"/>
                    <a:pt x="56" y="41"/>
                    <a:pt x="56" y="52"/>
                  </a:cubicBezTo>
                  <a:lnTo>
                    <a:pt x="36" y="52"/>
                  </a:lnTo>
                  <a:close/>
                  <a:moveTo>
                    <a:pt x="48" y="24"/>
                  </a:moveTo>
                  <a:cubicBezTo>
                    <a:pt x="48" y="4"/>
                    <a:pt x="48" y="4"/>
                    <a:pt x="48" y="4"/>
                  </a:cubicBezTo>
                  <a:cubicBezTo>
                    <a:pt x="68" y="24"/>
                    <a:pt x="68" y="24"/>
                    <a:pt x="68" y="24"/>
                  </a:cubicBezTo>
                  <a:lnTo>
                    <a:pt x="48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7" name="Freeform 107"/>
            <p:cNvSpPr>
              <a:spLocks noEditPoints="1"/>
            </p:cNvSpPr>
            <p:nvPr/>
          </p:nvSpPr>
          <p:spPr bwMode="auto">
            <a:xfrm>
              <a:off x="3252788" y="4506913"/>
              <a:ext cx="227013" cy="277813"/>
            </a:xfrm>
            <a:custGeom>
              <a:avLst/>
              <a:gdLst>
                <a:gd name="T0" fmla="*/ 54 w 72"/>
                <a:gd name="T1" fmla="*/ 0 h 88"/>
                <a:gd name="T2" fmla="*/ 8 w 72"/>
                <a:gd name="T3" fmla="*/ 0 h 88"/>
                <a:gd name="T4" fmla="*/ 0 w 72"/>
                <a:gd name="T5" fmla="*/ 8 h 88"/>
                <a:gd name="T6" fmla="*/ 0 w 72"/>
                <a:gd name="T7" fmla="*/ 80 h 88"/>
                <a:gd name="T8" fmla="*/ 8 w 72"/>
                <a:gd name="T9" fmla="*/ 88 h 88"/>
                <a:gd name="T10" fmla="*/ 64 w 72"/>
                <a:gd name="T11" fmla="*/ 88 h 88"/>
                <a:gd name="T12" fmla="*/ 72 w 72"/>
                <a:gd name="T13" fmla="*/ 80 h 88"/>
                <a:gd name="T14" fmla="*/ 72 w 72"/>
                <a:gd name="T15" fmla="*/ 18 h 88"/>
                <a:gd name="T16" fmla="*/ 54 w 72"/>
                <a:gd name="T17" fmla="*/ 0 h 88"/>
                <a:gd name="T18" fmla="*/ 56 w 72"/>
                <a:gd name="T19" fmla="*/ 52 h 88"/>
                <a:gd name="T20" fmla="*/ 48 w 72"/>
                <a:gd name="T21" fmla="*/ 52 h 88"/>
                <a:gd name="T22" fmla="*/ 48 w 72"/>
                <a:gd name="T23" fmla="*/ 44 h 88"/>
                <a:gd name="T24" fmla="*/ 40 w 72"/>
                <a:gd name="T25" fmla="*/ 44 h 88"/>
                <a:gd name="T26" fmla="*/ 40 w 72"/>
                <a:gd name="T27" fmla="*/ 68 h 88"/>
                <a:gd name="T28" fmla="*/ 48 w 72"/>
                <a:gd name="T29" fmla="*/ 68 h 88"/>
                <a:gd name="T30" fmla="*/ 48 w 72"/>
                <a:gd name="T31" fmla="*/ 76 h 88"/>
                <a:gd name="T32" fmla="*/ 24 w 72"/>
                <a:gd name="T33" fmla="*/ 76 h 88"/>
                <a:gd name="T34" fmla="*/ 24 w 72"/>
                <a:gd name="T35" fmla="*/ 68 h 88"/>
                <a:gd name="T36" fmla="*/ 32 w 72"/>
                <a:gd name="T37" fmla="*/ 68 h 88"/>
                <a:gd name="T38" fmla="*/ 32 w 72"/>
                <a:gd name="T39" fmla="*/ 44 h 88"/>
                <a:gd name="T40" fmla="*/ 24 w 72"/>
                <a:gd name="T41" fmla="*/ 44 h 88"/>
                <a:gd name="T42" fmla="*/ 24 w 72"/>
                <a:gd name="T43" fmla="*/ 52 h 88"/>
                <a:gd name="T44" fmla="*/ 16 w 72"/>
                <a:gd name="T45" fmla="*/ 52 h 88"/>
                <a:gd name="T46" fmla="*/ 16 w 72"/>
                <a:gd name="T47" fmla="*/ 36 h 88"/>
                <a:gd name="T48" fmla="*/ 56 w 72"/>
                <a:gd name="T49" fmla="*/ 36 h 88"/>
                <a:gd name="T50" fmla="*/ 56 w 72"/>
                <a:gd name="T51" fmla="*/ 52 h 88"/>
                <a:gd name="T52" fmla="*/ 48 w 72"/>
                <a:gd name="T53" fmla="*/ 24 h 88"/>
                <a:gd name="T54" fmla="*/ 48 w 72"/>
                <a:gd name="T55" fmla="*/ 4 h 88"/>
                <a:gd name="T56" fmla="*/ 68 w 72"/>
                <a:gd name="T57" fmla="*/ 24 h 88"/>
                <a:gd name="T58" fmla="*/ 48 w 72"/>
                <a:gd name="T59" fmla="*/ 2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2" h="88">
                  <a:moveTo>
                    <a:pt x="54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4"/>
                    <a:pt x="4" y="88"/>
                    <a:pt x="8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8" y="88"/>
                    <a:pt x="72" y="84"/>
                    <a:pt x="72" y="80"/>
                  </a:cubicBezTo>
                  <a:cubicBezTo>
                    <a:pt x="72" y="18"/>
                    <a:pt x="72" y="18"/>
                    <a:pt x="72" y="18"/>
                  </a:cubicBezTo>
                  <a:lnTo>
                    <a:pt x="54" y="0"/>
                  </a:lnTo>
                  <a:close/>
                  <a:moveTo>
                    <a:pt x="56" y="52"/>
                  </a:moveTo>
                  <a:cubicBezTo>
                    <a:pt x="48" y="52"/>
                    <a:pt x="48" y="52"/>
                    <a:pt x="48" y="52"/>
                  </a:cubicBezTo>
                  <a:cubicBezTo>
                    <a:pt x="48" y="44"/>
                    <a:pt x="48" y="44"/>
                    <a:pt x="48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8" y="68"/>
                    <a:pt x="48" y="68"/>
                    <a:pt x="48" y="68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32" y="68"/>
                    <a:pt x="32" y="68"/>
                    <a:pt x="32" y="68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56" y="36"/>
                    <a:pt x="56" y="36"/>
                    <a:pt x="56" y="36"/>
                  </a:cubicBezTo>
                  <a:lnTo>
                    <a:pt x="56" y="52"/>
                  </a:lnTo>
                  <a:close/>
                  <a:moveTo>
                    <a:pt x="48" y="24"/>
                  </a:moveTo>
                  <a:cubicBezTo>
                    <a:pt x="48" y="4"/>
                    <a:pt x="48" y="4"/>
                    <a:pt x="48" y="4"/>
                  </a:cubicBezTo>
                  <a:cubicBezTo>
                    <a:pt x="68" y="24"/>
                    <a:pt x="68" y="24"/>
                    <a:pt x="68" y="24"/>
                  </a:cubicBezTo>
                  <a:lnTo>
                    <a:pt x="48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8" name="Freeform 108"/>
            <p:cNvSpPr>
              <a:spLocks noEditPoints="1"/>
            </p:cNvSpPr>
            <p:nvPr/>
          </p:nvSpPr>
          <p:spPr bwMode="auto">
            <a:xfrm>
              <a:off x="4478338" y="4518025"/>
              <a:ext cx="201613" cy="254000"/>
            </a:xfrm>
            <a:custGeom>
              <a:avLst/>
              <a:gdLst>
                <a:gd name="T0" fmla="*/ 56 w 64"/>
                <a:gd name="T1" fmla="*/ 0 h 80"/>
                <a:gd name="T2" fmla="*/ 8 w 64"/>
                <a:gd name="T3" fmla="*/ 0 h 80"/>
                <a:gd name="T4" fmla="*/ 0 w 64"/>
                <a:gd name="T5" fmla="*/ 8 h 80"/>
                <a:gd name="T6" fmla="*/ 0 w 64"/>
                <a:gd name="T7" fmla="*/ 72 h 80"/>
                <a:gd name="T8" fmla="*/ 8 w 64"/>
                <a:gd name="T9" fmla="*/ 80 h 80"/>
                <a:gd name="T10" fmla="*/ 56 w 64"/>
                <a:gd name="T11" fmla="*/ 80 h 80"/>
                <a:gd name="T12" fmla="*/ 64 w 64"/>
                <a:gd name="T13" fmla="*/ 72 h 80"/>
                <a:gd name="T14" fmla="*/ 64 w 64"/>
                <a:gd name="T15" fmla="*/ 8 h 80"/>
                <a:gd name="T16" fmla="*/ 56 w 64"/>
                <a:gd name="T17" fmla="*/ 0 h 80"/>
                <a:gd name="T18" fmla="*/ 28 w 64"/>
                <a:gd name="T19" fmla="*/ 70 h 80"/>
                <a:gd name="T20" fmla="*/ 13 w 64"/>
                <a:gd name="T21" fmla="*/ 55 h 80"/>
                <a:gd name="T22" fmla="*/ 19 w 64"/>
                <a:gd name="T23" fmla="*/ 49 h 80"/>
                <a:gd name="T24" fmla="*/ 28 w 64"/>
                <a:gd name="T25" fmla="*/ 58 h 80"/>
                <a:gd name="T26" fmla="*/ 45 w 64"/>
                <a:gd name="T27" fmla="*/ 41 h 80"/>
                <a:gd name="T28" fmla="*/ 51 w 64"/>
                <a:gd name="T29" fmla="*/ 47 h 80"/>
                <a:gd name="T30" fmla="*/ 28 w 64"/>
                <a:gd name="T31" fmla="*/ 70 h 80"/>
                <a:gd name="T32" fmla="*/ 28 w 64"/>
                <a:gd name="T33" fmla="*/ 38 h 80"/>
                <a:gd name="T34" fmla="*/ 13 w 64"/>
                <a:gd name="T35" fmla="*/ 23 h 80"/>
                <a:gd name="T36" fmla="*/ 19 w 64"/>
                <a:gd name="T37" fmla="*/ 17 h 80"/>
                <a:gd name="T38" fmla="*/ 28 w 64"/>
                <a:gd name="T39" fmla="*/ 26 h 80"/>
                <a:gd name="T40" fmla="*/ 45 w 64"/>
                <a:gd name="T41" fmla="*/ 9 h 80"/>
                <a:gd name="T42" fmla="*/ 51 w 64"/>
                <a:gd name="T43" fmla="*/ 15 h 80"/>
                <a:gd name="T44" fmla="*/ 28 w 64"/>
                <a:gd name="T45" fmla="*/ 3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4" h="80">
                  <a:moveTo>
                    <a:pt x="5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60" y="80"/>
                    <a:pt x="64" y="76"/>
                    <a:pt x="64" y="7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4"/>
                    <a:pt x="60" y="0"/>
                    <a:pt x="56" y="0"/>
                  </a:cubicBezTo>
                  <a:close/>
                  <a:moveTo>
                    <a:pt x="28" y="70"/>
                  </a:moveTo>
                  <a:cubicBezTo>
                    <a:pt x="13" y="55"/>
                    <a:pt x="13" y="55"/>
                    <a:pt x="13" y="55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8" y="58"/>
                    <a:pt x="28" y="58"/>
                    <a:pt x="28" y="58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51" y="47"/>
                    <a:pt x="51" y="47"/>
                    <a:pt x="51" y="47"/>
                  </a:cubicBezTo>
                  <a:lnTo>
                    <a:pt x="28" y="70"/>
                  </a:lnTo>
                  <a:close/>
                  <a:moveTo>
                    <a:pt x="28" y="38"/>
                  </a:moveTo>
                  <a:cubicBezTo>
                    <a:pt x="13" y="23"/>
                    <a:pt x="13" y="23"/>
                    <a:pt x="13" y="23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51" y="15"/>
                    <a:pt x="51" y="15"/>
                    <a:pt x="51" y="15"/>
                  </a:cubicBezTo>
                  <a:lnTo>
                    <a:pt x="28" y="38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9" name="Freeform 109"/>
            <p:cNvSpPr>
              <a:spLocks/>
            </p:cNvSpPr>
            <p:nvPr/>
          </p:nvSpPr>
          <p:spPr bwMode="auto">
            <a:xfrm>
              <a:off x="6892926" y="4518025"/>
              <a:ext cx="227013" cy="254000"/>
            </a:xfrm>
            <a:custGeom>
              <a:avLst/>
              <a:gdLst>
                <a:gd name="T0" fmla="*/ 119 w 143"/>
                <a:gd name="T1" fmla="*/ 0 h 160"/>
                <a:gd name="T2" fmla="*/ 119 w 143"/>
                <a:gd name="T3" fmla="*/ 24 h 160"/>
                <a:gd name="T4" fmla="*/ 103 w 143"/>
                <a:gd name="T5" fmla="*/ 24 h 160"/>
                <a:gd name="T6" fmla="*/ 103 w 143"/>
                <a:gd name="T7" fmla="*/ 0 h 160"/>
                <a:gd name="T8" fmla="*/ 79 w 143"/>
                <a:gd name="T9" fmla="*/ 0 h 160"/>
                <a:gd name="T10" fmla="*/ 79 w 143"/>
                <a:gd name="T11" fmla="*/ 24 h 160"/>
                <a:gd name="T12" fmla="*/ 63 w 143"/>
                <a:gd name="T13" fmla="*/ 24 h 160"/>
                <a:gd name="T14" fmla="*/ 63 w 143"/>
                <a:gd name="T15" fmla="*/ 0 h 160"/>
                <a:gd name="T16" fmla="*/ 39 w 143"/>
                <a:gd name="T17" fmla="*/ 0 h 160"/>
                <a:gd name="T18" fmla="*/ 39 w 143"/>
                <a:gd name="T19" fmla="*/ 24 h 160"/>
                <a:gd name="T20" fmla="*/ 23 w 143"/>
                <a:gd name="T21" fmla="*/ 24 h 160"/>
                <a:gd name="T22" fmla="*/ 23 w 143"/>
                <a:gd name="T23" fmla="*/ 0 h 160"/>
                <a:gd name="T24" fmla="*/ 0 w 143"/>
                <a:gd name="T25" fmla="*/ 0 h 160"/>
                <a:gd name="T26" fmla="*/ 0 w 143"/>
                <a:gd name="T27" fmla="*/ 160 h 160"/>
                <a:gd name="T28" fmla="*/ 143 w 143"/>
                <a:gd name="T29" fmla="*/ 160 h 160"/>
                <a:gd name="T30" fmla="*/ 143 w 143"/>
                <a:gd name="T31" fmla="*/ 0 h 160"/>
                <a:gd name="T32" fmla="*/ 119 w 143"/>
                <a:gd name="T33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3" h="160">
                  <a:moveTo>
                    <a:pt x="119" y="0"/>
                  </a:moveTo>
                  <a:lnTo>
                    <a:pt x="119" y="24"/>
                  </a:lnTo>
                  <a:lnTo>
                    <a:pt x="103" y="24"/>
                  </a:lnTo>
                  <a:lnTo>
                    <a:pt x="103" y="0"/>
                  </a:lnTo>
                  <a:lnTo>
                    <a:pt x="79" y="0"/>
                  </a:lnTo>
                  <a:lnTo>
                    <a:pt x="79" y="24"/>
                  </a:lnTo>
                  <a:lnTo>
                    <a:pt x="63" y="24"/>
                  </a:lnTo>
                  <a:lnTo>
                    <a:pt x="63" y="0"/>
                  </a:lnTo>
                  <a:lnTo>
                    <a:pt x="39" y="0"/>
                  </a:lnTo>
                  <a:lnTo>
                    <a:pt x="39" y="24"/>
                  </a:lnTo>
                  <a:lnTo>
                    <a:pt x="23" y="24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60"/>
                  </a:lnTo>
                  <a:lnTo>
                    <a:pt x="143" y="160"/>
                  </a:lnTo>
                  <a:lnTo>
                    <a:pt x="143" y="0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0" name="Freeform 110"/>
            <p:cNvSpPr>
              <a:spLocks noEditPoints="1"/>
            </p:cNvSpPr>
            <p:nvPr/>
          </p:nvSpPr>
          <p:spPr bwMode="auto">
            <a:xfrm>
              <a:off x="7499351" y="4518025"/>
              <a:ext cx="227013" cy="254000"/>
            </a:xfrm>
            <a:custGeom>
              <a:avLst/>
              <a:gdLst>
                <a:gd name="T0" fmla="*/ 119 w 143"/>
                <a:gd name="T1" fmla="*/ 0 h 160"/>
                <a:gd name="T2" fmla="*/ 119 w 143"/>
                <a:gd name="T3" fmla="*/ 24 h 160"/>
                <a:gd name="T4" fmla="*/ 103 w 143"/>
                <a:gd name="T5" fmla="*/ 24 h 160"/>
                <a:gd name="T6" fmla="*/ 103 w 143"/>
                <a:gd name="T7" fmla="*/ 0 h 160"/>
                <a:gd name="T8" fmla="*/ 79 w 143"/>
                <a:gd name="T9" fmla="*/ 0 h 160"/>
                <a:gd name="T10" fmla="*/ 79 w 143"/>
                <a:gd name="T11" fmla="*/ 24 h 160"/>
                <a:gd name="T12" fmla="*/ 63 w 143"/>
                <a:gd name="T13" fmla="*/ 24 h 160"/>
                <a:gd name="T14" fmla="*/ 63 w 143"/>
                <a:gd name="T15" fmla="*/ 0 h 160"/>
                <a:gd name="T16" fmla="*/ 39 w 143"/>
                <a:gd name="T17" fmla="*/ 0 h 160"/>
                <a:gd name="T18" fmla="*/ 39 w 143"/>
                <a:gd name="T19" fmla="*/ 24 h 160"/>
                <a:gd name="T20" fmla="*/ 24 w 143"/>
                <a:gd name="T21" fmla="*/ 24 h 160"/>
                <a:gd name="T22" fmla="*/ 24 w 143"/>
                <a:gd name="T23" fmla="*/ 0 h 160"/>
                <a:gd name="T24" fmla="*/ 0 w 143"/>
                <a:gd name="T25" fmla="*/ 0 h 160"/>
                <a:gd name="T26" fmla="*/ 0 w 143"/>
                <a:gd name="T27" fmla="*/ 160 h 160"/>
                <a:gd name="T28" fmla="*/ 143 w 143"/>
                <a:gd name="T29" fmla="*/ 160 h 160"/>
                <a:gd name="T30" fmla="*/ 143 w 143"/>
                <a:gd name="T31" fmla="*/ 0 h 160"/>
                <a:gd name="T32" fmla="*/ 119 w 143"/>
                <a:gd name="T33" fmla="*/ 0 h 160"/>
                <a:gd name="T34" fmla="*/ 32 w 143"/>
                <a:gd name="T35" fmla="*/ 56 h 160"/>
                <a:gd name="T36" fmla="*/ 95 w 143"/>
                <a:gd name="T37" fmla="*/ 56 h 160"/>
                <a:gd name="T38" fmla="*/ 95 w 143"/>
                <a:gd name="T39" fmla="*/ 72 h 160"/>
                <a:gd name="T40" fmla="*/ 32 w 143"/>
                <a:gd name="T41" fmla="*/ 72 h 160"/>
                <a:gd name="T42" fmla="*/ 32 w 143"/>
                <a:gd name="T43" fmla="*/ 56 h 160"/>
                <a:gd name="T44" fmla="*/ 111 w 143"/>
                <a:gd name="T45" fmla="*/ 136 h 160"/>
                <a:gd name="T46" fmla="*/ 32 w 143"/>
                <a:gd name="T47" fmla="*/ 136 h 160"/>
                <a:gd name="T48" fmla="*/ 32 w 143"/>
                <a:gd name="T49" fmla="*/ 120 h 160"/>
                <a:gd name="T50" fmla="*/ 111 w 143"/>
                <a:gd name="T51" fmla="*/ 120 h 160"/>
                <a:gd name="T52" fmla="*/ 111 w 143"/>
                <a:gd name="T53" fmla="*/ 136 h 160"/>
                <a:gd name="T54" fmla="*/ 111 w 143"/>
                <a:gd name="T55" fmla="*/ 104 h 160"/>
                <a:gd name="T56" fmla="*/ 32 w 143"/>
                <a:gd name="T57" fmla="*/ 104 h 160"/>
                <a:gd name="T58" fmla="*/ 32 w 143"/>
                <a:gd name="T59" fmla="*/ 88 h 160"/>
                <a:gd name="T60" fmla="*/ 111 w 143"/>
                <a:gd name="T61" fmla="*/ 88 h 160"/>
                <a:gd name="T62" fmla="*/ 111 w 143"/>
                <a:gd name="T63" fmla="*/ 10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3" h="160">
                  <a:moveTo>
                    <a:pt x="119" y="0"/>
                  </a:moveTo>
                  <a:lnTo>
                    <a:pt x="119" y="24"/>
                  </a:lnTo>
                  <a:lnTo>
                    <a:pt x="103" y="24"/>
                  </a:lnTo>
                  <a:lnTo>
                    <a:pt x="103" y="0"/>
                  </a:lnTo>
                  <a:lnTo>
                    <a:pt x="79" y="0"/>
                  </a:lnTo>
                  <a:lnTo>
                    <a:pt x="79" y="24"/>
                  </a:lnTo>
                  <a:lnTo>
                    <a:pt x="63" y="24"/>
                  </a:lnTo>
                  <a:lnTo>
                    <a:pt x="63" y="0"/>
                  </a:lnTo>
                  <a:lnTo>
                    <a:pt x="39" y="0"/>
                  </a:lnTo>
                  <a:lnTo>
                    <a:pt x="39" y="24"/>
                  </a:lnTo>
                  <a:lnTo>
                    <a:pt x="24" y="2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160"/>
                  </a:lnTo>
                  <a:lnTo>
                    <a:pt x="143" y="160"/>
                  </a:lnTo>
                  <a:lnTo>
                    <a:pt x="143" y="0"/>
                  </a:lnTo>
                  <a:lnTo>
                    <a:pt x="119" y="0"/>
                  </a:lnTo>
                  <a:close/>
                  <a:moveTo>
                    <a:pt x="32" y="56"/>
                  </a:moveTo>
                  <a:lnTo>
                    <a:pt x="95" y="56"/>
                  </a:lnTo>
                  <a:lnTo>
                    <a:pt x="95" y="72"/>
                  </a:lnTo>
                  <a:lnTo>
                    <a:pt x="32" y="72"/>
                  </a:lnTo>
                  <a:lnTo>
                    <a:pt x="32" y="56"/>
                  </a:lnTo>
                  <a:close/>
                  <a:moveTo>
                    <a:pt x="111" y="136"/>
                  </a:moveTo>
                  <a:lnTo>
                    <a:pt x="32" y="136"/>
                  </a:lnTo>
                  <a:lnTo>
                    <a:pt x="32" y="120"/>
                  </a:lnTo>
                  <a:lnTo>
                    <a:pt x="111" y="120"/>
                  </a:lnTo>
                  <a:lnTo>
                    <a:pt x="111" y="136"/>
                  </a:lnTo>
                  <a:close/>
                  <a:moveTo>
                    <a:pt x="111" y="104"/>
                  </a:moveTo>
                  <a:lnTo>
                    <a:pt x="32" y="104"/>
                  </a:lnTo>
                  <a:lnTo>
                    <a:pt x="32" y="88"/>
                  </a:lnTo>
                  <a:lnTo>
                    <a:pt x="111" y="88"/>
                  </a:lnTo>
                  <a:lnTo>
                    <a:pt x="111" y="10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52" name="组合 151"/>
            <p:cNvGrpSpPr/>
            <p:nvPr/>
          </p:nvGrpSpPr>
          <p:grpSpPr>
            <a:xfrm>
              <a:off x="5072063" y="4518025"/>
              <a:ext cx="228600" cy="266700"/>
              <a:chOff x="5072063" y="4518025"/>
              <a:chExt cx="228600" cy="266700"/>
            </a:xfrm>
          </p:grpSpPr>
          <p:sp>
            <p:nvSpPr>
              <p:cNvPr id="111" name="Freeform 111"/>
              <p:cNvSpPr>
                <a:spLocks/>
              </p:cNvSpPr>
              <p:nvPr/>
            </p:nvSpPr>
            <p:spPr bwMode="auto">
              <a:xfrm>
                <a:off x="5135563" y="4518025"/>
                <a:ext cx="101600" cy="63500"/>
              </a:xfrm>
              <a:custGeom>
                <a:avLst/>
                <a:gdLst>
                  <a:gd name="T0" fmla="*/ 32 w 32"/>
                  <a:gd name="T1" fmla="*/ 8 h 20"/>
                  <a:gd name="T2" fmla="*/ 24 w 32"/>
                  <a:gd name="T3" fmla="*/ 8 h 20"/>
                  <a:gd name="T4" fmla="*/ 16 w 32"/>
                  <a:gd name="T5" fmla="*/ 0 h 20"/>
                  <a:gd name="T6" fmla="*/ 8 w 32"/>
                  <a:gd name="T7" fmla="*/ 8 h 20"/>
                  <a:gd name="T8" fmla="*/ 0 w 32"/>
                  <a:gd name="T9" fmla="*/ 8 h 20"/>
                  <a:gd name="T10" fmla="*/ 0 w 32"/>
                  <a:gd name="T11" fmla="*/ 20 h 20"/>
                  <a:gd name="T12" fmla="*/ 32 w 32"/>
                  <a:gd name="T13" fmla="*/ 20 h 20"/>
                  <a:gd name="T14" fmla="*/ 32 w 32"/>
                  <a:gd name="T15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" h="20">
                    <a:moveTo>
                      <a:pt x="32" y="8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ubicBezTo>
                      <a:pt x="12" y="0"/>
                      <a:pt x="8" y="4"/>
                      <a:pt x="8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32" y="20"/>
                      <a:pt x="32" y="20"/>
                      <a:pt x="32" y="20"/>
                    </a:cubicBezTo>
                    <a:lnTo>
                      <a:pt x="32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112"/>
              <p:cNvSpPr>
                <a:spLocks noEditPoints="1"/>
              </p:cNvSpPr>
              <p:nvPr/>
            </p:nvSpPr>
            <p:spPr bwMode="auto">
              <a:xfrm>
                <a:off x="5072063" y="4556125"/>
                <a:ext cx="228600" cy="228600"/>
              </a:xfrm>
              <a:custGeom>
                <a:avLst/>
                <a:gdLst>
                  <a:gd name="T0" fmla="*/ 64 w 72"/>
                  <a:gd name="T1" fmla="*/ 0 h 72"/>
                  <a:gd name="T2" fmla="*/ 60 w 72"/>
                  <a:gd name="T3" fmla="*/ 0 h 72"/>
                  <a:gd name="T4" fmla="*/ 60 w 72"/>
                  <a:gd name="T5" fmla="*/ 12 h 72"/>
                  <a:gd name="T6" fmla="*/ 12 w 72"/>
                  <a:gd name="T7" fmla="*/ 12 h 72"/>
                  <a:gd name="T8" fmla="*/ 12 w 72"/>
                  <a:gd name="T9" fmla="*/ 0 h 72"/>
                  <a:gd name="T10" fmla="*/ 8 w 72"/>
                  <a:gd name="T11" fmla="*/ 0 h 72"/>
                  <a:gd name="T12" fmla="*/ 0 w 72"/>
                  <a:gd name="T13" fmla="*/ 8 h 72"/>
                  <a:gd name="T14" fmla="*/ 0 w 72"/>
                  <a:gd name="T15" fmla="*/ 64 h 72"/>
                  <a:gd name="T16" fmla="*/ 8 w 72"/>
                  <a:gd name="T17" fmla="*/ 72 h 72"/>
                  <a:gd name="T18" fmla="*/ 64 w 72"/>
                  <a:gd name="T19" fmla="*/ 72 h 72"/>
                  <a:gd name="T20" fmla="*/ 72 w 72"/>
                  <a:gd name="T21" fmla="*/ 64 h 72"/>
                  <a:gd name="T22" fmla="*/ 72 w 72"/>
                  <a:gd name="T23" fmla="*/ 8 h 72"/>
                  <a:gd name="T24" fmla="*/ 64 w 72"/>
                  <a:gd name="T25" fmla="*/ 0 h 72"/>
                  <a:gd name="T26" fmla="*/ 52 w 72"/>
                  <a:gd name="T27" fmla="*/ 44 h 72"/>
                  <a:gd name="T28" fmla="*/ 40 w 72"/>
                  <a:gd name="T29" fmla="*/ 44 h 72"/>
                  <a:gd name="T30" fmla="*/ 40 w 72"/>
                  <a:gd name="T31" fmla="*/ 56 h 72"/>
                  <a:gd name="T32" fmla="*/ 32 w 72"/>
                  <a:gd name="T33" fmla="*/ 56 h 72"/>
                  <a:gd name="T34" fmla="*/ 32 w 72"/>
                  <a:gd name="T35" fmla="*/ 44 h 72"/>
                  <a:gd name="T36" fmla="*/ 20 w 72"/>
                  <a:gd name="T37" fmla="*/ 44 h 72"/>
                  <a:gd name="T38" fmla="*/ 20 w 72"/>
                  <a:gd name="T39" fmla="*/ 36 h 72"/>
                  <a:gd name="T40" fmla="*/ 32 w 72"/>
                  <a:gd name="T41" fmla="*/ 36 h 72"/>
                  <a:gd name="T42" fmla="*/ 32 w 72"/>
                  <a:gd name="T43" fmla="*/ 24 h 72"/>
                  <a:gd name="T44" fmla="*/ 40 w 72"/>
                  <a:gd name="T45" fmla="*/ 24 h 72"/>
                  <a:gd name="T46" fmla="*/ 40 w 72"/>
                  <a:gd name="T47" fmla="*/ 36 h 72"/>
                  <a:gd name="T48" fmla="*/ 52 w 72"/>
                  <a:gd name="T49" fmla="*/ 36 h 72"/>
                  <a:gd name="T50" fmla="*/ 52 w 72"/>
                  <a:gd name="T51" fmla="*/ 4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2" h="72">
                    <a:moveTo>
                      <a:pt x="64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68" y="72"/>
                      <a:pt x="72" y="68"/>
                      <a:pt x="72" y="6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52" y="44"/>
                    </a:moveTo>
                    <a:cubicBezTo>
                      <a:pt x="40" y="44"/>
                      <a:pt x="40" y="44"/>
                      <a:pt x="40" y="44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2" y="44"/>
                      <a:pt x="32" y="44"/>
                      <a:pt x="32" y="44"/>
                    </a:cubicBez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32" y="36"/>
                      <a:pt x="32" y="36"/>
                      <a:pt x="32" y="36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40" y="36"/>
                      <a:pt x="40" y="36"/>
                      <a:pt x="40" y="36"/>
                    </a:cubicBezTo>
                    <a:cubicBezTo>
                      <a:pt x="52" y="36"/>
                      <a:pt x="52" y="36"/>
                      <a:pt x="52" y="36"/>
                    </a:cubicBezTo>
                    <a:lnTo>
                      <a:pt x="52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>
              <a:off x="5678488" y="4518025"/>
              <a:ext cx="228600" cy="266700"/>
              <a:chOff x="5678488" y="4518025"/>
              <a:chExt cx="228600" cy="266700"/>
            </a:xfrm>
          </p:grpSpPr>
          <p:sp>
            <p:nvSpPr>
              <p:cNvPr id="113" name="Freeform 113"/>
              <p:cNvSpPr>
                <a:spLocks/>
              </p:cNvSpPr>
              <p:nvPr/>
            </p:nvSpPr>
            <p:spPr bwMode="auto">
              <a:xfrm>
                <a:off x="5741988" y="4518025"/>
                <a:ext cx="101600" cy="63500"/>
              </a:xfrm>
              <a:custGeom>
                <a:avLst/>
                <a:gdLst>
                  <a:gd name="T0" fmla="*/ 32 w 32"/>
                  <a:gd name="T1" fmla="*/ 8 h 20"/>
                  <a:gd name="T2" fmla="*/ 24 w 32"/>
                  <a:gd name="T3" fmla="*/ 8 h 20"/>
                  <a:gd name="T4" fmla="*/ 16 w 32"/>
                  <a:gd name="T5" fmla="*/ 0 h 20"/>
                  <a:gd name="T6" fmla="*/ 8 w 32"/>
                  <a:gd name="T7" fmla="*/ 8 h 20"/>
                  <a:gd name="T8" fmla="*/ 0 w 32"/>
                  <a:gd name="T9" fmla="*/ 8 h 20"/>
                  <a:gd name="T10" fmla="*/ 0 w 32"/>
                  <a:gd name="T11" fmla="*/ 20 h 20"/>
                  <a:gd name="T12" fmla="*/ 32 w 32"/>
                  <a:gd name="T13" fmla="*/ 20 h 20"/>
                  <a:gd name="T14" fmla="*/ 32 w 32"/>
                  <a:gd name="T15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" h="20">
                    <a:moveTo>
                      <a:pt x="32" y="8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ubicBezTo>
                      <a:pt x="12" y="0"/>
                      <a:pt x="8" y="4"/>
                      <a:pt x="8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32" y="20"/>
                      <a:pt x="32" y="20"/>
                      <a:pt x="32" y="20"/>
                    </a:cubicBezTo>
                    <a:lnTo>
                      <a:pt x="32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114"/>
              <p:cNvSpPr>
                <a:spLocks noEditPoints="1"/>
              </p:cNvSpPr>
              <p:nvPr/>
            </p:nvSpPr>
            <p:spPr bwMode="auto">
              <a:xfrm>
                <a:off x="5678488" y="4556125"/>
                <a:ext cx="228600" cy="228600"/>
              </a:xfrm>
              <a:custGeom>
                <a:avLst/>
                <a:gdLst>
                  <a:gd name="T0" fmla="*/ 64 w 72"/>
                  <a:gd name="T1" fmla="*/ 0 h 72"/>
                  <a:gd name="T2" fmla="*/ 60 w 72"/>
                  <a:gd name="T3" fmla="*/ 0 h 72"/>
                  <a:gd name="T4" fmla="*/ 60 w 72"/>
                  <a:gd name="T5" fmla="*/ 12 h 72"/>
                  <a:gd name="T6" fmla="*/ 12 w 72"/>
                  <a:gd name="T7" fmla="*/ 12 h 72"/>
                  <a:gd name="T8" fmla="*/ 12 w 72"/>
                  <a:gd name="T9" fmla="*/ 0 h 72"/>
                  <a:gd name="T10" fmla="*/ 8 w 72"/>
                  <a:gd name="T11" fmla="*/ 0 h 72"/>
                  <a:gd name="T12" fmla="*/ 0 w 72"/>
                  <a:gd name="T13" fmla="*/ 8 h 72"/>
                  <a:gd name="T14" fmla="*/ 0 w 72"/>
                  <a:gd name="T15" fmla="*/ 64 h 72"/>
                  <a:gd name="T16" fmla="*/ 8 w 72"/>
                  <a:gd name="T17" fmla="*/ 72 h 72"/>
                  <a:gd name="T18" fmla="*/ 64 w 72"/>
                  <a:gd name="T19" fmla="*/ 72 h 72"/>
                  <a:gd name="T20" fmla="*/ 72 w 72"/>
                  <a:gd name="T21" fmla="*/ 64 h 72"/>
                  <a:gd name="T22" fmla="*/ 72 w 72"/>
                  <a:gd name="T23" fmla="*/ 8 h 72"/>
                  <a:gd name="T24" fmla="*/ 64 w 72"/>
                  <a:gd name="T25" fmla="*/ 0 h 72"/>
                  <a:gd name="T26" fmla="*/ 52 w 72"/>
                  <a:gd name="T27" fmla="*/ 44 h 72"/>
                  <a:gd name="T28" fmla="*/ 20 w 72"/>
                  <a:gd name="T29" fmla="*/ 44 h 72"/>
                  <a:gd name="T30" fmla="*/ 20 w 72"/>
                  <a:gd name="T31" fmla="*/ 36 h 72"/>
                  <a:gd name="T32" fmla="*/ 52 w 72"/>
                  <a:gd name="T33" fmla="*/ 36 h 72"/>
                  <a:gd name="T34" fmla="*/ 52 w 72"/>
                  <a:gd name="T35" fmla="*/ 4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2" h="72">
                    <a:moveTo>
                      <a:pt x="64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68" y="72"/>
                      <a:pt x="72" y="68"/>
                      <a:pt x="72" y="6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52" y="44"/>
                    </a:moveTo>
                    <a:cubicBezTo>
                      <a:pt x="20" y="44"/>
                      <a:pt x="20" y="44"/>
                      <a:pt x="20" y="44"/>
                    </a:cubicBezTo>
                    <a:cubicBezTo>
                      <a:pt x="20" y="36"/>
                      <a:pt x="20" y="36"/>
                      <a:pt x="20" y="36"/>
                    </a:cubicBezTo>
                    <a:cubicBezTo>
                      <a:pt x="52" y="36"/>
                      <a:pt x="52" y="36"/>
                      <a:pt x="52" y="36"/>
                    </a:cubicBezTo>
                    <a:lnTo>
                      <a:pt x="52" y="4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6284913" y="4518025"/>
              <a:ext cx="228600" cy="266700"/>
              <a:chOff x="6284913" y="4518025"/>
              <a:chExt cx="228600" cy="266700"/>
            </a:xfrm>
          </p:grpSpPr>
          <p:sp>
            <p:nvSpPr>
              <p:cNvPr id="115" name="Freeform 115"/>
              <p:cNvSpPr>
                <a:spLocks/>
              </p:cNvSpPr>
              <p:nvPr/>
            </p:nvSpPr>
            <p:spPr bwMode="auto">
              <a:xfrm>
                <a:off x="6348413" y="4518025"/>
                <a:ext cx="101600" cy="63500"/>
              </a:xfrm>
              <a:custGeom>
                <a:avLst/>
                <a:gdLst>
                  <a:gd name="T0" fmla="*/ 32 w 32"/>
                  <a:gd name="T1" fmla="*/ 8 h 20"/>
                  <a:gd name="T2" fmla="*/ 24 w 32"/>
                  <a:gd name="T3" fmla="*/ 8 h 20"/>
                  <a:gd name="T4" fmla="*/ 16 w 32"/>
                  <a:gd name="T5" fmla="*/ 0 h 20"/>
                  <a:gd name="T6" fmla="*/ 8 w 32"/>
                  <a:gd name="T7" fmla="*/ 8 h 20"/>
                  <a:gd name="T8" fmla="*/ 0 w 32"/>
                  <a:gd name="T9" fmla="*/ 8 h 20"/>
                  <a:gd name="T10" fmla="*/ 0 w 32"/>
                  <a:gd name="T11" fmla="*/ 20 h 20"/>
                  <a:gd name="T12" fmla="*/ 32 w 32"/>
                  <a:gd name="T13" fmla="*/ 20 h 20"/>
                  <a:gd name="T14" fmla="*/ 32 w 32"/>
                  <a:gd name="T15" fmla="*/ 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" h="20">
                    <a:moveTo>
                      <a:pt x="32" y="8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4"/>
                      <a:pt x="20" y="0"/>
                      <a:pt x="16" y="0"/>
                    </a:cubicBezTo>
                    <a:cubicBezTo>
                      <a:pt x="12" y="0"/>
                      <a:pt x="8" y="4"/>
                      <a:pt x="8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32" y="20"/>
                      <a:pt x="32" y="20"/>
                      <a:pt x="32" y="20"/>
                    </a:cubicBezTo>
                    <a:lnTo>
                      <a:pt x="32" y="8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116"/>
              <p:cNvSpPr>
                <a:spLocks noEditPoints="1"/>
              </p:cNvSpPr>
              <p:nvPr/>
            </p:nvSpPr>
            <p:spPr bwMode="auto">
              <a:xfrm>
                <a:off x="6284913" y="4556125"/>
                <a:ext cx="228600" cy="228600"/>
              </a:xfrm>
              <a:custGeom>
                <a:avLst/>
                <a:gdLst>
                  <a:gd name="T0" fmla="*/ 64 w 72"/>
                  <a:gd name="T1" fmla="*/ 0 h 72"/>
                  <a:gd name="T2" fmla="*/ 60 w 72"/>
                  <a:gd name="T3" fmla="*/ 0 h 72"/>
                  <a:gd name="T4" fmla="*/ 60 w 72"/>
                  <a:gd name="T5" fmla="*/ 12 h 72"/>
                  <a:gd name="T6" fmla="*/ 12 w 72"/>
                  <a:gd name="T7" fmla="*/ 12 h 72"/>
                  <a:gd name="T8" fmla="*/ 12 w 72"/>
                  <a:gd name="T9" fmla="*/ 0 h 72"/>
                  <a:gd name="T10" fmla="*/ 8 w 72"/>
                  <a:gd name="T11" fmla="*/ 0 h 72"/>
                  <a:gd name="T12" fmla="*/ 0 w 72"/>
                  <a:gd name="T13" fmla="*/ 8 h 72"/>
                  <a:gd name="T14" fmla="*/ 0 w 72"/>
                  <a:gd name="T15" fmla="*/ 64 h 72"/>
                  <a:gd name="T16" fmla="*/ 8 w 72"/>
                  <a:gd name="T17" fmla="*/ 72 h 72"/>
                  <a:gd name="T18" fmla="*/ 64 w 72"/>
                  <a:gd name="T19" fmla="*/ 72 h 72"/>
                  <a:gd name="T20" fmla="*/ 72 w 72"/>
                  <a:gd name="T21" fmla="*/ 64 h 72"/>
                  <a:gd name="T22" fmla="*/ 72 w 72"/>
                  <a:gd name="T23" fmla="*/ 8 h 72"/>
                  <a:gd name="T24" fmla="*/ 64 w 72"/>
                  <a:gd name="T25" fmla="*/ 0 h 72"/>
                  <a:gd name="T26" fmla="*/ 50 w 72"/>
                  <a:gd name="T27" fmla="*/ 50 h 72"/>
                  <a:gd name="T28" fmla="*/ 44 w 72"/>
                  <a:gd name="T29" fmla="*/ 56 h 72"/>
                  <a:gd name="T30" fmla="*/ 36 w 72"/>
                  <a:gd name="T31" fmla="*/ 48 h 72"/>
                  <a:gd name="T32" fmla="*/ 28 w 72"/>
                  <a:gd name="T33" fmla="*/ 56 h 72"/>
                  <a:gd name="T34" fmla="*/ 22 w 72"/>
                  <a:gd name="T35" fmla="*/ 50 h 72"/>
                  <a:gd name="T36" fmla="*/ 30 w 72"/>
                  <a:gd name="T37" fmla="*/ 42 h 72"/>
                  <a:gd name="T38" fmla="*/ 22 w 72"/>
                  <a:gd name="T39" fmla="*/ 33 h 72"/>
                  <a:gd name="T40" fmla="*/ 28 w 72"/>
                  <a:gd name="T41" fmla="*/ 28 h 72"/>
                  <a:gd name="T42" fmla="*/ 36 w 72"/>
                  <a:gd name="T43" fmla="*/ 36 h 72"/>
                  <a:gd name="T44" fmla="*/ 44 w 72"/>
                  <a:gd name="T45" fmla="*/ 28 h 72"/>
                  <a:gd name="T46" fmla="*/ 50 w 72"/>
                  <a:gd name="T47" fmla="*/ 33 h 72"/>
                  <a:gd name="T48" fmla="*/ 42 w 72"/>
                  <a:gd name="T49" fmla="*/ 42 h 72"/>
                  <a:gd name="T50" fmla="*/ 50 w 72"/>
                  <a:gd name="T51" fmla="*/ 5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72" h="72">
                    <a:moveTo>
                      <a:pt x="64" y="0"/>
                    </a:moveTo>
                    <a:cubicBezTo>
                      <a:pt x="60" y="0"/>
                      <a:pt x="60" y="0"/>
                      <a:pt x="60" y="0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8"/>
                      <a:pt x="4" y="72"/>
                      <a:pt x="8" y="72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68" y="72"/>
                      <a:pt x="72" y="68"/>
                      <a:pt x="72" y="64"/>
                    </a:cubicBezTo>
                    <a:cubicBezTo>
                      <a:pt x="72" y="8"/>
                      <a:pt x="72" y="8"/>
                      <a:pt x="72" y="8"/>
                    </a:cubicBezTo>
                    <a:cubicBezTo>
                      <a:pt x="72" y="4"/>
                      <a:pt x="68" y="0"/>
                      <a:pt x="64" y="0"/>
                    </a:cubicBezTo>
                    <a:close/>
                    <a:moveTo>
                      <a:pt x="50" y="50"/>
                    </a:moveTo>
                    <a:cubicBezTo>
                      <a:pt x="44" y="56"/>
                      <a:pt x="44" y="56"/>
                      <a:pt x="44" y="56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22" y="33"/>
                      <a:pt x="22" y="33"/>
                      <a:pt x="22" y="33"/>
                    </a:cubicBezTo>
                    <a:cubicBezTo>
                      <a:pt x="28" y="28"/>
                      <a:pt x="28" y="28"/>
                      <a:pt x="28" y="28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50" y="33"/>
                      <a:pt x="50" y="33"/>
                      <a:pt x="50" y="33"/>
                    </a:cubicBezTo>
                    <a:cubicBezTo>
                      <a:pt x="42" y="42"/>
                      <a:pt x="42" y="42"/>
                      <a:pt x="42" y="42"/>
                    </a:cubicBezTo>
                    <a:lnTo>
                      <a:pt x="50" y="50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5" name="组合 154"/>
            <p:cNvGrpSpPr/>
            <p:nvPr/>
          </p:nvGrpSpPr>
          <p:grpSpPr>
            <a:xfrm>
              <a:off x="8724901" y="4506913"/>
              <a:ext cx="214313" cy="290512"/>
              <a:chOff x="8724901" y="4506913"/>
              <a:chExt cx="214313" cy="290512"/>
            </a:xfrm>
          </p:grpSpPr>
          <p:sp>
            <p:nvSpPr>
              <p:cNvPr id="117" name="Rectangle 117"/>
              <p:cNvSpPr>
                <a:spLocks noChangeArrowheads="1"/>
              </p:cNvSpPr>
              <p:nvPr/>
            </p:nvSpPr>
            <p:spPr bwMode="auto">
              <a:xfrm>
                <a:off x="8863013" y="4594225"/>
                <a:ext cx="508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Rectangle 118"/>
              <p:cNvSpPr>
                <a:spLocks noChangeArrowheads="1"/>
              </p:cNvSpPr>
              <p:nvPr/>
            </p:nvSpPr>
            <p:spPr bwMode="auto">
              <a:xfrm>
                <a:off x="8863013" y="4645025"/>
                <a:ext cx="50800" cy="25400"/>
              </a:xfrm>
              <a:prstGeom prst="rect">
                <a:avLst/>
              </a:pr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119"/>
              <p:cNvSpPr>
                <a:spLocks/>
              </p:cNvSpPr>
              <p:nvPr/>
            </p:nvSpPr>
            <p:spPr bwMode="auto">
              <a:xfrm>
                <a:off x="8724901" y="4506913"/>
                <a:ext cx="188913" cy="87313"/>
              </a:xfrm>
              <a:custGeom>
                <a:avLst/>
                <a:gdLst>
                  <a:gd name="T0" fmla="*/ 64 w 119"/>
                  <a:gd name="T1" fmla="*/ 39 h 55"/>
                  <a:gd name="T2" fmla="*/ 119 w 119"/>
                  <a:gd name="T3" fmla="*/ 39 h 55"/>
                  <a:gd name="T4" fmla="*/ 119 w 119"/>
                  <a:gd name="T5" fmla="*/ 23 h 55"/>
                  <a:gd name="T6" fmla="*/ 48 w 119"/>
                  <a:gd name="T7" fmla="*/ 23 h 55"/>
                  <a:gd name="T8" fmla="*/ 48 w 119"/>
                  <a:gd name="T9" fmla="*/ 15 h 55"/>
                  <a:gd name="T10" fmla="*/ 56 w 119"/>
                  <a:gd name="T11" fmla="*/ 15 h 55"/>
                  <a:gd name="T12" fmla="*/ 56 w 119"/>
                  <a:gd name="T13" fmla="*/ 0 h 55"/>
                  <a:gd name="T14" fmla="*/ 24 w 119"/>
                  <a:gd name="T15" fmla="*/ 0 h 55"/>
                  <a:gd name="T16" fmla="*/ 24 w 119"/>
                  <a:gd name="T17" fmla="*/ 15 h 55"/>
                  <a:gd name="T18" fmla="*/ 32 w 119"/>
                  <a:gd name="T19" fmla="*/ 15 h 55"/>
                  <a:gd name="T20" fmla="*/ 32 w 119"/>
                  <a:gd name="T21" fmla="*/ 23 h 55"/>
                  <a:gd name="T22" fmla="*/ 0 w 119"/>
                  <a:gd name="T23" fmla="*/ 23 h 55"/>
                  <a:gd name="T24" fmla="*/ 0 w 119"/>
                  <a:gd name="T25" fmla="*/ 55 h 55"/>
                  <a:gd name="T26" fmla="*/ 64 w 119"/>
                  <a:gd name="T27" fmla="*/ 55 h 55"/>
                  <a:gd name="T28" fmla="*/ 64 w 119"/>
                  <a:gd name="T29" fmla="*/ 39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" h="55">
                    <a:moveTo>
                      <a:pt x="64" y="39"/>
                    </a:moveTo>
                    <a:lnTo>
                      <a:pt x="119" y="39"/>
                    </a:lnTo>
                    <a:lnTo>
                      <a:pt x="119" y="23"/>
                    </a:lnTo>
                    <a:lnTo>
                      <a:pt x="48" y="23"/>
                    </a:lnTo>
                    <a:lnTo>
                      <a:pt x="48" y="15"/>
                    </a:lnTo>
                    <a:lnTo>
                      <a:pt x="56" y="15"/>
                    </a:lnTo>
                    <a:lnTo>
                      <a:pt x="56" y="0"/>
                    </a:lnTo>
                    <a:lnTo>
                      <a:pt x="24" y="0"/>
                    </a:lnTo>
                    <a:lnTo>
                      <a:pt x="24" y="15"/>
                    </a:lnTo>
                    <a:lnTo>
                      <a:pt x="32" y="15"/>
                    </a:lnTo>
                    <a:lnTo>
                      <a:pt x="32" y="23"/>
                    </a:lnTo>
                    <a:lnTo>
                      <a:pt x="0" y="23"/>
                    </a:lnTo>
                    <a:lnTo>
                      <a:pt x="0" y="55"/>
                    </a:lnTo>
                    <a:lnTo>
                      <a:pt x="64" y="55"/>
                    </a:lnTo>
                    <a:lnTo>
                      <a:pt x="64" y="39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120"/>
              <p:cNvSpPr>
                <a:spLocks/>
              </p:cNvSpPr>
              <p:nvPr/>
            </p:nvSpPr>
            <p:spPr bwMode="auto">
              <a:xfrm>
                <a:off x="8724901" y="4670425"/>
                <a:ext cx="214313" cy="127000"/>
              </a:xfrm>
              <a:custGeom>
                <a:avLst/>
                <a:gdLst>
                  <a:gd name="T0" fmla="*/ 119 w 135"/>
                  <a:gd name="T1" fmla="*/ 64 h 80"/>
                  <a:gd name="T2" fmla="*/ 119 w 135"/>
                  <a:gd name="T3" fmla="*/ 16 h 80"/>
                  <a:gd name="T4" fmla="*/ 64 w 135"/>
                  <a:gd name="T5" fmla="*/ 16 h 80"/>
                  <a:gd name="T6" fmla="*/ 64 w 135"/>
                  <a:gd name="T7" fmla="*/ 0 h 80"/>
                  <a:gd name="T8" fmla="*/ 0 w 135"/>
                  <a:gd name="T9" fmla="*/ 0 h 80"/>
                  <a:gd name="T10" fmla="*/ 0 w 135"/>
                  <a:gd name="T11" fmla="*/ 32 h 80"/>
                  <a:gd name="T12" fmla="*/ 32 w 135"/>
                  <a:gd name="T13" fmla="*/ 32 h 80"/>
                  <a:gd name="T14" fmla="*/ 32 w 135"/>
                  <a:gd name="T15" fmla="*/ 48 h 80"/>
                  <a:gd name="T16" fmla="*/ 24 w 135"/>
                  <a:gd name="T17" fmla="*/ 48 h 80"/>
                  <a:gd name="T18" fmla="*/ 24 w 135"/>
                  <a:gd name="T19" fmla="*/ 64 h 80"/>
                  <a:gd name="T20" fmla="*/ 56 w 135"/>
                  <a:gd name="T21" fmla="*/ 64 h 80"/>
                  <a:gd name="T22" fmla="*/ 56 w 135"/>
                  <a:gd name="T23" fmla="*/ 48 h 80"/>
                  <a:gd name="T24" fmla="*/ 48 w 135"/>
                  <a:gd name="T25" fmla="*/ 48 h 80"/>
                  <a:gd name="T26" fmla="*/ 48 w 135"/>
                  <a:gd name="T27" fmla="*/ 32 h 80"/>
                  <a:gd name="T28" fmla="*/ 87 w 135"/>
                  <a:gd name="T29" fmla="*/ 32 h 80"/>
                  <a:gd name="T30" fmla="*/ 87 w 135"/>
                  <a:gd name="T31" fmla="*/ 64 h 80"/>
                  <a:gd name="T32" fmla="*/ 71 w 135"/>
                  <a:gd name="T33" fmla="*/ 64 h 80"/>
                  <a:gd name="T34" fmla="*/ 71 w 135"/>
                  <a:gd name="T35" fmla="*/ 80 h 80"/>
                  <a:gd name="T36" fmla="*/ 135 w 135"/>
                  <a:gd name="T37" fmla="*/ 80 h 80"/>
                  <a:gd name="T38" fmla="*/ 135 w 135"/>
                  <a:gd name="T39" fmla="*/ 64 h 80"/>
                  <a:gd name="T40" fmla="*/ 119 w 135"/>
                  <a:gd name="T41" fmla="*/ 6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35" h="80">
                    <a:moveTo>
                      <a:pt x="119" y="64"/>
                    </a:moveTo>
                    <a:lnTo>
                      <a:pt x="119" y="16"/>
                    </a:lnTo>
                    <a:lnTo>
                      <a:pt x="64" y="16"/>
                    </a:lnTo>
                    <a:lnTo>
                      <a:pt x="64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32" y="32"/>
                    </a:lnTo>
                    <a:lnTo>
                      <a:pt x="32" y="48"/>
                    </a:lnTo>
                    <a:lnTo>
                      <a:pt x="24" y="48"/>
                    </a:lnTo>
                    <a:lnTo>
                      <a:pt x="24" y="64"/>
                    </a:lnTo>
                    <a:lnTo>
                      <a:pt x="56" y="64"/>
                    </a:lnTo>
                    <a:lnTo>
                      <a:pt x="56" y="48"/>
                    </a:lnTo>
                    <a:lnTo>
                      <a:pt x="48" y="48"/>
                    </a:lnTo>
                    <a:lnTo>
                      <a:pt x="48" y="32"/>
                    </a:lnTo>
                    <a:lnTo>
                      <a:pt x="87" y="32"/>
                    </a:lnTo>
                    <a:lnTo>
                      <a:pt x="87" y="64"/>
                    </a:lnTo>
                    <a:lnTo>
                      <a:pt x="71" y="64"/>
                    </a:lnTo>
                    <a:lnTo>
                      <a:pt x="71" y="80"/>
                    </a:lnTo>
                    <a:lnTo>
                      <a:pt x="135" y="80"/>
                    </a:lnTo>
                    <a:lnTo>
                      <a:pt x="135" y="64"/>
                    </a:lnTo>
                    <a:lnTo>
                      <a:pt x="119" y="64"/>
                    </a:lnTo>
                    <a:close/>
                  </a:path>
                </a:pathLst>
              </a:custGeom>
              <a:solidFill>
                <a:srgbClr val="75757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21" name="Freeform 121"/>
            <p:cNvSpPr>
              <a:spLocks noEditPoints="1"/>
            </p:cNvSpPr>
            <p:nvPr/>
          </p:nvSpPr>
          <p:spPr bwMode="auto">
            <a:xfrm>
              <a:off x="8118476" y="4518025"/>
              <a:ext cx="201613" cy="254000"/>
            </a:xfrm>
            <a:custGeom>
              <a:avLst/>
              <a:gdLst>
                <a:gd name="T0" fmla="*/ 56 w 64"/>
                <a:gd name="T1" fmla="*/ 0 h 80"/>
                <a:gd name="T2" fmla="*/ 8 w 64"/>
                <a:gd name="T3" fmla="*/ 0 h 80"/>
                <a:gd name="T4" fmla="*/ 0 w 64"/>
                <a:gd name="T5" fmla="*/ 8 h 80"/>
                <a:gd name="T6" fmla="*/ 0 w 64"/>
                <a:gd name="T7" fmla="*/ 72 h 80"/>
                <a:gd name="T8" fmla="*/ 8 w 64"/>
                <a:gd name="T9" fmla="*/ 80 h 80"/>
                <a:gd name="T10" fmla="*/ 56 w 64"/>
                <a:gd name="T11" fmla="*/ 80 h 80"/>
                <a:gd name="T12" fmla="*/ 64 w 64"/>
                <a:gd name="T13" fmla="*/ 72 h 80"/>
                <a:gd name="T14" fmla="*/ 64 w 64"/>
                <a:gd name="T15" fmla="*/ 8 h 80"/>
                <a:gd name="T16" fmla="*/ 56 w 64"/>
                <a:gd name="T17" fmla="*/ 0 h 80"/>
                <a:gd name="T18" fmla="*/ 48 w 64"/>
                <a:gd name="T19" fmla="*/ 24 h 80"/>
                <a:gd name="T20" fmla="*/ 40 w 64"/>
                <a:gd name="T21" fmla="*/ 24 h 80"/>
                <a:gd name="T22" fmla="*/ 40 w 64"/>
                <a:gd name="T23" fmla="*/ 32 h 80"/>
                <a:gd name="T24" fmla="*/ 48 w 64"/>
                <a:gd name="T25" fmla="*/ 32 h 80"/>
                <a:gd name="T26" fmla="*/ 48 w 64"/>
                <a:gd name="T27" fmla="*/ 40 h 80"/>
                <a:gd name="T28" fmla="*/ 40 w 64"/>
                <a:gd name="T29" fmla="*/ 40 h 80"/>
                <a:gd name="T30" fmla="*/ 40 w 64"/>
                <a:gd name="T31" fmla="*/ 48 h 80"/>
                <a:gd name="T32" fmla="*/ 32 w 64"/>
                <a:gd name="T33" fmla="*/ 48 h 80"/>
                <a:gd name="T34" fmla="*/ 32 w 64"/>
                <a:gd name="T35" fmla="*/ 40 h 80"/>
                <a:gd name="T36" fmla="*/ 40 w 64"/>
                <a:gd name="T37" fmla="*/ 40 h 80"/>
                <a:gd name="T38" fmla="*/ 40 w 64"/>
                <a:gd name="T39" fmla="*/ 32 h 80"/>
                <a:gd name="T40" fmla="*/ 32 w 64"/>
                <a:gd name="T41" fmla="*/ 32 h 80"/>
                <a:gd name="T42" fmla="*/ 32 w 64"/>
                <a:gd name="T43" fmla="*/ 24 h 80"/>
                <a:gd name="T44" fmla="*/ 40 w 64"/>
                <a:gd name="T45" fmla="*/ 24 h 80"/>
                <a:gd name="T46" fmla="*/ 40 w 64"/>
                <a:gd name="T47" fmla="*/ 16 h 80"/>
                <a:gd name="T48" fmla="*/ 32 w 64"/>
                <a:gd name="T49" fmla="*/ 16 h 80"/>
                <a:gd name="T50" fmla="*/ 32 w 64"/>
                <a:gd name="T51" fmla="*/ 8 h 80"/>
                <a:gd name="T52" fmla="*/ 40 w 64"/>
                <a:gd name="T53" fmla="*/ 8 h 80"/>
                <a:gd name="T54" fmla="*/ 40 w 64"/>
                <a:gd name="T55" fmla="*/ 16 h 80"/>
                <a:gd name="T56" fmla="*/ 48 w 64"/>
                <a:gd name="T57" fmla="*/ 16 h 80"/>
                <a:gd name="T58" fmla="*/ 48 w 64"/>
                <a:gd name="T59" fmla="*/ 2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4" h="80">
                  <a:moveTo>
                    <a:pt x="56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6"/>
                    <a:pt x="4" y="80"/>
                    <a:pt x="8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60" y="80"/>
                    <a:pt x="64" y="76"/>
                    <a:pt x="64" y="72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4"/>
                    <a:pt x="60" y="0"/>
                    <a:pt x="56" y="0"/>
                  </a:cubicBezTo>
                  <a:close/>
                  <a:moveTo>
                    <a:pt x="48" y="24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8" y="16"/>
                    <a:pt x="48" y="16"/>
                    <a:pt x="48" y="16"/>
                  </a:cubicBezTo>
                  <a:lnTo>
                    <a:pt x="48" y="24"/>
                  </a:ln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135" name="组合 134"/>
            <p:cNvGrpSpPr/>
            <p:nvPr/>
          </p:nvGrpSpPr>
          <p:grpSpPr>
            <a:xfrm>
              <a:off x="8699501" y="2124075"/>
              <a:ext cx="252413" cy="203200"/>
              <a:chOff x="8699501" y="2124075"/>
              <a:chExt cx="252413" cy="203200"/>
            </a:xfrm>
          </p:grpSpPr>
          <p:sp>
            <p:nvSpPr>
              <p:cNvPr id="122" name="Freeform 122"/>
              <p:cNvSpPr>
                <a:spLocks/>
              </p:cNvSpPr>
              <p:nvPr/>
            </p:nvSpPr>
            <p:spPr bwMode="auto">
              <a:xfrm>
                <a:off x="8699501" y="2225675"/>
                <a:ext cx="252413" cy="101600"/>
              </a:xfrm>
              <a:custGeom>
                <a:avLst/>
                <a:gdLst>
                  <a:gd name="T0" fmla="*/ 72 w 80"/>
                  <a:gd name="T1" fmla="*/ 0 h 32"/>
                  <a:gd name="T2" fmla="*/ 72 w 80"/>
                  <a:gd name="T3" fmla="*/ 0 h 32"/>
                  <a:gd name="T4" fmla="*/ 72 w 80"/>
                  <a:gd name="T5" fmla="*/ 12 h 32"/>
                  <a:gd name="T6" fmla="*/ 40 w 80"/>
                  <a:gd name="T7" fmla="*/ 20 h 32"/>
                  <a:gd name="T8" fmla="*/ 8 w 80"/>
                  <a:gd name="T9" fmla="*/ 12 h 32"/>
                  <a:gd name="T10" fmla="*/ 8 w 80"/>
                  <a:gd name="T11" fmla="*/ 0 h 32"/>
                  <a:gd name="T12" fmla="*/ 8 w 80"/>
                  <a:gd name="T13" fmla="*/ 0 h 32"/>
                  <a:gd name="T14" fmla="*/ 0 w 80"/>
                  <a:gd name="T15" fmla="*/ 12 h 32"/>
                  <a:gd name="T16" fmla="*/ 40 w 80"/>
                  <a:gd name="T17" fmla="*/ 32 h 32"/>
                  <a:gd name="T18" fmla="*/ 80 w 80"/>
                  <a:gd name="T19" fmla="*/ 12 h 32"/>
                  <a:gd name="T20" fmla="*/ 72 w 80"/>
                  <a:gd name="T2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0" h="32">
                    <a:moveTo>
                      <a:pt x="72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56" y="20"/>
                      <a:pt x="40" y="20"/>
                    </a:cubicBezTo>
                    <a:cubicBezTo>
                      <a:pt x="24" y="20"/>
                      <a:pt x="8" y="12"/>
                      <a:pt x="8" y="1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3" y="3"/>
                      <a:pt x="0" y="7"/>
                      <a:pt x="0" y="12"/>
                    </a:cubicBezTo>
                    <a:cubicBezTo>
                      <a:pt x="0" y="23"/>
                      <a:pt x="17" y="32"/>
                      <a:pt x="40" y="32"/>
                    </a:cubicBezTo>
                    <a:cubicBezTo>
                      <a:pt x="63" y="32"/>
                      <a:pt x="80" y="23"/>
                      <a:pt x="80" y="12"/>
                    </a:cubicBezTo>
                    <a:cubicBezTo>
                      <a:pt x="80" y="7"/>
                      <a:pt x="77" y="3"/>
                      <a:pt x="72" y="0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123"/>
              <p:cNvSpPr>
                <a:spLocks/>
              </p:cNvSpPr>
              <p:nvPr/>
            </p:nvSpPr>
            <p:spPr bwMode="auto">
              <a:xfrm>
                <a:off x="8837613" y="2124075"/>
                <a:ext cx="50800" cy="95250"/>
              </a:xfrm>
              <a:custGeom>
                <a:avLst/>
                <a:gdLst>
                  <a:gd name="T0" fmla="*/ 0 w 16"/>
                  <a:gd name="T1" fmla="*/ 30 h 30"/>
                  <a:gd name="T2" fmla="*/ 16 w 16"/>
                  <a:gd name="T3" fmla="*/ 8 h 30"/>
                  <a:gd name="T4" fmla="*/ 0 w 16"/>
                  <a:gd name="T5" fmla="*/ 0 h 30"/>
                  <a:gd name="T6" fmla="*/ 0 w 16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30">
                    <a:moveTo>
                      <a:pt x="0" y="30"/>
                    </a:moveTo>
                    <a:cubicBezTo>
                      <a:pt x="16" y="8"/>
                      <a:pt x="16" y="8"/>
                      <a:pt x="16" y="8"/>
                    </a:cubicBezTo>
                    <a:cubicBezTo>
                      <a:pt x="12" y="4"/>
                      <a:pt x="7" y="1"/>
                      <a:pt x="0" y="0"/>
                    </a:cubicBez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124"/>
              <p:cNvSpPr>
                <a:spLocks/>
              </p:cNvSpPr>
              <p:nvPr/>
            </p:nvSpPr>
            <p:spPr bwMode="auto">
              <a:xfrm>
                <a:off x="8763001" y="2124075"/>
                <a:ext cx="50800" cy="95250"/>
              </a:xfrm>
              <a:custGeom>
                <a:avLst/>
                <a:gdLst>
                  <a:gd name="T0" fmla="*/ 16 w 16"/>
                  <a:gd name="T1" fmla="*/ 0 h 30"/>
                  <a:gd name="T2" fmla="*/ 0 w 16"/>
                  <a:gd name="T3" fmla="*/ 8 h 30"/>
                  <a:gd name="T4" fmla="*/ 16 w 16"/>
                  <a:gd name="T5" fmla="*/ 30 h 30"/>
                  <a:gd name="T6" fmla="*/ 16 w 16"/>
                  <a:gd name="T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" h="30">
                    <a:moveTo>
                      <a:pt x="16" y="0"/>
                    </a:moveTo>
                    <a:cubicBezTo>
                      <a:pt x="9" y="1"/>
                      <a:pt x="4" y="4"/>
                      <a:pt x="0" y="8"/>
                    </a:cubicBezTo>
                    <a:cubicBezTo>
                      <a:pt x="16" y="30"/>
                      <a:pt x="16" y="30"/>
                      <a:pt x="16" y="30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125"/>
              <p:cNvSpPr>
                <a:spLocks/>
              </p:cNvSpPr>
              <p:nvPr/>
            </p:nvSpPr>
            <p:spPr bwMode="auto">
              <a:xfrm>
                <a:off x="8737601" y="2165350"/>
                <a:ext cx="176213" cy="98425"/>
              </a:xfrm>
              <a:custGeom>
                <a:avLst/>
                <a:gdLst>
                  <a:gd name="T0" fmla="*/ 3 w 56"/>
                  <a:gd name="T1" fmla="*/ 27 h 31"/>
                  <a:gd name="T2" fmla="*/ 28 w 56"/>
                  <a:gd name="T3" fmla="*/ 31 h 31"/>
                  <a:gd name="T4" fmla="*/ 53 w 56"/>
                  <a:gd name="T5" fmla="*/ 27 h 31"/>
                  <a:gd name="T6" fmla="*/ 56 w 56"/>
                  <a:gd name="T7" fmla="*/ 23 h 31"/>
                  <a:gd name="T8" fmla="*/ 56 w 56"/>
                  <a:gd name="T9" fmla="*/ 19 h 31"/>
                  <a:gd name="T10" fmla="*/ 52 w 56"/>
                  <a:gd name="T11" fmla="*/ 0 h 31"/>
                  <a:gd name="T12" fmla="*/ 30 w 56"/>
                  <a:gd name="T13" fmla="*/ 29 h 31"/>
                  <a:gd name="T14" fmla="*/ 28 w 56"/>
                  <a:gd name="T15" fmla="*/ 30 h 31"/>
                  <a:gd name="T16" fmla="*/ 26 w 56"/>
                  <a:gd name="T17" fmla="*/ 29 h 31"/>
                  <a:gd name="T18" fmla="*/ 4 w 56"/>
                  <a:gd name="T19" fmla="*/ 0 h 31"/>
                  <a:gd name="T20" fmla="*/ 0 w 56"/>
                  <a:gd name="T21" fmla="*/ 19 h 31"/>
                  <a:gd name="T22" fmla="*/ 0 w 56"/>
                  <a:gd name="T23" fmla="*/ 23 h 31"/>
                  <a:gd name="T24" fmla="*/ 3 w 56"/>
                  <a:gd name="T25" fmla="*/ 2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31">
                    <a:moveTo>
                      <a:pt x="3" y="27"/>
                    </a:moveTo>
                    <a:cubicBezTo>
                      <a:pt x="3" y="27"/>
                      <a:pt x="15" y="31"/>
                      <a:pt x="28" y="31"/>
                    </a:cubicBezTo>
                    <a:cubicBezTo>
                      <a:pt x="41" y="31"/>
                      <a:pt x="53" y="27"/>
                      <a:pt x="53" y="27"/>
                    </a:cubicBezTo>
                    <a:cubicBezTo>
                      <a:pt x="55" y="26"/>
                      <a:pt x="56" y="25"/>
                      <a:pt x="56" y="23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6" y="11"/>
                      <a:pt x="55" y="5"/>
                      <a:pt x="52" y="0"/>
                    </a:cubicBezTo>
                    <a:cubicBezTo>
                      <a:pt x="34" y="24"/>
                      <a:pt x="37" y="20"/>
                      <a:pt x="30" y="29"/>
                    </a:cubicBezTo>
                    <a:cubicBezTo>
                      <a:pt x="30" y="30"/>
                      <a:pt x="29" y="30"/>
                      <a:pt x="28" y="30"/>
                    </a:cubicBezTo>
                    <a:cubicBezTo>
                      <a:pt x="27" y="30"/>
                      <a:pt x="26" y="30"/>
                      <a:pt x="26" y="29"/>
                    </a:cubicBezTo>
                    <a:cubicBezTo>
                      <a:pt x="19" y="20"/>
                      <a:pt x="22" y="24"/>
                      <a:pt x="4" y="0"/>
                    </a:cubicBezTo>
                    <a:cubicBezTo>
                      <a:pt x="1" y="5"/>
                      <a:pt x="0" y="11"/>
                      <a:pt x="0" y="19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25"/>
                      <a:pt x="1" y="26"/>
                      <a:pt x="3" y="27"/>
                    </a:cubicBezTo>
                    <a:close/>
                  </a:path>
                </a:pathLst>
              </a:custGeom>
              <a:solidFill>
                <a:srgbClr val="76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5698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思源黑体 CN Bold</vt:lpstr>
      <vt:lpstr>Arial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qiuyeppt</dc:creator>
  <cp:lastModifiedBy>qiuyeppt</cp:lastModifiedBy>
  <cp:revision>12</cp:revision>
  <dcterms:created xsi:type="dcterms:W3CDTF">2017-04-24T10:55:51Z</dcterms:created>
  <dcterms:modified xsi:type="dcterms:W3CDTF">2017-04-25T07:23:31Z</dcterms:modified>
</cp:coreProperties>
</file>